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301" r:id="rId6"/>
    <p:sldId id="261" r:id="rId7"/>
    <p:sldId id="296" r:id="rId8"/>
    <p:sldId id="262" r:id="rId9"/>
    <p:sldId id="302" r:id="rId10"/>
    <p:sldId id="263" r:id="rId11"/>
    <p:sldId id="264" r:id="rId12"/>
    <p:sldId id="265" r:id="rId13"/>
    <p:sldId id="266" r:id="rId14"/>
    <p:sldId id="267" r:id="rId15"/>
    <p:sldId id="303" r:id="rId16"/>
    <p:sldId id="304" r:id="rId17"/>
    <p:sldId id="268" r:id="rId18"/>
    <p:sldId id="305" r:id="rId19"/>
    <p:sldId id="269" r:id="rId20"/>
    <p:sldId id="297" r:id="rId21"/>
    <p:sldId id="298" r:id="rId22"/>
    <p:sldId id="270" r:id="rId23"/>
    <p:sldId id="271" r:id="rId24"/>
    <p:sldId id="273" r:id="rId25"/>
    <p:sldId id="274" r:id="rId26"/>
    <p:sldId id="275" r:id="rId27"/>
    <p:sldId id="276" r:id="rId28"/>
    <p:sldId id="306" r:id="rId29"/>
    <p:sldId id="277" r:id="rId30"/>
    <p:sldId id="278" r:id="rId31"/>
    <p:sldId id="279" r:id="rId32"/>
    <p:sldId id="280" r:id="rId33"/>
    <p:sldId id="299" r:id="rId34"/>
    <p:sldId id="281" r:id="rId35"/>
    <p:sldId id="282" r:id="rId36"/>
    <p:sldId id="307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308" r:id="rId47"/>
    <p:sldId id="300" r:id="rId48"/>
    <p:sldId id="29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7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1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image" Target="../media/image36.svg"/><Relationship Id="rId4" Type="http://schemas.openxmlformats.org/officeDocument/2006/relationships/image" Target="../media/image49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51.svg"/><Relationship Id="rId1" Type="http://schemas.openxmlformats.org/officeDocument/2006/relationships/image" Target="../media/image50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svg"/><Relationship Id="rId1" Type="http://schemas.openxmlformats.org/officeDocument/2006/relationships/image" Target="../media/image41.svg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1.svg"/><Relationship Id="rId1" Type="http://schemas.openxmlformats.org/officeDocument/2006/relationships/image" Target="../media/image60.sv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7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1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image" Target="../media/image41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image" Target="../media/image36.svg"/><Relationship Id="rId4" Type="http://schemas.openxmlformats.org/officeDocument/2006/relationships/image" Target="../media/image49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51.svg"/><Relationship Id="rId1" Type="http://schemas.openxmlformats.org/officeDocument/2006/relationships/image" Target="../media/image50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svg"/><Relationship Id="rId1" Type="http://schemas.openxmlformats.org/officeDocument/2006/relationships/image" Target="../media/image41.svg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1.svg"/><Relationship Id="rId1" Type="http://schemas.openxmlformats.org/officeDocument/2006/relationships/image" Target="../media/image60.sv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F5354-25FF-4EB4-9825-5706576A43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5D00E6B-62DF-4AE0-A46F-D96120E94E04}">
      <dgm:prSet/>
      <dgm:spPr/>
      <dgm:t>
        <a:bodyPr/>
        <a:lstStyle/>
        <a:p>
          <a:r>
            <a:rPr lang="en-US" b="1" i="0" baseline="0"/>
            <a:t>Server Role = Primary Function of a Server</a:t>
          </a:r>
          <a:endParaRPr lang="en-US"/>
        </a:p>
      </dgm:t>
    </dgm:pt>
    <dgm:pt modelId="{0FC6DE7F-E314-4F7C-A880-7F106D42209A}" type="parTrans" cxnId="{D94E331E-73B6-4BB0-A35D-CEDE58C1D8C0}">
      <dgm:prSet/>
      <dgm:spPr/>
      <dgm:t>
        <a:bodyPr/>
        <a:lstStyle/>
        <a:p>
          <a:endParaRPr lang="en-US"/>
        </a:p>
      </dgm:t>
    </dgm:pt>
    <dgm:pt modelId="{B90ACB74-50DD-4044-A121-A624FEB3FC0A}" type="sibTrans" cxnId="{D94E331E-73B6-4BB0-A35D-CEDE58C1D8C0}">
      <dgm:prSet/>
      <dgm:spPr/>
      <dgm:t>
        <a:bodyPr/>
        <a:lstStyle/>
        <a:p>
          <a:endParaRPr lang="en-US"/>
        </a:p>
      </dgm:t>
    </dgm:pt>
    <dgm:pt modelId="{D37E9776-68F9-44BB-9CC7-9FDD013F1826}">
      <dgm:prSet/>
      <dgm:spPr/>
      <dgm:t>
        <a:bodyPr/>
        <a:lstStyle/>
        <a:p>
          <a:r>
            <a:rPr lang="en-US" b="1" i="0" baseline="0"/>
            <a:t>Defines what a server does within a network</a:t>
          </a:r>
          <a:endParaRPr lang="en-US"/>
        </a:p>
      </dgm:t>
    </dgm:pt>
    <dgm:pt modelId="{8B5282FA-2919-457A-8FEB-F75C52D74FBE}" type="parTrans" cxnId="{4574873B-5376-47F7-A17B-3EC7E3F682C2}">
      <dgm:prSet/>
      <dgm:spPr/>
      <dgm:t>
        <a:bodyPr/>
        <a:lstStyle/>
        <a:p>
          <a:endParaRPr lang="en-US"/>
        </a:p>
      </dgm:t>
    </dgm:pt>
    <dgm:pt modelId="{040F4B24-914E-49A0-8F77-BB0D1035EC63}" type="sibTrans" cxnId="{4574873B-5376-47F7-A17B-3EC7E3F682C2}">
      <dgm:prSet/>
      <dgm:spPr/>
      <dgm:t>
        <a:bodyPr/>
        <a:lstStyle/>
        <a:p>
          <a:endParaRPr lang="en-US"/>
        </a:p>
      </dgm:t>
    </dgm:pt>
    <dgm:pt modelId="{8152812C-C34C-4455-A7FE-74057B89B68D}">
      <dgm:prSet/>
      <dgm:spPr/>
      <dgm:t>
        <a:bodyPr/>
        <a:lstStyle/>
        <a:p>
          <a:r>
            <a:rPr lang="en-US" b="1" i="0" baseline="0"/>
            <a:t>Provides a specific service to users, computers, or applications</a:t>
          </a:r>
          <a:endParaRPr lang="en-US"/>
        </a:p>
      </dgm:t>
    </dgm:pt>
    <dgm:pt modelId="{1192D7A5-C5FA-4C4A-B1BB-2E4E843D4C83}" type="parTrans" cxnId="{CB1F56D3-904C-42E6-BFA9-32A63C4EC4BD}">
      <dgm:prSet/>
      <dgm:spPr/>
      <dgm:t>
        <a:bodyPr/>
        <a:lstStyle/>
        <a:p>
          <a:endParaRPr lang="en-US"/>
        </a:p>
      </dgm:t>
    </dgm:pt>
    <dgm:pt modelId="{69E2088E-1DC7-4077-9FD8-1CFC9B0C4AA8}" type="sibTrans" cxnId="{CB1F56D3-904C-42E6-BFA9-32A63C4EC4BD}">
      <dgm:prSet/>
      <dgm:spPr/>
      <dgm:t>
        <a:bodyPr/>
        <a:lstStyle/>
        <a:p>
          <a:endParaRPr lang="en-US"/>
        </a:p>
      </dgm:t>
    </dgm:pt>
    <dgm:pt modelId="{35E46A9F-CA2D-4D93-8AA3-8DB58BDE9EED}">
      <dgm:prSet/>
      <dgm:spPr/>
      <dgm:t>
        <a:bodyPr/>
        <a:lstStyle/>
        <a:p>
          <a:r>
            <a:rPr lang="en-US" b="1" i="0" baseline="0"/>
            <a:t>Improves performance, security, manageability, and reliability</a:t>
          </a:r>
          <a:endParaRPr lang="en-US"/>
        </a:p>
      </dgm:t>
    </dgm:pt>
    <dgm:pt modelId="{97797B8A-6C55-493A-B0B3-A520542D546E}" type="parTrans" cxnId="{560E16CA-3A7F-484E-9D06-58B82390B055}">
      <dgm:prSet/>
      <dgm:spPr/>
      <dgm:t>
        <a:bodyPr/>
        <a:lstStyle/>
        <a:p>
          <a:endParaRPr lang="en-US"/>
        </a:p>
      </dgm:t>
    </dgm:pt>
    <dgm:pt modelId="{5CD2CC3B-AAE7-4AEF-BABF-D963775BC428}" type="sibTrans" cxnId="{560E16CA-3A7F-484E-9D06-58B82390B055}">
      <dgm:prSet/>
      <dgm:spPr/>
      <dgm:t>
        <a:bodyPr/>
        <a:lstStyle/>
        <a:p>
          <a:endParaRPr lang="en-US"/>
        </a:p>
      </dgm:t>
    </dgm:pt>
    <dgm:pt modelId="{CABC8535-1D6F-4914-A7F7-8FAA3CA87EC9}">
      <dgm:prSet/>
      <dgm:spPr/>
      <dgm:t>
        <a:bodyPr/>
        <a:lstStyle/>
        <a:p>
          <a:r>
            <a:rPr lang="en-US" b="1" i="0" baseline="0"/>
            <a:t>Examples: Web Server, File Server, Database Server, Directory Services Server</a:t>
          </a:r>
          <a:endParaRPr lang="en-US"/>
        </a:p>
      </dgm:t>
    </dgm:pt>
    <dgm:pt modelId="{1AEFF1DD-3F28-4D92-8004-BCDB5CB97FAA}" type="parTrans" cxnId="{0DA7F76F-4ED3-4247-AA6D-8BB95C9D2429}">
      <dgm:prSet/>
      <dgm:spPr/>
      <dgm:t>
        <a:bodyPr/>
        <a:lstStyle/>
        <a:p>
          <a:endParaRPr lang="en-US"/>
        </a:p>
      </dgm:t>
    </dgm:pt>
    <dgm:pt modelId="{598CDF59-6A8B-497D-9CF5-41C4F8BEBA56}" type="sibTrans" cxnId="{0DA7F76F-4ED3-4247-AA6D-8BB95C9D2429}">
      <dgm:prSet/>
      <dgm:spPr/>
      <dgm:t>
        <a:bodyPr/>
        <a:lstStyle/>
        <a:p>
          <a:endParaRPr lang="en-US"/>
        </a:p>
      </dgm:t>
    </dgm:pt>
    <dgm:pt modelId="{C5AC8A41-4BF8-4A18-8DE6-503FDFA01FFB}" type="pres">
      <dgm:prSet presAssocID="{00CF5354-25FF-4EB4-9825-5706576A4308}" presName="root" presStyleCnt="0">
        <dgm:presLayoutVars>
          <dgm:dir/>
          <dgm:resizeHandles val="exact"/>
        </dgm:presLayoutVars>
      </dgm:prSet>
      <dgm:spPr/>
    </dgm:pt>
    <dgm:pt modelId="{8FDC5C06-C68C-4ADF-8A46-819F8AAB1F33}" type="pres">
      <dgm:prSet presAssocID="{15D00E6B-62DF-4AE0-A46F-D96120E94E04}" presName="compNode" presStyleCnt="0"/>
      <dgm:spPr/>
    </dgm:pt>
    <dgm:pt modelId="{0B14DAA3-2741-4D0C-9190-5C8B8E37BB02}" type="pres">
      <dgm:prSet presAssocID="{15D00E6B-62DF-4AE0-A46F-D96120E94E04}" presName="bgRect" presStyleLbl="bgShp" presStyleIdx="0" presStyleCnt="5"/>
      <dgm:spPr/>
    </dgm:pt>
    <dgm:pt modelId="{531F807B-E7A6-4A13-8658-A5DF4E81DFC3}" type="pres">
      <dgm:prSet presAssocID="{15D00E6B-62DF-4AE0-A46F-D96120E94E0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1260FF8-2A1B-4209-9349-3B029F162514}" type="pres">
      <dgm:prSet presAssocID="{15D00E6B-62DF-4AE0-A46F-D96120E94E04}" presName="spaceRect" presStyleCnt="0"/>
      <dgm:spPr/>
    </dgm:pt>
    <dgm:pt modelId="{A9910580-0134-4BF2-B4A0-34D839F10EB7}" type="pres">
      <dgm:prSet presAssocID="{15D00E6B-62DF-4AE0-A46F-D96120E94E04}" presName="parTx" presStyleLbl="revTx" presStyleIdx="0" presStyleCnt="5">
        <dgm:presLayoutVars>
          <dgm:chMax val="0"/>
          <dgm:chPref val="0"/>
        </dgm:presLayoutVars>
      </dgm:prSet>
      <dgm:spPr/>
    </dgm:pt>
    <dgm:pt modelId="{B2948B35-EAD7-4653-B847-110AB98F29E6}" type="pres">
      <dgm:prSet presAssocID="{B90ACB74-50DD-4044-A121-A624FEB3FC0A}" presName="sibTrans" presStyleCnt="0"/>
      <dgm:spPr/>
    </dgm:pt>
    <dgm:pt modelId="{5677B304-2CBE-4AF4-B6DB-47612BE4EE56}" type="pres">
      <dgm:prSet presAssocID="{D37E9776-68F9-44BB-9CC7-9FDD013F1826}" presName="compNode" presStyleCnt="0"/>
      <dgm:spPr/>
    </dgm:pt>
    <dgm:pt modelId="{5A856AB9-2628-4741-8DFF-38CD2098BBAC}" type="pres">
      <dgm:prSet presAssocID="{D37E9776-68F9-44BB-9CC7-9FDD013F1826}" presName="bgRect" presStyleLbl="bgShp" presStyleIdx="1" presStyleCnt="5"/>
      <dgm:spPr/>
    </dgm:pt>
    <dgm:pt modelId="{65FF5B19-2A95-4F49-909C-F2589C43E397}" type="pres">
      <dgm:prSet presAssocID="{D37E9776-68F9-44BB-9CC7-9FDD013F182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5D720CB-5727-485E-AED0-562D35F4FB61}" type="pres">
      <dgm:prSet presAssocID="{D37E9776-68F9-44BB-9CC7-9FDD013F1826}" presName="spaceRect" presStyleCnt="0"/>
      <dgm:spPr/>
    </dgm:pt>
    <dgm:pt modelId="{A86EDD6C-22F4-4601-8B52-A270CD0A89CB}" type="pres">
      <dgm:prSet presAssocID="{D37E9776-68F9-44BB-9CC7-9FDD013F1826}" presName="parTx" presStyleLbl="revTx" presStyleIdx="1" presStyleCnt="5">
        <dgm:presLayoutVars>
          <dgm:chMax val="0"/>
          <dgm:chPref val="0"/>
        </dgm:presLayoutVars>
      </dgm:prSet>
      <dgm:spPr/>
    </dgm:pt>
    <dgm:pt modelId="{AF5612E4-1C46-4CCB-BC0C-F5FC32BFE907}" type="pres">
      <dgm:prSet presAssocID="{040F4B24-914E-49A0-8F77-BB0D1035EC63}" presName="sibTrans" presStyleCnt="0"/>
      <dgm:spPr/>
    </dgm:pt>
    <dgm:pt modelId="{2E071E2E-0F0A-4C75-8C79-C9886A85FCE8}" type="pres">
      <dgm:prSet presAssocID="{8152812C-C34C-4455-A7FE-74057B89B68D}" presName="compNode" presStyleCnt="0"/>
      <dgm:spPr/>
    </dgm:pt>
    <dgm:pt modelId="{E3DA27FF-6902-4B20-B1A2-CED800E8971F}" type="pres">
      <dgm:prSet presAssocID="{8152812C-C34C-4455-A7FE-74057B89B68D}" presName="bgRect" presStyleLbl="bgShp" presStyleIdx="2" presStyleCnt="5"/>
      <dgm:spPr/>
    </dgm:pt>
    <dgm:pt modelId="{B87F9E20-BCF7-41DB-85ED-F81489214B6F}" type="pres">
      <dgm:prSet presAssocID="{8152812C-C34C-4455-A7FE-74057B89B68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FB3F040-45F8-4866-9FC9-43D2CCF3D778}" type="pres">
      <dgm:prSet presAssocID="{8152812C-C34C-4455-A7FE-74057B89B68D}" presName="spaceRect" presStyleCnt="0"/>
      <dgm:spPr/>
    </dgm:pt>
    <dgm:pt modelId="{BE1E06B5-9623-426D-AA6D-FE768206A0C3}" type="pres">
      <dgm:prSet presAssocID="{8152812C-C34C-4455-A7FE-74057B89B68D}" presName="parTx" presStyleLbl="revTx" presStyleIdx="2" presStyleCnt="5">
        <dgm:presLayoutVars>
          <dgm:chMax val="0"/>
          <dgm:chPref val="0"/>
        </dgm:presLayoutVars>
      </dgm:prSet>
      <dgm:spPr/>
    </dgm:pt>
    <dgm:pt modelId="{364A4EEC-1B47-4919-81CD-9D4EB99981C8}" type="pres">
      <dgm:prSet presAssocID="{69E2088E-1DC7-4077-9FD8-1CFC9B0C4AA8}" presName="sibTrans" presStyleCnt="0"/>
      <dgm:spPr/>
    </dgm:pt>
    <dgm:pt modelId="{4AD8D867-59DA-47E1-9EB3-D4E0BB4FE64D}" type="pres">
      <dgm:prSet presAssocID="{35E46A9F-CA2D-4D93-8AA3-8DB58BDE9EED}" presName="compNode" presStyleCnt="0"/>
      <dgm:spPr/>
    </dgm:pt>
    <dgm:pt modelId="{7C0C3790-B79B-440B-83CE-D90AAF110C23}" type="pres">
      <dgm:prSet presAssocID="{35E46A9F-CA2D-4D93-8AA3-8DB58BDE9EED}" presName="bgRect" presStyleLbl="bgShp" presStyleIdx="3" presStyleCnt="5"/>
      <dgm:spPr/>
    </dgm:pt>
    <dgm:pt modelId="{2958009B-4A08-4A11-87AF-8D787B0D96CF}" type="pres">
      <dgm:prSet presAssocID="{35E46A9F-CA2D-4D93-8AA3-8DB58BDE9EE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9383D44C-47B1-4A30-910D-0B8EF8B5B2C2}" type="pres">
      <dgm:prSet presAssocID="{35E46A9F-CA2D-4D93-8AA3-8DB58BDE9EED}" presName="spaceRect" presStyleCnt="0"/>
      <dgm:spPr/>
    </dgm:pt>
    <dgm:pt modelId="{AE74715D-6188-4FED-8127-CF4182D6B42B}" type="pres">
      <dgm:prSet presAssocID="{35E46A9F-CA2D-4D93-8AA3-8DB58BDE9EED}" presName="parTx" presStyleLbl="revTx" presStyleIdx="3" presStyleCnt="5">
        <dgm:presLayoutVars>
          <dgm:chMax val="0"/>
          <dgm:chPref val="0"/>
        </dgm:presLayoutVars>
      </dgm:prSet>
      <dgm:spPr/>
    </dgm:pt>
    <dgm:pt modelId="{9570D07D-ED15-46B5-892B-1F2976F43ADC}" type="pres">
      <dgm:prSet presAssocID="{5CD2CC3B-AAE7-4AEF-BABF-D963775BC428}" presName="sibTrans" presStyleCnt="0"/>
      <dgm:spPr/>
    </dgm:pt>
    <dgm:pt modelId="{F35FFDD2-0A37-4CA4-9F2A-E65843F0620E}" type="pres">
      <dgm:prSet presAssocID="{CABC8535-1D6F-4914-A7F7-8FAA3CA87EC9}" presName="compNode" presStyleCnt="0"/>
      <dgm:spPr/>
    </dgm:pt>
    <dgm:pt modelId="{62DFDD33-6326-4A1F-BE64-5D505E5FFCA4}" type="pres">
      <dgm:prSet presAssocID="{CABC8535-1D6F-4914-A7F7-8FAA3CA87EC9}" presName="bgRect" presStyleLbl="bgShp" presStyleIdx="4" presStyleCnt="5"/>
      <dgm:spPr/>
    </dgm:pt>
    <dgm:pt modelId="{B8E32150-2B68-49ED-9FA1-AE24E719F59E}" type="pres">
      <dgm:prSet presAssocID="{CABC8535-1D6F-4914-A7F7-8FAA3CA87EC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5FB520C-3D24-4025-A596-766D09D95FA1}" type="pres">
      <dgm:prSet presAssocID="{CABC8535-1D6F-4914-A7F7-8FAA3CA87EC9}" presName="spaceRect" presStyleCnt="0"/>
      <dgm:spPr/>
    </dgm:pt>
    <dgm:pt modelId="{E36AD34C-256E-4A39-A5EF-148378514BFE}" type="pres">
      <dgm:prSet presAssocID="{CABC8535-1D6F-4914-A7F7-8FAA3CA87EC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D160510-2CC2-4141-9EF1-27E5AE1AB3A9}" type="presOf" srcId="{15D00E6B-62DF-4AE0-A46F-D96120E94E04}" destId="{A9910580-0134-4BF2-B4A0-34D839F10EB7}" srcOrd="0" destOrd="0" presId="urn:microsoft.com/office/officeart/2018/2/layout/IconVerticalSolidList"/>
    <dgm:cxn modelId="{6734A716-DA60-48E7-98F1-9F388AD71E65}" type="presOf" srcId="{D37E9776-68F9-44BB-9CC7-9FDD013F1826}" destId="{A86EDD6C-22F4-4601-8B52-A270CD0A89CB}" srcOrd="0" destOrd="0" presId="urn:microsoft.com/office/officeart/2018/2/layout/IconVerticalSolidList"/>
    <dgm:cxn modelId="{D94E331E-73B6-4BB0-A35D-CEDE58C1D8C0}" srcId="{00CF5354-25FF-4EB4-9825-5706576A4308}" destId="{15D00E6B-62DF-4AE0-A46F-D96120E94E04}" srcOrd="0" destOrd="0" parTransId="{0FC6DE7F-E314-4F7C-A880-7F106D42209A}" sibTransId="{B90ACB74-50DD-4044-A121-A624FEB3FC0A}"/>
    <dgm:cxn modelId="{448FE839-4354-45A9-963D-948DDA268755}" type="presOf" srcId="{CABC8535-1D6F-4914-A7F7-8FAA3CA87EC9}" destId="{E36AD34C-256E-4A39-A5EF-148378514BFE}" srcOrd="0" destOrd="0" presId="urn:microsoft.com/office/officeart/2018/2/layout/IconVerticalSolidList"/>
    <dgm:cxn modelId="{4574873B-5376-47F7-A17B-3EC7E3F682C2}" srcId="{00CF5354-25FF-4EB4-9825-5706576A4308}" destId="{D37E9776-68F9-44BB-9CC7-9FDD013F1826}" srcOrd="1" destOrd="0" parTransId="{8B5282FA-2919-457A-8FEB-F75C52D74FBE}" sibTransId="{040F4B24-914E-49A0-8F77-BB0D1035EC63}"/>
    <dgm:cxn modelId="{E186755D-D559-4068-B506-531516F9615C}" type="presOf" srcId="{35E46A9F-CA2D-4D93-8AA3-8DB58BDE9EED}" destId="{AE74715D-6188-4FED-8127-CF4182D6B42B}" srcOrd="0" destOrd="0" presId="urn:microsoft.com/office/officeart/2018/2/layout/IconVerticalSolidList"/>
    <dgm:cxn modelId="{AD1B574B-0374-4F14-8EB8-7D6915D811BB}" type="presOf" srcId="{00CF5354-25FF-4EB4-9825-5706576A4308}" destId="{C5AC8A41-4BF8-4A18-8DE6-503FDFA01FFB}" srcOrd="0" destOrd="0" presId="urn:microsoft.com/office/officeart/2018/2/layout/IconVerticalSolidList"/>
    <dgm:cxn modelId="{0DA7F76F-4ED3-4247-AA6D-8BB95C9D2429}" srcId="{00CF5354-25FF-4EB4-9825-5706576A4308}" destId="{CABC8535-1D6F-4914-A7F7-8FAA3CA87EC9}" srcOrd="4" destOrd="0" parTransId="{1AEFF1DD-3F28-4D92-8004-BCDB5CB97FAA}" sibTransId="{598CDF59-6A8B-497D-9CF5-41C4F8BEBA56}"/>
    <dgm:cxn modelId="{8E37C094-F47C-46BA-917F-B903DF0DC0B7}" type="presOf" srcId="{8152812C-C34C-4455-A7FE-74057B89B68D}" destId="{BE1E06B5-9623-426D-AA6D-FE768206A0C3}" srcOrd="0" destOrd="0" presId="urn:microsoft.com/office/officeart/2018/2/layout/IconVerticalSolidList"/>
    <dgm:cxn modelId="{560E16CA-3A7F-484E-9D06-58B82390B055}" srcId="{00CF5354-25FF-4EB4-9825-5706576A4308}" destId="{35E46A9F-CA2D-4D93-8AA3-8DB58BDE9EED}" srcOrd="3" destOrd="0" parTransId="{97797B8A-6C55-493A-B0B3-A520542D546E}" sibTransId="{5CD2CC3B-AAE7-4AEF-BABF-D963775BC428}"/>
    <dgm:cxn modelId="{CB1F56D3-904C-42E6-BFA9-32A63C4EC4BD}" srcId="{00CF5354-25FF-4EB4-9825-5706576A4308}" destId="{8152812C-C34C-4455-A7FE-74057B89B68D}" srcOrd="2" destOrd="0" parTransId="{1192D7A5-C5FA-4C4A-B1BB-2E4E843D4C83}" sibTransId="{69E2088E-1DC7-4077-9FD8-1CFC9B0C4AA8}"/>
    <dgm:cxn modelId="{AF1B4336-4C9B-4A2E-A4CA-EB44A69CA4AC}" type="presParOf" srcId="{C5AC8A41-4BF8-4A18-8DE6-503FDFA01FFB}" destId="{8FDC5C06-C68C-4ADF-8A46-819F8AAB1F33}" srcOrd="0" destOrd="0" presId="urn:microsoft.com/office/officeart/2018/2/layout/IconVerticalSolidList"/>
    <dgm:cxn modelId="{4430D4BF-3877-4DD5-AAFB-6910F01AA6F3}" type="presParOf" srcId="{8FDC5C06-C68C-4ADF-8A46-819F8AAB1F33}" destId="{0B14DAA3-2741-4D0C-9190-5C8B8E37BB02}" srcOrd="0" destOrd="0" presId="urn:microsoft.com/office/officeart/2018/2/layout/IconVerticalSolidList"/>
    <dgm:cxn modelId="{AD183E71-F309-482E-89E6-C34397864022}" type="presParOf" srcId="{8FDC5C06-C68C-4ADF-8A46-819F8AAB1F33}" destId="{531F807B-E7A6-4A13-8658-A5DF4E81DFC3}" srcOrd="1" destOrd="0" presId="urn:microsoft.com/office/officeart/2018/2/layout/IconVerticalSolidList"/>
    <dgm:cxn modelId="{C133049A-35BB-49A8-8E10-81688780839D}" type="presParOf" srcId="{8FDC5C06-C68C-4ADF-8A46-819F8AAB1F33}" destId="{31260FF8-2A1B-4209-9349-3B029F162514}" srcOrd="2" destOrd="0" presId="urn:microsoft.com/office/officeart/2018/2/layout/IconVerticalSolidList"/>
    <dgm:cxn modelId="{E0532810-7C20-48AC-BDA2-83F46CC2A0A7}" type="presParOf" srcId="{8FDC5C06-C68C-4ADF-8A46-819F8AAB1F33}" destId="{A9910580-0134-4BF2-B4A0-34D839F10EB7}" srcOrd="3" destOrd="0" presId="urn:microsoft.com/office/officeart/2018/2/layout/IconVerticalSolidList"/>
    <dgm:cxn modelId="{2E834DCD-0073-4C27-9FD4-C66A587B40CD}" type="presParOf" srcId="{C5AC8A41-4BF8-4A18-8DE6-503FDFA01FFB}" destId="{B2948B35-EAD7-4653-B847-110AB98F29E6}" srcOrd="1" destOrd="0" presId="urn:microsoft.com/office/officeart/2018/2/layout/IconVerticalSolidList"/>
    <dgm:cxn modelId="{A3DE30DE-A23E-4078-B6FE-6B9E52B81DD2}" type="presParOf" srcId="{C5AC8A41-4BF8-4A18-8DE6-503FDFA01FFB}" destId="{5677B304-2CBE-4AF4-B6DB-47612BE4EE56}" srcOrd="2" destOrd="0" presId="urn:microsoft.com/office/officeart/2018/2/layout/IconVerticalSolidList"/>
    <dgm:cxn modelId="{3FDE1A0F-3ED1-47F9-90F6-943502A93C6A}" type="presParOf" srcId="{5677B304-2CBE-4AF4-B6DB-47612BE4EE56}" destId="{5A856AB9-2628-4741-8DFF-38CD2098BBAC}" srcOrd="0" destOrd="0" presId="urn:microsoft.com/office/officeart/2018/2/layout/IconVerticalSolidList"/>
    <dgm:cxn modelId="{B637E585-062F-46F3-9E64-A9958B9E3A8A}" type="presParOf" srcId="{5677B304-2CBE-4AF4-B6DB-47612BE4EE56}" destId="{65FF5B19-2A95-4F49-909C-F2589C43E397}" srcOrd="1" destOrd="0" presId="urn:microsoft.com/office/officeart/2018/2/layout/IconVerticalSolidList"/>
    <dgm:cxn modelId="{E473F7EE-6CD4-426A-9206-A22F89F57DCD}" type="presParOf" srcId="{5677B304-2CBE-4AF4-B6DB-47612BE4EE56}" destId="{55D720CB-5727-485E-AED0-562D35F4FB61}" srcOrd="2" destOrd="0" presId="urn:microsoft.com/office/officeart/2018/2/layout/IconVerticalSolidList"/>
    <dgm:cxn modelId="{26B65CC1-97F5-4747-B79D-7C6BE45E7871}" type="presParOf" srcId="{5677B304-2CBE-4AF4-B6DB-47612BE4EE56}" destId="{A86EDD6C-22F4-4601-8B52-A270CD0A89CB}" srcOrd="3" destOrd="0" presId="urn:microsoft.com/office/officeart/2018/2/layout/IconVerticalSolidList"/>
    <dgm:cxn modelId="{72E42191-5BF2-4D49-9CD7-3A45DBEBFC9A}" type="presParOf" srcId="{C5AC8A41-4BF8-4A18-8DE6-503FDFA01FFB}" destId="{AF5612E4-1C46-4CCB-BC0C-F5FC32BFE907}" srcOrd="3" destOrd="0" presId="urn:microsoft.com/office/officeart/2018/2/layout/IconVerticalSolidList"/>
    <dgm:cxn modelId="{99102F11-29E1-4ECB-835C-86A5AFC9D3FE}" type="presParOf" srcId="{C5AC8A41-4BF8-4A18-8DE6-503FDFA01FFB}" destId="{2E071E2E-0F0A-4C75-8C79-C9886A85FCE8}" srcOrd="4" destOrd="0" presId="urn:microsoft.com/office/officeart/2018/2/layout/IconVerticalSolidList"/>
    <dgm:cxn modelId="{9BB2E39A-8B1D-4D57-A501-0DBBE9A2AF01}" type="presParOf" srcId="{2E071E2E-0F0A-4C75-8C79-C9886A85FCE8}" destId="{E3DA27FF-6902-4B20-B1A2-CED800E8971F}" srcOrd="0" destOrd="0" presId="urn:microsoft.com/office/officeart/2018/2/layout/IconVerticalSolidList"/>
    <dgm:cxn modelId="{CB4082DD-0EEF-4254-8820-265B2F1A8191}" type="presParOf" srcId="{2E071E2E-0F0A-4C75-8C79-C9886A85FCE8}" destId="{B87F9E20-BCF7-41DB-85ED-F81489214B6F}" srcOrd="1" destOrd="0" presId="urn:microsoft.com/office/officeart/2018/2/layout/IconVerticalSolidList"/>
    <dgm:cxn modelId="{4CD1A6BF-7DA4-4ABD-B4EC-9569A31DAD46}" type="presParOf" srcId="{2E071E2E-0F0A-4C75-8C79-C9886A85FCE8}" destId="{EFB3F040-45F8-4866-9FC9-43D2CCF3D778}" srcOrd="2" destOrd="0" presId="urn:microsoft.com/office/officeart/2018/2/layout/IconVerticalSolidList"/>
    <dgm:cxn modelId="{229D437D-259D-4C0A-A161-6EAE8A9BC288}" type="presParOf" srcId="{2E071E2E-0F0A-4C75-8C79-C9886A85FCE8}" destId="{BE1E06B5-9623-426D-AA6D-FE768206A0C3}" srcOrd="3" destOrd="0" presId="urn:microsoft.com/office/officeart/2018/2/layout/IconVerticalSolidList"/>
    <dgm:cxn modelId="{822BE281-F271-45CD-AFCF-4D496B383DBF}" type="presParOf" srcId="{C5AC8A41-4BF8-4A18-8DE6-503FDFA01FFB}" destId="{364A4EEC-1B47-4919-81CD-9D4EB99981C8}" srcOrd="5" destOrd="0" presId="urn:microsoft.com/office/officeart/2018/2/layout/IconVerticalSolidList"/>
    <dgm:cxn modelId="{89B153D4-56A0-4DA0-8C30-AAAB6B5D97D2}" type="presParOf" srcId="{C5AC8A41-4BF8-4A18-8DE6-503FDFA01FFB}" destId="{4AD8D867-59DA-47E1-9EB3-D4E0BB4FE64D}" srcOrd="6" destOrd="0" presId="urn:microsoft.com/office/officeart/2018/2/layout/IconVerticalSolidList"/>
    <dgm:cxn modelId="{0979AECC-C6E6-4758-8337-3404D29A6230}" type="presParOf" srcId="{4AD8D867-59DA-47E1-9EB3-D4E0BB4FE64D}" destId="{7C0C3790-B79B-440B-83CE-D90AAF110C23}" srcOrd="0" destOrd="0" presId="urn:microsoft.com/office/officeart/2018/2/layout/IconVerticalSolidList"/>
    <dgm:cxn modelId="{1C0DF1AB-0327-4DE1-84A1-7556BE4E6E8E}" type="presParOf" srcId="{4AD8D867-59DA-47E1-9EB3-D4E0BB4FE64D}" destId="{2958009B-4A08-4A11-87AF-8D787B0D96CF}" srcOrd="1" destOrd="0" presId="urn:microsoft.com/office/officeart/2018/2/layout/IconVerticalSolidList"/>
    <dgm:cxn modelId="{D62DCA3E-73A1-4B56-8F36-E2D43486E9EA}" type="presParOf" srcId="{4AD8D867-59DA-47E1-9EB3-D4E0BB4FE64D}" destId="{9383D44C-47B1-4A30-910D-0B8EF8B5B2C2}" srcOrd="2" destOrd="0" presId="urn:microsoft.com/office/officeart/2018/2/layout/IconVerticalSolidList"/>
    <dgm:cxn modelId="{A3DCE257-5BAC-4F69-AC70-FA573FB2F5C2}" type="presParOf" srcId="{4AD8D867-59DA-47E1-9EB3-D4E0BB4FE64D}" destId="{AE74715D-6188-4FED-8127-CF4182D6B42B}" srcOrd="3" destOrd="0" presId="urn:microsoft.com/office/officeart/2018/2/layout/IconVerticalSolidList"/>
    <dgm:cxn modelId="{BB24AE7D-4C6E-4B73-85BE-5F68DA451CD6}" type="presParOf" srcId="{C5AC8A41-4BF8-4A18-8DE6-503FDFA01FFB}" destId="{9570D07D-ED15-46B5-892B-1F2976F43ADC}" srcOrd="7" destOrd="0" presId="urn:microsoft.com/office/officeart/2018/2/layout/IconVerticalSolidList"/>
    <dgm:cxn modelId="{C8747014-2D68-4244-B13A-BD67B3E20307}" type="presParOf" srcId="{C5AC8A41-4BF8-4A18-8DE6-503FDFA01FFB}" destId="{F35FFDD2-0A37-4CA4-9F2A-E65843F0620E}" srcOrd="8" destOrd="0" presId="urn:microsoft.com/office/officeart/2018/2/layout/IconVerticalSolidList"/>
    <dgm:cxn modelId="{C0C170A8-5C56-48D8-ACD7-E1DF749CBC30}" type="presParOf" srcId="{F35FFDD2-0A37-4CA4-9F2A-E65843F0620E}" destId="{62DFDD33-6326-4A1F-BE64-5D505E5FFCA4}" srcOrd="0" destOrd="0" presId="urn:microsoft.com/office/officeart/2018/2/layout/IconVerticalSolidList"/>
    <dgm:cxn modelId="{BF552C1D-7557-4B95-9C0F-FC594BAC2F92}" type="presParOf" srcId="{F35FFDD2-0A37-4CA4-9F2A-E65843F0620E}" destId="{B8E32150-2B68-49ED-9FA1-AE24E719F59E}" srcOrd="1" destOrd="0" presId="urn:microsoft.com/office/officeart/2018/2/layout/IconVerticalSolidList"/>
    <dgm:cxn modelId="{99DB8279-17AB-47C8-A72D-A484F3653844}" type="presParOf" srcId="{F35FFDD2-0A37-4CA4-9F2A-E65843F0620E}" destId="{D5FB520C-3D24-4025-A596-766D09D95FA1}" srcOrd="2" destOrd="0" presId="urn:microsoft.com/office/officeart/2018/2/layout/IconVerticalSolidList"/>
    <dgm:cxn modelId="{B18891D7-834F-4D4E-B9E8-D904E014431A}" type="presParOf" srcId="{F35FFDD2-0A37-4CA4-9F2A-E65843F0620E}" destId="{E36AD34C-256E-4A39-A5EF-148378514B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1149F7-27B8-4A7F-AE5B-E7B958407A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07FAC9-5755-4E8F-BD17-F780905FA7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Hosts and executes business or enterprise applications</a:t>
          </a:r>
          <a:endParaRPr lang="en-US"/>
        </a:p>
      </dgm:t>
    </dgm:pt>
    <dgm:pt modelId="{03937906-1419-4E20-B9CF-576A8A6F9DE7}" type="parTrans" cxnId="{4D4AD3E8-0F80-4FD1-BDB5-FCD85D78C4BA}">
      <dgm:prSet/>
      <dgm:spPr/>
      <dgm:t>
        <a:bodyPr/>
        <a:lstStyle/>
        <a:p>
          <a:endParaRPr lang="en-US"/>
        </a:p>
      </dgm:t>
    </dgm:pt>
    <dgm:pt modelId="{0CFA7667-948E-4AE6-86F7-D8431FCFB02C}" type="sibTrans" cxnId="{4D4AD3E8-0F80-4FD1-BDB5-FCD85D78C4BA}">
      <dgm:prSet/>
      <dgm:spPr/>
      <dgm:t>
        <a:bodyPr/>
        <a:lstStyle/>
        <a:p>
          <a:endParaRPr lang="en-US"/>
        </a:p>
      </dgm:t>
    </dgm:pt>
    <dgm:pt modelId="{19025C7D-A97B-4196-86D5-0BE34D5C9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Processes business logic, calculations, transactions, and application sessions</a:t>
          </a:r>
          <a:endParaRPr lang="en-US"/>
        </a:p>
      </dgm:t>
    </dgm:pt>
    <dgm:pt modelId="{D1126306-FEDE-4E4B-9F28-158725609847}" type="parTrans" cxnId="{25B8A463-EA3D-4DB2-A0BF-C17C9D808A92}">
      <dgm:prSet/>
      <dgm:spPr/>
      <dgm:t>
        <a:bodyPr/>
        <a:lstStyle/>
        <a:p>
          <a:endParaRPr lang="en-US"/>
        </a:p>
      </dgm:t>
    </dgm:pt>
    <dgm:pt modelId="{2583E2BF-A696-4748-9590-23421465D8D1}" type="sibTrans" cxnId="{25B8A463-EA3D-4DB2-A0BF-C17C9D808A92}">
      <dgm:prSet/>
      <dgm:spPr/>
      <dgm:t>
        <a:bodyPr/>
        <a:lstStyle/>
        <a:p>
          <a:endParaRPr lang="en-US"/>
        </a:p>
      </dgm:t>
    </dgm:pt>
    <dgm:pt modelId="{C51F4566-67E4-47C9-8E5F-5965401A59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Communicates with database servers to retrieve or store information</a:t>
          </a:r>
          <a:endParaRPr lang="en-US"/>
        </a:p>
      </dgm:t>
    </dgm:pt>
    <dgm:pt modelId="{82CDE236-BB2B-4C27-92EA-3A9082D53C70}" type="parTrans" cxnId="{B2F7541C-993A-4106-BF9C-554646F05EB3}">
      <dgm:prSet/>
      <dgm:spPr/>
      <dgm:t>
        <a:bodyPr/>
        <a:lstStyle/>
        <a:p>
          <a:endParaRPr lang="en-US"/>
        </a:p>
      </dgm:t>
    </dgm:pt>
    <dgm:pt modelId="{018E235C-5B91-4BF0-8954-1E568C35FBB5}" type="sibTrans" cxnId="{B2F7541C-993A-4106-BF9C-554646F05EB3}">
      <dgm:prSet/>
      <dgm:spPr/>
      <dgm:t>
        <a:bodyPr/>
        <a:lstStyle/>
        <a:p>
          <a:endParaRPr lang="en-US"/>
        </a:p>
      </dgm:t>
    </dgm:pt>
    <dgm:pt modelId="{690D0897-B523-41EB-AB5C-3B6538E08A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Examples: banking systems, CRM, HR systems, inventory systems</a:t>
          </a:r>
          <a:endParaRPr lang="en-US"/>
        </a:p>
      </dgm:t>
    </dgm:pt>
    <dgm:pt modelId="{6894606F-2B04-4032-AAC9-EAABDB2EC088}" type="parTrans" cxnId="{EEB1118E-9579-43BB-BD64-4B8176C88D79}">
      <dgm:prSet/>
      <dgm:spPr/>
      <dgm:t>
        <a:bodyPr/>
        <a:lstStyle/>
        <a:p>
          <a:endParaRPr lang="en-US"/>
        </a:p>
      </dgm:t>
    </dgm:pt>
    <dgm:pt modelId="{2FBE5C7D-0B89-40D0-B442-0FD3E69E3EF3}" type="sibTrans" cxnId="{EEB1118E-9579-43BB-BD64-4B8176C88D79}">
      <dgm:prSet/>
      <dgm:spPr/>
      <dgm:t>
        <a:bodyPr/>
        <a:lstStyle/>
        <a:p>
          <a:endParaRPr lang="en-US"/>
        </a:p>
      </dgm:t>
    </dgm:pt>
    <dgm:pt modelId="{9598EE91-155B-46C8-AC6D-840499358D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Separating application processing improves management and scalability</a:t>
          </a:r>
          <a:endParaRPr lang="en-US"/>
        </a:p>
      </dgm:t>
    </dgm:pt>
    <dgm:pt modelId="{0D0C5575-EE99-4654-843A-F8F6D12FCD06}" type="parTrans" cxnId="{309699E6-995C-429A-A441-63EA51B36910}">
      <dgm:prSet/>
      <dgm:spPr/>
      <dgm:t>
        <a:bodyPr/>
        <a:lstStyle/>
        <a:p>
          <a:endParaRPr lang="en-US"/>
        </a:p>
      </dgm:t>
    </dgm:pt>
    <dgm:pt modelId="{F95474B1-5CA2-4670-8790-C20D33E26FE1}" type="sibTrans" cxnId="{309699E6-995C-429A-A441-63EA51B36910}">
      <dgm:prSet/>
      <dgm:spPr/>
      <dgm:t>
        <a:bodyPr/>
        <a:lstStyle/>
        <a:p>
          <a:endParaRPr lang="en-US"/>
        </a:p>
      </dgm:t>
    </dgm:pt>
    <dgm:pt modelId="{0F3E08CD-3B6B-45EE-A97B-0927C24350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Typical architecture: Client → Web Server → Application Server → Database Server</a:t>
          </a:r>
          <a:endParaRPr lang="en-US"/>
        </a:p>
      </dgm:t>
    </dgm:pt>
    <dgm:pt modelId="{A2270702-B5D1-46B2-A509-73819A3948FB}" type="parTrans" cxnId="{AFD33493-247A-4DC0-A721-A22B03566825}">
      <dgm:prSet/>
      <dgm:spPr/>
      <dgm:t>
        <a:bodyPr/>
        <a:lstStyle/>
        <a:p>
          <a:endParaRPr lang="en-US"/>
        </a:p>
      </dgm:t>
    </dgm:pt>
    <dgm:pt modelId="{9D1FBD45-E182-4C03-BA15-4CF26F5F8AED}" type="sibTrans" cxnId="{AFD33493-247A-4DC0-A721-A22B03566825}">
      <dgm:prSet/>
      <dgm:spPr/>
      <dgm:t>
        <a:bodyPr/>
        <a:lstStyle/>
        <a:p>
          <a:endParaRPr lang="en-US"/>
        </a:p>
      </dgm:t>
    </dgm:pt>
    <dgm:pt modelId="{45A747C4-9935-4887-8087-265303E02623}" type="pres">
      <dgm:prSet presAssocID="{AF1149F7-27B8-4A7F-AE5B-E7B958407ACF}" presName="root" presStyleCnt="0">
        <dgm:presLayoutVars>
          <dgm:dir/>
          <dgm:resizeHandles val="exact"/>
        </dgm:presLayoutVars>
      </dgm:prSet>
      <dgm:spPr/>
    </dgm:pt>
    <dgm:pt modelId="{9FD0639A-97EC-42E9-90BB-FF9731932026}" type="pres">
      <dgm:prSet presAssocID="{0F07FAC9-5755-4E8F-BD17-F780905FA7ED}" presName="compNode" presStyleCnt="0"/>
      <dgm:spPr/>
    </dgm:pt>
    <dgm:pt modelId="{DB794484-A9EB-4BDC-BC08-5B4FB5F9D456}" type="pres">
      <dgm:prSet presAssocID="{0F07FAC9-5755-4E8F-BD17-F780905FA7ED}" presName="bgRect" presStyleLbl="bgShp" presStyleIdx="0" presStyleCnt="6"/>
      <dgm:spPr/>
    </dgm:pt>
    <dgm:pt modelId="{A6B6153D-477D-48BF-87EA-C260B52EAFC5}" type="pres">
      <dgm:prSet presAssocID="{0F07FAC9-5755-4E8F-BD17-F780905FA7E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FE5699A-1462-4627-BE89-B2F6111A56F1}" type="pres">
      <dgm:prSet presAssocID="{0F07FAC9-5755-4E8F-BD17-F780905FA7ED}" presName="spaceRect" presStyleCnt="0"/>
      <dgm:spPr/>
    </dgm:pt>
    <dgm:pt modelId="{3C29F975-ABF6-4E20-A3A9-D5893E7DD090}" type="pres">
      <dgm:prSet presAssocID="{0F07FAC9-5755-4E8F-BD17-F780905FA7ED}" presName="parTx" presStyleLbl="revTx" presStyleIdx="0" presStyleCnt="6">
        <dgm:presLayoutVars>
          <dgm:chMax val="0"/>
          <dgm:chPref val="0"/>
        </dgm:presLayoutVars>
      </dgm:prSet>
      <dgm:spPr/>
    </dgm:pt>
    <dgm:pt modelId="{352EAD01-ADFA-4569-BB44-797BBABD388C}" type="pres">
      <dgm:prSet presAssocID="{0CFA7667-948E-4AE6-86F7-D8431FCFB02C}" presName="sibTrans" presStyleCnt="0"/>
      <dgm:spPr/>
    </dgm:pt>
    <dgm:pt modelId="{467D9801-CC16-47FB-ABB3-E8B90E889F6C}" type="pres">
      <dgm:prSet presAssocID="{19025C7D-A97B-4196-86D5-0BE34D5C9181}" presName="compNode" presStyleCnt="0"/>
      <dgm:spPr/>
    </dgm:pt>
    <dgm:pt modelId="{CE3A5FBA-E982-495D-9759-091560BD3291}" type="pres">
      <dgm:prSet presAssocID="{19025C7D-A97B-4196-86D5-0BE34D5C9181}" presName="bgRect" presStyleLbl="bgShp" presStyleIdx="1" presStyleCnt="6"/>
      <dgm:spPr/>
    </dgm:pt>
    <dgm:pt modelId="{3D632796-39B5-401B-A2EF-D292544877F8}" type="pres">
      <dgm:prSet presAssocID="{19025C7D-A97B-4196-86D5-0BE34D5C9181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16A56F8-55A0-441A-9C0E-EC167228C1AC}" type="pres">
      <dgm:prSet presAssocID="{19025C7D-A97B-4196-86D5-0BE34D5C9181}" presName="spaceRect" presStyleCnt="0"/>
      <dgm:spPr/>
    </dgm:pt>
    <dgm:pt modelId="{F5E1B3CF-63FC-4E30-ABF8-57CA2AC2C866}" type="pres">
      <dgm:prSet presAssocID="{19025C7D-A97B-4196-86D5-0BE34D5C9181}" presName="parTx" presStyleLbl="revTx" presStyleIdx="1" presStyleCnt="6">
        <dgm:presLayoutVars>
          <dgm:chMax val="0"/>
          <dgm:chPref val="0"/>
        </dgm:presLayoutVars>
      </dgm:prSet>
      <dgm:spPr/>
    </dgm:pt>
    <dgm:pt modelId="{76238579-3CE4-4BBF-BF57-7734104EB608}" type="pres">
      <dgm:prSet presAssocID="{2583E2BF-A696-4748-9590-23421465D8D1}" presName="sibTrans" presStyleCnt="0"/>
      <dgm:spPr/>
    </dgm:pt>
    <dgm:pt modelId="{572A8B6D-58B4-4D1A-8C48-4FF178A32822}" type="pres">
      <dgm:prSet presAssocID="{C51F4566-67E4-47C9-8E5F-5965401A5988}" presName="compNode" presStyleCnt="0"/>
      <dgm:spPr/>
    </dgm:pt>
    <dgm:pt modelId="{3BD723B3-C99A-4062-A0CF-89D78682A8A2}" type="pres">
      <dgm:prSet presAssocID="{C51F4566-67E4-47C9-8E5F-5965401A5988}" presName="bgRect" presStyleLbl="bgShp" presStyleIdx="2" presStyleCnt="6"/>
      <dgm:spPr/>
    </dgm:pt>
    <dgm:pt modelId="{8124C45E-3712-49D3-A0EA-340CA34B44F1}" type="pres">
      <dgm:prSet presAssocID="{C51F4566-67E4-47C9-8E5F-5965401A5988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FEBA86C-76B3-4B32-9BE1-BE5DB60B5218}" type="pres">
      <dgm:prSet presAssocID="{C51F4566-67E4-47C9-8E5F-5965401A5988}" presName="spaceRect" presStyleCnt="0"/>
      <dgm:spPr/>
    </dgm:pt>
    <dgm:pt modelId="{AFE7FDA8-1944-4122-AEBE-4990AA7871C2}" type="pres">
      <dgm:prSet presAssocID="{C51F4566-67E4-47C9-8E5F-5965401A5988}" presName="parTx" presStyleLbl="revTx" presStyleIdx="2" presStyleCnt="6">
        <dgm:presLayoutVars>
          <dgm:chMax val="0"/>
          <dgm:chPref val="0"/>
        </dgm:presLayoutVars>
      </dgm:prSet>
      <dgm:spPr/>
    </dgm:pt>
    <dgm:pt modelId="{101BAA72-B485-4B2E-A5F8-4FBD845E7BA1}" type="pres">
      <dgm:prSet presAssocID="{018E235C-5B91-4BF0-8954-1E568C35FBB5}" presName="sibTrans" presStyleCnt="0"/>
      <dgm:spPr/>
    </dgm:pt>
    <dgm:pt modelId="{1E794C7D-64BF-4D9E-B2F1-F1F7B6F8761F}" type="pres">
      <dgm:prSet presAssocID="{690D0897-B523-41EB-AB5C-3B6538E08AB7}" presName="compNode" presStyleCnt="0"/>
      <dgm:spPr/>
    </dgm:pt>
    <dgm:pt modelId="{DD16AC03-4B7C-443D-808C-E55B8634A0D2}" type="pres">
      <dgm:prSet presAssocID="{690D0897-B523-41EB-AB5C-3B6538E08AB7}" presName="bgRect" presStyleLbl="bgShp" presStyleIdx="3" presStyleCnt="6"/>
      <dgm:spPr/>
    </dgm:pt>
    <dgm:pt modelId="{15313F16-818F-48EA-8A0F-10B9BBDA0A45}" type="pres">
      <dgm:prSet presAssocID="{690D0897-B523-41EB-AB5C-3B6538E08AB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FB03175-2C1E-48E6-AD6D-8D450E63C0C0}" type="pres">
      <dgm:prSet presAssocID="{690D0897-B523-41EB-AB5C-3B6538E08AB7}" presName="spaceRect" presStyleCnt="0"/>
      <dgm:spPr/>
    </dgm:pt>
    <dgm:pt modelId="{4B5915C2-CEA2-48FC-B89F-80067BBE0F38}" type="pres">
      <dgm:prSet presAssocID="{690D0897-B523-41EB-AB5C-3B6538E08AB7}" presName="parTx" presStyleLbl="revTx" presStyleIdx="3" presStyleCnt="6">
        <dgm:presLayoutVars>
          <dgm:chMax val="0"/>
          <dgm:chPref val="0"/>
        </dgm:presLayoutVars>
      </dgm:prSet>
      <dgm:spPr/>
    </dgm:pt>
    <dgm:pt modelId="{B211478D-A8A0-462B-A0C9-9E7B764EC9BD}" type="pres">
      <dgm:prSet presAssocID="{2FBE5C7D-0B89-40D0-B442-0FD3E69E3EF3}" presName="sibTrans" presStyleCnt="0"/>
      <dgm:spPr/>
    </dgm:pt>
    <dgm:pt modelId="{576296AE-0EF2-40F3-AD76-9B5B8FC60CAD}" type="pres">
      <dgm:prSet presAssocID="{9598EE91-155B-46C8-AC6D-840499358D12}" presName="compNode" presStyleCnt="0"/>
      <dgm:spPr/>
    </dgm:pt>
    <dgm:pt modelId="{6B32CCA3-C392-47A6-A790-A4E7EC066366}" type="pres">
      <dgm:prSet presAssocID="{9598EE91-155B-46C8-AC6D-840499358D12}" presName="bgRect" presStyleLbl="bgShp" presStyleIdx="4" presStyleCnt="6"/>
      <dgm:spPr/>
    </dgm:pt>
    <dgm:pt modelId="{2589C124-70FE-49FC-8FB7-E7EB88BAAB66}" type="pres">
      <dgm:prSet presAssocID="{9598EE91-155B-46C8-AC6D-840499358D12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E39195F-7FB3-4A63-B734-FD8C710453D4}" type="pres">
      <dgm:prSet presAssocID="{9598EE91-155B-46C8-AC6D-840499358D12}" presName="spaceRect" presStyleCnt="0"/>
      <dgm:spPr/>
    </dgm:pt>
    <dgm:pt modelId="{1AF35747-CF49-4928-9F6A-AC8B5AE92CAB}" type="pres">
      <dgm:prSet presAssocID="{9598EE91-155B-46C8-AC6D-840499358D12}" presName="parTx" presStyleLbl="revTx" presStyleIdx="4" presStyleCnt="6">
        <dgm:presLayoutVars>
          <dgm:chMax val="0"/>
          <dgm:chPref val="0"/>
        </dgm:presLayoutVars>
      </dgm:prSet>
      <dgm:spPr/>
    </dgm:pt>
    <dgm:pt modelId="{4C408A2C-EC65-4DD6-88F1-534CCB82D150}" type="pres">
      <dgm:prSet presAssocID="{F95474B1-5CA2-4670-8790-C20D33E26FE1}" presName="sibTrans" presStyleCnt="0"/>
      <dgm:spPr/>
    </dgm:pt>
    <dgm:pt modelId="{C8006D1E-A124-4FAA-BB9C-4FA5110DF197}" type="pres">
      <dgm:prSet presAssocID="{0F3E08CD-3B6B-45EE-A97B-0927C243506D}" presName="compNode" presStyleCnt="0"/>
      <dgm:spPr/>
    </dgm:pt>
    <dgm:pt modelId="{D9624343-19B6-431C-A79F-9FA08B288EC1}" type="pres">
      <dgm:prSet presAssocID="{0F3E08CD-3B6B-45EE-A97B-0927C243506D}" presName="bgRect" presStyleLbl="bgShp" presStyleIdx="5" presStyleCnt="6"/>
      <dgm:spPr/>
    </dgm:pt>
    <dgm:pt modelId="{A321D2F5-FAF9-4F62-A108-8AF2930E573C}" type="pres">
      <dgm:prSet presAssocID="{0F3E08CD-3B6B-45EE-A97B-0927C243506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199951C-74DA-48C0-87A0-3354F603DFCC}" type="pres">
      <dgm:prSet presAssocID="{0F3E08CD-3B6B-45EE-A97B-0927C243506D}" presName="spaceRect" presStyleCnt="0"/>
      <dgm:spPr/>
    </dgm:pt>
    <dgm:pt modelId="{D7A56C32-C696-4F0C-AD98-F41318C680FB}" type="pres">
      <dgm:prSet presAssocID="{0F3E08CD-3B6B-45EE-A97B-0927C243506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2F7541C-993A-4106-BF9C-554646F05EB3}" srcId="{AF1149F7-27B8-4A7F-AE5B-E7B958407ACF}" destId="{C51F4566-67E4-47C9-8E5F-5965401A5988}" srcOrd="2" destOrd="0" parTransId="{82CDE236-BB2B-4C27-92EA-3A9082D53C70}" sibTransId="{018E235C-5B91-4BF0-8954-1E568C35FBB5}"/>
    <dgm:cxn modelId="{3DCED823-6B60-4B7B-A02A-50A143290ACD}" type="presOf" srcId="{C51F4566-67E4-47C9-8E5F-5965401A5988}" destId="{AFE7FDA8-1944-4122-AEBE-4990AA7871C2}" srcOrd="0" destOrd="0" presId="urn:microsoft.com/office/officeart/2018/2/layout/IconVerticalSolidList"/>
    <dgm:cxn modelId="{25B8A463-EA3D-4DB2-A0BF-C17C9D808A92}" srcId="{AF1149F7-27B8-4A7F-AE5B-E7B958407ACF}" destId="{19025C7D-A97B-4196-86D5-0BE34D5C9181}" srcOrd="1" destOrd="0" parTransId="{D1126306-FEDE-4E4B-9F28-158725609847}" sibTransId="{2583E2BF-A696-4748-9590-23421465D8D1}"/>
    <dgm:cxn modelId="{E3D2AC73-8325-4AC3-94AA-AFCA5055A5E3}" type="presOf" srcId="{9598EE91-155B-46C8-AC6D-840499358D12}" destId="{1AF35747-CF49-4928-9F6A-AC8B5AE92CAB}" srcOrd="0" destOrd="0" presId="urn:microsoft.com/office/officeart/2018/2/layout/IconVerticalSolidList"/>
    <dgm:cxn modelId="{8CF1A581-CA8C-40DA-A1B0-16878207E8E4}" type="presOf" srcId="{0F07FAC9-5755-4E8F-BD17-F780905FA7ED}" destId="{3C29F975-ABF6-4E20-A3A9-D5893E7DD090}" srcOrd="0" destOrd="0" presId="urn:microsoft.com/office/officeart/2018/2/layout/IconVerticalSolidList"/>
    <dgm:cxn modelId="{E5C52C84-EF28-4E8F-A7E8-C346392EEB2E}" type="presOf" srcId="{19025C7D-A97B-4196-86D5-0BE34D5C9181}" destId="{F5E1B3CF-63FC-4E30-ABF8-57CA2AC2C866}" srcOrd="0" destOrd="0" presId="urn:microsoft.com/office/officeart/2018/2/layout/IconVerticalSolidList"/>
    <dgm:cxn modelId="{EEB1118E-9579-43BB-BD64-4B8176C88D79}" srcId="{AF1149F7-27B8-4A7F-AE5B-E7B958407ACF}" destId="{690D0897-B523-41EB-AB5C-3B6538E08AB7}" srcOrd="3" destOrd="0" parTransId="{6894606F-2B04-4032-AAC9-EAABDB2EC088}" sibTransId="{2FBE5C7D-0B89-40D0-B442-0FD3E69E3EF3}"/>
    <dgm:cxn modelId="{AFD33493-247A-4DC0-A721-A22B03566825}" srcId="{AF1149F7-27B8-4A7F-AE5B-E7B958407ACF}" destId="{0F3E08CD-3B6B-45EE-A97B-0927C243506D}" srcOrd="5" destOrd="0" parTransId="{A2270702-B5D1-46B2-A509-73819A3948FB}" sibTransId="{9D1FBD45-E182-4C03-BA15-4CF26F5F8AED}"/>
    <dgm:cxn modelId="{E69A5AAA-DBBF-4F87-A1DD-37F1D3F60533}" type="presOf" srcId="{0F3E08CD-3B6B-45EE-A97B-0927C243506D}" destId="{D7A56C32-C696-4F0C-AD98-F41318C680FB}" srcOrd="0" destOrd="0" presId="urn:microsoft.com/office/officeart/2018/2/layout/IconVerticalSolidList"/>
    <dgm:cxn modelId="{309699E6-995C-429A-A441-63EA51B36910}" srcId="{AF1149F7-27B8-4A7F-AE5B-E7B958407ACF}" destId="{9598EE91-155B-46C8-AC6D-840499358D12}" srcOrd="4" destOrd="0" parTransId="{0D0C5575-EE99-4654-843A-F8F6D12FCD06}" sibTransId="{F95474B1-5CA2-4670-8790-C20D33E26FE1}"/>
    <dgm:cxn modelId="{3C0D13E8-8A5E-4B1B-BCD7-4829FE09D8D4}" type="presOf" srcId="{AF1149F7-27B8-4A7F-AE5B-E7B958407ACF}" destId="{45A747C4-9935-4887-8087-265303E02623}" srcOrd="0" destOrd="0" presId="urn:microsoft.com/office/officeart/2018/2/layout/IconVerticalSolidList"/>
    <dgm:cxn modelId="{4D4AD3E8-0F80-4FD1-BDB5-FCD85D78C4BA}" srcId="{AF1149F7-27B8-4A7F-AE5B-E7B958407ACF}" destId="{0F07FAC9-5755-4E8F-BD17-F780905FA7ED}" srcOrd="0" destOrd="0" parTransId="{03937906-1419-4E20-B9CF-576A8A6F9DE7}" sibTransId="{0CFA7667-948E-4AE6-86F7-D8431FCFB02C}"/>
    <dgm:cxn modelId="{61A85FF4-3B65-4726-B3CF-BAF1C43593B0}" type="presOf" srcId="{690D0897-B523-41EB-AB5C-3B6538E08AB7}" destId="{4B5915C2-CEA2-48FC-B89F-80067BBE0F38}" srcOrd="0" destOrd="0" presId="urn:microsoft.com/office/officeart/2018/2/layout/IconVerticalSolidList"/>
    <dgm:cxn modelId="{B2C35B58-9E74-4649-8E3F-1278B7D1AAC8}" type="presParOf" srcId="{45A747C4-9935-4887-8087-265303E02623}" destId="{9FD0639A-97EC-42E9-90BB-FF9731932026}" srcOrd="0" destOrd="0" presId="urn:microsoft.com/office/officeart/2018/2/layout/IconVerticalSolidList"/>
    <dgm:cxn modelId="{3F2CCCA3-BE70-4F19-BA52-BEDCB5A380E3}" type="presParOf" srcId="{9FD0639A-97EC-42E9-90BB-FF9731932026}" destId="{DB794484-A9EB-4BDC-BC08-5B4FB5F9D456}" srcOrd="0" destOrd="0" presId="urn:microsoft.com/office/officeart/2018/2/layout/IconVerticalSolidList"/>
    <dgm:cxn modelId="{C469CB3B-B3B1-4716-A415-9C69BABF325D}" type="presParOf" srcId="{9FD0639A-97EC-42E9-90BB-FF9731932026}" destId="{A6B6153D-477D-48BF-87EA-C260B52EAFC5}" srcOrd="1" destOrd="0" presId="urn:microsoft.com/office/officeart/2018/2/layout/IconVerticalSolidList"/>
    <dgm:cxn modelId="{0D80B1E0-8827-4D8E-B5E6-5CA92A8720E9}" type="presParOf" srcId="{9FD0639A-97EC-42E9-90BB-FF9731932026}" destId="{8FE5699A-1462-4627-BE89-B2F6111A56F1}" srcOrd="2" destOrd="0" presId="urn:microsoft.com/office/officeart/2018/2/layout/IconVerticalSolidList"/>
    <dgm:cxn modelId="{99C94AAA-2569-4C42-BADB-704EDFD437FB}" type="presParOf" srcId="{9FD0639A-97EC-42E9-90BB-FF9731932026}" destId="{3C29F975-ABF6-4E20-A3A9-D5893E7DD090}" srcOrd="3" destOrd="0" presId="urn:microsoft.com/office/officeart/2018/2/layout/IconVerticalSolidList"/>
    <dgm:cxn modelId="{7057F514-6B07-412C-A5DD-678EA207B222}" type="presParOf" srcId="{45A747C4-9935-4887-8087-265303E02623}" destId="{352EAD01-ADFA-4569-BB44-797BBABD388C}" srcOrd="1" destOrd="0" presId="urn:microsoft.com/office/officeart/2018/2/layout/IconVerticalSolidList"/>
    <dgm:cxn modelId="{B1FB36D9-D058-42EF-AE01-6399F35741F4}" type="presParOf" srcId="{45A747C4-9935-4887-8087-265303E02623}" destId="{467D9801-CC16-47FB-ABB3-E8B90E889F6C}" srcOrd="2" destOrd="0" presId="urn:microsoft.com/office/officeart/2018/2/layout/IconVerticalSolidList"/>
    <dgm:cxn modelId="{302AFA84-3C71-4F15-B602-E783537600AA}" type="presParOf" srcId="{467D9801-CC16-47FB-ABB3-E8B90E889F6C}" destId="{CE3A5FBA-E982-495D-9759-091560BD3291}" srcOrd="0" destOrd="0" presId="urn:microsoft.com/office/officeart/2018/2/layout/IconVerticalSolidList"/>
    <dgm:cxn modelId="{447A9514-CF64-4B20-AD59-E40CBE954B4A}" type="presParOf" srcId="{467D9801-CC16-47FB-ABB3-E8B90E889F6C}" destId="{3D632796-39B5-401B-A2EF-D292544877F8}" srcOrd="1" destOrd="0" presId="urn:microsoft.com/office/officeart/2018/2/layout/IconVerticalSolidList"/>
    <dgm:cxn modelId="{581F429E-7B75-42CB-8511-D64FCD1C920B}" type="presParOf" srcId="{467D9801-CC16-47FB-ABB3-E8B90E889F6C}" destId="{016A56F8-55A0-441A-9C0E-EC167228C1AC}" srcOrd="2" destOrd="0" presId="urn:microsoft.com/office/officeart/2018/2/layout/IconVerticalSolidList"/>
    <dgm:cxn modelId="{0D6DEFD9-EB3A-4B13-B42E-AA228AB73628}" type="presParOf" srcId="{467D9801-CC16-47FB-ABB3-E8B90E889F6C}" destId="{F5E1B3CF-63FC-4E30-ABF8-57CA2AC2C866}" srcOrd="3" destOrd="0" presId="urn:microsoft.com/office/officeart/2018/2/layout/IconVerticalSolidList"/>
    <dgm:cxn modelId="{15B298C6-7841-48D4-86C6-8816B106E01B}" type="presParOf" srcId="{45A747C4-9935-4887-8087-265303E02623}" destId="{76238579-3CE4-4BBF-BF57-7734104EB608}" srcOrd="3" destOrd="0" presId="urn:microsoft.com/office/officeart/2018/2/layout/IconVerticalSolidList"/>
    <dgm:cxn modelId="{3DC95DED-4FFE-426D-AD75-05CCBDDF7F18}" type="presParOf" srcId="{45A747C4-9935-4887-8087-265303E02623}" destId="{572A8B6D-58B4-4D1A-8C48-4FF178A32822}" srcOrd="4" destOrd="0" presId="urn:microsoft.com/office/officeart/2018/2/layout/IconVerticalSolidList"/>
    <dgm:cxn modelId="{28A39263-29D6-4E7A-AD6A-488BCD7A3208}" type="presParOf" srcId="{572A8B6D-58B4-4D1A-8C48-4FF178A32822}" destId="{3BD723B3-C99A-4062-A0CF-89D78682A8A2}" srcOrd="0" destOrd="0" presId="urn:microsoft.com/office/officeart/2018/2/layout/IconVerticalSolidList"/>
    <dgm:cxn modelId="{02375411-63C2-4703-BC3F-C602F7918350}" type="presParOf" srcId="{572A8B6D-58B4-4D1A-8C48-4FF178A32822}" destId="{8124C45E-3712-49D3-A0EA-340CA34B44F1}" srcOrd="1" destOrd="0" presId="urn:microsoft.com/office/officeart/2018/2/layout/IconVerticalSolidList"/>
    <dgm:cxn modelId="{75784067-490B-445F-88A5-CC7DDE9603BE}" type="presParOf" srcId="{572A8B6D-58B4-4D1A-8C48-4FF178A32822}" destId="{AFEBA86C-76B3-4B32-9BE1-BE5DB60B5218}" srcOrd="2" destOrd="0" presId="urn:microsoft.com/office/officeart/2018/2/layout/IconVerticalSolidList"/>
    <dgm:cxn modelId="{967F0DF9-C610-4198-805A-236E90FD7BDE}" type="presParOf" srcId="{572A8B6D-58B4-4D1A-8C48-4FF178A32822}" destId="{AFE7FDA8-1944-4122-AEBE-4990AA7871C2}" srcOrd="3" destOrd="0" presId="urn:microsoft.com/office/officeart/2018/2/layout/IconVerticalSolidList"/>
    <dgm:cxn modelId="{E96D3DB5-A839-48A4-8A55-2410613165C1}" type="presParOf" srcId="{45A747C4-9935-4887-8087-265303E02623}" destId="{101BAA72-B485-4B2E-A5F8-4FBD845E7BA1}" srcOrd="5" destOrd="0" presId="urn:microsoft.com/office/officeart/2018/2/layout/IconVerticalSolidList"/>
    <dgm:cxn modelId="{BBD4C7AC-E9E8-4882-99FD-7AFBA8344F61}" type="presParOf" srcId="{45A747C4-9935-4887-8087-265303E02623}" destId="{1E794C7D-64BF-4D9E-B2F1-F1F7B6F8761F}" srcOrd="6" destOrd="0" presId="urn:microsoft.com/office/officeart/2018/2/layout/IconVerticalSolidList"/>
    <dgm:cxn modelId="{F4542C49-3487-485A-B958-93B1597702AD}" type="presParOf" srcId="{1E794C7D-64BF-4D9E-B2F1-F1F7B6F8761F}" destId="{DD16AC03-4B7C-443D-808C-E55B8634A0D2}" srcOrd="0" destOrd="0" presId="urn:microsoft.com/office/officeart/2018/2/layout/IconVerticalSolidList"/>
    <dgm:cxn modelId="{14B14FF9-6339-454F-BD7D-EDC1A812CB45}" type="presParOf" srcId="{1E794C7D-64BF-4D9E-B2F1-F1F7B6F8761F}" destId="{15313F16-818F-48EA-8A0F-10B9BBDA0A45}" srcOrd="1" destOrd="0" presId="urn:microsoft.com/office/officeart/2018/2/layout/IconVerticalSolidList"/>
    <dgm:cxn modelId="{3FE80EA0-C72B-4AEB-92AA-18E87DEA082B}" type="presParOf" srcId="{1E794C7D-64BF-4D9E-B2F1-F1F7B6F8761F}" destId="{2FB03175-2C1E-48E6-AD6D-8D450E63C0C0}" srcOrd="2" destOrd="0" presId="urn:microsoft.com/office/officeart/2018/2/layout/IconVerticalSolidList"/>
    <dgm:cxn modelId="{A9962D56-7FBE-46C0-B65C-0926F99A53E0}" type="presParOf" srcId="{1E794C7D-64BF-4D9E-B2F1-F1F7B6F8761F}" destId="{4B5915C2-CEA2-48FC-B89F-80067BBE0F38}" srcOrd="3" destOrd="0" presId="urn:microsoft.com/office/officeart/2018/2/layout/IconVerticalSolidList"/>
    <dgm:cxn modelId="{2EF68A6E-20E2-46B1-9B06-1C38E451F0C9}" type="presParOf" srcId="{45A747C4-9935-4887-8087-265303E02623}" destId="{B211478D-A8A0-462B-A0C9-9E7B764EC9BD}" srcOrd="7" destOrd="0" presId="urn:microsoft.com/office/officeart/2018/2/layout/IconVerticalSolidList"/>
    <dgm:cxn modelId="{E0295C88-A014-466C-8290-B4CE29DB9111}" type="presParOf" srcId="{45A747C4-9935-4887-8087-265303E02623}" destId="{576296AE-0EF2-40F3-AD76-9B5B8FC60CAD}" srcOrd="8" destOrd="0" presId="urn:microsoft.com/office/officeart/2018/2/layout/IconVerticalSolidList"/>
    <dgm:cxn modelId="{65B6D975-B950-4485-83D7-DC1C1B4955CF}" type="presParOf" srcId="{576296AE-0EF2-40F3-AD76-9B5B8FC60CAD}" destId="{6B32CCA3-C392-47A6-A790-A4E7EC066366}" srcOrd="0" destOrd="0" presId="urn:microsoft.com/office/officeart/2018/2/layout/IconVerticalSolidList"/>
    <dgm:cxn modelId="{835A2058-344B-45AA-ACD7-6CB6D10AFE27}" type="presParOf" srcId="{576296AE-0EF2-40F3-AD76-9B5B8FC60CAD}" destId="{2589C124-70FE-49FC-8FB7-E7EB88BAAB66}" srcOrd="1" destOrd="0" presId="urn:microsoft.com/office/officeart/2018/2/layout/IconVerticalSolidList"/>
    <dgm:cxn modelId="{AB2816E2-1974-4179-880D-C26F4C00B4EE}" type="presParOf" srcId="{576296AE-0EF2-40F3-AD76-9B5B8FC60CAD}" destId="{8E39195F-7FB3-4A63-B734-FD8C710453D4}" srcOrd="2" destOrd="0" presId="urn:microsoft.com/office/officeart/2018/2/layout/IconVerticalSolidList"/>
    <dgm:cxn modelId="{0C8A5B04-0DBB-4700-9BA6-CD8877A608F5}" type="presParOf" srcId="{576296AE-0EF2-40F3-AD76-9B5B8FC60CAD}" destId="{1AF35747-CF49-4928-9F6A-AC8B5AE92CAB}" srcOrd="3" destOrd="0" presId="urn:microsoft.com/office/officeart/2018/2/layout/IconVerticalSolidList"/>
    <dgm:cxn modelId="{C5E5915E-6654-4F6A-8028-1F4AB699D176}" type="presParOf" srcId="{45A747C4-9935-4887-8087-265303E02623}" destId="{4C408A2C-EC65-4DD6-88F1-534CCB82D150}" srcOrd="9" destOrd="0" presId="urn:microsoft.com/office/officeart/2018/2/layout/IconVerticalSolidList"/>
    <dgm:cxn modelId="{3A246E69-760F-40D1-B452-3E7065A00140}" type="presParOf" srcId="{45A747C4-9935-4887-8087-265303E02623}" destId="{C8006D1E-A124-4FAA-BB9C-4FA5110DF197}" srcOrd="10" destOrd="0" presId="urn:microsoft.com/office/officeart/2018/2/layout/IconVerticalSolidList"/>
    <dgm:cxn modelId="{A8FABA87-66E2-4CE2-B54E-1598288B4210}" type="presParOf" srcId="{C8006D1E-A124-4FAA-BB9C-4FA5110DF197}" destId="{D9624343-19B6-431C-A79F-9FA08B288EC1}" srcOrd="0" destOrd="0" presId="urn:microsoft.com/office/officeart/2018/2/layout/IconVerticalSolidList"/>
    <dgm:cxn modelId="{B0F16A47-7181-4F14-A414-F4C99B86D459}" type="presParOf" srcId="{C8006D1E-A124-4FAA-BB9C-4FA5110DF197}" destId="{A321D2F5-FAF9-4F62-A108-8AF2930E573C}" srcOrd="1" destOrd="0" presId="urn:microsoft.com/office/officeart/2018/2/layout/IconVerticalSolidList"/>
    <dgm:cxn modelId="{50D33776-3892-4B7C-B1A0-452679AF60DF}" type="presParOf" srcId="{C8006D1E-A124-4FAA-BB9C-4FA5110DF197}" destId="{0199951C-74DA-48C0-87A0-3354F603DFCC}" srcOrd="2" destOrd="0" presId="urn:microsoft.com/office/officeart/2018/2/layout/IconVerticalSolidList"/>
    <dgm:cxn modelId="{23B38DCF-B76E-466E-A31C-7E7A6932B2B1}" type="presParOf" srcId="{C8006D1E-A124-4FAA-BB9C-4FA5110DF197}" destId="{D7A56C32-C696-4F0C-AD98-F41318C680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A994F5-7788-4F45-ADE7-ED6E5F3A2FD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3E2190-9D97-4B29-828C-F31CDBE219B1}">
      <dgm:prSet/>
      <dgm:spPr/>
      <dgm:t>
        <a:bodyPr/>
        <a:lstStyle/>
        <a:p>
          <a:r>
            <a:rPr lang="en-US" b="1" i="0" baseline="0"/>
            <a:t>Provides centralized management of identities and network resources</a:t>
          </a:r>
          <a:endParaRPr lang="en-US"/>
        </a:p>
      </dgm:t>
    </dgm:pt>
    <dgm:pt modelId="{94472342-9ECE-46D7-BEA1-37222D3FA5D0}" type="parTrans" cxnId="{0B048DDE-2D52-4D03-A953-8C81CCF21750}">
      <dgm:prSet/>
      <dgm:spPr/>
      <dgm:t>
        <a:bodyPr/>
        <a:lstStyle/>
        <a:p>
          <a:endParaRPr lang="en-US"/>
        </a:p>
      </dgm:t>
    </dgm:pt>
    <dgm:pt modelId="{CF907182-E6E2-485F-AD40-1B900D6A6B5C}" type="sibTrans" cxnId="{0B048DDE-2D52-4D03-A953-8C81CCF21750}">
      <dgm:prSet/>
      <dgm:spPr/>
      <dgm:t>
        <a:bodyPr/>
        <a:lstStyle/>
        <a:p>
          <a:endParaRPr lang="en-US"/>
        </a:p>
      </dgm:t>
    </dgm:pt>
    <dgm:pt modelId="{2039146E-1667-4A2A-AC89-19279458E081}">
      <dgm:prSet/>
      <dgm:spPr/>
      <dgm:t>
        <a:bodyPr/>
        <a:lstStyle/>
        <a:p>
          <a:r>
            <a:rPr lang="en-US" b="1" i="0" baseline="0"/>
            <a:t>Manages users, computers, groups, authentication, permissions, and security policies</a:t>
          </a:r>
          <a:endParaRPr lang="en-US"/>
        </a:p>
      </dgm:t>
    </dgm:pt>
    <dgm:pt modelId="{A11E4689-88D2-49B3-B402-06E9B12B490C}" type="parTrans" cxnId="{1FDF83D1-0553-4CF8-88D1-971423793F76}">
      <dgm:prSet/>
      <dgm:spPr/>
      <dgm:t>
        <a:bodyPr/>
        <a:lstStyle/>
        <a:p>
          <a:endParaRPr lang="en-US"/>
        </a:p>
      </dgm:t>
    </dgm:pt>
    <dgm:pt modelId="{502B8A33-F183-42D6-ABE2-44A756158A21}" type="sibTrans" cxnId="{1FDF83D1-0553-4CF8-88D1-971423793F76}">
      <dgm:prSet/>
      <dgm:spPr/>
      <dgm:t>
        <a:bodyPr/>
        <a:lstStyle/>
        <a:p>
          <a:endParaRPr lang="en-US"/>
        </a:p>
      </dgm:t>
    </dgm:pt>
    <dgm:pt modelId="{9B094BA1-DBAD-4F81-A9E2-536E81BC406B}">
      <dgm:prSet/>
      <dgm:spPr/>
      <dgm:t>
        <a:bodyPr/>
        <a:lstStyle/>
        <a:p>
          <a:r>
            <a:rPr lang="en-US" b="1" i="0" baseline="0"/>
            <a:t>Allows centralized administration instead of maintaining separate accounts on every computer</a:t>
          </a:r>
          <a:endParaRPr lang="en-US"/>
        </a:p>
      </dgm:t>
    </dgm:pt>
    <dgm:pt modelId="{0F151987-43A0-436D-8C4E-187EC895E69C}" type="parTrans" cxnId="{AC970A44-5F81-4F9C-A509-C5DB3A6B569F}">
      <dgm:prSet/>
      <dgm:spPr/>
      <dgm:t>
        <a:bodyPr/>
        <a:lstStyle/>
        <a:p>
          <a:endParaRPr lang="en-US"/>
        </a:p>
      </dgm:t>
    </dgm:pt>
    <dgm:pt modelId="{6CC19D0D-F430-431B-A6C9-F3BE50F49333}" type="sibTrans" cxnId="{AC970A44-5F81-4F9C-A509-C5DB3A6B569F}">
      <dgm:prSet/>
      <dgm:spPr/>
      <dgm:t>
        <a:bodyPr/>
        <a:lstStyle/>
        <a:p>
          <a:endParaRPr lang="en-US"/>
        </a:p>
      </dgm:t>
    </dgm:pt>
    <dgm:pt modelId="{DF87F2FC-98F7-4FA1-A14C-6893C58D1B18}">
      <dgm:prSet/>
      <dgm:spPr/>
      <dgm:t>
        <a:bodyPr/>
        <a:lstStyle/>
        <a:p>
          <a:r>
            <a:rPr lang="en-US" b="1" i="0" baseline="0"/>
            <a:t>Simplifies administration and improves security</a:t>
          </a:r>
          <a:endParaRPr lang="en-US"/>
        </a:p>
      </dgm:t>
    </dgm:pt>
    <dgm:pt modelId="{9DCFE931-7C05-4011-8261-6A691491AEFE}" type="parTrans" cxnId="{2F002E82-D2A9-4FC3-BA6B-A088BEAB159B}">
      <dgm:prSet/>
      <dgm:spPr/>
      <dgm:t>
        <a:bodyPr/>
        <a:lstStyle/>
        <a:p>
          <a:endParaRPr lang="en-US"/>
        </a:p>
      </dgm:t>
    </dgm:pt>
    <dgm:pt modelId="{2F651E5A-EDB3-4B30-AB11-B1AFD4F2E5EB}" type="sibTrans" cxnId="{2F002E82-D2A9-4FC3-BA6B-A088BEAB159B}">
      <dgm:prSet/>
      <dgm:spPr/>
      <dgm:t>
        <a:bodyPr/>
        <a:lstStyle/>
        <a:p>
          <a:endParaRPr lang="en-US"/>
        </a:p>
      </dgm:t>
    </dgm:pt>
    <dgm:pt modelId="{C849CCD8-CC2F-4404-8055-9122D9364F3B}">
      <dgm:prSet/>
      <dgm:spPr/>
      <dgm:t>
        <a:bodyPr/>
        <a:lstStyle/>
        <a:p>
          <a:r>
            <a:rPr lang="en-US" b="1" i="0" baseline="0"/>
            <a:t>Helps apply organizational policies consistently</a:t>
          </a:r>
          <a:endParaRPr lang="en-US"/>
        </a:p>
      </dgm:t>
    </dgm:pt>
    <dgm:pt modelId="{D8782CBD-C4EF-4B8C-AC8C-732BF8E60173}" type="parTrans" cxnId="{35A4484D-2906-4AAA-9700-617267D1ADF8}">
      <dgm:prSet/>
      <dgm:spPr/>
      <dgm:t>
        <a:bodyPr/>
        <a:lstStyle/>
        <a:p>
          <a:endParaRPr lang="en-US"/>
        </a:p>
      </dgm:t>
    </dgm:pt>
    <dgm:pt modelId="{26F26EB1-05D6-4E82-8305-809281D808AC}" type="sibTrans" cxnId="{35A4484D-2906-4AAA-9700-617267D1ADF8}">
      <dgm:prSet/>
      <dgm:spPr/>
      <dgm:t>
        <a:bodyPr/>
        <a:lstStyle/>
        <a:p>
          <a:endParaRPr lang="en-US"/>
        </a:p>
      </dgm:t>
    </dgm:pt>
    <dgm:pt modelId="{27707C6B-BB12-4D55-82E8-41A69C7852A7}">
      <dgm:prSet/>
      <dgm:spPr/>
      <dgm:t>
        <a:bodyPr/>
        <a:lstStyle/>
        <a:p>
          <a:r>
            <a:rPr lang="en-US" b="1" i="0" baseline="0"/>
            <a:t>Detailed concepts such as domains and centralized authentication can be covered separately</a:t>
          </a:r>
          <a:endParaRPr lang="en-US"/>
        </a:p>
      </dgm:t>
    </dgm:pt>
    <dgm:pt modelId="{02BC4B03-609C-4FEA-BE23-3A7AA2C2A44E}" type="parTrans" cxnId="{1A7111C0-C925-4432-976F-40189124DEBC}">
      <dgm:prSet/>
      <dgm:spPr/>
      <dgm:t>
        <a:bodyPr/>
        <a:lstStyle/>
        <a:p>
          <a:endParaRPr lang="en-US"/>
        </a:p>
      </dgm:t>
    </dgm:pt>
    <dgm:pt modelId="{33628918-5D59-4C5E-A9FB-72A1588718B2}" type="sibTrans" cxnId="{1A7111C0-C925-4432-976F-40189124DEBC}">
      <dgm:prSet/>
      <dgm:spPr/>
      <dgm:t>
        <a:bodyPr/>
        <a:lstStyle/>
        <a:p>
          <a:endParaRPr lang="en-US"/>
        </a:p>
      </dgm:t>
    </dgm:pt>
    <dgm:pt modelId="{44ACA604-93D1-478E-94D2-F239624052B9}" type="pres">
      <dgm:prSet presAssocID="{90A994F5-7788-4F45-ADE7-ED6E5F3A2FD2}" presName="vert0" presStyleCnt="0">
        <dgm:presLayoutVars>
          <dgm:dir/>
          <dgm:animOne val="branch"/>
          <dgm:animLvl val="lvl"/>
        </dgm:presLayoutVars>
      </dgm:prSet>
      <dgm:spPr/>
    </dgm:pt>
    <dgm:pt modelId="{07055F17-0D94-4504-BAFE-E6E217334091}" type="pres">
      <dgm:prSet presAssocID="{293E2190-9D97-4B29-828C-F31CDBE219B1}" presName="thickLine" presStyleLbl="alignNode1" presStyleIdx="0" presStyleCnt="6"/>
      <dgm:spPr/>
    </dgm:pt>
    <dgm:pt modelId="{9EC595E8-00E6-4E0E-8297-5D80A06F6278}" type="pres">
      <dgm:prSet presAssocID="{293E2190-9D97-4B29-828C-F31CDBE219B1}" presName="horz1" presStyleCnt="0"/>
      <dgm:spPr/>
    </dgm:pt>
    <dgm:pt modelId="{B063ABE5-1F03-4923-84E1-C6B55755029B}" type="pres">
      <dgm:prSet presAssocID="{293E2190-9D97-4B29-828C-F31CDBE219B1}" presName="tx1" presStyleLbl="revTx" presStyleIdx="0" presStyleCnt="6"/>
      <dgm:spPr/>
    </dgm:pt>
    <dgm:pt modelId="{02E06543-5A76-4D8F-8468-97F07D9DA17C}" type="pres">
      <dgm:prSet presAssocID="{293E2190-9D97-4B29-828C-F31CDBE219B1}" presName="vert1" presStyleCnt="0"/>
      <dgm:spPr/>
    </dgm:pt>
    <dgm:pt modelId="{F16D5D63-3EEC-4640-9AE7-2E2994809CFE}" type="pres">
      <dgm:prSet presAssocID="{2039146E-1667-4A2A-AC89-19279458E081}" presName="thickLine" presStyleLbl="alignNode1" presStyleIdx="1" presStyleCnt="6"/>
      <dgm:spPr/>
    </dgm:pt>
    <dgm:pt modelId="{F6FBC503-CC96-4CDC-8757-F9AB884C13E5}" type="pres">
      <dgm:prSet presAssocID="{2039146E-1667-4A2A-AC89-19279458E081}" presName="horz1" presStyleCnt="0"/>
      <dgm:spPr/>
    </dgm:pt>
    <dgm:pt modelId="{D999C656-9757-4DAB-9D9E-D64918661161}" type="pres">
      <dgm:prSet presAssocID="{2039146E-1667-4A2A-AC89-19279458E081}" presName="tx1" presStyleLbl="revTx" presStyleIdx="1" presStyleCnt="6"/>
      <dgm:spPr/>
    </dgm:pt>
    <dgm:pt modelId="{163418F1-6380-4388-94CA-461E36D7DA4B}" type="pres">
      <dgm:prSet presAssocID="{2039146E-1667-4A2A-AC89-19279458E081}" presName="vert1" presStyleCnt="0"/>
      <dgm:spPr/>
    </dgm:pt>
    <dgm:pt modelId="{B0829C2D-79F1-4180-B784-E1EE02C8E948}" type="pres">
      <dgm:prSet presAssocID="{9B094BA1-DBAD-4F81-A9E2-536E81BC406B}" presName="thickLine" presStyleLbl="alignNode1" presStyleIdx="2" presStyleCnt="6"/>
      <dgm:spPr/>
    </dgm:pt>
    <dgm:pt modelId="{AACBFD8F-E208-4AF9-889A-B2335AFD67FE}" type="pres">
      <dgm:prSet presAssocID="{9B094BA1-DBAD-4F81-A9E2-536E81BC406B}" presName="horz1" presStyleCnt="0"/>
      <dgm:spPr/>
    </dgm:pt>
    <dgm:pt modelId="{3C4AF44E-BC09-415C-9529-4BE881A2335F}" type="pres">
      <dgm:prSet presAssocID="{9B094BA1-DBAD-4F81-A9E2-536E81BC406B}" presName="tx1" presStyleLbl="revTx" presStyleIdx="2" presStyleCnt="6"/>
      <dgm:spPr/>
    </dgm:pt>
    <dgm:pt modelId="{C08DB2BB-ECE8-427D-8734-2DD301A5B531}" type="pres">
      <dgm:prSet presAssocID="{9B094BA1-DBAD-4F81-A9E2-536E81BC406B}" presName="vert1" presStyleCnt="0"/>
      <dgm:spPr/>
    </dgm:pt>
    <dgm:pt modelId="{02FBEC62-33FD-42FE-8D06-3EBFB8DCF976}" type="pres">
      <dgm:prSet presAssocID="{DF87F2FC-98F7-4FA1-A14C-6893C58D1B18}" presName="thickLine" presStyleLbl="alignNode1" presStyleIdx="3" presStyleCnt="6"/>
      <dgm:spPr/>
    </dgm:pt>
    <dgm:pt modelId="{054A9A91-FAEA-4248-BBA1-2C7E5FB755E9}" type="pres">
      <dgm:prSet presAssocID="{DF87F2FC-98F7-4FA1-A14C-6893C58D1B18}" presName="horz1" presStyleCnt="0"/>
      <dgm:spPr/>
    </dgm:pt>
    <dgm:pt modelId="{A85CADFF-2B4E-4BA0-9627-BABDFA58BF82}" type="pres">
      <dgm:prSet presAssocID="{DF87F2FC-98F7-4FA1-A14C-6893C58D1B18}" presName="tx1" presStyleLbl="revTx" presStyleIdx="3" presStyleCnt="6"/>
      <dgm:spPr/>
    </dgm:pt>
    <dgm:pt modelId="{07928E51-31D9-4AC5-8205-E00732E4B86D}" type="pres">
      <dgm:prSet presAssocID="{DF87F2FC-98F7-4FA1-A14C-6893C58D1B18}" presName="vert1" presStyleCnt="0"/>
      <dgm:spPr/>
    </dgm:pt>
    <dgm:pt modelId="{5AFF9E97-C64B-4E71-96AA-F56ED2143CD0}" type="pres">
      <dgm:prSet presAssocID="{C849CCD8-CC2F-4404-8055-9122D9364F3B}" presName="thickLine" presStyleLbl="alignNode1" presStyleIdx="4" presStyleCnt="6"/>
      <dgm:spPr/>
    </dgm:pt>
    <dgm:pt modelId="{0529ED17-0542-4027-95D0-32CFA6254632}" type="pres">
      <dgm:prSet presAssocID="{C849CCD8-CC2F-4404-8055-9122D9364F3B}" presName="horz1" presStyleCnt="0"/>
      <dgm:spPr/>
    </dgm:pt>
    <dgm:pt modelId="{B4ECD722-00E4-4DF6-AF4C-1AF4EABE2138}" type="pres">
      <dgm:prSet presAssocID="{C849CCD8-CC2F-4404-8055-9122D9364F3B}" presName="tx1" presStyleLbl="revTx" presStyleIdx="4" presStyleCnt="6"/>
      <dgm:spPr/>
    </dgm:pt>
    <dgm:pt modelId="{3C5BFB2E-8438-48D1-8073-BF10196522EF}" type="pres">
      <dgm:prSet presAssocID="{C849CCD8-CC2F-4404-8055-9122D9364F3B}" presName="vert1" presStyleCnt="0"/>
      <dgm:spPr/>
    </dgm:pt>
    <dgm:pt modelId="{26ADB0C8-B4CE-4C62-83F9-44A7C0ECDC90}" type="pres">
      <dgm:prSet presAssocID="{27707C6B-BB12-4D55-82E8-41A69C7852A7}" presName="thickLine" presStyleLbl="alignNode1" presStyleIdx="5" presStyleCnt="6"/>
      <dgm:spPr/>
    </dgm:pt>
    <dgm:pt modelId="{BA1CC81A-64F5-487B-8F8D-B77CC4987200}" type="pres">
      <dgm:prSet presAssocID="{27707C6B-BB12-4D55-82E8-41A69C7852A7}" presName="horz1" presStyleCnt="0"/>
      <dgm:spPr/>
    </dgm:pt>
    <dgm:pt modelId="{C3656314-4834-416E-A43D-CDD2047DA907}" type="pres">
      <dgm:prSet presAssocID="{27707C6B-BB12-4D55-82E8-41A69C7852A7}" presName="tx1" presStyleLbl="revTx" presStyleIdx="5" presStyleCnt="6"/>
      <dgm:spPr/>
    </dgm:pt>
    <dgm:pt modelId="{8BACB856-E3D5-4B14-9FD8-F8CFFEED9339}" type="pres">
      <dgm:prSet presAssocID="{27707C6B-BB12-4D55-82E8-41A69C7852A7}" presName="vert1" presStyleCnt="0"/>
      <dgm:spPr/>
    </dgm:pt>
  </dgm:ptLst>
  <dgm:cxnLst>
    <dgm:cxn modelId="{AC970A44-5F81-4F9C-A509-C5DB3A6B569F}" srcId="{90A994F5-7788-4F45-ADE7-ED6E5F3A2FD2}" destId="{9B094BA1-DBAD-4F81-A9E2-536E81BC406B}" srcOrd="2" destOrd="0" parTransId="{0F151987-43A0-436D-8C4E-187EC895E69C}" sibTransId="{6CC19D0D-F430-431B-A6C9-F3BE50F49333}"/>
    <dgm:cxn modelId="{808AB94A-3473-4700-98A5-10BA66DD88D6}" type="presOf" srcId="{27707C6B-BB12-4D55-82E8-41A69C7852A7}" destId="{C3656314-4834-416E-A43D-CDD2047DA907}" srcOrd="0" destOrd="0" presId="urn:microsoft.com/office/officeart/2008/layout/LinedList"/>
    <dgm:cxn modelId="{35A4484D-2906-4AAA-9700-617267D1ADF8}" srcId="{90A994F5-7788-4F45-ADE7-ED6E5F3A2FD2}" destId="{C849CCD8-CC2F-4404-8055-9122D9364F3B}" srcOrd="4" destOrd="0" parTransId="{D8782CBD-C4EF-4B8C-AC8C-732BF8E60173}" sibTransId="{26F26EB1-05D6-4E82-8305-809281D808AC}"/>
    <dgm:cxn modelId="{004C9E4D-0C2A-4CBF-93ED-73E292328868}" type="presOf" srcId="{DF87F2FC-98F7-4FA1-A14C-6893C58D1B18}" destId="{A85CADFF-2B4E-4BA0-9627-BABDFA58BF82}" srcOrd="0" destOrd="0" presId="urn:microsoft.com/office/officeart/2008/layout/LinedList"/>
    <dgm:cxn modelId="{66328172-D5B3-404B-A82B-63BC33BE3860}" type="presOf" srcId="{293E2190-9D97-4B29-828C-F31CDBE219B1}" destId="{B063ABE5-1F03-4923-84E1-C6B55755029B}" srcOrd="0" destOrd="0" presId="urn:microsoft.com/office/officeart/2008/layout/LinedList"/>
    <dgm:cxn modelId="{17755B76-935C-49B2-B3EB-72115713EE3D}" type="presOf" srcId="{90A994F5-7788-4F45-ADE7-ED6E5F3A2FD2}" destId="{44ACA604-93D1-478E-94D2-F239624052B9}" srcOrd="0" destOrd="0" presId="urn:microsoft.com/office/officeart/2008/layout/LinedList"/>
    <dgm:cxn modelId="{2F002E82-D2A9-4FC3-BA6B-A088BEAB159B}" srcId="{90A994F5-7788-4F45-ADE7-ED6E5F3A2FD2}" destId="{DF87F2FC-98F7-4FA1-A14C-6893C58D1B18}" srcOrd="3" destOrd="0" parTransId="{9DCFE931-7C05-4011-8261-6A691491AEFE}" sibTransId="{2F651E5A-EDB3-4B30-AB11-B1AFD4F2E5EB}"/>
    <dgm:cxn modelId="{E2CE7DAB-A05B-472D-AAA6-EECC42E634A0}" type="presOf" srcId="{2039146E-1667-4A2A-AC89-19279458E081}" destId="{D999C656-9757-4DAB-9D9E-D64918661161}" srcOrd="0" destOrd="0" presId="urn:microsoft.com/office/officeart/2008/layout/LinedList"/>
    <dgm:cxn modelId="{B39442BC-95D1-462F-B68B-D8889B84A3B3}" type="presOf" srcId="{C849CCD8-CC2F-4404-8055-9122D9364F3B}" destId="{B4ECD722-00E4-4DF6-AF4C-1AF4EABE2138}" srcOrd="0" destOrd="0" presId="urn:microsoft.com/office/officeart/2008/layout/LinedList"/>
    <dgm:cxn modelId="{1A7111C0-C925-4432-976F-40189124DEBC}" srcId="{90A994F5-7788-4F45-ADE7-ED6E5F3A2FD2}" destId="{27707C6B-BB12-4D55-82E8-41A69C7852A7}" srcOrd="5" destOrd="0" parTransId="{02BC4B03-609C-4FEA-BE23-3A7AA2C2A44E}" sibTransId="{33628918-5D59-4C5E-A9FB-72A1588718B2}"/>
    <dgm:cxn modelId="{1FDF83D1-0553-4CF8-88D1-971423793F76}" srcId="{90A994F5-7788-4F45-ADE7-ED6E5F3A2FD2}" destId="{2039146E-1667-4A2A-AC89-19279458E081}" srcOrd="1" destOrd="0" parTransId="{A11E4689-88D2-49B3-B402-06E9B12B490C}" sibTransId="{502B8A33-F183-42D6-ABE2-44A756158A21}"/>
    <dgm:cxn modelId="{0B048DDE-2D52-4D03-A953-8C81CCF21750}" srcId="{90A994F5-7788-4F45-ADE7-ED6E5F3A2FD2}" destId="{293E2190-9D97-4B29-828C-F31CDBE219B1}" srcOrd="0" destOrd="0" parTransId="{94472342-9ECE-46D7-BEA1-37222D3FA5D0}" sibTransId="{CF907182-E6E2-485F-AD40-1B900D6A6B5C}"/>
    <dgm:cxn modelId="{3386CFE9-4779-4C3F-A61E-4F59B5D5B39F}" type="presOf" srcId="{9B094BA1-DBAD-4F81-A9E2-536E81BC406B}" destId="{3C4AF44E-BC09-415C-9529-4BE881A2335F}" srcOrd="0" destOrd="0" presId="urn:microsoft.com/office/officeart/2008/layout/LinedList"/>
    <dgm:cxn modelId="{A9769C58-E121-4F05-85FD-FD7BCE8A6F78}" type="presParOf" srcId="{44ACA604-93D1-478E-94D2-F239624052B9}" destId="{07055F17-0D94-4504-BAFE-E6E217334091}" srcOrd="0" destOrd="0" presId="urn:microsoft.com/office/officeart/2008/layout/LinedList"/>
    <dgm:cxn modelId="{21C6ECB4-CE75-4BF7-858F-4EB2379D6B7A}" type="presParOf" srcId="{44ACA604-93D1-478E-94D2-F239624052B9}" destId="{9EC595E8-00E6-4E0E-8297-5D80A06F6278}" srcOrd="1" destOrd="0" presId="urn:microsoft.com/office/officeart/2008/layout/LinedList"/>
    <dgm:cxn modelId="{042C8408-25AB-478E-9106-696E7B34E35F}" type="presParOf" srcId="{9EC595E8-00E6-4E0E-8297-5D80A06F6278}" destId="{B063ABE5-1F03-4923-84E1-C6B55755029B}" srcOrd="0" destOrd="0" presId="urn:microsoft.com/office/officeart/2008/layout/LinedList"/>
    <dgm:cxn modelId="{977BF82C-31BC-4803-8F04-7BBB5B8E1CB0}" type="presParOf" srcId="{9EC595E8-00E6-4E0E-8297-5D80A06F6278}" destId="{02E06543-5A76-4D8F-8468-97F07D9DA17C}" srcOrd="1" destOrd="0" presId="urn:microsoft.com/office/officeart/2008/layout/LinedList"/>
    <dgm:cxn modelId="{F24A6FE1-A4C4-4BF9-935E-21B04B1331E1}" type="presParOf" srcId="{44ACA604-93D1-478E-94D2-F239624052B9}" destId="{F16D5D63-3EEC-4640-9AE7-2E2994809CFE}" srcOrd="2" destOrd="0" presId="urn:microsoft.com/office/officeart/2008/layout/LinedList"/>
    <dgm:cxn modelId="{EBBFA88C-7F34-40F2-B64C-33836A39ADB8}" type="presParOf" srcId="{44ACA604-93D1-478E-94D2-F239624052B9}" destId="{F6FBC503-CC96-4CDC-8757-F9AB884C13E5}" srcOrd="3" destOrd="0" presId="urn:microsoft.com/office/officeart/2008/layout/LinedList"/>
    <dgm:cxn modelId="{6062B462-50F0-44EC-ADDB-0CCD0EBE82D9}" type="presParOf" srcId="{F6FBC503-CC96-4CDC-8757-F9AB884C13E5}" destId="{D999C656-9757-4DAB-9D9E-D64918661161}" srcOrd="0" destOrd="0" presId="urn:microsoft.com/office/officeart/2008/layout/LinedList"/>
    <dgm:cxn modelId="{4DB31B36-65BE-4786-B5D1-0F71FE61FA6B}" type="presParOf" srcId="{F6FBC503-CC96-4CDC-8757-F9AB884C13E5}" destId="{163418F1-6380-4388-94CA-461E36D7DA4B}" srcOrd="1" destOrd="0" presId="urn:microsoft.com/office/officeart/2008/layout/LinedList"/>
    <dgm:cxn modelId="{3CF409AA-FC63-4778-BFB2-DC900EDDB654}" type="presParOf" srcId="{44ACA604-93D1-478E-94D2-F239624052B9}" destId="{B0829C2D-79F1-4180-B784-E1EE02C8E948}" srcOrd="4" destOrd="0" presId="urn:microsoft.com/office/officeart/2008/layout/LinedList"/>
    <dgm:cxn modelId="{881861E5-140F-4744-923E-94417DA33597}" type="presParOf" srcId="{44ACA604-93D1-478E-94D2-F239624052B9}" destId="{AACBFD8F-E208-4AF9-889A-B2335AFD67FE}" srcOrd="5" destOrd="0" presId="urn:microsoft.com/office/officeart/2008/layout/LinedList"/>
    <dgm:cxn modelId="{AACDF699-27A8-44E7-81AF-C9B0F545938C}" type="presParOf" srcId="{AACBFD8F-E208-4AF9-889A-B2335AFD67FE}" destId="{3C4AF44E-BC09-415C-9529-4BE881A2335F}" srcOrd="0" destOrd="0" presId="urn:microsoft.com/office/officeart/2008/layout/LinedList"/>
    <dgm:cxn modelId="{7DE16C95-D12C-4B5A-87AA-A1DC8DB0E86A}" type="presParOf" srcId="{AACBFD8F-E208-4AF9-889A-B2335AFD67FE}" destId="{C08DB2BB-ECE8-427D-8734-2DD301A5B531}" srcOrd="1" destOrd="0" presId="urn:microsoft.com/office/officeart/2008/layout/LinedList"/>
    <dgm:cxn modelId="{454840BA-17AC-4B2B-A8CA-C85A12692CD7}" type="presParOf" srcId="{44ACA604-93D1-478E-94D2-F239624052B9}" destId="{02FBEC62-33FD-42FE-8D06-3EBFB8DCF976}" srcOrd="6" destOrd="0" presId="urn:microsoft.com/office/officeart/2008/layout/LinedList"/>
    <dgm:cxn modelId="{7CA296DB-E12B-4CEA-8DBD-FAACB1B916A6}" type="presParOf" srcId="{44ACA604-93D1-478E-94D2-F239624052B9}" destId="{054A9A91-FAEA-4248-BBA1-2C7E5FB755E9}" srcOrd="7" destOrd="0" presId="urn:microsoft.com/office/officeart/2008/layout/LinedList"/>
    <dgm:cxn modelId="{BC43386B-9573-4468-94DE-62816EBD6801}" type="presParOf" srcId="{054A9A91-FAEA-4248-BBA1-2C7E5FB755E9}" destId="{A85CADFF-2B4E-4BA0-9627-BABDFA58BF82}" srcOrd="0" destOrd="0" presId="urn:microsoft.com/office/officeart/2008/layout/LinedList"/>
    <dgm:cxn modelId="{395B9DD0-4BFA-4CF3-8385-939B86AB6AF6}" type="presParOf" srcId="{054A9A91-FAEA-4248-BBA1-2C7E5FB755E9}" destId="{07928E51-31D9-4AC5-8205-E00732E4B86D}" srcOrd="1" destOrd="0" presId="urn:microsoft.com/office/officeart/2008/layout/LinedList"/>
    <dgm:cxn modelId="{072EE287-8BA3-47B9-8F25-B4A804164081}" type="presParOf" srcId="{44ACA604-93D1-478E-94D2-F239624052B9}" destId="{5AFF9E97-C64B-4E71-96AA-F56ED2143CD0}" srcOrd="8" destOrd="0" presId="urn:microsoft.com/office/officeart/2008/layout/LinedList"/>
    <dgm:cxn modelId="{12E4C3DF-F435-44BD-8989-CB4255DC652D}" type="presParOf" srcId="{44ACA604-93D1-478E-94D2-F239624052B9}" destId="{0529ED17-0542-4027-95D0-32CFA6254632}" srcOrd="9" destOrd="0" presId="urn:microsoft.com/office/officeart/2008/layout/LinedList"/>
    <dgm:cxn modelId="{B56A17D1-D657-4C7B-BEEB-B935FCCA253A}" type="presParOf" srcId="{0529ED17-0542-4027-95D0-32CFA6254632}" destId="{B4ECD722-00E4-4DF6-AF4C-1AF4EABE2138}" srcOrd="0" destOrd="0" presId="urn:microsoft.com/office/officeart/2008/layout/LinedList"/>
    <dgm:cxn modelId="{41D899F5-A2A2-40F5-9382-AB6281D2F7E6}" type="presParOf" srcId="{0529ED17-0542-4027-95D0-32CFA6254632}" destId="{3C5BFB2E-8438-48D1-8073-BF10196522EF}" srcOrd="1" destOrd="0" presId="urn:microsoft.com/office/officeart/2008/layout/LinedList"/>
    <dgm:cxn modelId="{B4240CAB-D16D-4328-9C04-AC396C9F6162}" type="presParOf" srcId="{44ACA604-93D1-478E-94D2-F239624052B9}" destId="{26ADB0C8-B4CE-4C62-83F9-44A7C0ECDC90}" srcOrd="10" destOrd="0" presId="urn:microsoft.com/office/officeart/2008/layout/LinedList"/>
    <dgm:cxn modelId="{4FF5A75D-05C5-435F-996D-2B0EA7127B79}" type="presParOf" srcId="{44ACA604-93D1-478E-94D2-F239624052B9}" destId="{BA1CC81A-64F5-487B-8F8D-B77CC4987200}" srcOrd="11" destOrd="0" presId="urn:microsoft.com/office/officeart/2008/layout/LinedList"/>
    <dgm:cxn modelId="{00EB1483-03F4-4DA9-98DF-62FE06A266C8}" type="presParOf" srcId="{BA1CC81A-64F5-487B-8F8D-B77CC4987200}" destId="{C3656314-4834-416E-A43D-CDD2047DA907}" srcOrd="0" destOrd="0" presId="urn:microsoft.com/office/officeart/2008/layout/LinedList"/>
    <dgm:cxn modelId="{75D0BA32-94D4-40F6-98A5-FD58E4C06898}" type="presParOf" srcId="{BA1CC81A-64F5-487B-8F8D-B77CC4987200}" destId="{8BACB856-E3D5-4B14-9FD8-F8CFFEED93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94A6B5-1E79-42DA-9141-CCC76940DDE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09735B-DCF4-4AF9-BDC6-99B71B05B8DC}">
      <dgm:prSet/>
      <dgm:spPr/>
      <dgm:t>
        <a:bodyPr/>
        <a:lstStyle/>
        <a:p>
          <a:r>
            <a:rPr lang="en-US" b="1" i="0" baseline="0"/>
            <a:t>Stores, manages, and processes structured data</a:t>
          </a:r>
          <a:endParaRPr lang="en-US"/>
        </a:p>
      </dgm:t>
    </dgm:pt>
    <dgm:pt modelId="{6BD62313-BFA7-46C5-81F0-1224A265D10E}" type="parTrans" cxnId="{FAAB56D6-27C7-44B6-805F-562DEDCDF8AE}">
      <dgm:prSet/>
      <dgm:spPr/>
      <dgm:t>
        <a:bodyPr/>
        <a:lstStyle/>
        <a:p>
          <a:endParaRPr lang="en-US"/>
        </a:p>
      </dgm:t>
    </dgm:pt>
    <dgm:pt modelId="{322B209C-F704-49DC-9A0D-282C32D3EC4A}" type="sibTrans" cxnId="{FAAB56D6-27C7-44B6-805F-562DEDCDF8AE}">
      <dgm:prSet/>
      <dgm:spPr/>
      <dgm:t>
        <a:bodyPr/>
        <a:lstStyle/>
        <a:p>
          <a:endParaRPr lang="en-US"/>
        </a:p>
      </dgm:t>
    </dgm:pt>
    <dgm:pt modelId="{5529A5B0-FE23-41CE-A0D4-D47EFDE55B0D}">
      <dgm:prSet/>
      <dgm:spPr/>
      <dgm:t>
        <a:bodyPr/>
        <a:lstStyle/>
        <a:p>
          <a:r>
            <a:rPr lang="en-US" b="1" i="0" baseline="0"/>
            <a:t>Applications use it to retrieve, insert, update, and delete records</a:t>
          </a:r>
          <a:endParaRPr lang="en-US"/>
        </a:p>
      </dgm:t>
    </dgm:pt>
    <dgm:pt modelId="{99576076-F378-4A3C-80F5-7B55D7DF5503}" type="parTrans" cxnId="{E6EA3459-1832-4BBD-975D-C02F34806AC3}">
      <dgm:prSet/>
      <dgm:spPr/>
      <dgm:t>
        <a:bodyPr/>
        <a:lstStyle/>
        <a:p>
          <a:endParaRPr lang="en-US"/>
        </a:p>
      </dgm:t>
    </dgm:pt>
    <dgm:pt modelId="{3BA05C36-CA75-444D-A4A9-6490531AC595}" type="sibTrans" cxnId="{E6EA3459-1832-4BBD-975D-C02F34806AC3}">
      <dgm:prSet/>
      <dgm:spPr/>
      <dgm:t>
        <a:bodyPr/>
        <a:lstStyle/>
        <a:p>
          <a:endParaRPr lang="en-US"/>
        </a:p>
      </dgm:t>
    </dgm:pt>
    <dgm:pt modelId="{1E330DA9-CFCB-4DCA-9C41-ABD647412B5D}">
      <dgm:prSet/>
      <dgm:spPr/>
      <dgm:t>
        <a:bodyPr/>
        <a:lstStyle/>
        <a:p>
          <a:r>
            <a:rPr lang="en-US" b="1" i="0" baseline="0"/>
            <a:t>Processes transactions and supports multiple users</a:t>
          </a:r>
          <a:endParaRPr lang="en-US"/>
        </a:p>
      </dgm:t>
    </dgm:pt>
    <dgm:pt modelId="{0AC30561-0F79-452F-8427-A705A2FA5382}" type="parTrans" cxnId="{8DC330BA-0366-495F-9572-008B1EBED7BA}">
      <dgm:prSet/>
      <dgm:spPr/>
      <dgm:t>
        <a:bodyPr/>
        <a:lstStyle/>
        <a:p>
          <a:endParaRPr lang="en-US"/>
        </a:p>
      </dgm:t>
    </dgm:pt>
    <dgm:pt modelId="{74B0DE62-43DC-49E6-8E54-F38485DD8FEE}" type="sibTrans" cxnId="{8DC330BA-0366-495F-9572-008B1EBED7BA}">
      <dgm:prSet/>
      <dgm:spPr/>
      <dgm:t>
        <a:bodyPr/>
        <a:lstStyle/>
        <a:p>
          <a:endParaRPr lang="en-US"/>
        </a:p>
      </dgm:t>
    </dgm:pt>
    <dgm:pt modelId="{2284EC42-B6B5-448B-B09C-3AD869747764}">
      <dgm:prSet/>
      <dgm:spPr/>
      <dgm:t>
        <a:bodyPr/>
        <a:lstStyle/>
        <a:p>
          <a:r>
            <a:rPr lang="en-US" b="1" i="0" baseline="0"/>
            <a:t>Examples of stored data: customers, products, orders, payments</a:t>
          </a:r>
          <a:endParaRPr lang="en-US"/>
        </a:p>
      </dgm:t>
    </dgm:pt>
    <dgm:pt modelId="{CA444A7C-5CD0-4A2C-8DC7-92A88AEAC9C2}" type="parTrans" cxnId="{EE2046BE-F61D-455B-8CB1-8EA0C93F6BE9}">
      <dgm:prSet/>
      <dgm:spPr/>
      <dgm:t>
        <a:bodyPr/>
        <a:lstStyle/>
        <a:p>
          <a:endParaRPr lang="en-US"/>
        </a:p>
      </dgm:t>
    </dgm:pt>
    <dgm:pt modelId="{CBAECB78-DEB6-4388-9E0F-F06A8BF49B10}" type="sibTrans" cxnId="{EE2046BE-F61D-455B-8CB1-8EA0C93F6BE9}">
      <dgm:prSet/>
      <dgm:spPr/>
      <dgm:t>
        <a:bodyPr/>
        <a:lstStyle/>
        <a:p>
          <a:endParaRPr lang="en-US"/>
        </a:p>
      </dgm:t>
    </dgm:pt>
    <dgm:pt modelId="{956BC7F9-272B-4125-827F-B0386EB3EE02}">
      <dgm:prSet/>
      <dgm:spPr/>
      <dgm:t>
        <a:bodyPr/>
        <a:lstStyle/>
        <a:p>
          <a:r>
            <a:rPr lang="en-US" b="1" i="0" baseline="0"/>
            <a:t>Key requirements: performance, data integrity, reliability, backup, and security</a:t>
          </a:r>
          <a:endParaRPr lang="en-US"/>
        </a:p>
      </dgm:t>
    </dgm:pt>
    <dgm:pt modelId="{CAE5666D-EC66-4449-ABF8-E63289C413AA}" type="parTrans" cxnId="{0C5AC3D8-9621-4ECB-AD16-376D1A3A06F5}">
      <dgm:prSet/>
      <dgm:spPr/>
      <dgm:t>
        <a:bodyPr/>
        <a:lstStyle/>
        <a:p>
          <a:endParaRPr lang="en-US"/>
        </a:p>
      </dgm:t>
    </dgm:pt>
    <dgm:pt modelId="{B04B54FD-AE62-4C3C-98FB-BBD27FCD5509}" type="sibTrans" cxnId="{0C5AC3D8-9621-4ECB-AD16-376D1A3A06F5}">
      <dgm:prSet/>
      <dgm:spPr/>
      <dgm:t>
        <a:bodyPr/>
        <a:lstStyle/>
        <a:p>
          <a:endParaRPr lang="en-US"/>
        </a:p>
      </dgm:t>
    </dgm:pt>
    <dgm:pt modelId="{929763B8-D15F-4599-80DB-43DF5E890539}" type="pres">
      <dgm:prSet presAssocID="{6394A6B5-1E79-42DA-9141-CCC76940DDED}" presName="linear" presStyleCnt="0">
        <dgm:presLayoutVars>
          <dgm:animLvl val="lvl"/>
          <dgm:resizeHandles val="exact"/>
        </dgm:presLayoutVars>
      </dgm:prSet>
      <dgm:spPr/>
    </dgm:pt>
    <dgm:pt modelId="{35F87255-9AAB-4A66-9B9F-E895DE337F5C}" type="pres">
      <dgm:prSet presAssocID="{6609735B-DCF4-4AF9-BDC6-99B71B05B8D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C20DB34-5BAD-4B91-8B41-DB47983BBE04}" type="pres">
      <dgm:prSet presAssocID="{322B209C-F704-49DC-9A0D-282C32D3EC4A}" presName="spacer" presStyleCnt="0"/>
      <dgm:spPr/>
    </dgm:pt>
    <dgm:pt modelId="{75C06D9F-14FB-4C48-B621-41806B41A545}" type="pres">
      <dgm:prSet presAssocID="{5529A5B0-FE23-41CE-A0D4-D47EFDE55B0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04D04F5-520C-44AE-A2FD-E76AB07B9DD5}" type="pres">
      <dgm:prSet presAssocID="{3BA05C36-CA75-444D-A4A9-6490531AC595}" presName="spacer" presStyleCnt="0"/>
      <dgm:spPr/>
    </dgm:pt>
    <dgm:pt modelId="{6901F218-8DDC-457A-B092-DC3CD2C7EBF8}" type="pres">
      <dgm:prSet presAssocID="{1E330DA9-CFCB-4DCA-9C41-ABD647412B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4415A52-15D4-4DBE-917D-5A1DCE8E9611}" type="pres">
      <dgm:prSet presAssocID="{74B0DE62-43DC-49E6-8E54-F38485DD8FEE}" presName="spacer" presStyleCnt="0"/>
      <dgm:spPr/>
    </dgm:pt>
    <dgm:pt modelId="{E6C392ED-1D6A-4C94-B1CC-4003CD9E9BF8}" type="pres">
      <dgm:prSet presAssocID="{2284EC42-B6B5-448B-B09C-3AD8697477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644D06-8F15-4097-8331-B0BE1FD885F7}" type="pres">
      <dgm:prSet presAssocID="{CBAECB78-DEB6-4388-9E0F-F06A8BF49B10}" presName="spacer" presStyleCnt="0"/>
      <dgm:spPr/>
    </dgm:pt>
    <dgm:pt modelId="{B58BF727-5E9A-4AF6-BBC5-66F80DE318AF}" type="pres">
      <dgm:prSet presAssocID="{956BC7F9-272B-4125-827F-B0386EB3EE0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DA78831-2C93-4ACB-8DBF-8785B2678FBC}" type="presOf" srcId="{2284EC42-B6B5-448B-B09C-3AD869747764}" destId="{E6C392ED-1D6A-4C94-B1CC-4003CD9E9BF8}" srcOrd="0" destOrd="0" presId="urn:microsoft.com/office/officeart/2005/8/layout/vList2"/>
    <dgm:cxn modelId="{ACE0E06C-12A4-49BC-AB11-362DB64FCD7B}" type="presOf" srcId="{6609735B-DCF4-4AF9-BDC6-99B71B05B8DC}" destId="{35F87255-9AAB-4A66-9B9F-E895DE337F5C}" srcOrd="0" destOrd="0" presId="urn:microsoft.com/office/officeart/2005/8/layout/vList2"/>
    <dgm:cxn modelId="{E6EA3459-1832-4BBD-975D-C02F34806AC3}" srcId="{6394A6B5-1E79-42DA-9141-CCC76940DDED}" destId="{5529A5B0-FE23-41CE-A0D4-D47EFDE55B0D}" srcOrd="1" destOrd="0" parTransId="{99576076-F378-4A3C-80F5-7B55D7DF5503}" sibTransId="{3BA05C36-CA75-444D-A4A9-6490531AC595}"/>
    <dgm:cxn modelId="{0A0D7782-8F6F-47D6-B77F-DB7FA83A65BE}" type="presOf" srcId="{1E330DA9-CFCB-4DCA-9C41-ABD647412B5D}" destId="{6901F218-8DDC-457A-B092-DC3CD2C7EBF8}" srcOrd="0" destOrd="0" presId="urn:microsoft.com/office/officeart/2005/8/layout/vList2"/>
    <dgm:cxn modelId="{C07C82B5-E4BA-433D-BB93-5D63EF93A30B}" type="presOf" srcId="{5529A5B0-FE23-41CE-A0D4-D47EFDE55B0D}" destId="{75C06D9F-14FB-4C48-B621-41806B41A545}" srcOrd="0" destOrd="0" presId="urn:microsoft.com/office/officeart/2005/8/layout/vList2"/>
    <dgm:cxn modelId="{8DC330BA-0366-495F-9572-008B1EBED7BA}" srcId="{6394A6B5-1E79-42DA-9141-CCC76940DDED}" destId="{1E330DA9-CFCB-4DCA-9C41-ABD647412B5D}" srcOrd="2" destOrd="0" parTransId="{0AC30561-0F79-452F-8427-A705A2FA5382}" sibTransId="{74B0DE62-43DC-49E6-8E54-F38485DD8FEE}"/>
    <dgm:cxn modelId="{EE2046BE-F61D-455B-8CB1-8EA0C93F6BE9}" srcId="{6394A6B5-1E79-42DA-9141-CCC76940DDED}" destId="{2284EC42-B6B5-448B-B09C-3AD869747764}" srcOrd="3" destOrd="0" parTransId="{CA444A7C-5CD0-4A2C-8DC7-92A88AEAC9C2}" sibTransId="{CBAECB78-DEB6-4388-9E0F-F06A8BF49B10}"/>
    <dgm:cxn modelId="{6F31F8C0-2076-48BD-A85C-7D2BCE3ECCBE}" type="presOf" srcId="{6394A6B5-1E79-42DA-9141-CCC76940DDED}" destId="{929763B8-D15F-4599-80DB-43DF5E890539}" srcOrd="0" destOrd="0" presId="urn:microsoft.com/office/officeart/2005/8/layout/vList2"/>
    <dgm:cxn modelId="{FAAB56D6-27C7-44B6-805F-562DEDCDF8AE}" srcId="{6394A6B5-1E79-42DA-9141-CCC76940DDED}" destId="{6609735B-DCF4-4AF9-BDC6-99B71B05B8DC}" srcOrd="0" destOrd="0" parTransId="{6BD62313-BFA7-46C5-81F0-1224A265D10E}" sibTransId="{322B209C-F704-49DC-9A0D-282C32D3EC4A}"/>
    <dgm:cxn modelId="{0C5AC3D8-9621-4ECB-AD16-376D1A3A06F5}" srcId="{6394A6B5-1E79-42DA-9141-CCC76940DDED}" destId="{956BC7F9-272B-4125-827F-B0386EB3EE02}" srcOrd="4" destOrd="0" parTransId="{CAE5666D-EC66-4449-ABF8-E63289C413AA}" sibTransId="{B04B54FD-AE62-4C3C-98FB-BBD27FCD5509}"/>
    <dgm:cxn modelId="{C3527AE3-A0C7-4A4C-B6F8-D78B85F9B5CF}" type="presOf" srcId="{956BC7F9-272B-4125-827F-B0386EB3EE02}" destId="{B58BF727-5E9A-4AF6-BBC5-66F80DE318AF}" srcOrd="0" destOrd="0" presId="urn:microsoft.com/office/officeart/2005/8/layout/vList2"/>
    <dgm:cxn modelId="{C05B7FB5-0458-4982-B5D5-E0DA0BCEF1A3}" type="presParOf" srcId="{929763B8-D15F-4599-80DB-43DF5E890539}" destId="{35F87255-9AAB-4A66-9B9F-E895DE337F5C}" srcOrd="0" destOrd="0" presId="urn:microsoft.com/office/officeart/2005/8/layout/vList2"/>
    <dgm:cxn modelId="{E3FBD2C0-6FE9-4512-9563-C04368BF34CC}" type="presParOf" srcId="{929763B8-D15F-4599-80DB-43DF5E890539}" destId="{DC20DB34-5BAD-4B91-8B41-DB47983BBE04}" srcOrd="1" destOrd="0" presId="urn:microsoft.com/office/officeart/2005/8/layout/vList2"/>
    <dgm:cxn modelId="{822E9A6A-C4B0-49C3-ADEA-8C8D2CCBF760}" type="presParOf" srcId="{929763B8-D15F-4599-80DB-43DF5E890539}" destId="{75C06D9F-14FB-4C48-B621-41806B41A545}" srcOrd="2" destOrd="0" presId="urn:microsoft.com/office/officeart/2005/8/layout/vList2"/>
    <dgm:cxn modelId="{8B425592-82B1-43DC-A70A-4A3E4903AD0C}" type="presParOf" srcId="{929763B8-D15F-4599-80DB-43DF5E890539}" destId="{804D04F5-520C-44AE-A2FD-E76AB07B9DD5}" srcOrd="3" destOrd="0" presId="urn:microsoft.com/office/officeart/2005/8/layout/vList2"/>
    <dgm:cxn modelId="{40787082-1305-44EA-AEB0-1C519CC1F037}" type="presParOf" srcId="{929763B8-D15F-4599-80DB-43DF5E890539}" destId="{6901F218-8DDC-457A-B092-DC3CD2C7EBF8}" srcOrd="4" destOrd="0" presId="urn:microsoft.com/office/officeart/2005/8/layout/vList2"/>
    <dgm:cxn modelId="{C633C484-EEC2-48E8-8E9D-FFB4EB536CEB}" type="presParOf" srcId="{929763B8-D15F-4599-80DB-43DF5E890539}" destId="{44415A52-15D4-4DBE-917D-5A1DCE8E9611}" srcOrd="5" destOrd="0" presId="urn:microsoft.com/office/officeart/2005/8/layout/vList2"/>
    <dgm:cxn modelId="{2DF56BDB-C260-4DD6-9754-1618DCD51A8D}" type="presParOf" srcId="{929763B8-D15F-4599-80DB-43DF5E890539}" destId="{E6C392ED-1D6A-4C94-B1CC-4003CD9E9BF8}" srcOrd="6" destOrd="0" presId="urn:microsoft.com/office/officeart/2005/8/layout/vList2"/>
    <dgm:cxn modelId="{89AF3DCD-394A-4F1F-A7BA-22446A25E4BA}" type="presParOf" srcId="{929763B8-D15F-4599-80DB-43DF5E890539}" destId="{50644D06-8F15-4097-8331-B0BE1FD885F7}" srcOrd="7" destOrd="0" presId="urn:microsoft.com/office/officeart/2005/8/layout/vList2"/>
    <dgm:cxn modelId="{97627E94-AB61-416E-8512-243AF82C8634}" type="presParOf" srcId="{929763B8-D15F-4599-80DB-43DF5E890539}" destId="{B58BF727-5E9A-4AF6-BBC5-66F80DE318A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5D7004-10A5-471C-BB80-C0B61ADFAD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3D4108D-A576-443B-970C-84DB3C547CFA}">
      <dgm:prSet/>
      <dgm:spPr/>
      <dgm:t>
        <a:bodyPr/>
        <a:lstStyle/>
        <a:p>
          <a:r>
            <a:rPr lang="en-US" b="1" i="0" baseline="0"/>
            <a:t>Provides centralized storage for files and folders</a:t>
          </a:r>
          <a:endParaRPr lang="en-US"/>
        </a:p>
      </dgm:t>
    </dgm:pt>
    <dgm:pt modelId="{980FCF50-9AE2-4CC7-959D-17709AB2C27A}" type="parTrans" cxnId="{D9389733-F69F-4F0D-8804-EEF928C86A11}">
      <dgm:prSet/>
      <dgm:spPr/>
      <dgm:t>
        <a:bodyPr/>
        <a:lstStyle/>
        <a:p>
          <a:endParaRPr lang="en-US"/>
        </a:p>
      </dgm:t>
    </dgm:pt>
    <dgm:pt modelId="{4258F9EF-9682-40EE-8747-5B27558BA3C0}" type="sibTrans" cxnId="{D9389733-F69F-4F0D-8804-EEF928C86A11}">
      <dgm:prSet/>
      <dgm:spPr/>
      <dgm:t>
        <a:bodyPr/>
        <a:lstStyle/>
        <a:p>
          <a:endParaRPr lang="en-US"/>
        </a:p>
      </dgm:t>
    </dgm:pt>
    <dgm:pt modelId="{31DFDB5C-84FA-493F-B67F-560457B16376}">
      <dgm:prSet/>
      <dgm:spPr/>
      <dgm:t>
        <a:bodyPr/>
        <a:lstStyle/>
        <a:p>
          <a:r>
            <a:rPr lang="en-US" b="1" i="0" baseline="0"/>
            <a:t>Allows authorized users to access shared resources</a:t>
          </a:r>
          <a:endParaRPr lang="en-US"/>
        </a:p>
      </dgm:t>
    </dgm:pt>
    <dgm:pt modelId="{2C131EE9-B119-4A87-9DA0-48EB114A37D5}" type="parTrans" cxnId="{86881617-1188-425A-8E85-C558A0EA3FE1}">
      <dgm:prSet/>
      <dgm:spPr/>
      <dgm:t>
        <a:bodyPr/>
        <a:lstStyle/>
        <a:p>
          <a:endParaRPr lang="en-US"/>
        </a:p>
      </dgm:t>
    </dgm:pt>
    <dgm:pt modelId="{98BAC6FC-37B3-423D-A373-AC6C90CD1D53}" type="sibTrans" cxnId="{86881617-1188-425A-8E85-C558A0EA3FE1}">
      <dgm:prSet/>
      <dgm:spPr/>
      <dgm:t>
        <a:bodyPr/>
        <a:lstStyle/>
        <a:p>
          <a:endParaRPr lang="en-US"/>
        </a:p>
      </dgm:t>
    </dgm:pt>
    <dgm:pt modelId="{35F687BF-6C0D-4B6B-BBDD-6A0E6796149C}">
      <dgm:prSet/>
      <dgm:spPr/>
      <dgm:t>
        <a:bodyPr/>
        <a:lstStyle/>
        <a:p>
          <a:r>
            <a:rPr lang="en-US" b="1" i="0" baseline="0"/>
            <a:t>Benefits: centralized storage, collaboration, access control, and easier backup</a:t>
          </a:r>
          <a:endParaRPr lang="en-US"/>
        </a:p>
      </dgm:t>
    </dgm:pt>
    <dgm:pt modelId="{D0517656-8793-43EE-8458-4B9FDF11D995}" type="parTrans" cxnId="{623C3037-23BA-4EF1-AB1D-88C1F76A32D4}">
      <dgm:prSet/>
      <dgm:spPr/>
      <dgm:t>
        <a:bodyPr/>
        <a:lstStyle/>
        <a:p>
          <a:endParaRPr lang="en-US"/>
        </a:p>
      </dgm:t>
    </dgm:pt>
    <dgm:pt modelId="{72C64576-6EFF-4F16-A9B2-4D50A11E9088}" type="sibTrans" cxnId="{623C3037-23BA-4EF1-AB1D-88C1F76A32D4}">
      <dgm:prSet/>
      <dgm:spPr/>
      <dgm:t>
        <a:bodyPr/>
        <a:lstStyle/>
        <a:p>
          <a:endParaRPr lang="en-US"/>
        </a:p>
      </dgm:t>
    </dgm:pt>
    <dgm:pt modelId="{13D938BF-51CC-49E2-A64E-9A5573AE063F}">
      <dgm:prSet/>
      <dgm:spPr/>
      <dgm:t>
        <a:bodyPr/>
        <a:lstStyle/>
        <a:p>
          <a:r>
            <a:rPr lang="en-US" b="1" i="0" baseline="0"/>
            <a:t>Administrators can assign permissions to users and groups</a:t>
          </a:r>
          <a:endParaRPr lang="en-US"/>
        </a:p>
      </dgm:t>
    </dgm:pt>
    <dgm:pt modelId="{D0A14060-C85C-4A8B-9F72-410F2B25D975}" type="parTrans" cxnId="{7F2286A6-3A0D-4E0B-A83E-1385E697A9AF}">
      <dgm:prSet/>
      <dgm:spPr/>
      <dgm:t>
        <a:bodyPr/>
        <a:lstStyle/>
        <a:p>
          <a:endParaRPr lang="en-US"/>
        </a:p>
      </dgm:t>
    </dgm:pt>
    <dgm:pt modelId="{906E6CF2-A592-4EC5-ACEF-C352ECFBC1E7}" type="sibTrans" cxnId="{7F2286A6-3A0D-4E0B-A83E-1385E697A9AF}">
      <dgm:prSet/>
      <dgm:spPr/>
      <dgm:t>
        <a:bodyPr/>
        <a:lstStyle/>
        <a:p>
          <a:endParaRPr lang="en-US"/>
        </a:p>
      </dgm:t>
    </dgm:pt>
    <dgm:pt modelId="{FA39EBB2-E2E5-43E3-996A-93D51F60E479}">
      <dgm:prSet/>
      <dgm:spPr/>
      <dgm:t>
        <a:bodyPr/>
        <a:lstStyle/>
        <a:p>
          <a:r>
            <a:rPr lang="en-US" b="1" i="0" baseline="0"/>
            <a:t>Typical flow: Users → File Server → Shared Folders</a:t>
          </a:r>
          <a:endParaRPr lang="en-US"/>
        </a:p>
      </dgm:t>
    </dgm:pt>
    <dgm:pt modelId="{B2794BDF-EEFC-493F-8C4C-C9DE042322DF}" type="parTrans" cxnId="{57144312-2819-46DD-8086-FACCE42481C4}">
      <dgm:prSet/>
      <dgm:spPr/>
      <dgm:t>
        <a:bodyPr/>
        <a:lstStyle/>
        <a:p>
          <a:endParaRPr lang="en-US"/>
        </a:p>
      </dgm:t>
    </dgm:pt>
    <dgm:pt modelId="{B77AC108-4E00-418E-89BC-9E1CAD25BF0B}" type="sibTrans" cxnId="{57144312-2819-46DD-8086-FACCE42481C4}">
      <dgm:prSet/>
      <dgm:spPr/>
      <dgm:t>
        <a:bodyPr/>
        <a:lstStyle/>
        <a:p>
          <a:endParaRPr lang="en-US"/>
        </a:p>
      </dgm:t>
    </dgm:pt>
    <dgm:pt modelId="{8C1076B1-9426-4FA3-AE31-6EF3949A2DD1}" type="pres">
      <dgm:prSet presAssocID="{545D7004-10A5-471C-BB80-C0B61ADFAD6C}" presName="root" presStyleCnt="0">
        <dgm:presLayoutVars>
          <dgm:dir/>
          <dgm:resizeHandles val="exact"/>
        </dgm:presLayoutVars>
      </dgm:prSet>
      <dgm:spPr/>
    </dgm:pt>
    <dgm:pt modelId="{89853279-9D04-411B-9996-460C95C6FC31}" type="pres">
      <dgm:prSet presAssocID="{83D4108D-A576-443B-970C-84DB3C547CFA}" presName="compNode" presStyleCnt="0"/>
      <dgm:spPr/>
    </dgm:pt>
    <dgm:pt modelId="{9C4408FC-A421-4148-8016-61CE85D2D90E}" type="pres">
      <dgm:prSet presAssocID="{83D4108D-A576-443B-970C-84DB3C547CFA}" presName="bgRect" presStyleLbl="bgShp" presStyleIdx="0" presStyleCnt="5"/>
      <dgm:spPr/>
    </dgm:pt>
    <dgm:pt modelId="{EADC3DC3-8677-4005-826C-74907A38CB38}" type="pres">
      <dgm:prSet presAssocID="{83D4108D-A576-443B-970C-84DB3C547CF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9C9AEADD-0546-4C8B-A742-AEB0EF51720F}" type="pres">
      <dgm:prSet presAssocID="{83D4108D-A576-443B-970C-84DB3C547CFA}" presName="spaceRect" presStyleCnt="0"/>
      <dgm:spPr/>
    </dgm:pt>
    <dgm:pt modelId="{205BC790-7A0F-47EC-8CFB-7B92DA899601}" type="pres">
      <dgm:prSet presAssocID="{83D4108D-A576-443B-970C-84DB3C547CFA}" presName="parTx" presStyleLbl="revTx" presStyleIdx="0" presStyleCnt="5">
        <dgm:presLayoutVars>
          <dgm:chMax val="0"/>
          <dgm:chPref val="0"/>
        </dgm:presLayoutVars>
      </dgm:prSet>
      <dgm:spPr/>
    </dgm:pt>
    <dgm:pt modelId="{EE883425-1B4B-473E-B6ED-2386351D0B69}" type="pres">
      <dgm:prSet presAssocID="{4258F9EF-9682-40EE-8747-5B27558BA3C0}" presName="sibTrans" presStyleCnt="0"/>
      <dgm:spPr/>
    </dgm:pt>
    <dgm:pt modelId="{CEBB2914-87C4-4E6B-B328-E7E0D4CDEAC9}" type="pres">
      <dgm:prSet presAssocID="{31DFDB5C-84FA-493F-B67F-560457B16376}" presName="compNode" presStyleCnt="0"/>
      <dgm:spPr/>
    </dgm:pt>
    <dgm:pt modelId="{D55FD671-5281-4F39-AE11-0E9BAD41579E}" type="pres">
      <dgm:prSet presAssocID="{31DFDB5C-84FA-493F-B67F-560457B16376}" presName="bgRect" presStyleLbl="bgShp" presStyleIdx="1" presStyleCnt="5"/>
      <dgm:spPr/>
    </dgm:pt>
    <dgm:pt modelId="{8196D15E-4A61-4ECC-8671-854B5869EBB8}" type="pres">
      <dgm:prSet presAssocID="{31DFDB5C-84FA-493F-B67F-560457B1637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56DB1AD-AF1D-41DC-9A2F-EC3DF1368AEB}" type="pres">
      <dgm:prSet presAssocID="{31DFDB5C-84FA-493F-B67F-560457B16376}" presName="spaceRect" presStyleCnt="0"/>
      <dgm:spPr/>
    </dgm:pt>
    <dgm:pt modelId="{F2440C7F-CC1A-4A14-9B6A-63ACA3FD48C2}" type="pres">
      <dgm:prSet presAssocID="{31DFDB5C-84FA-493F-B67F-560457B16376}" presName="parTx" presStyleLbl="revTx" presStyleIdx="1" presStyleCnt="5">
        <dgm:presLayoutVars>
          <dgm:chMax val="0"/>
          <dgm:chPref val="0"/>
        </dgm:presLayoutVars>
      </dgm:prSet>
      <dgm:spPr/>
    </dgm:pt>
    <dgm:pt modelId="{E81F3541-7C68-41B9-BC3A-B55783EC0D37}" type="pres">
      <dgm:prSet presAssocID="{98BAC6FC-37B3-423D-A373-AC6C90CD1D53}" presName="sibTrans" presStyleCnt="0"/>
      <dgm:spPr/>
    </dgm:pt>
    <dgm:pt modelId="{36E581A3-0C09-4DD3-92EB-A3EB060E02EC}" type="pres">
      <dgm:prSet presAssocID="{35F687BF-6C0D-4B6B-BBDD-6A0E6796149C}" presName="compNode" presStyleCnt="0"/>
      <dgm:spPr/>
    </dgm:pt>
    <dgm:pt modelId="{A54BD2A5-25B3-49A5-9707-909317391DE0}" type="pres">
      <dgm:prSet presAssocID="{35F687BF-6C0D-4B6B-BBDD-6A0E6796149C}" presName="bgRect" presStyleLbl="bgShp" presStyleIdx="2" presStyleCnt="5"/>
      <dgm:spPr/>
    </dgm:pt>
    <dgm:pt modelId="{D420640A-EA0C-45F4-AFA4-F873096466E4}" type="pres">
      <dgm:prSet presAssocID="{35F687BF-6C0D-4B6B-BBDD-6A0E6796149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70DC85-88D3-46F9-99A0-C502A8D38A14}" type="pres">
      <dgm:prSet presAssocID="{35F687BF-6C0D-4B6B-BBDD-6A0E6796149C}" presName="spaceRect" presStyleCnt="0"/>
      <dgm:spPr/>
    </dgm:pt>
    <dgm:pt modelId="{8B3C56E6-7AE7-4A16-83FE-0DCB12EFE2F1}" type="pres">
      <dgm:prSet presAssocID="{35F687BF-6C0D-4B6B-BBDD-6A0E6796149C}" presName="parTx" presStyleLbl="revTx" presStyleIdx="2" presStyleCnt="5">
        <dgm:presLayoutVars>
          <dgm:chMax val="0"/>
          <dgm:chPref val="0"/>
        </dgm:presLayoutVars>
      </dgm:prSet>
      <dgm:spPr/>
    </dgm:pt>
    <dgm:pt modelId="{93597233-7D2E-45CA-BF36-9393D1FF9730}" type="pres">
      <dgm:prSet presAssocID="{72C64576-6EFF-4F16-A9B2-4D50A11E9088}" presName="sibTrans" presStyleCnt="0"/>
      <dgm:spPr/>
    </dgm:pt>
    <dgm:pt modelId="{EEE3B1A0-CDF6-4079-9532-03BCB0504911}" type="pres">
      <dgm:prSet presAssocID="{13D938BF-51CC-49E2-A64E-9A5573AE063F}" presName="compNode" presStyleCnt="0"/>
      <dgm:spPr/>
    </dgm:pt>
    <dgm:pt modelId="{21EEF894-B57C-48E9-877D-47ECE3D645B5}" type="pres">
      <dgm:prSet presAssocID="{13D938BF-51CC-49E2-A64E-9A5573AE063F}" presName="bgRect" presStyleLbl="bgShp" presStyleIdx="3" presStyleCnt="5"/>
      <dgm:spPr/>
    </dgm:pt>
    <dgm:pt modelId="{309F4ECC-300F-4136-865F-3930F693592D}" type="pres">
      <dgm:prSet presAssocID="{13D938BF-51CC-49E2-A64E-9A5573AE063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4B5A3A5-A40E-4E0D-811A-F8A01E308ACE}" type="pres">
      <dgm:prSet presAssocID="{13D938BF-51CC-49E2-A64E-9A5573AE063F}" presName="spaceRect" presStyleCnt="0"/>
      <dgm:spPr/>
    </dgm:pt>
    <dgm:pt modelId="{0B82594C-9773-46E6-BDA4-F3885DEF9011}" type="pres">
      <dgm:prSet presAssocID="{13D938BF-51CC-49E2-A64E-9A5573AE063F}" presName="parTx" presStyleLbl="revTx" presStyleIdx="3" presStyleCnt="5">
        <dgm:presLayoutVars>
          <dgm:chMax val="0"/>
          <dgm:chPref val="0"/>
        </dgm:presLayoutVars>
      </dgm:prSet>
      <dgm:spPr/>
    </dgm:pt>
    <dgm:pt modelId="{73E99757-1F53-4930-8E28-1FEE71E82304}" type="pres">
      <dgm:prSet presAssocID="{906E6CF2-A592-4EC5-ACEF-C352ECFBC1E7}" presName="sibTrans" presStyleCnt="0"/>
      <dgm:spPr/>
    </dgm:pt>
    <dgm:pt modelId="{7C2DA742-4118-412A-9F96-905E9527605F}" type="pres">
      <dgm:prSet presAssocID="{FA39EBB2-E2E5-43E3-996A-93D51F60E479}" presName="compNode" presStyleCnt="0"/>
      <dgm:spPr/>
    </dgm:pt>
    <dgm:pt modelId="{C965F317-AE2D-4ECD-8CA3-51632F61D0B6}" type="pres">
      <dgm:prSet presAssocID="{FA39EBB2-E2E5-43E3-996A-93D51F60E479}" presName="bgRect" presStyleLbl="bgShp" presStyleIdx="4" presStyleCnt="5"/>
      <dgm:spPr/>
    </dgm:pt>
    <dgm:pt modelId="{ED4A7092-ED3C-4FDF-BE20-DE202D921566}" type="pres">
      <dgm:prSet presAssocID="{FA39EBB2-E2E5-43E3-996A-93D51F60E47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lder"/>
        </a:ext>
      </dgm:extLst>
    </dgm:pt>
    <dgm:pt modelId="{97527E18-4311-41B6-B4DB-B509C47ABA2C}" type="pres">
      <dgm:prSet presAssocID="{FA39EBB2-E2E5-43E3-996A-93D51F60E479}" presName="spaceRect" presStyleCnt="0"/>
      <dgm:spPr/>
    </dgm:pt>
    <dgm:pt modelId="{495DD6E3-99D7-4C60-B519-DB812A04BB02}" type="pres">
      <dgm:prSet presAssocID="{FA39EBB2-E2E5-43E3-996A-93D51F60E47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A6CD0C-A735-49C9-B8F5-B85A2D02B832}" type="presOf" srcId="{83D4108D-A576-443B-970C-84DB3C547CFA}" destId="{205BC790-7A0F-47EC-8CFB-7B92DA899601}" srcOrd="0" destOrd="0" presId="urn:microsoft.com/office/officeart/2018/2/layout/IconVerticalSolidList"/>
    <dgm:cxn modelId="{57144312-2819-46DD-8086-FACCE42481C4}" srcId="{545D7004-10A5-471C-BB80-C0B61ADFAD6C}" destId="{FA39EBB2-E2E5-43E3-996A-93D51F60E479}" srcOrd="4" destOrd="0" parTransId="{B2794BDF-EEFC-493F-8C4C-C9DE042322DF}" sibTransId="{B77AC108-4E00-418E-89BC-9E1CAD25BF0B}"/>
    <dgm:cxn modelId="{86881617-1188-425A-8E85-C558A0EA3FE1}" srcId="{545D7004-10A5-471C-BB80-C0B61ADFAD6C}" destId="{31DFDB5C-84FA-493F-B67F-560457B16376}" srcOrd="1" destOrd="0" parTransId="{2C131EE9-B119-4A87-9DA0-48EB114A37D5}" sibTransId="{98BAC6FC-37B3-423D-A373-AC6C90CD1D53}"/>
    <dgm:cxn modelId="{D9389733-F69F-4F0D-8804-EEF928C86A11}" srcId="{545D7004-10A5-471C-BB80-C0B61ADFAD6C}" destId="{83D4108D-A576-443B-970C-84DB3C547CFA}" srcOrd="0" destOrd="0" parTransId="{980FCF50-9AE2-4CC7-959D-17709AB2C27A}" sibTransId="{4258F9EF-9682-40EE-8747-5B27558BA3C0}"/>
    <dgm:cxn modelId="{1612F434-90F0-4E15-9799-A0F1A1A349FC}" type="presOf" srcId="{FA39EBB2-E2E5-43E3-996A-93D51F60E479}" destId="{495DD6E3-99D7-4C60-B519-DB812A04BB02}" srcOrd="0" destOrd="0" presId="urn:microsoft.com/office/officeart/2018/2/layout/IconVerticalSolidList"/>
    <dgm:cxn modelId="{623C3037-23BA-4EF1-AB1D-88C1F76A32D4}" srcId="{545D7004-10A5-471C-BB80-C0B61ADFAD6C}" destId="{35F687BF-6C0D-4B6B-BBDD-6A0E6796149C}" srcOrd="2" destOrd="0" parTransId="{D0517656-8793-43EE-8458-4B9FDF11D995}" sibTransId="{72C64576-6EFF-4F16-A9B2-4D50A11E9088}"/>
    <dgm:cxn modelId="{CE579F3E-66E4-4BD0-93B1-FFADC869D530}" type="presOf" srcId="{13D938BF-51CC-49E2-A64E-9A5573AE063F}" destId="{0B82594C-9773-46E6-BDA4-F3885DEF9011}" srcOrd="0" destOrd="0" presId="urn:microsoft.com/office/officeart/2018/2/layout/IconVerticalSolidList"/>
    <dgm:cxn modelId="{54703686-5220-4575-B9B2-12F0C26F4FA9}" type="presOf" srcId="{31DFDB5C-84FA-493F-B67F-560457B16376}" destId="{F2440C7F-CC1A-4A14-9B6A-63ACA3FD48C2}" srcOrd="0" destOrd="0" presId="urn:microsoft.com/office/officeart/2018/2/layout/IconVerticalSolidList"/>
    <dgm:cxn modelId="{818F9690-3298-46ED-BE95-C712791C1FA7}" type="presOf" srcId="{35F687BF-6C0D-4B6B-BBDD-6A0E6796149C}" destId="{8B3C56E6-7AE7-4A16-83FE-0DCB12EFE2F1}" srcOrd="0" destOrd="0" presId="urn:microsoft.com/office/officeart/2018/2/layout/IconVerticalSolidList"/>
    <dgm:cxn modelId="{7F2286A6-3A0D-4E0B-A83E-1385E697A9AF}" srcId="{545D7004-10A5-471C-BB80-C0B61ADFAD6C}" destId="{13D938BF-51CC-49E2-A64E-9A5573AE063F}" srcOrd="3" destOrd="0" parTransId="{D0A14060-C85C-4A8B-9F72-410F2B25D975}" sibTransId="{906E6CF2-A592-4EC5-ACEF-C352ECFBC1E7}"/>
    <dgm:cxn modelId="{4E6839A8-2419-49CE-BBB1-D2D9198C4692}" type="presOf" srcId="{545D7004-10A5-471C-BB80-C0B61ADFAD6C}" destId="{8C1076B1-9426-4FA3-AE31-6EF3949A2DD1}" srcOrd="0" destOrd="0" presId="urn:microsoft.com/office/officeart/2018/2/layout/IconVerticalSolidList"/>
    <dgm:cxn modelId="{CBEBC712-BC73-444B-88BB-5D2B3068E756}" type="presParOf" srcId="{8C1076B1-9426-4FA3-AE31-6EF3949A2DD1}" destId="{89853279-9D04-411B-9996-460C95C6FC31}" srcOrd="0" destOrd="0" presId="urn:microsoft.com/office/officeart/2018/2/layout/IconVerticalSolidList"/>
    <dgm:cxn modelId="{EEC5444F-E693-474A-A9DA-26240BBB0056}" type="presParOf" srcId="{89853279-9D04-411B-9996-460C95C6FC31}" destId="{9C4408FC-A421-4148-8016-61CE85D2D90E}" srcOrd="0" destOrd="0" presId="urn:microsoft.com/office/officeart/2018/2/layout/IconVerticalSolidList"/>
    <dgm:cxn modelId="{201B2B15-C64F-40C8-AE80-0BD1EECA0FF2}" type="presParOf" srcId="{89853279-9D04-411B-9996-460C95C6FC31}" destId="{EADC3DC3-8677-4005-826C-74907A38CB38}" srcOrd="1" destOrd="0" presId="urn:microsoft.com/office/officeart/2018/2/layout/IconVerticalSolidList"/>
    <dgm:cxn modelId="{7D93885D-1205-4C95-B639-48329277E848}" type="presParOf" srcId="{89853279-9D04-411B-9996-460C95C6FC31}" destId="{9C9AEADD-0546-4C8B-A742-AEB0EF51720F}" srcOrd="2" destOrd="0" presId="urn:microsoft.com/office/officeart/2018/2/layout/IconVerticalSolidList"/>
    <dgm:cxn modelId="{53D23C52-5A8E-4D47-BF8C-BA57138342A3}" type="presParOf" srcId="{89853279-9D04-411B-9996-460C95C6FC31}" destId="{205BC790-7A0F-47EC-8CFB-7B92DA899601}" srcOrd="3" destOrd="0" presId="urn:microsoft.com/office/officeart/2018/2/layout/IconVerticalSolidList"/>
    <dgm:cxn modelId="{1D73E568-BBC3-4BD9-A85E-9F205D2C1C3B}" type="presParOf" srcId="{8C1076B1-9426-4FA3-AE31-6EF3949A2DD1}" destId="{EE883425-1B4B-473E-B6ED-2386351D0B69}" srcOrd="1" destOrd="0" presId="urn:microsoft.com/office/officeart/2018/2/layout/IconVerticalSolidList"/>
    <dgm:cxn modelId="{09CBA3A9-B7EB-451B-99A9-8AFB64D99D06}" type="presParOf" srcId="{8C1076B1-9426-4FA3-AE31-6EF3949A2DD1}" destId="{CEBB2914-87C4-4E6B-B328-E7E0D4CDEAC9}" srcOrd="2" destOrd="0" presId="urn:microsoft.com/office/officeart/2018/2/layout/IconVerticalSolidList"/>
    <dgm:cxn modelId="{20558112-43F7-438A-A029-1155E9D3259D}" type="presParOf" srcId="{CEBB2914-87C4-4E6B-B328-E7E0D4CDEAC9}" destId="{D55FD671-5281-4F39-AE11-0E9BAD41579E}" srcOrd="0" destOrd="0" presId="urn:microsoft.com/office/officeart/2018/2/layout/IconVerticalSolidList"/>
    <dgm:cxn modelId="{6066E3EA-FF25-4CF0-BEF9-DBD5FD0D3D14}" type="presParOf" srcId="{CEBB2914-87C4-4E6B-B328-E7E0D4CDEAC9}" destId="{8196D15E-4A61-4ECC-8671-854B5869EBB8}" srcOrd="1" destOrd="0" presId="urn:microsoft.com/office/officeart/2018/2/layout/IconVerticalSolidList"/>
    <dgm:cxn modelId="{1F5952F4-E77C-4352-B5D1-1F0E8313B1BE}" type="presParOf" srcId="{CEBB2914-87C4-4E6B-B328-E7E0D4CDEAC9}" destId="{E56DB1AD-AF1D-41DC-9A2F-EC3DF1368AEB}" srcOrd="2" destOrd="0" presId="urn:microsoft.com/office/officeart/2018/2/layout/IconVerticalSolidList"/>
    <dgm:cxn modelId="{002D3D44-1E20-4E9A-BCB3-B26AF5A315E4}" type="presParOf" srcId="{CEBB2914-87C4-4E6B-B328-E7E0D4CDEAC9}" destId="{F2440C7F-CC1A-4A14-9B6A-63ACA3FD48C2}" srcOrd="3" destOrd="0" presId="urn:microsoft.com/office/officeart/2018/2/layout/IconVerticalSolidList"/>
    <dgm:cxn modelId="{494ACE86-9FCB-4E52-A3C8-E2BE2FEDC3C0}" type="presParOf" srcId="{8C1076B1-9426-4FA3-AE31-6EF3949A2DD1}" destId="{E81F3541-7C68-41B9-BC3A-B55783EC0D37}" srcOrd="3" destOrd="0" presId="urn:microsoft.com/office/officeart/2018/2/layout/IconVerticalSolidList"/>
    <dgm:cxn modelId="{0BCB052E-F3AE-48E6-A5CE-F018C73BBBC2}" type="presParOf" srcId="{8C1076B1-9426-4FA3-AE31-6EF3949A2DD1}" destId="{36E581A3-0C09-4DD3-92EB-A3EB060E02EC}" srcOrd="4" destOrd="0" presId="urn:microsoft.com/office/officeart/2018/2/layout/IconVerticalSolidList"/>
    <dgm:cxn modelId="{0C964355-A09C-444B-9F69-AEEBC7304F7C}" type="presParOf" srcId="{36E581A3-0C09-4DD3-92EB-A3EB060E02EC}" destId="{A54BD2A5-25B3-49A5-9707-909317391DE0}" srcOrd="0" destOrd="0" presId="urn:microsoft.com/office/officeart/2018/2/layout/IconVerticalSolidList"/>
    <dgm:cxn modelId="{3CC97106-F83D-455E-87C2-A53B65D6B696}" type="presParOf" srcId="{36E581A3-0C09-4DD3-92EB-A3EB060E02EC}" destId="{D420640A-EA0C-45F4-AFA4-F873096466E4}" srcOrd="1" destOrd="0" presId="urn:microsoft.com/office/officeart/2018/2/layout/IconVerticalSolidList"/>
    <dgm:cxn modelId="{5B4FC637-61DC-4200-AF7F-C9F536565641}" type="presParOf" srcId="{36E581A3-0C09-4DD3-92EB-A3EB060E02EC}" destId="{0270DC85-88D3-46F9-99A0-C502A8D38A14}" srcOrd="2" destOrd="0" presId="urn:microsoft.com/office/officeart/2018/2/layout/IconVerticalSolidList"/>
    <dgm:cxn modelId="{67E55647-4DFA-4463-A935-B7F916D6365B}" type="presParOf" srcId="{36E581A3-0C09-4DD3-92EB-A3EB060E02EC}" destId="{8B3C56E6-7AE7-4A16-83FE-0DCB12EFE2F1}" srcOrd="3" destOrd="0" presId="urn:microsoft.com/office/officeart/2018/2/layout/IconVerticalSolidList"/>
    <dgm:cxn modelId="{27F5184D-6501-412C-9361-229CA7AF0BC7}" type="presParOf" srcId="{8C1076B1-9426-4FA3-AE31-6EF3949A2DD1}" destId="{93597233-7D2E-45CA-BF36-9393D1FF9730}" srcOrd="5" destOrd="0" presId="urn:microsoft.com/office/officeart/2018/2/layout/IconVerticalSolidList"/>
    <dgm:cxn modelId="{E2C7475B-1F6C-422C-8473-6D76F33C584D}" type="presParOf" srcId="{8C1076B1-9426-4FA3-AE31-6EF3949A2DD1}" destId="{EEE3B1A0-CDF6-4079-9532-03BCB0504911}" srcOrd="6" destOrd="0" presId="urn:microsoft.com/office/officeart/2018/2/layout/IconVerticalSolidList"/>
    <dgm:cxn modelId="{7D0F4412-A54D-475A-B032-609EB47CCDF0}" type="presParOf" srcId="{EEE3B1A0-CDF6-4079-9532-03BCB0504911}" destId="{21EEF894-B57C-48E9-877D-47ECE3D645B5}" srcOrd="0" destOrd="0" presId="urn:microsoft.com/office/officeart/2018/2/layout/IconVerticalSolidList"/>
    <dgm:cxn modelId="{0AC02071-413E-4D63-B766-849597757EFA}" type="presParOf" srcId="{EEE3B1A0-CDF6-4079-9532-03BCB0504911}" destId="{309F4ECC-300F-4136-865F-3930F693592D}" srcOrd="1" destOrd="0" presId="urn:microsoft.com/office/officeart/2018/2/layout/IconVerticalSolidList"/>
    <dgm:cxn modelId="{50AFC938-A634-43AA-8837-CDC71B6D984B}" type="presParOf" srcId="{EEE3B1A0-CDF6-4079-9532-03BCB0504911}" destId="{04B5A3A5-A40E-4E0D-811A-F8A01E308ACE}" srcOrd="2" destOrd="0" presId="urn:microsoft.com/office/officeart/2018/2/layout/IconVerticalSolidList"/>
    <dgm:cxn modelId="{20ADEF4F-FE6B-4329-A954-A646855B6E8D}" type="presParOf" srcId="{EEE3B1A0-CDF6-4079-9532-03BCB0504911}" destId="{0B82594C-9773-46E6-BDA4-F3885DEF9011}" srcOrd="3" destOrd="0" presId="urn:microsoft.com/office/officeart/2018/2/layout/IconVerticalSolidList"/>
    <dgm:cxn modelId="{5BEDAC4A-5281-4E9D-B6EF-D50850178136}" type="presParOf" srcId="{8C1076B1-9426-4FA3-AE31-6EF3949A2DD1}" destId="{73E99757-1F53-4930-8E28-1FEE71E82304}" srcOrd="7" destOrd="0" presId="urn:microsoft.com/office/officeart/2018/2/layout/IconVerticalSolidList"/>
    <dgm:cxn modelId="{E97975E9-9559-4813-B444-3262E422001F}" type="presParOf" srcId="{8C1076B1-9426-4FA3-AE31-6EF3949A2DD1}" destId="{7C2DA742-4118-412A-9F96-905E9527605F}" srcOrd="8" destOrd="0" presId="urn:microsoft.com/office/officeart/2018/2/layout/IconVerticalSolidList"/>
    <dgm:cxn modelId="{38D0D770-EFEF-4BDA-80F3-0ACF33EFA9AE}" type="presParOf" srcId="{7C2DA742-4118-412A-9F96-905E9527605F}" destId="{C965F317-AE2D-4ECD-8CA3-51632F61D0B6}" srcOrd="0" destOrd="0" presId="urn:microsoft.com/office/officeart/2018/2/layout/IconVerticalSolidList"/>
    <dgm:cxn modelId="{E38B7F36-02DA-429A-9274-5FE4963181F0}" type="presParOf" srcId="{7C2DA742-4118-412A-9F96-905E9527605F}" destId="{ED4A7092-ED3C-4FDF-BE20-DE202D921566}" srcOrd="1" destOrd="0" presId="urn:microsoft.com/office/officeart/2018/2/layout/IconVerticalSolidList"/>
    <dgm:cxn modelId="{7C311BB5-BABB-4881-A592-24FC550D8B3D}" type="presParOf" srcId="{7C2DA742-4118-412A-9F96-905E9527605F}" destId="{97527E18-4311-41B6-B4DB-B509C47ABA2C}" srcOrd="2" destOrd="0" presId="urn:microsoft.com/office/officeart/2018/2/layout/IconVerticalSolidList"/>
    <dgm:cxn modelId="{122A21BC-43FB-4B1D-9025-E29AC114112F}" type="presParOf" srcId="{7C2DA742-4118-412A-9F96-905E9527605F}" destId="{495DD6E3-99D7-4C60-B519-DB812A04BB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921E68-1C5E-4EC2-8B93-30AE996C319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13E59F-2B4A-4365-A011-9723FE5B8706}">
      <dgm:prSet/>
      <dgm:spPr/>
      <dgm:t>
        <a:bodyPr/>
        <a:lstStyle/>
        <a:p>
          <a:r>
            <a:rPr lang="en-US" b="1" i="0" baseline="0"/>
            <a:t>RRAS = Routing and Remote Access Service</a:t>
          </a:r>
          <a:endParaRPr lang="en-US"/>
        </a:p>
      </dgm:t>
    </dgm:pt>
    <dgm:pt modelId="{3386C7C1-BDF0-48AF-85C8-78D75E1949F0}" type="parTrans" cxnId="{44620D75-5293-4E90-B00D-77FCC27C4FAE}">
      <dgm:prSet/>
      <dgm:spPr/>
      <dgm:t>
        <a:bodyPr/>
        <a:lstStyle/>
        <a:p>
          <a:endParaRPr lang="en-US"/>
        </a:p>
      </dgm:t>
    </dgm:pt>
    <dgm:pt modelId="{8D253278-3F97-49D3-B6B4-3935B313A59D}" type="sibTrans" cxnId="{44620D75-5293-4E90-B00D-77FCC27C4FAE}">
      <dgm:prSet/>
      <dgm:spPr/>
      <dgm:t>
        <a:bodyPr/>
        <a:lstStyle/>
        <a:p>
          <a:endParaRPr lang="en-US"/>
        </a:p>
      </dgm:t>
    </dgm:pt>
    <dgm:pt modelId="{20980C5C-8B52-45BB-A2A8-32BD550CEC30}">
      <dgm:prSet/>
      <dgm:spPr/>
      <dgm:t>
        <a:bodyPr/>
        <a:lstStyle/>
        <a:p>
          <a:r>
            <a:rPr lang="en-US" b="1" i="0" baseline="0"/>
            <a:t>Provides network routing between different networks</a:t>
          </a:r>
          <a:endParaRPr lang="en-US"/>
        </a:p>
      </dgm:t>
    </dgm:pt>
    <dgm:pt modelId="{9AA3A5B7-D197-4DDA-B01B-45F2EC368AAE}" type="parTrans" cxnId="{706D4255-9A33-4F1B-8A5F-0A728FBF0542}">
      <dgm:prSet/>
      <dgm:spPr/>
      <dgm:t>
        <a:bodyPr/>
        <a:lstStyle/>
        <a:p>
          <a:endParaRPr lang="en-US"/>
        </a:p>
      </dgm:t>
    </dgm:pt>
    <dgm:pt modelId="{B154F71F-DC17-4E07-A2AE-C79543BD1C1A}" type="sibTrans" cxnId="{706D4255-9A33-4F1B-8A5F-0A728FBF0542}">
      <dgm:prSet/>
      <dgm:spPr/>
      <dgm:t>
        <a:bodyPr/>
        <a:lstStyle/>
        <a:p>
          <a:endParaRPr lang="en-US"/>
        </a:p>
      </dgm:t>
    </dgm:pt>
    <dgm:pt modelId="{FFE5C569-E4C5-4591-B13A-A73E5C212B41}">
      <dgm:prSet/>
      <dgm:spPr/>
      <dgm:t>
        <a:bodyPr/>
        <a:lstStyle/>
        <a:p>
          <a:r>
            <a:rPr lang="en-US" b="1" i="0" baseline="0"/>
            <a:t>Provides remote access to authorized users</a:t>
          </a:r>
          <a:endParaRPr lang="en-US"/>
        </a:p>
      </dgm:t>
    </dgm:pt>
    <dgm:pt modelId="{C32C6F69-17AB-45EB-B60B-D5AEB43E3E4B}" type="parTrans" cxnId="{04773790-FF4F-497F-93B0-82206DCCD4E8}">
      <dgm:prSet/>
      <dgm:spPr/>
      <dgm:t>
        <a:bodyPr/>
        <a:lstStyle/>
        <a:p>
          <a:endParaRPr lang="en-US"/>
        </a:p>
      </dgm:t>
    </dgm:pt>
    <dgm:pt modelId="{69F1C899-55AF-4A01-8E5A-A4BD3420DDCD}" type="sibTrans" cxnId="{04773790-FF4F-497F-93B0-82206DCCD4E8}">
      <dgm:prSet/>
      <dgm:spPr/>
      <dgm:t>
        <a:bodyPr/>
        <a:lstStyle/>
        <a:p>
          <a:endParaRPr lang="en-US"/>
        </a:p>
      </dgm:t>
    </dgm:pt>
    <dgm:pt modelId="{6523A6BB-4E17-4821-B404-ECE2BB448EA6}">
      <dgm:prSet/>
      <dgm:spPr/>
      <dgm:t>
        <a:bodyPr/>
        <a:lstStyle/>
        <a:p>
          <a:r>
            <a:rPr lang="en-US" b="1" i="0" baseline="0"/>
            <a:t>Common uses: remote employees, branch offices, and mobile users</a:t>
          </a:r>
          <a:endParaRPr lang="en-US"/>
        </a:p>
      </dgm:t>
    </dgm:pt>
    <dgm:pt modelId="{164A0107-92EE-4035-B134-C4B8CB1D084D}" type="parTrans" cxnId="{A1D8BB64-288C-480A-AC66-7C561C292160}">
      <dgm:prSet/>
      <dgm:spPr/>
      <dgm:t>
        <a:bodyPr/>
        <a:lstStyle/>
        <a:p>
          <a:endParaRPr lang="en-US"/>
        </a:p>
      </dgm:t>
    </dgm:pt>
    <dgm:pt modelId="{0D12CB17-1D86-46D9-AC22-99410F52B2B9}" type="sibTrans" cxnId="{A1D8BB64-288C-480A-AC66-7C561C292160}">
      <dgm:prSet/>
      <dgm:spPr/>
      <dgm:t>
        <a:bodyPr/>
        <a:lstStyle/>
        <a:p>
          <a:endParaRPr lang="en-US"/>
        </a:p>
      </dgm:t>
    </dgm:pt>
    <dgm:pt modelId="{52DCD77E-53A6-477A-9EF8-ECB58228EA99}">
      <dgm:prSet/>
      <dgm:spPr/>
      <dgm:t>
        <a:bodyPr/>
        <a:lstStyle/>
        <a:p>
          <a:r>
            <a:rPr lang="en-US" b="1" i="0" baseline="0"/>
            <a:t>Administrators configure routing, secure communication, and access control</a:t>
          </a:r>
          <a:endParaRPr lang="en-US"/>
        </a:p>
      </dgm:t>
    </dgm:pt>
    <dgm:pt modelId="{7479DD76-A699-4C7B-BD54-55AB5D3691AB}" type="parTrans" cxnId="{B5EE3744-D224-4E72-B9AE-F496FA87CD1C}">
      <dgm:prSet/>
      <dgm:spPr/>
      <dgm:t>
        <a:bodyPr/>
        <a:lstStyle/>
        <a:p>
          <a:endParaRPr lang="en-US"/>
        </a:p>
      </dgm:t>
    </dgm:pt>
    <dgm:pt modelId="{AED0E35A-0BCD-4AAA-A60C-538D6DC51099}" type="sibTrans" cxnId="{B5EE3744-D224-4E72-B9AE-F496FA87CD1C}">
      <dgm:prSet/>
      <dgm:spPr/>
      <dgm:t>
        <a:bodyPr/>
        <a:lstStyle/>
        <a:p>
          <a:endParaRPr lang="en-US"/>
        </a:p>
      </dgm:t>
    </dgm:pt>
    <dgm:pt modelId="{41755334-5A0B-435A-B5FF-A241C3A3241A}">
      <dgm:prSet/>
      <dgm:spPr/>
      <dgm:t>
        <a:bodyPr/>
        <a:lstStyle/>
        <a:p>
          <a:r>
            <a:rPr lang="en-US" b="1" i="0" baseline="0"/>
            <a:t>Routing example: Network A → RRAS → Network B</a:t>
          </a:r>
          <a:endParaRPr lang="en-US"/>
        </a:p>
      </dgm:t>
    </dgm:pt>
    <dgm:pt modelId="{8540AF56-6569-48B1-A190-B21EE228FEB0}" type="parTrans" cxnId="{A2655ED9-100C-4541-86DC-51739780F7B5}">
      <dgm:prSet/>
      <dgm:spPr/>
      <dgm:t>
        <a:bodyPr/>
        <a:lstStyle/>
        <a:p>
          <a:endParaRPr lang="en-US"/>
        </a:p>
      </dgm:t>
    </dgm:pt>
    <dgm:pt modelId="{9E99FA7E-A5C7-49A1-A2F0-E30786012C28}" type="sibTrans" cxnId="{A2655ED9-100C-4541-86DC-51739780F7B5}">
      <dgm:prSet/>
      <dgm:spPr/>
      <dgm:t>
        <a:bodyPr/>
        <a:lstStyle/>
        <a:p>
          <a:endParaRPr lang="en-US"/>
        </a:p>
      </dgm:t>
    </dgm:pt>
    <dgm:pt modelId="{538318AF-3C01-4B75-A773-BD745ED820B7}">
      <dgm:prSet/>
      <dgm:spPr/>
      <dgm:t>
        <a:bodyPr/>
        <a:lstStyle/>
        <a:p>
          <a:r>
            <a:rPr lang="en-US" b="1" i="0" baseline="0"/>
            <a:t>Remote access example: Remote User → Secure Connection → RRAS → Internal Network</a:t>
          </a:r>
          <a:endParaRPr lang="en-US"/>
        </a:p>
      </dgm:t>
    </dgm:pt>
    <dgm:pt modelId="{6920D303-BFDB-44EF-9A64-AF80711D2F33}" type="parTrans" cxnId="{B7B167FB-C970-4B20-AD2F-87DA035D2206}">
      <dgm:prSet/>
      <dgm:spPr/>
      <dgm:t>
        <a:bodyPr/>
        <a:lstStyle/>
        <a:p>
          <a:endParaRPr lang="en-US"/>
        </a:p>
      </dgm:t>
    </dgm:pt>
    <dgm:pt modelId="{BA93F1C4-BAE6-4CC3-BD9E-816586D8B623}" type="sibTrans" cxnId="{B7B167FB-C970-4B20-AD2F-87DA035D2206}">
      <dgm:prSet/>
      <dgm:spPr/>
      <dgm:t>
        <a:bodyPr/>
        <a:lstStyle/>
        <a:p>
          <a:endParaRPr lang="en-US"/>
        </a:p>
      </dgm:t>
    </dgm:pt>
    <dgm:pt modelId="{11EBF7A3-1CD7-4BC4-BD4A-42BFB5194268}" type="pres">
      <dgm:prSet presAssocID="{98921E68-1C5E-4EC2-8B93-30AE996C3190}" presName="vert0" presStyleCnt="0">
        <dgm:presLayoutVars>
          <dgm:dir/>
          <dgm:animOne val="branch"/>
          <dgm:animLvl val="lvl"/>
        </dgm:presLayoutVars>
      </dgm:prSet>
      <dgm:spPr/>
    </dgm:pt>
    <dgm:pt modelId="{7812062D-7690-431C-AC87-B79830D3B9C9}" type="pres">
      <dgm:prSet presAssocID="{C413E59F-2B4A-4365-A011-9723FE5B8706}" presName="thickLine" presStyleLbl="alignNode1" presStyleIdx="0" presStyleCnt="7"/>
      <dgm:spPr/>
    </dgm:pt>
    <dgm:pt modelId="{927024D5-3AEB-41A0-A76E-C57BB674522B}" type="pres">
      <dgm:prSet presAssocID="{C413E59F-2B4A-4365-A011-9723FE5B8706}" presName="horz1" presStyleCnt="0"/>
      <dgm:spPr/>
    </dgm:pt>
    <dgm:pt modelId="{310BA877-1B08-495A-A67C-00F5A52A2D74}" type="pres">
      <dgm:prSet presAssocID="{C413E59F-2B4A-4365-A011-9723FE5B8706}" presName="tx1" presStyleLbl="revTx" presStyleIdx="0" presStyleCnt="7"/>
      <dgm:spPr/>
    </dgm:pt>
    <dgm:pt modelId="{CB0EC70B-B38A-4519-A96B-30546EB85097}" type="pres">
      <dgm:prSet presAssocID="{C413E59F-2B4A-4365-A011-9723FE5B8706}" presName="vert1" presStyleCnt="0"/>
      <dgm:spPr/>
    </dgm:pt>
    <dgm:pt modelId="{A251CF96-51C4-4635-AA42-D00096AA3455}" type="pres">
      <dgm:prSet presAssocID="{20980C5C-8B52-45BB-A2A8-32BD550CEC30}" presName="thickLine" presStyleLbl="alignNode1" presStyleIdx="1" presStyleCnt="7"/>
      <dgm:spPr/>
    </dgm:pt>
    <dgm:pt modelId="{0D5B77D3-4A3D-40FE-80E5-494AE9579869}" type="pres">
      <dgm:prSet presAssocID="{20980C5C-8B52-45BB-A2A8-32BD550CEC30}" presName="horz1" presStyleCnt="0"/>
      <dgm:spPr/>
    </dgm:pt>
    <dgm:pt modelId="{492EA086-70C0-42BC-8689-14F79B5ADC5C}" type="pres">
      <dgm:prSet presAssocID="{20980C5C-8B52-45BB-A2A8-32BD550CEC30}" presName="tx1" presStyleLbl="revTx" presStyleIdx="1" presStyleCnt="7"/>
      <dgm:spPr/>
    </dgm:pt>
    <dgm:pt modelId="{5232AC56-0CA0-465D-B6DB-1FE40CF1F5A1}" type="pres">
      <dgm:prSet presAssocID="{20980C5C-8B52-45BB-A2A8-32BD550CEC30}" presName="vert1" presStyleCnt="0"/>
      <dgm:spPr/>
    </dgm:pt>
    <dgm:pt modelId="{3273216B-1012-470C-B3C0-E9E38DE30226}" type="pres">
      <dgm:prSet presAssocID="{FFE5C569-E4C5-4591-B13A-A73E5C212B41}" presName="thickLine" presStyleLbl="alignNode1" presStyleIdx="2" presStyleCnt="7"/>
      <dgm:spPr/>
    </dgm:pt>
    <dgm:pt modelId="{90C205ED-721F-4826-BCD3-ECB79E86959B}" type="pres">
      <dgm:prSet presAssocID="{FFE5C569-E4C5-4591-B13A-A73E5C212B41}" presName="horz1" presStyleCnt="0"/>
      <dgm:spPr/>
    </dgm:pt>
    <dgm:pt modelId="{01F0A512-3183-4960-B60A-A6906613687F}" type="pres">
      <dgm:prSet presAssocID="{FFE5C569-E4C5-4591-B13A-A73E5C212B41}" presName="tx1" presStyleLbl="revTx" presStyleIdx="2" presStyleCnt="7"/>
      <dgm:spPr/>
    </dgm:pt>
    <dgm:pt modelId="{DF5EE701-CF42-4D20-9A80-32D4277303A4}" type="pres">
      <dgm:prSet presAssocID="{FFE5C569-E4C5-4591-B13A-A73E5C212B41}" presName="vert1" presStyleCnt="0"/>
      <dgm:spPr/>
    </dgm:pt>
    <dgm:pt modelId="{69105851-2F2B-4234-8EF3-B798CFFDECA6}" type="pres">
      <dgm:prSet presAssocID="{6523A6BB-4E17-4821-B404-ECE2BB448EA6}" presName="thickLine" presStyleLbl="alignNode1" presStyleIdx="3" presStyleCnt="7"/>
      <dgm:spPr/>
    </dgm:pt>
    <dgm:pt modelId="{9133EE8D-1838-40FB-9E18-2F2D3176BFA1}" type="pres">
      <dgm:prSet presAssocID="{6523A6BB-4E17-4821-B404-ECE2BB448EA6}" presName="horz1" presStyleCnt="0"/>
      <dgm:spPr/>
    </dgm:pt>
    <dgm:pt modelId="{31CDF2EC-BA06-4E23-92EC-7DB6A36E5854}" type="pres">
      <dgm:prSet presAssocID="{6523A6BB-4E17-4821-B404-ECE2BB448EA6}" presName="tx1" presStyleLbl="revTx" presStyleIdx="3" presStyleCnt="7"/>
      <dgm:spPr/>
    </dgm:pt>
    <dgm:pt modelId="{6C73DBBE-66EA-4CFF-BD78-B005CACA3E98}" type="pres">
      <dgm:prSet presAssocID="{6523A6BB-4E17-4821-B404-ECE2BB448EA6}" presName="vert1" presStyleCnt="0"/>
      <dgm:spPr/>
    </dgm:pt>
    <dgm:pt modelId="{D7A32353-2B6D-439B-8947-C5C1BE0EEFCD}" type="pres">
      <dgm:prSet presAssocID="{52DCD77E-53A6-477A-9EF8-ECB58228EA99}" presName="thickLine" presStyleLbl="alignNode1" presStyleIdx="4" presStyleCnt="7"/>
      <dgm:spPr/>
    </dgm:pt>
    <dgm:pt modelId="{80A9B5E6-2853-45B9-BB2F-B918A461C12D}" type="pres">
      <dgm:prSet presAssocID="{52DCD77E-53A6-477A-9EF8-ECB58228EA99}" presName="horz1" presStyleCnt="0"/>
      <dgm:spPr/>
    </dgm:pt>
    <dgm:pt modelId="{0360527E-213F-4EFE-8D46-0DF8B104EB08}" type="pres">
      <dgm:prSet presAssocID="{52DCD77E-53A6-477A-9EF8-ECB58228EA99}" presName="tx1" presStyleLbl="revTx" presStyleIdx="4" presStyleCnt="7"/>
      <dgm:spPr/>
    </dgm:pt>
    <dgm:pt modelId="{9305471A-33D8-4E2E-A4ED-3D92397B171A}" type="pres">
      <dgm:prSet presAssocID="{52DCD77E-53A6-477A-9EF8-ECB58228EA99}" presName="vert1" presStyleCnt="0"/>
      <dgm:spPr/>
    </dgm:pt>
    <dgm:pt modelId="{B8491846-0B1E-4225-A10D-1DC3C70A3854}" type="pres">
      <dgm:prSet presAssocID="{41755334-5A0B-435A-B5FF-A241C3A3241A}" presName="thickLine" presStyleLbl="alignNode1" presStyleIdx="5" presStyleCnt="7"/>
      <dgm:spPr/>
    </dgm:pt>
    <dgm:pt modelId="{2886B4FF-A3A7-4D3E-856C-2B7BDF29A6A2}" type="pres">
      <dgm:prSet presAssocID="{41755334-5A0B-435A-B5FF-A241C3A3241A}" presName="horz1" presStyleCnt="0"/>
      <dgm:spPr/>
    </dgm:pt>
    <dgm:pt modelId="{808F19D8-D5BF-491E-B162-0A2AAA0CBD41}" type="pres">
      <dgm:prSet presAssocID="{41755334-5A0B-435A-B5FF-A241C3A3241A}" presName="tx1" presStyleLbl="revTx" presStyleIdx="5" presStyleCnt="7"/>
      <dgm:spPr/>
    </dgm:pt>
    <dgm:pt modelId="{DB6053A7-2EC4-4E91-8D08-DE8351EC0B61}" type="pres">
      <dgm:prSet presAssocID="{41755334-5A0B-435A-B5FF-A241C3A3241A}" presName="vert1" presStyleCnt="0"/>
      <dgm:spPr/>
    </dgm:pt>
    <dgm:pt modelId="{7C92D141-103D-4E1F-965E-7E288DCC2DAF}" type="pres">
      <dgm:prSet presAssocID="{538318AF-3C01-4B75-A773-BD745ED820B7}" presName="thickLine" presStyleLbl="alignNode1" presStyleIdx="6" presStyleCnt="7"/>
      <dgm:spPr/>
    </dgm:pt>
    <dgm:pt modelId="{16250B56-48D3-4200-8E72-E26B42D3CAA4}" type="pres">
      <dgm:prSet presAssocID="{538318AF-3C01-4B75-A773-BD745ED820B7}" presName="horz1" presStyleCnt="0"/>
      <dgm:spPr/>
    </dgm:pt>
    <dgm:pt modelId="{EC761B19-3A47-4FD5-B299-A96BFC6D42F2}" type="pres">
      <dgm:prSet presAssocID="{538318AF-3C01-4B75-A773-BD745ED820B7}" presName="tx1" presStyleLbl="revTx" presStyleIdx="6" presStyleCnt="7"/>
      <dgm:spPr/>
    </dgm:pt>
    <dgm:pt modelId="{2BDE33D6-185B-4D0B-9469-B3ED3C6B42A5}" type="pres">
      <dgm:prSet presAssocID="{538318AF-3C01-4B75-A773-BD745ED820B7}" presName="vert1" presStyleCnt="0"/>
      <dgm:spPr/>
    </dgm:pt>
  </dgm:ptLst>
  <dgm:cxnLst>
    <dgm:cxn modelId="{46823521-80A0-4C11-8AC0-2AEF8624C292}" type="presOf" srcId="{FFE5C569-E4C5-4591-B13A-A73E5C212B41}" destId="{01F0A512-3183-4960-B60A-A6906613687F}" srcOrd="0" destOrd="0" presId="urn:microsoft.com/office/officeart/2008/layout/LinedList"/>
    <dgm:cxn modelId="{3BAA772B-1E1F-4502-BE3E-C219F1E6DAE1}" type="presOf" srcId="{C413E59F-2B4A-4365-A011-9723FE5B8706}" destId="{310BA877-1B08-495A-A67C-00F5A52A2D74}" srcOrd="0" destOrd="0" presId="urn:microsoft.com/office/officeart/2008/layout/LinedList"/>
    <dgm:cxn modelId="{6215945C-D729-4017-AE26-076550AF90D9}" type="presOf" srcId="{538318AF-3C01-4B75-A773-BD745ED820B7}" destId="{EC761B19-3A47-4FD5-B299-A96BFC6D42F2}" srcOrd="0" destOrd="0" presId="urn:microsoft.com/office/officeart/2008/layout/LinedList"/>
    <dgm:cxn modelId="{B5EE3744-D224-4E72-B9AE-F496FA87CD1C}" srcId="{98921E68-1C5E-4EC2-8B93-30AE996C3190}" destId="{52DCD77E-53A6-477A-9EF8-ECB58228EA99}" srcOrd="4" destOrd="0" parTransId="{7479DD76-A699-4C7B-BD54-55AB5D3691AB}" sibTransId="{AED0E35A-0BCD-4AAA-A60C-538D6DC51099}"/>
    <dgm:cxn modelId="{A1D8BB64-288C-480A-AC66-7C561C292160}" srcId="{98921E68-1C5E-4EC2-8B93-30AE996C3190}" destId="{6523A6BB-4E17-4821-B404-ECE2BB448EA6}" srcOrd="3" destOrd="0" parTransId="{164A0107-92EE-4035-B134-C4B8CB1D084D}" sibTransId="{0D12CB17-1D86-46D9-AC22-99410F52B2B9}"/>
    <dgm:cxn modelId="{AAFEC467-8A8F-455B-9AD2-F9629BC29FD2}" type="presOf" srcId="{20980C5C-8B52-45BB-A2A8-32BD550CEC30}" destId="{492EA086-70C0-42BC-8689-14F79B5ADC5C}" srcOrd="0" destOrd="0" presId="urn:microsoft.com/office/officeart/2008/layout/LinedList"/>
    <dgm:cxn modelId="{BE95F670-6CFD-43F6-B762-882706D4A00B}" type="presOf" srcId="{98921E68-1C5E-4EC2-8B93-30AE996C3190}" destId="{11EBF7A3-1CD7-4BC4-BD4A-42BFB5194268}" srcOrd="0" destOrd="0" presId="urn:microsoft.com/office/officeart/2008/layout/LinedList"/>
    <dgm:cxn modelId="{44620D75-5293-4E90-B00D-77FCC27C4FAE}" srcId="{98921E68-1C5E-4EC2-8B93-30AE996C3190}" destId="{C413E59F-2B4A-4365-A011-9723FE5B8706}" srcOrd="0" destOrd="0" parTransId="{3386C7C1-BDF0-48AF-85C8-78D75E1949F0}" sibTransId="{8D253278-3F97-49D3-B6B4-3935B313A59D}"/>
    <dgm:cxn modelId="{706D4255-9A33-4F1B-8A5F-0A728FBF0542}" srcId="{98921E68-1C5E-4EC2-8B93-30AE996C3190}" destId="{20980C5C-8B52-45BB-A2A8-32BD550CEC30}" srcOrd="1" destOrd="0" parTransId="{9AA3A5B7-D197-4DDA-B01B-45F2EC368AAE}" sibTransId="{B154F71F-DC17-4E07-A2AE-C79543BD1C1A}"/>
    <dgm:cxn modelId="{04773790-FF4F-497F-93B0-82206DCCD4E8}" srcId="{98921E68-1C5E-4EC2-8B93-30AE996C3190}" destId="{FFE5C569-E4C5-4591-B13A-A73E5C212B41}" srcOrd="2" destOrd="0" parTransId="{C32C6F69-17AB-45EB-B60B-D5AEB43E3E4B}" sibTransId="{69F1C899-55AF-4A01-8E5A-A4BD3420DDCD}"/>
    <dgm:cxn modelId="{E72EC19A-3933-4803-9DA0-D38386F84D39}" type="presOf" srcId="{6523A6BB-4E17-4821-B404-ECE2BB448EA6}" destId="{31CDF2EC-BA06-4E23-92EC-7DB6A36E5854}" srcOrd="0" destOrd="0" presId="urn:microsoft.com/office/officeart/2008/layout/LinedList"/>
    <dgm:cxn modelId="{079463A1-0261-48F3-9EDE-1FE56AAACC4C}" type="presOf" srcId="{52DCD77E-53A6-477A-9EF8-ECB58228EA99}" destId="{0360527E-213F-4EFE-8D46-0DF8B104EB08}" srcOrd="0" destOrd="0" presId="urn:microsoft.com/office/officeart/2008/layout/LinedList"/>
    <dgm:cxn modelId="{9B1349CC-9521-4E99-A9FC-54FCC0BFBF54}" type="presOf" srcId="{41755334-5A0B-435A-B5FF-A241C3A3241A}" destId="{808F19D8-D5BF-491E-B162-0A2AAA0CBD41}" srcOrd="0" destOrd="0" presId="urn:microsoft.com/office/officeart/2008/layout/LinedList"/>
    <dgm:cxn modelId="{A2655ED9-100C-4541-86DC-51739780F7B5}" srcId="{98921E68-1C5E-4EC2-8B93-30AE996C3190}" destId="{41755334-5A0B-435A-B5FF-A241C3A3241A}" srcOrd="5" destOrd="0" parTransId="{8540AF56-6569-48B1-A190-B21EE228FEB0}" sibTransId="{9E99FA7E-A5C7-49A1-A2F0-E30786012C28}"/>
    <dgm:cxn modelId="{B7B167FB-C970-4B20-AD2F-87DA035D2206}" srcId="{98921E68-1C5E-4EC2-8B93-30AE996C3190}" destId="{538318AF-3C01-4B75-A773-BD745ED820B7}" srcOrd="6" destOrd="0" parTransId="{6920D303-BFDB-44EF-9A64-AF80711D2F33}" sibTransId="{BA93F1C4-BAE6-4CC3-BD9E-816586D8B623}"/>
    <dgm:cxn modelId="{C095B76C-DA72-48A6-9D78-03DEABC74A4C}" type="presParOf" srcId="{11EBF7A3-1CD7-4BC4-BD4A-42BFB5194268}" destId="{7812062D-7690-431C-AC87-B79830D3B9C9}" srcOrd="0" destOrd="0" presId="urn:microsoft.com/office/officeart/2008/layout/LinedList"/>
    <dgm:cxn modelId="{9AE5D87C-0051-4581-8F00-09A245C2B0AC}" type="presParOf" srcId="{11EBF7A3-1CD7-4BC4-BD4A-42BFB5194268}" destId="{927024D5-3AEB-41A0-A76E-C57BB674522B}" srcOrd="1" destOrd="0" presId="urn:microsoft.com/office/officeart/2008/layout/LinedList"/>
    <dgm:cxn modelId="{DA356D96-596A-4267-9988-90A6C2BF6230}" type="presParOf" srcId="{927024D5-3AEB-41A0-A76E-C57BB674522B}" destId="{310BA877-1B08-495A-A67C-00F5A52A2D74}" srcOrd="0" destOrd="0" presId="urn:microsoft.com/office/officeart/2008/layout/LinedList"/>
    <dgm:cxn modelId="{2C7060E7-1EFE-4B5C-ABBE-4BF496E98DD0}" type="presParOf" srcId="{927024D5-3AEB-41A0-A76E-C57BB674522B}" destId="{CB0EC70B-B38A-4519-A96B-30546EB85097}" srcOrd="1" destOrd="0" presId="urn:microsoft.com/office/officeart/2008/layout/LinedList"/>
    <dgm:cxn modelId="{FE1666D3-A036-4810-A04C-0355304A1FA9}" type="presParOf" srcId="{11EBF7A3-1CD7-4BC4-BD4A-42BFB5194268}" destId="{A251CF96-51C4-4635-AA42-D00096AA3455}" srcOrd="2" destOrd="0" presId="urn:microsoft.com/office/officeart/2008/layout/LinedList"/>
    <dgm:cxn modelId="{F54FC3BF-8682-42FC-BD10-42B553A5C627}" type="presParOf" srcId="{11EBF7A3-1CD7-4BC4-BD4A-42BFB5194268}" destId="{0D5B77D3-4A3D-40FE-80E5-494AE9579869}" srcOrd="3" destOrd="0" presId="urn:microsoft.com/office/officeart/2008/layout/LinedList"/>
    <dgm:cxn modelId="{C4B79697-C4FC-4496-9A1A-DF6598823779}" type="presParOf" srcId="{0D5B77D3-4A3D-40FE-80E5-494AE9579869}" destId="{492EA086-70C0-42BC-8689-14F79B5ADC5C}" srcOrd="0" destOrd="0" presId="urn:microsoft.com/office/officeart/2008/layout/LinedList"/>
    <dgm:cxn modelId="{4111203C-DD81-47AE-B95A-43308AA53C42}" type="presParOf" srcId="{0D5B77D3-4A3D-40FE-80E5-494AE9579869}" destId="{5232AC56-0CA0-465D-B6DB-1FE40CF1F5A1}" srcOrd="1" destOrd="0" presId="urn:microsoft.com/office/officeart/2008/layout/LinedList"/>
    <dgm:cxn modelId="{512DC098-D262-4270-B145-33728A3E3CED}" type="presParOf" srcId="{11EBF7A3-1CD7-4BC4-BD4A-42BFB5194268}" destId="{3273216B-1012-470C-B3C0-E9E38DE30226}" srcOrd="4" destOrd="0" presId="urn:microsoft.com/office/officeart/2008/layout/LinedList"/>
    <dgm:cxn modelId="{8BD4AB66-947F-400A-AA19-F3438C4B531E}" type="presParOf" srcId="{11EBF7A3-1CD7-4BC4-BD4A-42BFB5194268}" destId="{90C205ED-721F-4826-BCD3-ECB79E86959B}" srcOrd="5" destOrd="0" presId="urn:microsoft.com/office/officeart/2008/layout/LinedList"/>
    <dgm:cxn modelId="{DF1F9A8F-1E48-456A-852C-56CDCA387351}" type="presParOf" srcId="{90C205ED-721F-4826-BCD3-ECB79E86959B}" destId="{01F0A512-3183-4960-B60A-A6906613687F}" srcOrd="0" destOrd="0" presId="urn:microsoft.com/office/officeart/2008/layout/LinedList"/>
    <dgm:cxn modelId="{6463DD83-9034-4E65-A567-0892864BAB5D}" type="presParOf" srcId="{90C205ED-721F-4826-BCD3-ECB79E86959B}" destId="{DF5EE701-CF42-4D20-9A80-32D4277303A4}" srcOrd="1" destOrd="0" presId="urn:microsoft.com/office/officeart/2008/layout/LinedList"/>
    <dgm:cxn modelId="{E0DE6537-CC57-48CD-ACFB-9F6F0ED0F9B0}" type="presParOf" srcId="{11EBF7A3-1CD7-4BC4-BD4A-42BFB5194268}" destId="{69105851-2F2B-4234-8EF3-B798CFFDECA6}" srcOrd="6" destOrd="0" presId="urn:microsoft.com/office/officeart/2008/layout/LinedList"/>
    <dgm:cxn modelId="{2E270EBD-075A-44D7-8A1C-40EEEF473397}" type="presParOf" srcId="{11EBF7A3-1CD7-4BC4-BD4A-42BFB5194268}" destId="{9133EE8D-1838-40FB-9E18-2F2D3176BFA1}" srcOrd="7" destOrd="0" presId="urn:microsoft.com/office/officeart/2008/layout/LinedList"/>
    <dgm:cxn modelId="{624D571D-D645-480A-9163-76AD5BDFE3A5}" type="presParOf" srcId="{9133EE8D-1838-40FB-9E18-2F2D3176BFA1}" destId="{31CDF2EC-BA06-4E23-92EC-7DB6A36E5854}" srcOrd="0" destOrd="0" presId="urn:microsoft.com/office/officeart/2008/layout/LinedList"/>
    <dgm:cxn modelId="{B7329A19-D60F-46B2-B695-42DD94CF795C}" type="presParOf" srcId="{9133EE8D-1838-40FB-9E18-2F2D3176BFA1}" destId="{6C73DBBE-66EA-4CFF-BD78-B005CACA3E98}" srcOrd="1" destOrd="0" presId="urn:microsoft.com/office/officeart/2008/layout/LinedList"/>
    <dgm:cxn modelId="{11E834A3-BE6D-4CAE-8C2C-FE1E5BC90827}" type="presParOf" srcId="{11EBF7A3-1CD7-4BC4-BD4A-42BFB5194268}" destId="{D7A32353-2B6D-439B-8947-C5C1BE0EEFCD}" srcOrd="8" destOrd="0" presId="urn:microsoft.com/office/officeart/2008/layout/LinedList"/>
    <dgm:cxn modelId="{89629848-0A63-475C-ACE2-622B64584F2A}" type="presParOf" srcId="{11EBF7A3-1CD7-4BC4-BD4A-42BFB5194268}" destId="{80A9B5E6-2853-45B9-BB2F-B918A461C12D}" srcOrd="9" destOrd="0" presId="urn:microsoft.com/office/officeart/2008/layout/LinedList"/>
    <dgm:cxn modelId="{C4A81421-31B5-4786-8BE6-0EA2148A6798}" type="presParOf" srcId="{80A9B5E6-2853-45B9-BB2F-B918A461C12D}" destId="{0360527E-213F-4EFE-8D46-0DF8B104EB08}" srcOrd="0" destOrd="0" presId="urn:microsoft.com/office/officeart/2008/layout/LinedList"/>
    <dgm:cxn modelId="{D9FF84AF-2F99-4B40-A610-7716A783452D}" type="presParOf" srcId="{80A9B5E6-2853-45B9-BB2F-B918A461C12D}" destId="{9305471A-33D8-4E2E-A4ED-3D92397B171A}" srcOrd="1" destOrd="0" presId="urn:microsoft.com/office/officeart/2008/layout/LinedList"/>
    <dgm:cxn modelId="{6ACFF775-3BEF-42D2-AFD9-097D6CA68F9F}" type="presParOf" srcId="{11EBF7A3-1CD7-4BC4-BD4A-42BFB5194268}" destId="{B8491846-0B1E-4225-A10D-1DC3C70A3854}" srcOrd="10" destOrd="0" presId="urn:microsoft.com/office/officeart/2008/layout/LinedList"/>
    <dgm:cxn modelId="{446D96EF-C79B-4438-A8A0-44A4889F15F3}" type="presParOf" srcId="{11EBF7A3-1CD7-4BC4-BD4A-42BFB5194268}" destId="{2886B4FF-A3A7-4D3E-856C-2B7BDF29A6A2}" srcOrd="11" destOrd="0" presId="urn:microsoft.com/office/officeart/2008/layout/LinedList"/>
    <dgm:cxn modelId="{8677D85B-7749-4F97-BE30-9478BD72E886}" type="presParOf" srcId="{2886B4FF-A3A7-4D3E-856C-2B7BDF29A6A2}" destId="{808F19D8-D5BF-491E-B162-0A2AAA0CBD41}" srcOrd="0" destOrd="0" presId="urn:microsoft.com/office/officeart/2008/layout/LinedList"/>
    <dgm:cxn modelId="{72545064-A866-444D-916B-F23B6F566328}" type="presParOf" srcId="{2886B4FF-A3A7-4D3E-856C-2B7BDF29A6A2}" destId="{DB6053A7-2EC4-4E91-8D08-DE8351EC0B61}" srcOrd="1" destOrd="0" presId="urn:microsoft.com/office/officeart/2008/layout/LinedList"/>
    <dgm:cxn modelId="{B890C09A-1F77-4D35-9C92-109587D4471E}" type="presParOf" srcId="{11EBF7A3-1CD7-4BC4-BD4A-42BFB5194268}" destId="{7C92D141-103D-4E1F-965E-7E288DCC2DAF}" srcOrd="12" destOrd="0" presId="urn:microsoft.com/office/officeart/2008/layout/LinedList"/>
    <dgm:cxn modelId="{CD28D298-7020-49BE-AC01-536EB53DA1AA}" type="presParOf" srcId="{11EBF7A3-1CD7-4BC4-BD4A-42BFB5194268}" destId="{16250B56-48D3-4200-8E72-E26B42D3CAA4}" srcOrd="13" destOrd="0" presId="urn:microsoft.com/office/officeart/2008/layout/LinedList"/>
    <dgm:cxn modelId="{F340F5B6-8182-4DF5-BB69-7277F5D19D95}" type="presParOf" srcId="{16250B56-48D3-4200-8E72-E26B42D3CAA4}" destId="{EC761B19-3A47-4FD5-B299-A96BFC6D42F2}" srcOrd="0" destOrd="0" presId="urn:microsoft.com/office/officeart/2008/layout/LinedList"/>
    <dgm:cxn modelId="{2F09DC73-5E1D-4205-8CBF-616CF5045661}" type="presParOf" srcId="{16250B56-48D3-4200-8E72-E26B42D3CAA4}" destId="{2BDE33D6-185B-4D0B-9469-B3ED3C6B42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4CF6A4-150F-41DF-9028-B0A20F25FCA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51A9F2-C49C-49C3-BFA4-4C0531B50C9A}">
      <dgm:prSet/>
      <dgm:spPr/>
      <dgm:t>
        <a:bodyPr/>
        <a:lstStyle/>
        <a:p>
          <a:r>
            <a:rPr lang="en-US" b="1" i="0" baseline="0"/>
            <a:t>Provides essential services required for network operation</a:t>
          </a:r>
          <a:endParaRPr lang="en-US"/>
        </a:p>
      </dgm:t>
    </dgm:pt>
    <dgm:pt modelId="{23D0D146-FC0E-47E0-B984-D44DDB7CDBC8}" type="parTrans" cxnId="{10FA2E2C-FC97-477E-AD10-4F134D37BC7E}">
      <dgm:prSet/>
      <dgm:spPr/>
      <dgm:t>
        <a:bodyPr/>
        <a:lstStyle/>
        <a:p>
          <a:endParaRPr lang="en-US"/>
        </a:p>
      </dgm:t>
    </dgm:pt>
    <dgm:pt modelId="{33A81BDE-C8A5-4085-B5BC-613D0D6B4B82}" type="sibTrans" cxnId="{10FA2E2C-FC97-477E-AD10-4F134D37BC7E}">
      <dgm:prSet/>
      <dgm:spPr/>
      <dgm:t>
        <a:bodyPr/>
        <a:lstStyle/>
        <a:p>
          <a:endParaRPr lang="en-US"/>
        </a:p>
      </dgm:t>
    </dgm:pt>
    <dgm:pt modelId="{E2084F20-3DDF-4790-9B75-18231F7C36F0}">
      <dgm:prSet/>
      <dgm:spPr/>
      <dgm:t>
        <a:bodyPr/>
        <a:lstStyle/>
        <a:p>
          <a:r>
            <a:rPr lang="en-US" b="1" i="0" baseline="0"/>
            <a:t>DNS – Name resolution</a:t>
          </a:r>
          <a:endParaRPr lang="en-US"/>
        </a:p>
      </dgm:t>
    </dgm:pt>
    <dgm:pt modelId="{32F6ED88-5F73-48EE-B094-33BACF837C89}" type="parTrans" cxnId="{956EA143-49B1-44A7-A89B-4660CE1FC13B}">
      <dgm:prSet/>
      <dgm:spPr/>
      <dgm:t>
        <a:bodyPr/>
        <a:lstStyle/>
        <a:p>
          <a:endParaRPr lang="en-US"/>
        </a:p>
      </dgm:t>
    </dgm:pt>
    <dgm:pt modelId="{EC9719D0-35C0-4DF7-8AD5-EECEE4B28473}" type="sibTrans" cxnId="{956EA143-49B1-44A7-A89B-4660CE1FC13B}">
      <dgm:prSet/>
      <dgm:spPr/>
      <dgm:t>
        <a:bodyPr/>
        <a:lstStyle/>
        <a:p>
          <a:endParaRPr lang="en-US"/>
        </a:p>
      </dgm:t>
    </dgm:pt>
    <dgm:pt modelId="{D8A1DEC1-EF99-424A-B1F5-F2FA18A55D95}">
      <dgm:prSet/>
      <dgm:spPr/>
      <dgm:t>
        <a:bodyPr/>
        <a:lstStyle/>
        <a:p>
          <a:r>
            <a:rPr lang="en-US" b="1" i="0" baseline="0"/>
            <a:t>DHCP – IP address allocation</a:t>
          </a:r>
          <a:endParaRPr lang="en-US"/>
        </a:p>
      </dgm:t>
    </dgm:pt>
    <dgm:pt modelId="{00ACBA6F-F0B1-4E21-91B9-8DA874CB1457}" type="parTrans" cxnId="{3FD6EA01-8711-40FE-B4E9-3219CA33712E}">
      <dgm:prSet/>
      <dgm:spPr/>
      <dgm:t>
        <a:bodyPr/>
        <a:lstStyle/>
        <a:p>
          <a:endParaRPr lang="en-US"/>
        </a:p>
      </dgm:t>
    </dgm:pt>
    <dgm:pt modelId="{E6EC070A-53E4-48FA-B9DC-9D73BB755E8D}" type="sibTrans" cxnId="{3FD6EA01-8711-40FE-B4E9-3219CA33712E}">
      <dgm:prSet/>
      <dgm:spPr/>
      <dgm:t>
        <a:bodyPr/>
        <a:lstStyle/>
        <a:p>
          <a:endParaRPr lang="en-US"/>
        </a:p>
      </dgm:t>
    </dgm:pt>
    <dgm:pt modelId="{325005B5-32F6-4AB7-AA2F-56C4D4512C6A}">
      <dgm:prSet/>
      <dgm:spPr/>
      <dgm:t>
        <a:bodyPr/>
        <a:lstStyle/>
        <a:p>
          <a:r>
            <a:rPr lang="en-US" b="1" i="0" baseline="0"/>
            <a:t>NTP – Time synchronization</a:t>
          </a:r>
          <a:endParaRPr lang="en-US"/>
        </a:p>
      </dgm:t>
    </dgm:pt>
    <dgm:pt modelId="{F58E00FE-6D32-44D9-9136-0DB0FC768F22}" type="parTrans" cxnId="{DA6369F4-596C-45E7-BFE4-2AA5F72E9D0D}">
      <dgm:prSet/>
      <dgm:spPr/>
      <dgm:t>
        <a:bodyPr/>
        <a:lstStyle/>
        <a:p>
          <a:endParaRPr lang="en-US"/>
        </a:p>
      </dgm:t>
    </dgm:pt>
    <dgm:pt modelId="{E9EBEDD2-3408-4381-9CA3-4B81DE52AD8C}" type="sibTrans" cxnId="{DA6369F4-596C-45E7-BFE4-2AA5F72E9D0D}">
      <dgm:prSet/>
      <dgm:spPr/>
      <dgm:t>
        <a:bodyPr/>
        <a:lstStyle/>
        <a:p>
          <a:endParaRPr lang="en-US"/>
        </a:p>
      </dgm:t>
    </dgm:pt>
    <dgm:pt modelId="{E1D635C2-3B7D-4C4E-B7D0-DC18CE63C414}">
      <dgm:prSet/>
      <dgm:spPr/>
      <dgm:t>
        <a:bodyPr/>
        <a:lstStyle/>
        <a:p>
          <a:r>
            <a:rPr lang="en-US" b="1" i="0" baseline="0"/>
            <a:t>Network management – Monitoring and administration</a:t>
          </a:r>
          <a:endParaRPr lang="en-US"/>
        </a:p>
      </dgm:t>
    </dgm:pt>
    <dgm:pt modelId="{DC6E9CDA-48AA-44DB-8528-E4476117E25D}" type="parTrans" cxnId="{F8AA2FB1-3AC6-456B-B8F4-191F6EFD9A86}">
      <dgm:prSet/>
      <dgm:spPr/>
      <dgm:t>
        <a:bodyPr/>
        <a:lstStyle/>
        <a:p>
          <a:endParaRPr lang="en-US"/>
        </a:p>
      </dgm:t>
    </dgm:pt>
    <dgm:pt modelId="{B21573B2-A233-4236-AFAE-46A6B666EA13}" type="sibTrans" cxnId="{F8AA2FB1-3AC6-456B-B8F4-191F6EFD9A86}">
      <dgm:prSet/>
      <dgm:spPr/>
      <dgm:t>
        <a:bodyPr/>
        <a:lstStyle/>
        <a:p>
          <a:endParaRPr lang="en-US"/>
        </a:p>
      </dgm:t>
    </dgm:pt>
    <dgm:pt modelId="{166BF89E-7754-454B-8EC5-D310F12F6AB4}">
      <dgm:prSet/>
      <dgm:spPr/>
      <dgm:t>
        <a:bodyPr/>
        <a:lstStyle/>
        <a:p>
          <a:r>
            <a:rPr lang="en-US" b="1" i="0" baseline="0"/>
            <a:t>These services simplify communication and network administration</a:t>
          </a:r>
          <a:endParaRPr lang="en-US"/>
        </a:p>
      </dgm:t>
    </dgm:pt>
    <dgm:pt modelId="{3D6C06B9-0DD8-491A-A483-135BE0D0A6BC}" type="parTrans" cxnId="{FD5609C0-419C-4405-AD69-0E1B9D4F9499}">
      <dgm:prSet/>
      <dgm:spPr/>
      <dgm:t>
        <a:bodyPr/>
        <a:lstStyle/>
        <a:p>
          <a:endParaRPr lang="en-US"/>
        </a:p>
      </dgm:t>
    </dgm:pt>
    <dgm:pt modelId="{D9F1F702-6145-4DEA-9A6E-C47B845707D8}" type="sibTrans" cxnId="{FD5609C0-419C-4405-AD69-0E1B9D4F9499}">
      <dgm:prSet/>
      <dgm:spPr/>
      <dgm:t>
        <a:bodyPr/>
        <a:lstStyle/>
        <a:p>
          <a:endParaRPr lang="en-US"/>
        </a:p>
      </dgm:t>
    </dgm:pt>
    <dgm:pt modelId="{6C5D5234-F6DE-4ADD-AB87-6E606C8EBC9B}" type="pres">
      <dgm:prSet presAssocID="{414CF6A4-150F-41DF-9028-B0A20F25FCA6}" presName="root" presStyleCnt="0">
        <dgm:presLayoutVars>
          <dgm:dir/>
          <dgm:resizeHandles val="exact"/>
        </dgm:presLayoutVars>
      </dgm:prSet>
      <dgm:spPr/>
    </dgm:pt>
    <dgm:pt modelId="{52A0DF45-7881-4863-8C19-9F01AC0F93B5}" type="pres">
      <dgm:prSet presAssocID="{0D51A9F2-C49C-49C3-BFA4-4C0531B50C9A}" presName="compNode" presStyleCnt="0"/>
      <dgm:spPr/>
    </dgm:pt>
    <dgm:pt modelId="{35C5FA7C-1839-4302-9976-9E26E4F11E7B}" type="pres">
      <dgm:prSet presAssocID="{0D51A9F2-C49C-49C3-BFA4-4C0531B50C9A}" presName="bgRect" presStyleLbl="bgShp" presStyleIdx="0" presStyleCnt="6"/>
      <dgm:spPr/>
    </dgm:pt>
    <dgm:pt modelId="{FC4F0A1B-0331-47FD-833A-4CDC21727BC3}" type="pres">
      <dgm:prSet presAssocID="{0D51A9F2-C49C-49C3-BFA4-4C0531B50C9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6665C75-B434-4AEC-8A61-09B40FA63655}" type="pres">
      <dgm:prSet presAssocID="{0D51A9F2-C49C-49C3-BFA4-4C0531B50C9A}" presName="spaceRect" presStyleCnt="0"/>
      <dgm:spPr/>
    </dgm:pt>
    <dgm:pt modelId="{9AD1D54F-F389-42CF-9EBD-822741D2F320}" type="pres">
      <dgm:prSet presAssocID="{0D51A9F2-C49C-49C3-BFA4-4C0531B50C9A}" presName="parTx" presStyleLbl="revTx" presStyleIdx="0" presStyleCnt="6">
        <dgm:presLayoutVars>
          <dgm:chMax val="0"/>
          <dgm:chPref val="0"/>
        </dgm:presLayoutVars>
      </dgm:prSet>
      <dgm:spPr/>
    </dgm:pt>
    <dgm:pt modelId="{95EEBC20-8BC0-4C72-B726-8CE54827AA83}" type="pres">
      <dgm:prSet presAssocID="{33A81BDE-C8A5-4085-B5BC-613D0D6B4B82}" presName="sibTrans" presStyleCnt="0"/>
      <dgm:spPr/>
    </dgm:pt>
    <dgm:pt modelId="{F0C0DE7F-7827-45AB-B0FE-98C7A541FDF7}" type="pres">
      <dgm:prSet presAssocID="{E2084F20-3DDF-4790-9B75-18231F7C36F0}" presName="compNode" presStyleCnt="0"/>
      <dgm:spPr/>
    </dgm:pt>
    <dgm:pt modelId="{B4735A47-795B-4E5B-B6E6-8CA4261BF5DE}" type="pres">
      <dgm:prSet presAssocID="{E2084F20-3DDF-4790-9B75-18231F7C36F0}" presName="bgRect" presStyleLbl="bgShp" presStyleIdx="1" presStyleCnt="6"/>
      <dgm:spPr/>
    </dgm:pt>
    <dgm:pt modelId="{3711F508-A371-4525-A661-69D3D0641382}" type="pres">
      <dgm:prSet presAssocID="{E2084F20-3DDF-4790-9B75-18231F7C36F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4445403-260A-44F2-95A4-7A93326C2D37}" type="pres">
      <dgm:prSet presAssocID="{E2084F20-3DDF-4790-9B75-18231F7C36F0}" presName="spaceRect" presStyleCnt="0"/>
      <dgm:spPr/>
    </dgm:pt>
    <dgm:pt modelId="{2C1541BC-0B06-411E-9774-986499B82557}" type="pres">
      <dgm:prSet presAssocID="{E2084F20-3DDF-4790-9B75-18231F7C36F0}" presName="parTx" presStyleLbl="revTx" presStyleIdx="1" presStyleCnt="6">
        <dgm:presLayoutVars>
          <dgm:chMax val="0"/>
          <dgm:chPref val="0"/>
        </dgm:presLayoutVars>
      </dgm:prSet>
      <dgm:spPr/>
    </dgm:pt>
    <dgm:pt modelId="{ABA984C8-430F-4CE2-858A-B14883025320}" type="pres">
      <dgm:prSet presAssocID="{EC9719D0-35C0-4DF7-8AD5-EECEE4B28473}" presName="sibTrans" presStyleCnt="0"/>
      <dgm:spPr/>
    </dgm:pt>
    <dgm:pt modelId="{597544D8-9139-4544-AFBD-A6552E902E07}" type="pres">
      <dgm:prSet presAssocID="{D8A1DEC1-EF99-424A-B1F5-F2FA18A55D95}" presName="compNode" presStyleCnt="0"/>
      <dgm:spPr/>
    </dgm:pt>
    <dgm:pt modelId="{1C639136-1B30-4656-9E66-7B0444AE7FD9}" type="pres">
      <dgm:prSet presAssocID="{D8A1DEC1-EF99-424A-B1F5-F2FA18A55D95}" presName="bgRect" presStyleLbl="bgShp" presStyleIdx="2" presStyleCnt="6"/>
      <dgm:spPr/>
    </dgm:pt>
    <dgm:pt modelId="{60EAFE7F-6C93-4BEF-8F3C-A45F85C35DD4}" type="pres">
      <dgm:prSet presAssocID="{D8A1DEC1-EF99-424A-B1F5-F2FA18A55D9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09E08EE-8D7A-4D00-BE27-D4D515664643}" type="pres">
      <dgm:prSet presAssocID="{D8A1DEC1-EF99-424A-B1F5-F2FA18A55D95}" presName="spaceRect" presStyleCnt="0"/>
      <dgm:spPr/>
    </dgm:pt>
    <dgm:pt modelId="{D7C1687D-172F-4BC0-BD5B-243CEC459ED6}" type="pres">
      <dgm:prSet presAssocID="{D8A1DEC1-EF99-424A-B1F5-F2FA18A55D95}" presName="parTx" presStyleLbl="revTx" presStyleIdx="2" presStyleCnt="6">
        <dgm:presLayoutVars>
          <dgm:chMax val="0"/>
          <dgm:chPref val="0"/>
        </dgm:presLayoutVars>
      </dgm:prSet>
      <dgm:spPr/>
    </dgm:pt>
    <dgm:pt modelId="{11BD3D00-A4CA-4525-9BC4-DFBE9CDF3325}" type="pres">
      <dgm:prSet presAssocID="{E6EC070A-53E4-48FA-B9DC-9D73BB755E8D}" presName="sibTrans" presStyleCnt="0"/>
      <dgm:spPr/>
    </dgm:pt>
    <dgm:pt modelId="{CEC8626A-BC28-4D8C-9E0D-B2002EECB1B0}" type="pres">
      <dgm:prSet presAssocID="{325005B5-32F6-4AB7-AA2F-56C4D4512C6A}" presName="compNode" presStyleCnt="0"/>
      <dgm:spPr/>
    </dgm:pt>
    <dgm:pt modelId="{C7396CAC-0A23-4F89-BD25-781BE0B2103A}" type="pres">
      <dgm:prSet presAssocID="{325005B5-32F6-4AB7-AA2F-56C4D4512C6A}" presName="bgRect" presStyleLbl="bgShp" presStyleIdx="3" presStyleCnt="6"/>
      <dgm:spPr/>
    </dgm:pt>
    <dgm:pt modelId="{17AE753A-44E5-46CB-8FCE-86E58F843281}" type="pres">
      <dgm:prSet presAssocID="{325005B5-32F6-4AB7-AA2F-56C4D4512C6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56033C6-DFB6-4C5A-88A3-5EF41C64ABE9}" type="pres">
      <dgm:prSet presAssocID="{325005B5-32F6-4AB7-AA2F-56C4D4512C6A}" presName="spaceRect" presStyleCnt="0"/>
      <dgm:spPr/>
    </dgm:pt>
    <dgm:pt modelId="{BD0097AA-AADA-4C84-A6F4-A2D5C4EAAC78}" type="pres">
      <dgm:prSet presAssocID="{325005B5-32F6-4AB7-AA2F-56C4D4512C6A}" presName="parTx" presStyleLbl="revTx" presStyleIdx="3" presStyleCnt="6">
        <dgm:presLayoutVars>
          <dgm:chMax val="0"/>
          <dgm:chPref val="0"/>
        </dgm:presLayoutVars>
      </dgm:prSet>
      <dgm:spPr/>
    </dgm:pt>
    <dgm:pt modelId="{04FD662A-6585-408C-8886-DD9D08903E87}" type="pres">
      <dgm:prSet presAssocID="{E9EBEDD2-3408-4381-9CA3-4B81DE52AD8C}" presName="sibTrans" presStyleCnt="0"/>
      <dgm:spPr/>
    </dgm:pt>
    <dgm:pt modelId="{4E7988E2-85DC-4240-8256-5AF8C75A5DBD}" type="pres">
      <dgm:prSet presAssocID="{E1D635C2-3B7D-4C4E-B7D0-DC18CE63C414}" presName="compNode" presStyleCnt="0"/>
      <dgm:spPr/>
    </dgm:pt>
    <dgm:pt modelId="{1D425E63-0630-4ADD-A613-A40A31B0A24E}" type="pres">
      <dgm:prSet presAssocID="{E1D635C2-3B7D-4C4E-B7D0-DC18CE63C414}" presName="bgRect" presStyleLbl="bgShp" presStyleIdx="4" presStyleCnt="6"/>
      <dgm:spPr/>
    </dgm:pt>
    <dgm:pt modelId="{426BC4CF-4857-4210-AFB3-D69BC4E449EE}" type="pres">
      <dgm:prSet presAssocID="{E1D635C2-3B7D-4C4E-B7D0-DC18CE63C414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41CB233-1C72-4B6A-8381-68AFADDFDECD}" type="pres">
      <dgm:prSet presAssocID="{E1D635C2-3B7D-4C4E-B7D0-DC18CE63C414}" presName="spaceRect" presStyleCnt="0"/>
      <dgm:spPr/>
    </dgm:pt>
    <dgm:pt modelId="{55B86EA2-6BFA-4BD7-8708-AEA5845B7635}" type="pres">
      <dgm:prSet presAssocID="{E1D635C2-3B7D-4C4E-B7D0-DC18CE63C414}" presName="parTx" presStyleLbl="revTx" presStyleIdx="4" presStyleCnt="6">
        <dgm:presLayoutVars>
          <dgm:chMax val="0"/>
          <dgm:chPref val="0"/>
        </dgm:presLayoutVars>
      </dgm:prSet>
      <dgm:spPr/>
    </dgm:pt>
    <dgm:pt modelId="{A4E7B264-C394-4D41-8330-735AD20B3B60}" type="pres">
      <dgm:prSet presAssocID="{B21573B2-A233-4236-AFAE-46A6B666EA13}" presName="sibTrans" presStyleCnt="0"/>
      <dgm:spPr/>
    </dgm:pt>
    <dgm:pt modelId="{B9E35691-B5F3-43E1-AD47-A694FC24ACD9}" type="pres">
      <dgm:prSet presAssocID="{166BF89E-7754-454B-8EC5-D310F12F6AB4}" presName="compNode" presStyleCnt="0"/>
      <dgm:spPr/>
    </dgm:pt>
    <dgm:pt modelId="{EEA77785-4B9B-458B-9A1E-E0A71FB5E88A}" type="pres">
      <dgm:prSet presAssocID="{166BF89E-7754-454B-8EC5-D310F12F6AB4}" presName="bgRect" presStyleLbl="bgShp" presStyleIdx="5" presStyleCnt="6"/>
      <dgm:spPr/>
    </dgm:pt>
    <dgm:pt modelId="{EC594FF3-F2B0-460B-AB53-8D53637BC6CB}" type="pres">
      <dgm:prSet presAssocID="{166BF89E-7754-454B-8EC5-D310F12F6AB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D8F906C-AD16-434F-BF6B-D353BF412E6A}" type="pres">
      <dgm:prSet presAssocID="{166BF89E-7754-454B-8EC5-D310F12F6AB4}" presName="spaceRect" presStyleCnt="0"/>
      <dgm:spPr/>
    </dgm:pt>
    <dgm:pt modelId="{EF4A5772-4CC7-4C98-8F1D-B3D487446A5C}" type="pres">
      <dgm:prSet presAssocID="{166BF89E-7754-454B-8EC5-D310F12F6AB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3FD6EA01-8711-40FE-B4E9-3219CA33712E}" srcId="{414CF6A4-150F-41DF-9028-B0A20F25FCA6}" destId="{D8A1DEC1-EF99-424A-B1F5-F2FA18A55D95}" srcOrd="2" destOrd="0" parTransId="{00ACBA6F-F0B1-4E21-91B9-8DA874CB1457}" sibTransId="{E6EC070A-53E4-48FA-B9DC-9D73BB755E8D}"/>
    <dgm:cxn modelId="{10FA2E2C-FC97-477E-AD10-4F134D37BC7E}" srcId="{414CF6A4-150F-41DF-9028-B0A20F25FCA6}" destId="{0D51A9F2-C49C-49C3-BFA4-4C0531B50C9A}" srcOrd="0" destOrd="0" parTransId="{23D0D146-FC0E-47E0-B984-D44DDB7CDBC8}" sibTransId="{33A81BDE-C8A5-4085-B5BC-613D0D6B4B82}"/>
    <dgm:cxn modelId="{956EA143-49B1-44A7-A89B-4660CE1FC13B}" srcId="{414CF6A4-150F-41DF-9028-B0A20F25FCA6}" destId="{E2084F20-3DDF-4790-9B75-18231F7C36F0}" srcOrd="1" destOrd="0" parTransId="{32F6ED88-5F73-48EE-B094-33BACF837C89}" sibTransId="{EC9719D0-35C0-4DF7-8AD5-EECEE4B28473}"/>
    <dgm:cxn modelId="{CF436F66-9883-42F4-B37D-12017BEFE884}" type="presOf" srcId="{325005B5-32F6-4AB7-AA2F-56C4D4512C6A}" destId="{BD0097AA-AADA-4C84-A6F4-A2D5C4EAAC78}" srcOrd="0" destOrd="0" presId="urn:microsoft.com/office/officeart/2018/2/layout/IconVerticalSolidList"/>
    <dgm:cxn modelId="{20CFA875-EEEA-48B7-9CA7-EEAD800E5D4B}" type="presOf" srcId="{E2084F20-3DDF-4790-9B75-18231F7C36F0}" destId="{2C1541BC-0B06-411E-9774-986499B82557}" srcOrd="0" destOrd="0" presId="urn:microsoft.com/office/officeart/2018/2/layout/IconVerticalSolidList"/>
    <dgm:cxn modelId="{9E57478E-0CA7-470A-95C6-7657DC94A0B1}" type="presOf" srcId="{0D51A9F2-C49C-49C3-BFA4-4C0531B50C9A}" destId="{9AD1D54F-F389-42CF-9EBD-822741D2F320}" srcOrd="0" destOrd="0" presId="urn:microsoft.com/office/officeart/2018/2/layout/IconVerticalSolidList"/>
    <dgm:cxn modelId="{49585EA0-2CFC-4DE2-885B-2A153E322A42}" type="presOf" srcId="{E1D635C2-3B7D-4C4E-B7D0-DC18CE63C414}" destId="{55B86EA2-6BFA-4BD7-8708-AEA5845B7635}" srcOrd="0" destOrd="0" presId="urn:microsoft.com/office/officeart/2018/2/layout/IconVerticalSolidList"/>
    <dgm:cxn modelId="{5EBB12A2-DAD7-4801-BF8C-9798E22138FA}" type="presOf" srcId="{414CF6A4-150F-41DF-9028-B0A20F25FCA6}" destId="{6C5D5234-F6DE-4ADD-AB87-6E606C8EBC9B}" srcOrd="0" destOrd="0" presId="urn:microsoft.com/office/officeart/2018/2/layout/IconVerticalSolidList"/>
    <dgm:cxn modelId="{F8AA2FB1-3AC6-456B-B8F4-191F6EFD9A86}" srcId="{414CF6A4-150F-41DF-9028-B0A20F25FCA6}" destId="{E1D635C2-3B7D-4C4E-B7D0-DC18CE63C414}" srcOrd="4" destOrd="0" parTransId="{DC6E9CDA-48AA-44DB-8528-E4476117E25D}" sibTransId="{B21573B2-A233-4236-AFAE-46A6B666EA13}"/>
    <dgm:cxn modelId="{19BBD9B9-A16B-413C-9B77-32A92238FB00}" type="presOf" srcId="{166BF89E-7754-454B-8EC5-D310F12F6AB4}" destId="{EF4A5772-4CC7-4C98-8F1D-B3D487446A5C}" srcOrd="0" destOrd="0" presId="urn:microsoft.com/office/officeart/2018/2/layout/IconVerticalSolidList"/>
    <dgm:cxn modelId="{FD5609C0-419C-4405-AD69-0E1B9D4F9499}" srcId="{414CF6A4-150F-41DF-9028-B0A20F25FCA6}" destId="{166BF89E-7754-454B-8EC5-D310F12F6AB4}" srcOrd="5" destOrd="0" parTransId="{3D6C06B9-0DD8-491A-A483-135BE0D0A6BC}" sibTransId="{D9F1F702-6145-4DEA-9A6E-C47B845707D8}"/>
    <dgm:cxn modelId="{846916D3-2F7E-4AEB-B5C5-F3B8A4D3BA2F}" type="presOf" srcId="{D8A1DEC1-EF99-424A-B1F5-F2FA18A55D95}" destId="{D7C1687D-172F-4BC0-BD5B-243CEC459ED6}" srcOrd="0" destOrd="0" presId="urn:microsoft.com/office/officeart/2018/2/layout/IconVerticalSolidList"/>
    <dgm:cxn modelId="{DA6369F4-596C-45E7-BFE4-2AA5F72E9D0D}" srcId="{414CF6A4-150F-41DF-9028-B0A20F25FCA6}" destId="{325005B5-32F6-4AB7-AA2F-56C4D4512C6A}" srcOrd="3" destOrd="0" parTransId="{F58E00FE-6D32-44D9-9136-0DB0FC768F22}" sibTransId="{E9EBEDD2-3408-4381-9CA3-4B81DE52AD8C}"/>
    <dgm:cxn modelId="{9CB6CC39-3A10-434C-A00F-B40FFED650FD}" type="presParOf" srcId="{6C5D5234-F6DE-4ADD-AB87-6E606C8EBC9B}" destId="{52A0DF45-7881-4863-8C19-9F01AC0F93B5}" srcOrd="0" destOrd="0" presId="urn:microsoft.com/office/officeart/2018/2/layout/IconVerticalSolidList"/>
    <dgm:cxn modelId="{BFD96A8C-1330-42EB-9022-5DB07556D435}" type="presParOf" srcId="{52A0DF45-7881-4863-8C19-9F01AC0F93B5}" destId="{35C5FA7C-1839-4302-9976-9E26E4F11E7B}" srcOrd="0" destOrd="0" presId="urn:microsoft.com/office/officeart/2018/2/layout/IconVerticalSolidList"/>
    <dgm:cxn modelId="{1D47F863-DEC6-4C5A-A190-FB9E9C9308DB}" type="presParOf" srcId="{52A0DF45-7881-4863-8C19-9F01AC0F93B5}" destId="{FC4F0A1B-0331-47FD-833A-4CDC21727BC3}" srcOrd="1" destOrd="0" presId="urn:microsoft.com/office/officeart/2018/2/layout/IconVerticalSolidList"/>
    <dgm:cxn modelId="{A49088A3-1885-49CF-8CDD-8ECD01846B5F}" type="presParOf" srcId="{52A0DF45-7881-4863-8C19-9F01AC0F93B5}" destId="{16665C75-B434-4AEC-8A61-09B40FA63655}" srcOrd="2" destOrd="0" presId="urn:microsoft.com/office/officeart/2018/2/layout/IconVerticalSolidList"/>
    <dgm:cxn modelId="{54A9AD42-D222-4FB1-94EB-BB0EB72B90C9}" type="presParOf" srcId="{52A0DF45-7881-4863-8C19-9F01AC0F93B5}" destId="{9AD1D54F-F389-42CF-9EBD-822741D2F320}" srcOrd="3" destOrd="0" presId="urn:microsoft.com/office/officeart/2018/2/layout/IconVerticalSolidList"/>
    <dgm:cxn modelId="{166CAE36-8319-455B-A9B3-0826A3B3D47C}" type="presParOf" srcId="{6C5D5234-F6DE-4ADD-AB87-6E606C8EBC9B}" destId="{95EEBC20-8BC0-4C72-B726-8CE54827AA83}" srcOrd="1" destOrd="0" presId="urn:microsoft.com/office/officeart/2018/2/layout/IconVerticalSolidList"/>
    <dgm:cxn modelId="{FE71CE8B-98C8-4367-8401-B5FE12937099}" type="presParOf" srcId="{6C5D5234-F6DE-4ADD-AB87-6E606C8EBC9B}" destId="{F0C0DE7F-7827-45AB-B0FE-98C7A541FDF7}" srcOrd="2" destOrd="0" presId="urn:microsoft.com/office/officeart/2018/2/layout/IconVerticalSolidList"/>
    <dgm:cxn modelId="{A9F160C5-9878-44CE-B258-497638676797}" type="presParOf" srcId="{F0C0DE7F-7827-45AB-B0FE-98C7A541FDF7}" destId="{B4735A47-795B-4E5B-B6E6-8CA4261BF5DE}" srcOrd="0" destOrd="0" presId="urn:microsoft.com/office/officeart/2018/2/layout/IconVerticalSolidList"/>
    <dgm:cxn modelId="{3EF18CEE-4187-4C11-8BF1-4865005CD147}" type="presParOf" srcId="{F0C0DE7F-7827-45AB-B0FE-98C7A541FDF7}" destId="{3711F508-A371-4525-A661-69D3D0641382}" srcOrd="1" destOrd="0" presId="urn:microsoft.com/office/officeart/2018/2/layout/IconVerticalSolidList"/>
    <dgm:cxn modelId="{3821A49C-21F9-4F83-9229-E4F0DD303FAF}" type="presParOf" srcId="{F0C0DE7F-7827-45AB-B0FE-98C7A541FDF7}" destId="{04445403-260A-44F2-95A4-7A93326C2D37}" srcOrd="2" destOrd="0" presId="urn:microsoft.com/office/officeart/2018/2/layout/IconVerticalSolidList"/>
    <dgm:cxn modelId="{77BD7875-0D90-4E11-AE66-D350ABA9CC20}" type="presParOf" srcId="{F0C0DE7F-7827-45AB-B0FE-98C7A541FDF7}" destId="{2C1541BC-0B06-411E-9774-986499B82557}" srcOrd="3" destOrd="0" presId="urn:microsoft.com/office/officeart/2018/2/layout/IconVerticalSolidList"/>
    <dgm:cxn modelId="{2FC8B293-0A71-4EA6-82E6-B59209095183}" type="presParOf" srcId="{6C5D5234-F6DE-4ADD-AB87-6E606C8EBC9B}" destId="{ABA984C8-430F-4CE2-858A-B14883025320}" srcOrd="3" destOrd="0" presId="urn:microsoft.com/office/officeart/2018/2/layout/IconVerticalSolidList"/>
    <dgm:cxn modelId="{14251852-C26D-4DF0-BDFF-134DCC82CF81}" type="presParOf" srcId="{6C5D5234-F6DE-4ADD-AB87-6E606C8EBC9B}" destId="{597544D8-9139-4544-AFBD-A6552E902E07}" srcOrd="4" destOrd="0" presId="urn:microsoft.com/office/officeart/2018/2/layout/IconVerticalSolidList"/>
    <dgm:cxn modelId="{7765CB1D-8D04-492D-BAE3-39E32BC90AA1}" type="presParOf" srcId="{597544D8-9139-4544-AFBD-A6552E902E07}" destId="{1C639136-1B30-4656-9E66-7B0444AE7FD9}" srcOrd="0" destOrd="0" presId="urn:microsoft.com/office/officeart/2018/2/layout/IconVerticalSolidList"/>
    <dgm:cxn modelId="{87BE2FC5-CE50-4283-B7CA-9F2FBAC58D5E}" type="presParOf" srcId="{597544D8-9139-4544-AFBD-A6552E902E07}" destId="{60EAFE7F-6C93-4BEF-8F3C-A45F85C35DD4}" srcOrd="1" destOrd="0" presId="urn:microsoft.com/office/officeart/2018/2/layout/IconVerticalSolidList"/>
    <dgm:cxn modelId="{6F7A59F6-07EE-4F55-BD7C-A1538E1A7F2D}" type="presParOf" srcId="{597544D8-9139-4544-AFBD-A6552E902E07}" destId="{109E08EE-8D7A-4D00-BE27-D4D515664643}" srcOrd="2" destOrd="0" presId="urn:microsoft.com/office/officeart/2018/2/layout/IconVerticalSolidList"/>
    <dgm:cxn modelId="{D5711A5F-FE58-4929-AA3D-7B361ECC4878}" type="presParOf" srcId="{597544D8-9139-4544-AFBD-A6552E902E07}" destId="{D7C1687D-172F-4BC0-BD5B-243CEC459ED6}" srcOrd="3" destOrd="0" presId="urn:microsoft.com/office/officeart/2018/2/layout/IconVerticalSolidList"/>
    <dgm:cxn modelId="{2B49F91E-BC4F-408D-9138-CC8BD0B0DA04}" type="presParOf" srcId="{6C5D5234-F6DE-4ADD-AB87-6E606C8EBC9B}" destId="{11BD3D00-A4CA-4525-9BC4-DFBE9CDF3325}" srcOrd="5" destOrd="0" presId="urn:microsoft.com/office/officeart/2018/2/layout/IconVerticalSolidList"/>
    <dgm:cxn modelId="{77440B5B-CC05-437D-9CC5-118AB2324B75}" type="presParOf" srcId="{6C5D5234-F6DE-4ADD-AB87-6E606C8EBC9B}" destId="{CEC8626A-BC28-4D8C-9E0D-B2002EECB1B0}" srcOrd="6" destOrd="0" presId="urn:microsoft.com/office/officeart/2018/2/layout/IconVerticalSolidList"/>
    <dgm:cxn modelId="{C9F592ED-4BFB-4D76-9E4D-8ED6FFB0D81A}" type="presParOf" srcId="{CEC8626A-BC28-4D8C-9E0D-B2002EECB1B0}" destId="{C7396CAC-0A23-4F89-BD25-781BE0B2103A}" srcOrd="0" destOrd="0" presId="urn:microsoft.com/office/officeart/2018/2/layout/IconVerticalSolidList"/>
    <dgm:cxn modelId="{CD2A7031-7229-4E4B-86FE-410D7694E405}" type="presParOf" srcId="{CEC8626A-BC28-4D8C-9E0D-B2002EECB1B0}" destId="{17AE753A-44E5-46CB-8FCE-86E58F843281}" srcOrd="1" destOrd="0" presId="urn:microsoft.com/office/officeart/2018/2/layout/IconVerticalSolidList"/>
    <dgm:cxn modelId="{0B5CFD0E-E4ED-4300-8B3A-31199C39C069}" type="presParOf" srcId="{CEC8626A-BC28-4D8C-9E0D-B2002EECB1B0}" destId="{056033C6-DFB6-4C5A-88A3-5EF41C64ABE9}" srcOrd="2" destOrd="0" presId="urn:microsoft.com/office/officeart/2018/2/layout/IconVerticalSolidList"/>
    <dgm:cxn modelId="{416E00BD-F4A9-4756-A9F5-76E622458467}" type="presParOf" srcId="{CEC8626A-BC28-4D8C-9E0D-B2002EECB1B0}" destId="{BD0097AA-AADA-4C84-A6F4-A2D5C4EAAC78}" srcOrd="3" destOrd="0" presId="urn:microsoft.com/office/officeart/2018/2/layout/IconVerticalSolidList"/>
    <dgm:cxn modelId="{A300F08A-7A15-4A49-9BDE-0BCDFD6DA801}" type="presParOf" srcId="{6C5D5234-F6DE-4ADD-AB87-6E606C8EBC9B}" destId="{04FD662A-6585-408C-8886-DD9D08903E87}" srcOrd="7" destOrd="0" presId="urn:microsoft.com/office/officeart/2018/2/layout/IconVerticalSolidList"/>
    <dgm:cxn modelId="{1AF7B85C-0C37-4B40-BFCD-0B9CEDD2CCAB}" type="presParOf" srcId="{6C5D5234-F6DE-4ADD-AB87-6E606C8EBC9B}" destId="{4E7988E2-85DC-4240-8256-5AF8C75A5DBD}" srcOrd="8" destOrd="0" presId="urn:microsoft.com/office/officeart/2018/2/layout/IconVerticalSolidList"/>
    <dgm:cxn modelId="{D55E5C93-824F-4EAA-8C69-6F954F601DE9}" type="presParOf" srcId="{4E7988E2-85DC-4240-8256-5AF8C75A5DBD}" destId="{1D425E63-0630-4ADD-A613-A40A31B0A24E}" srcOrd="0" destOrd="0" presId="urn:microsoft.com/office/officeart/2018/2/layout/IconVerticalSolidList"/>
    <dgm:cxn modelId="{47F8EDB6-CC30-4F08-B644-C5FF91826DFB}" type="presParOf" srcId="{4E7988E2-85DC-4240-8256-5AF8C75A5DBD}" destId="{426BC4CF-4857-4210-AFB3-D69BC4E449EE}" srcOrd="1" destOrd="0" presId="urn:microsoft.com/office/officeart/2018/2/layout/IconVerticalSolidList"/>
    <dgm:cxn modelId="{A30D98D5-8133-4864-B2CF-C30499AFBB17}" type="presParOf" srcId="{4E7988E2-85DC-4240-8256-5AF8C75A5DBD}" destId="{E41CB233-1C72-4B6A-8381-68AFADDFDECD}" srcOrd="2" destOrd="0" presId="urn:microsoft.com/office/officeart/2018/2/layout/IconVerticalSolidList"/>
    <dgm:cxn modelId="{9F837C90-6997-4C56-95B2-C248686FF675}" type="presParOf" srcId="{4E7988E2-85DC-4240-8256-5AF8C75A5DBD}" destId="{55B86EA2-6BFA-4BD7-8708-AEA5845B7635}" srcOrd="3" destOrd="0" presId="urn:microsoft.com/office/officeart/2018/2/layout/IconVerticalSolidList"/>
    <dgm:cxn modelId="{C9C91F49-A2AB-4895-84A4-AAFAA4446718}" type="presParOf" srcId="{6C5D5234-F6DE-4ADD-AB87-6E606C8EBC9B}" destId="{A4E7B264-C394-4D41-8330-735AD20B3B60}" srcOrd="9" destOrd="0" presId="urn:microsoft.com/office/officeart/2018/2/layout/IconVerticalSolidList"/>
    <dgm:cxn modelId="{800BF3A6-25C5-4507-B5D1-55EC821F35AF}" type="presParOf" srcId="{6C5D5234-F6DE-4ADD-AB87-6E606C8EBC9B}" destId="{B9E35691-B5F3-43E1-AD47-A694FC24ACD9}" srcOrd="10" destOrd="0" presId="urn:microsoft.com/office/officeart/2018/2/layout/IconVerticalSolidList"/>
    <dgm:cxn modelId="{12F2500C-717B-44A7-BCC9-7B9AD1460B4A}" type="presParOf" srcId="{B9E35691-B5F3-43E1-AD47-A694FC24ACD9}" destId="{EEA77785-4B9B-458B-9A1E-E0A71FB5E88A}" srcOrd="0" destOrd="0" presId="urn:microsoft.com/office/officeart/2018/2/layout/IconVerticalSolidList"/>
    <dgm:cxn modelId="{6DB416AB-EEE0-45B0-8622-118592AE66F7}" type="presParOf" srcId="{B9E35691-B5F3-43E1-AD47-A694FC24ACD9}" destId="{EC594FF3-F2B0-460B-AB53-8D53637BC6CB}" srcOrd="1" destOrd="0" presId="urn:microsoft.com/office/officeart/2018/2/layout/IconVerticalSolidList"/>
    <dgm:cxn modelId="{3ACD2827-4930-4434-A0B1-A87E93780526}" type="presParOf" srcId="{B9E35691-B5F3-43E1-AD47-A694FC24ACD9}" destId="{4D8F906C-AD16-434F-BF6B-D353BF412E6A}" srcOrd="2" destOrd="0" presId="urn:microsoft.com/office/officeart/2018/2/layout/IconVerticalSolidList"/>
    <dgm:cxn modelId="{9FCEACA3-31BA-473B-A49D-92C404064EF1}" type="presParOf" srcId="{B9E35691-B5F3-43E1-AD47-A694FC24ACD9}" destId="{EF4A5772-4CC7-4C98-8F1D-B3D487446A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993B8D-E0D9-4D0F-A4C8-FCBE25D058E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7A426F-7351-4931-A559-9424C8D0AE37}">
      <dgm:prSet/>
      <dgm:spPr/>
      <dgm:t>
        <a:bodyPr/>
        <a:lstStyle/>
        <a:p>
          <a:r>
            <a:rPr lang="en-US" b="1" i="0" baseline="0"/>
            <a:t>Servers continuously require changes</a:t>
          </a:r>
          <a:endParaRPr lang="en-US"/>
        </a:p>
      </dgm:t>
    </dgm:pt>
    <dgm:pt modelId="{F2EEF058-1961-42D5-B354-FCBB14C6D361}" type="parTrans" cxnId="{806C8AED-CE8A-4286-AB2E-39B73FD9149A}">
      <dgm:prSet/>
      <dgm:spPr/>
      <dgm:t>
        <a:bodyPr/>
        <a:lstStyle/>
        <a:p>
          <a:endParaRPr lang="en-US"/>
        </a:p>
      </dgm:t>
    </dgm:pt>
    <dgm:pt modelId="{4F6C2551-07A3-4EC6-A0EE-235E6C178CFE}" type="sibTrans" cxnId="{806C8AED-CE8A-4286-AB2E-39B73FD9149A}">
      <dgm:prSet/>
      <dgm:spPr/>
      <dgm:t>
        <a:bodyPr/>
        <a:lstStyle/>
        <a:p>
          <a:endParaRPr lang="en-US"/>
        </a:p>
      </dgm:t>
    </dgm:pt>
    <dgm:pt modelId="{DDC0D14F-10DF-4B9E-AF9D-B85AF70B5614}">
      <dgm:prSet/>
      <dgm:spPr/>
      <dgm:t>
        <a:bodyPr/>
        <a:lstStyle/>
        <a:p>
          <a:r>
            <a:rPr lang="en-US" b="1" i="0" baseline="0"/>
            <a:t>Examples: software updates, hardware upgrades, network changes, new applications, and security improvements</a:t>
          </a:r>
          <a:endParaRPr lang="en-US"/>
        </a:p>
      </dgm:t>
    </dgm:pt>
    <dgm:pt modelId="{9E287BC1-0FC7-43E1-8316-4C16ED89EA62}" type="parTrans" cxnId="{94A2697D-F291-4FE3-AE21-9DD981AB6353}">
      <dgm:prSet/>
      <dgm:spPr/>
      <dgm:t>
        <a:bodyPr/>
        <a:lstStyle/>
        <a:p>
          <a:endParaRPr lang="en-US"/>
        </a:p>
      </dgm:t>
    </dgm:pt>
    <dgm:pt modelId="{46B91938-6DFE-4723-9FE4-C109EC896893}" type="sibTrans" cxnId="{94A2697D-F291-4FE3-AE21-9DD981AB6353}">
      <dgm:prSet/>
      <dgm:spPr/>
      <dgm:t>
        <a:bodyPr/>
        <a:lstStyle/>
        <a:p>
          <a:endParaRPr lang="en-US"/>
        </a:p>
      </dgm:t>
    </dgm:pt>
    <dgm:pt modelId="{D5929E43-6125-41B8-9CBC-1C202E3A3C4B}">
      <dgm:prSet/>
      <dgm:spPr/>
      <dgm:t>
        <a:bodyPr/>
        <a:lstStyle/>
        <a:p>
          <a:r>
            <a:rPr lang="en-US" b="1" i="0" baseline="0"/>
            <a:t>Uncontrolled changes can cause errors, service failures, downtime, and business impact</a:t>
          </a:r>
          <a:endParaRPr lang="en-US"/>
        </a:p>
      </dgm:t>
    </dgm:pt>
    <dgm:pt modelId="{3A6480D6-4B02-4827-9953-36B834324B92}" type="parTrans" cxnId="{84395B78-2155-4B36-94C9-27B3E2120899}">
      <dgm:prSet/>
      <dgm:spPr/>
      <dgm:t>
        <a:bodyPr/>
        <a:lstStyle/>
        <a:p>
          <a:endParaRPr lang="en-US"/>
        </a:p>
      </dgm:t>
    </dgm:pt>
    <dgm:pt modelId="{01960740-A0C7-43D9-ACC2-C151EE31A942}" type="sibTrans" cxnId="{84395B78-2155-4B36-94C9-27B3E2120899}">
      <dgm:prSet/>
      <dgm:spPr/>
      <dgm:t>
        <a:bodyPr/>
        <a:lstStyle/>
        <a:p>
          <a:endParaRPr lang="en-US"/>
        </a:p>
      </dgm:t>
    </dgm:pt>
    <dgm:pt modelId="{922D49E9-2EC8-4430-B443-22BFC3EE938D}">
      <dgm:prSet/>
      <dgm:spPr/>
      <dgm:t>
        <a:bodyPr/>
        <a:lstStyle/>
        <a:p>
          <a:r>
            <a:rPr lang="en-US" b="1" i="0" baseline="0"/>
            <a:t>Change Management provides a controlled process</a:t>
          </a:r>
          <a:endParaRPr lang="en-US"/>
        </a:p>
      </dgm:t>
    </dgm:pt>
    <dgm:pt modelId="{7EE7F7F4-0549-4BBA-961F-310146A3ABEB}" type="parTrans" cxnId="{1B3375EE-9A6D-4581-9E99-75871004B991}">
      <dgm:prSet/>
      <dgm:spPr/>
      <dgm:t>
        <a:bodyPr/>
        <a:lstStyle/>
        <a:p>
          <a:endParaRPr lang="en-US"/>
        </a:p>
      </dgm:t>
    </dgm:pt>
    <dgm:pt modelId="{B3A31A64-A506-41C7-B996-0A725C7A9054}" type="sibTrans" cxnId="{1B3375EE-9A6D-4581-9E99-75871004B991}">
      <dgm:prSet/>
      <dgm:spPr/>
      <dgm:t>
        <a:bodyPr/>
        <a:lstStyle/>
        <a:p>
          <a:endParaRPr lang="en-US"/>
        </a:p>
      </dgm:t>
    </dgm:pt>
    <dgm:pt modelId="{5CAA5F6A-C354-407D-8947-EF0550D168C9}">
      <dgm:prSet/>
      <dgm:spPr/>
      <dgm:t>
        <a:bodyPr/>
        <a:lstStyle/>
        <a:p>
          <a:r>
            <a:rPr lang="en-US" b="1" i="0" baseline="0"/>
            <a:t>Core flow: Plan → Approve → Implement → Verify → Document</a:t>
          </a:r>
          <a:endParaRPr lang="en-US"/>
        </a:p>
      </dgm:t>
    </dgm:pt>
    <dgm:pt modelId="{B6C6FA68-1C32-44DA-8D03-644BEE8F868B}" type="parTrans" cxnId="{8A9C6E8D-4E97-403F-A8CA-05DFB6E68B6C}">
      <dgm:prSet/>
      <dgm:spPr/>
      <dgm:t>
        <a:bodyPr/>
        <a:lstStyle/>
        <a:p>
          <a:endParaRPr lang="en-US"/>
        </a:p>
      </dgm:t>
    </dgm:pt>
    <dgm:pt modelId="{345C9CA0-009F-47AE-B898-02B7E1DDBAF9}" type="sibTrans" cxnId="{8A9C6E8D-4E97-403F-A8CA-05DFB6E68B6C}">
      <dgm:prSet/>
      <dgm:spPr/>
      <dgm:t>
        <a:bodyPr/>
        <a:lstStyle/>
        <a:p>
          <a:endParaRPr lang="en-US"/>
        </a:p>
      </dgm:t>
    </dgm:pt>
    <dgm:pt modelId="{1084EA76-2DD7-4916-81B5-BCEB0D8CE7FC}" type="pres">
      <dgm:prSet presAssocID="{82993B8D-E0D9-4D0F-A4C8-FCBE25D058E2}" presName="linear" presStyleCnt="0">
        <dgm:presLayoutVars>
          <dgm:animLvl val="lvl"/>
          <dgm:resizeHandles val="exact"/>
        </dgm:presLayoutVars>
      </dgm:prSet>
      <dgm:spPr/>
    </dgm:pt>
    <dgm:pt modelId="{E3CC25F7-7F26-4283-90D4-9B170AF40922}" type="pres">
      <dgm:prSet presAssocID="{487A426F-7351-4931-A559-9424C8D0AE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82A173C-7B3F-406E-A4FA-A846EC30CAB6}" type="pres">
      <dgm:prSet presAssocID="{4F6C2551-07A3-4EC6-A0EE-235E6C178CFE}" presName="spacer" presStyleCnt="0"/>
      <dgm:spPr/>
    </dgm:pt>
    <dgm:pt modelId="{A13A6C89-F13B-46B5-B48F-3D0B869111BE}" type="pres">
      <dgm:prSet presAssocID="{DDC0D14F-10DF-4B9E-AF9D-B85AF70B561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BDD510-2704-4DF3-8EFC-A072FBE49089}" type="pres">
      <dgm:prSet presAssocID="{46B91938-6DFE-4723-9FE4-C109EC896893}" presName="spacer" presStyleCnt="0"/>
      <dgm:spPr/>
    </dgm:pt>
    <dgm:pt modelId="{EA62D9EE-DDC0-400F-A3B9-FC02DDD30AAD}" type="pres">
      <dgm:prSet presAssocID="{D5929E43-6125-41B8-9CBC-1C202E3A3C4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EB0CC52-0E9C-430E-84C6-3AFF70A52416}" type="pres">
      <dgm:prSet presAssocID="{01960740-A0C7-43D9-ACC2-C151EE31A942}" presName="spacer" presStyleCnt="0"/>
      <dgm:spPr/>
    </dgm:pt>
    <dgm:pt modelId="{680EBFE9-F017-4163-9CB6-A12097CF2AA5}" type="pres">
      <dgm:prSet presAssocID="{922D49E9-2EC8-4430-B443-22BFC3EE938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D87619-06C1-47CF-ADAD-8B15EEF52089}" type="pres">
      <dgm:prSet presAssocID="{B3A31A64-A506-41C7-B996-0A725C7A9054}" presName="spacer" presStyleCnt="0"/>
      <dgm:spPr/>
    </dgm:pt>
    <dgm:pt modelId="{D42526A9-086A-4D1D-8716-D3AD98C18D6D}" type="pres">
      <dgm:prSet presAssocID="{5CAA5F6A-C354-407D-8947-EF0550D168C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CCC981A-FAA8-4D90-AC6D-609A0B4EDA94}" type="presOf" srcId="{922D49E9-2EC8-4430-B443-22BFC3EE938D}" destId="{680EBFE9-F017-4163-9CB6-A12097CF2AA5}" srcOrd="0" destOrd="0" presId="urn:microsoft.com/office/officeart/2005/8/layout/vList2"/>
    <dgm:cxn modelId="{7D2FBE69-745A-4B3E-920E-BA3590AD59FA}" type="presOf" srcId="{DDC0D14F-10DF-4B9E-AF9D-B85AF70B5614}" destId="{A13A6C89-F13B-46B5-B48F-3D0B869111BE}" srcOrd="0" destOrd="0" presId="urn:microsoft.com/office/officeart/2005/8/layout/vList2"/>
    <dgm:cxn modelId="{84395B78-2155-4B36-94C9-27B3E2120899}" srcId="{82993B8D-E0D9-4D0F-A4C8-FCBE25D058E2}" destId="{D5929E43-6125-41B8-9CBC-1C202E3A3C4B}" srcOrd="2" destOrd="0" parTransId="{3A6480D6-4B02-4827-9953-36B834324B92}" sibTransId="{01960740-A0C7-43D9-ACC2-C151EE31A942}"/>
    <dgm:cxn modelId="{381E5B7D-CC48-492E-AE71-D19ADEB5023E}" type="presOf" srcId="{D5929E43-6125-41B8-9CBC-1C202E3A3C4B}" destId="{EA62D9EE-DDC0-400F-A3B9-FC02DDD30AAD}" srcOrd="0" destOrd="0" presId="urn:microsoft.com/office/officeart/2005/8/layout/vList2"/>
    <dgm:cxn modelId="{94A2697D-F291-4FE3-AE21-9DD981AB6353}" srcId="{82993B8D-E0D9-4D0F-A4C8-FCBE25D058E2}" destId="{DDC0D14F-10DF-4B9E-AF9D-B85AF70B5614}" srcOrd="1" destOrd="0" parTransId="{9E287BC1-0FC7-43E1-8316-4C16ED89EA62}" sibTransId="{46B91938-6DFE-4723-9FE4-C109EC896893}"/>
    <dgm:cxn modelId="{8A9C6E8D-4E97-403F-A8CA-05DFB6E68B6C}" srcId="{82993B8D-E0D9-4D0F-A4C8-FCBE25D058E2}" destId="{5CAA5F6A-C354-407D-8947-EF0550D168C9}" srcOrd="4" destOrd="0" parTransId="{B6C6FA68-1C32-44DA-8D03-644BEE8F868B}" sibTransId="{345C9CA0-009F-47AE-B898-02B7E1DDBAF9}"/>
    <dgm:cxn modelId="{88AE66A2-CBCE-4A5F-A7C5-3A5BC74FF45B}" type="presOf" srcId="{82993B8D-E0D9-4D0F-A4C8-FCBE25D058E2}" destId="{1084EA76-2DD7-4916-81B5-BCEB0D8CE7FC}" srcOrd="0" destOrd="0" presId="urn:microsoft.com/office/officeart/2005/8/layout/vList2"/>
    <dgm:cxn modelId="{511B77A3-C5DE-4B35-98A4-43F46F68D4BA}" type="presOf" srcId="{5CAA5F6A-C354-407D-8947-EF0550D168C9}" destId="{D42526A9-086A-4D1D-8716-D3AD98C18D6D}" srcOrd="0" destOrd="0" presId="urn:microsoft.com/office/officeart/2005/8/layout/vList2"/>
    <dgm:cxn modelId="{D15A3EB2-B984-4EDD-BF4A-098441866FC2}" type="presOf" srcId="{487A426F-7351-4931-A559-9424C8D0AE37}" destId="{E3CC25F7-7F26-4283-90D4-9B170AF40922}" srcOrd="0" destOrd="0" presId="urn:microsoft.com/office/officeart/2005/8/layout/vList2"/>
    <dgm:cxn modelId="{806C8AED-CE8A-4286-AB2E-39B73FD9149A}" srcId="{82993B8D-E0D9-4D0F-A4C8-FCBE25D058E2}" destId="{487A426F-7351-4931-A559-9424C8D0AE37}" srcOrd="0" destOrd="0" parTransId="{F2EEF058-1961-42D5-B354-FCBB14C6D361}" sibTransId="{4F6C2551-07A3-4EC6-A0EE-235E6C178CFE}"/>
    <dgm:cxn modelId="{1B3375EE-9A6D-4581-9E99-75871004B991}" srcId="{82993B8D-E0D9-4D0F-A4C8-FCBE25D058E2}" destId="{922D49E9-2EC8-4430-B443-22BFC3EE938D}" srcOrd="3" destOrd="0" parTransId="{7EE7F7F4-0549-4BBA-961F-310146A3ABEB}" sibTransId="{B3A31A64-A506-41C7-B996-0A725C7A9054}"/>
    <dgm:cxn modelId="{167E14D0-9F11-4AA2-A1BD-11D2CEDE25F7}" type="presParOf" srcId="{1084EA76-2DD7-4916-81B5-BCEB0D8CE7FC}" destId="{E3CC25F7-7F26-4283-90D4-9B170AF40922}" srcOrd="0" destOrd="0" presId="urn:microsoft.com/office/officeart/2005/8/layout/vList2"/>
    <dgm:cxn modelId="{8167D410-E6CF-4F58-B663-0613A18AFD3F}" type="presParOf" srcId="{1084EA76-2DD7-4916-81B5-BCEB0D8CE7FC}" destId="{482A173C-7B3F-406E-A4FA-A846EC30CAB6}" srcOrd="1" destOrd="0" presId="urn:microsoft.com/office/officeart/2005/8/layout/vList2"/>
    <dgm:cxn modelId="{B78B937E-8B54-4567-BE80-AFBE95CA3D21}" type="presParOf" srcId="{1084EA76-2DD7-4916-81B5-BCEB0D8CE7FC}" destId="{A13A6C89-F13B-46B5-B48F-3D0B869111BE}" srcOrd="2" destOrd="0" presId="urn:microsoft.com/office/officeart/2005/8/layout/vList2"/>
    <dgm:cxn modelId="{9BFF951B-6088-432C-8D95-AEFBECBC66C0}" type="presParOf" srcId="{1084EA76-2DD7-4916-81B5-BCEB0D8CE7FC}" destId="{47BDD510-2704-4DF3-8EFC-A072FBE49089}" srcOrd="3" destOrd="0" presId="urn:microsoft.com/office/officeart/2005/8/layout/vList2"/>
    <dgm:cxn modelId="{9446E920-8D70-4F99-8E42-95AA63C4480E}" type="presParOf" srcId="{1084EA76-2DD7-4916-81B5-BCEB0D8CE7FC}" destId="{EA62D9EE-DDC0-400F-A3B9-FC02DDD30AAD}" srcOrd="4" destOrd="0" presId="urn:microsoft.com/office/officeart/2005/8/layout/vList2"/>
    <dgm:cxn modelId="{1A32951E-8526-476A-A130-51ED1E07130A}" type="presParOf" srcId="{1084EA76-2DD7-4916-81B5-BCEB0D8CE7FC}" destId="{8EB0CC52-0E9C-430E-84C6-3AFF70A52416}" srcOrd="5" destOrd="0" presId="urn:microsoft.com/office/officeart/2005/8/layout/vList2"/>
    <dgm:cxn modelId="{140DCC90-34D4-4658-8B47-734990B2E795}" type="presParOf" srcId="{1084EA76-2DD7-4916-81B5-BCEB0D8CE7FC}" destId="{680EBFE9-F017-4163-9CB6-A12097CF2AA5}" srcOrd="6" destOrd="0" presId="urn:microsoft.com/office/officeart/2005/8/layout/vList2"/>
    <dgm:cxn modelId="{3ABB883A-F501-46E1-8B12-F77FD05462FD}" type="presParOf" srcId="{1084EA76-2DD7-4916-81B5-BCEB0D8CE7FC}" destId="{17D87619-06C1-47CF-ADAD-8B15EEF52089}" srcOrd="7" destOrd="0" presId="urn:microsoft.com/office/officeart/2005/8/layout/vList2"/>
    <dgm:cxn modelId="{CD7CC008-470D-4B0A-A411-A6B945B88FCC}" type="presParOf" srcId="{1084EA76-2DD7-4916-81B5-BCEB0D8CE7FC}" destId="{D42526A9-086A-4D1D-8716-D3AD98C18D6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1124BA1-51B1-4520-B363-1EBDFE29477E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C3ABEC3-033A-4E89-B8EA-DDE4FE8232CB}">
      <dgm:prSet/>
      <dgm:spPr/>
      <dgm:t>
        <a:bodyPr/>
        <a:lstStyle/>
        <a:p>
          <a:r>
            <a:rPr lang="en-US"/>
            <a:t>Step 1</a:t>
          </a:r>
        </a:p>
      </dgm:t>
    </dgm:pt>
    <dgm:pt modelId="{35EA96A5-E906-4947-B88A-D23A09576B6A}" type="parTrans" cxnId="{2141F759-2FD0-4201-910A-B47F9F026D2A}">
      <dgm:prSet/>
      <dgm:spPr/>
      <dgm:t>
        <a:bodyPr/>
        <a:lstStyle/>
        <a:p>
          <a:endParaRPr lang="en-US"/>
        </a:p>
      </dgm:t>
    </dgm:pt>
    <dgm:pt modelId="{15231831-8399-450C-A4D7-3A565D4DA665}" type="sibTrans" cxnId="{2141F759-2FD0-4201-910A-B47F9F026D2A}">
      <dgm:prSet/>
      <dgm:spPr/>
      <dgm:t>
        <a:bodyPr/>
        <a:lstStyle/>
        <a:p>
          <a:endParaRPr lang="en-US"/>
        </a:p>
      </dgm:t>
    </dgm:pt>
    <dgm:pt modelId="{A282593E-53A3-4D38-ACB0-B364F9CB11AA}">
      <dgm:prSet/>
      <dgm:spPr/>
      <dgm:t>
        <a:bodyPr/>
        <a:lstStyle/>
        <a:p>
          <a:r>
            <a:rPr lang="en-US"/>
            <a:t>Identify the Need for Change</a:t>
          </a:r>
        </a:p>
      </dgm:t>
    </dgm:pt>
    <dgm:pt modelId="{62B7F007-9B4F-47BC-BD9C-CB787765BC50}" type="parTrans" cxnId="{F09C16CE-6065-475E-8B2C-2E4836A4E1E9}">
      <dgm:prSet/>
      <dgm:spPr/>
      <dgm:t>
        <a:bodyPr/>
        <a:lstStyle/>
        <a:p>
          <a:endParaRPr lang="en-US"/>
        </a:p>
      </dgm:t>
    </dgm:pt>
    <dgm:pt modelId="{0B466A30-1C20-4F1C-BA89-5176992FBBD4}" type="sibTrans" cxnId="{F09C16CE-6065-475E-8B2C-2E4836A4E1E9}">
      <dgm:prSet/>
      <dgm:spPr/>
      <dgm:t>
        <a:bodyPr/>
        <a:lstStyle/>
        <a:p>
          <a:endParaRPr lang="en-US"/>
        </a:p>
      </dgm:t>
    </dgm:pt>
    <dgm:pt modelId="{BE72F91A-25F6-45F9-848B-CE77047F8B24}">
      <dgm:prSet/>
      <dgm:spPr/>
      <dgm:t>
        <a:bodyPr/>
        <a:lstStyle/>
        <a:p>
          <a:r>
            <a:rPr lang="en-US"/>
            <a:t>Step 2</a:t>
          </a:r>
        </a:p>
      </dgm:t>
    </dgm:pt>
    <dgm:pt modelId="{290C487F-2B97-4328-992B-1310A9BAF815}" type="parTrans" cxnId="{92651C5B-E34B-4BB9-B14C-607473135215}">
      <dgm:prSet/>
      <dgm:spPr/>
      <dgm:t>
        <a:bodyPr/>
        <a:lstStyle/>
        <a:p>
          <a:endParaRPr lang="en-US"/>
        </a:p>
      </dgm:t>
    </dgm:pt>
    <dgm:pt modelId="{8D7A1A66-8F97-4B95-8B8B-E5742488AB3A}" type="sibTrans" cxnId="{92651C5B-E34B-4BB9-B14C-607473135215}">
      <dgm:prSet/>
      <dgm:spPr/>
      <dgm:t>
        <a:bodyPr/>
        <a:lstStyle/>
        <a:p>
          <a:endParaRPr lang="en-US"/>
        </a:p>
      </dgm:t>
    </dgm:pt>
    <dgm:pt modelId="{23A88B90-BA51-49CC-82B4-7CCF254D722C}">
      <dgm:prSet/>
      <dgm:spPr/>
      <dgm:t>
        <a:bodyPr/>
        <a:lstStyle/>
        <a:p>
          <a:r>
            <a:rPr lang="en-US"/>
            <a:t>Assess Impact and Risks</a:t>
          </a:r>
        </a:p>
      </dgm:t>
    </dgm:pt>
    <dgm:pt modelId="{7F163017-8C1F-4C5C-A4CE-D46A91CE0398}" type="parTrans" cxnId="{D68D1AEB-43A7-4504-81AA-5148C7B96934}">
      <dgm:prSet/>
      <dgm:spPr/>
      <dgm:t>
        <a:bodyPr/>
        <a:lstStyle/>
        <a:p>
          <a:endParaRPr lang="en-US"/>
        </a:p>
      </dgm:t>
    </dgm:pt>
    <dgm:pt modelId="{D4CB356C-FF80-400A-BBA1-F53E9BBF113C}" type="sibTrans" cxnId="{D68D1AEB-43A7-4504-81AA-5148C7B96934}">
      <dgm:prSet/>
      <dgm:spPr/>
      <dgm:t>
        <a:bodyPr/>
        <a:lstStyle/>
        <a:p>
          <a:endParaRPr lang="en-US"/>
        </a:p>
      </dgm:t>
    </dgm:pt>
    <dgm:pt modelId="{95A99388-92F9-443B-B6D7-A65229CB1127}">
      <dgm:prSet/>
      <dgm:spPr/>
      <dgm:t>
        <a:bodyPr/>
        <a:lstStyle/>
        <a:p>
          <a:r>
            <a:rPr lang="en-US"/>
            <a:t>Step 3</a:t>
          </a:r>
        </a:p>
      </dgm:t>
    </dgm:pt>
    <dgm:pt modelId="{1BAD1D0E-5BB7-4C84-A747-D136E55ACE9A}" type="parTrans" cxnId="{057653C4-7785-4E41-B9C1-0EB270FC4B4A}">
      <dgm:prSet/>
      <dgm:spPr/>
      <dgm:t>
        <a:bodyPr/>
        <a:lstStyle/>
        <a:p>
          <a:endParaRPr lang="en-US"/>
        </a:p>
      </dgm:t>
    </dgm:pt>
    <dgm:pt modelId="{09CA2373-F862-4AFE-806D-826171CA49DE}" type="sibTrans" cxnId="{057653C4-7785-4E41-B9C1-0EB270FC4B4A}">
      <dgm:prSet/>
      <dgm:spPr/>
      <dgm:t>
        <a:bodyPr/>
        <a:lstStyle/>
        <a:p>
          <a:endParaRPr lang="en-US"/>
        </a:p>
      </dgm:t>
    </dgm:pt>
    <dgm:pt modelId="{2FFE5CFA-8257-4759-B026-E6A6BEAE86CF}">
      <dgm:prSet/>
      <dgm:spPr/>
      <dgm:t>
        <a:bodyPr/>
        <a:lstStyle/>
        <a:p>
          <a:r>
            <a:rPr lang="en-US"/>
            <a:t>Plan the Change</a:t>
          </a:r>
        </a:p>
      </dgm:t>
    </dgm:pt>
    <dgm:pt modelId="{53E189AC-EC1B-4B5E-8758-9ECE00985A53}" type="parTrans" cxnId="{5B19BDD4-8230-450E-AECA-5C6E84AEA3B0}">
      <dgm:prSet/>
      <dgm:spPr/>
      <dgm:t>
        <a:bodyPr/>
        <a:lstStyle/>
        <a:p>
          <a:endParaRPr lang="en-US"/>
        </a:p>
      </dgm:t>
    </dgm:pt>
    <dgm:pt modelId="{2AA00FE0-DFA2-449A-838B-330F8A06C63C}" type="sibTrans" cxnId="{5B19BDD4-8230-450E-AECA-5C6E84AEA3B0}">
      <dgm:prSet/>
      <dgm:spPr/>
      <dgm:t>
        <a:bodyPr/>
        <a:lstStyle/>
        <a:p>
          <a:endParaRPr lang="en-US"/>
        </a:p>
      </dgm:t>
    </dgm:pt>
    <dgm:pt modelId="{B669B875-630E-4C04-B8D5-7FE0A8082130}">
      <dgm:prSet/>
      <dgm:spPr/>
      <dgm:t>
        <a:bodyPr/>
        <a:lstStyle/>
        <a:p>
          <a:r>
            <a:rPr lang="en-US"/>
            <a:t>Step 4</a:t>
          </a:r>
        </a:p>
      </dgm:t>
    </dgm:pt>
    <dgm:pt modelId="{77A49050-5145-46BA-A19B-18316A6DA9C5}" type="parTrans" cxnId="{DF9E8FA8-3F43-476F-8D5F-1659F7908C11}">
      <dgm:prSet/>
      <dgm:spPr/>
      <dgm:t>
        <a:bodyPr/>
        <a:lstStyle/>
        <a:p>
          <a:endParaRPr lang="en-US"/>
        </a:p>
      </dgm:t>
    </dgm:pt>
    <dgm:pt modelId="{0E76FAA9-C8F3-4114-BD3E-9F6CE07BBC97}" type="sibTrans" cxnId="{DF9E8FA8-3F43-476F-8D5F-1659F7908C11}">
      <dgm:prSet/>
      <dgm:spPr/>
      <dgm:t>
        <a:bodyPr/>
        <a:lstStyle/>
        <a:p>
          <a:endParaRPr lang="en-US"/>
        </a:p>
      </dgm:t>
    </dgm:pt>
    <dgm:pt modelId="{DB42E3CF-A135-4E31-87B2-C115F46AD782}">
      <dgm:prSet/>
      <dgm:spPr/>
      <dgm:t>
        <a:bodyPr/>
        <a:lstStyle/>
        <a:p>
          <a:r>
            <a:rPr lang="en-US"/>
            <a:t>Obtain Approval</a:t>
          </a:r>
        </a:p>
      </dgm:t>
    </dgm:pt>
    <dgm:pt modelId="{ADB6169D-B650-4E9F-B1C5-B06D9A04771B}" type="parTrans" cxnId="{5049AAF9-27CD-4809-B39C-EBAEBA6EEEC7}">
      <dgm:prSet/>
      <dgm:spPr/>
      <dgm:t>
        <a:bodyPr/>
        <a:lstStyle/>
        <a:p>
          <a:endParaRPr lang="en-US"/>
        </a:p>
      </dgm:t>
    </dgm:pt>
    <dgm:pt modelId="{4BD45CE3-E264-4732-9133-E45EF6E56860}" type="sibTrans" cxnId="{5049AAF9-27CD-4809-B39C-EBAEBA6EEEC7}">
      <dgm:prSet/>
      <dgm:spPr/>
      <dgm:t>
        <a:bodyPr/>
        <a:lstStyle/>
        <a:p>
          <a:endParaRPr lang="en-US"/>
        </a:p>
      </dgm:t>
    </dgm:pt>
    <dgm:pt modelId="{2367DD55-01C1-4A31-92D3-C4E96F51472E}">
      <dgm:prSet/>
      <dgm:spPr/>
      <dgm:t>
        <a:bodyPr/>
        <a:lstStyle/>
        <a:p>
          <a:r>
            <a:rPr lang="en-US"/>
            <a:t>Step 5</a:t>
          </a:r>
        </a:p>
      </dgm:t>
    </dgm:pt>
    <dgm:pt modelId="{3C6E650B-93A2-4A38-B33A-5F0B113CEF93}" type="parTrans" cxnId="{EB39F3D3-0B66-4CD6-80EC-0BBFB5C0F297}">
      <dgm:prSet/>
      <dgm:spPr/>
      <dgm:t>
        <a:bodyPr/>
        <a:lstStyle/>
        <a:p>
          <a:endParaRPr lang="en-US"/>
        </a:p>
      </dgm:t>
    </dgm:pt>
    <dgm:pt modelId="{F9541F44-8729-43F4-88DB-8FDD5550084E}" type="sibTrans" cxnId="{EB39F3D3-0B66-4CD6-80EC-0BBFB5C0F297}">
      <dgm:prSet/>
      <dgm:spPr/>
      <dgm:t>
        <a:bodyPr/>
        <a:lstStyle/>
        <a:p>
          <a:endParaRPr lang="en-US"/>
        </a:p>
      </dgm:t>
    </dgm:pt>
    <dgm:pt modelId="{55F4D57E-E081-482F-8F53-FF52DFA037C1}">
      <dgm:prSet/>
      <dgm:spPr/>
      <dgm:t>
        <a:bodyPr/>
        <a:lstStyle/>
        <a:p>
          <a:r>
            <a:rPr lang="en-US"/>
            <a:t>Implement the Change</a:t>
          </a:r>
        </a:p>
      </dgm:t>
    </dgm:pt>
    <dgm:pt modelId="{DD23535A-D5A6-4D0D-BDA8-9EF6A95260AB}" type="parTrans" cxnId="{635CCBFF-3927-4BE9-9766-E6043F8FF996}">
      <dgm:prSet/>
      <dgm:spPr/>
      <dgm:t>
        <a:bodyPr/>
        <a:lstStyle/>
        <a:p>
          <a:endParaRPr lang="en-US"/>
        </a:p>
      </dgm:t>
    </dgm:pt>
    <dgm:pt modelId="{3C89F3BF-D01D-417C-8315-C3FE37E7CDB8}" type="sibTrans" cxnId="{635CCBFF-3927-4BE9-9766-E6043F8FF996}">
      <dgm:prSet/>
      <dgm:spPr/>
      <dgm:t>
        <a:bodyPr/>
        <a:lstStyle/>
        <a:p>
          <a:endParaRPr lang="en-US"/>
        </a:p>
      </dgm:t>
    </dgm:pt>
    <dgm:pt modelId="{C038D96F-172C-4FB6-8E93-8DFEC34F8342}">
      <dgm:prSet/>
      <dgm:spPr/>
      <dgm:t>
        <a:bodyPr/>
        <a:lstStyle/>
        <a:p>
          <a:r>
            <a:rPr lang="en-US"/>
            <a:t>Step 6</a:t>
          </a:r>
        </a:p>
      </dgm:t>
    </dgm:pt>
    <dgm:pt modelId="{A4A47B6A-98FF-42E3-A1AF-D141482DCBF7}" type="parTrans" cxnId="{20546ED2-5699-48A1-89C8-DC79DB02EBCA}">
      <dgm:prSet/>
      <dgm:spPr/>
      <dgm:t>
        <a:bodyPr/>
        <a:lstStyle/>
        <a:p>
          <a:endParaRPr lang="en-US"/>
        </a:p>
      </dgm:t>
    </dgm:pt>
    <dgm:pt modelId="{A9178ED4-DC65-4F3D-B587-BF50B5E8F4C3}" type="sibTrans" cxnId="{20546ED2-5699-48A1-89C8-DC79DB02EBCA}">
      <dgm:prSet/>
      <dgm:spPr/>
      <dgm:t>
        <a:bodyPr/>
        <a:lstStyle/>
        <a:p>
          <a:endParaRPr lang="en-US"/>
        </a:p>
      </dgm:t>
    </dgm:pt>
    <dgm:pt modelId="{D8E9FF65-9645-405A-A7F6-956C7F6CDFF9}">
      <dgm:prSet/>
      <dgm:spPr/>
      <dgm:t>
        <a:bodyPr/>
        <a:lstStyle/>
        <a:p>
          <a:r>
            <a:rPr lang="en-US"/>
            <a:t>Verify the Results</a:t>
          </a:r>
        </a:p>
      </dgm:t>
    </dgm:pt>
    <dgm:pt modelId="{0330581A-6BDE-449F-801E-D70D0A22FE72}" type="parTrans" cxnId="{583439F5-0BF1-49F1-9C8D-E02EDA298213}">
      <dgm:prSet/>
      <dgm:spPr/>
      <dgm:t>
        <a:bodyPr/>
        <a:lstStyle/>
        <a:p>
          <a:endParaRPr lang="en-US"/>
        </a:p>
      </dgm:t>
    </dgm:pt>
    <dgm:pt modelId="{8FD8114C-029A-4571-BD04-8A79230D4019}" type="sibTrans" cxnId="{583439F5-0BF1-49F1-9C8D-E02EDA298213}">
      <dgm:prSet/>
      <dgm:spPr/>
      <dgm:t>
        <a:bodyPr/>
        <a:lstStyle/>
        <a:p>
          <a:endParaRPr lang="en-US"/>
        </a:p>
      </dgm:t>
    </dgm:pt>
    <dgm:pt modelId="{DDE14AC3-0D06-4759-87E6-04C9B1698395}">
      <dgm:prSet/>
      <dgm:spPr/>
      <dgm:t>
        <a:bodyPr/>
        <a:lstStyle/>
        <a:p>
          <a:r>
            <a:rPr lang="en-US"/>
            <a:t>Step 7</a:t>
          </a:r>
        </a:p>
      </dgm:t>
    </dgm:pt>
    <dgm:pt modelId="{EB77716A-BE5D-4CF8-B054-1C9BEC016BA2}" type="parTrans" cxnId="{2F9F190D-7861-42C5-8685-0BECF256913F}">
      <dgm:prSet/>
      <dgm:spPr/>
      <dgm:t>
        <a:bodyPr/>
        <a:lstStyle/>
        <a:p>
          <a:endParaRPr lang="en-US"/>
        </a:p>
      </dgm:t>
    </dgm:pt>
    <dgm:pt modelId="{32379A68-67A0-4991-AFF2-47C590E24551}" type="sibTrans" cxnId="{2F9F190D-7861-42C5-8685-0BECF256913F}">
      <dgm:prSet/>
      <dgm:spPr/>
      <dgm:t>
        <a:bodyPr/>
        <a:lstStyle/>
        <a:p>
          <a:endParaRPr lang="en-US"/>
        </a:p>
      </dgm:t>
    </dgm:pt>
    <dgm:pt modelId="{42852D96-9324-4CB9-8E4B-4E07304741F5}">
      <dgm:prSet/>
      <dgm:spPr/>
      <dgm:t>
        <a:bodyPr/>
        <a:lstStyle/>
        <a:p>
          <a:r>
            <a:rPr lang="en-US"/>
            <a:t>Document and Review</a:t>
          </a:r>
        </a:p>
      </dgm:t>
    </dgm:pt>
    <dgm:pt modelId="{BC34DFE8-9F52-4B4F-9B45-0C0E179B5E42}" type="parTrans" cxnId="{6A09B457-4423-4176-8A83-2BCA1FEA3B12}">
      <dgm:prSet/>
      <dgm:spPr/>
      <dgm:t>
        <a:bodyPr/>
        <a:lstStyle/>
        <a:p>
          <a:endParaRPr lang="en-US"/>
        </a:p>
      </dgm:t>
    </dgm:pt>
    <dgm:pt modelId="{F857A39F-3240-4FB7-A536-D2EEAC340524}" type="sibTrans" cxnId="{6A09B457-4423-4176-8A83-2BCA1FEA3B12}">
      <dgm:prSet/>
      <dgm:spPr/>
      <dgm:t>
        <a:bodyPr/>
        <a:lstStyle/>
        <a:p>
          <a:endParaRPr lang="en-US"/>
        </a:p>
      </dgm:t>
    </dgm:pt>
    <dgm:pt modelId="{A81FFE57-EC08-4C6C-9BE2-F23EA9D46C81}" type="pres">
      <dgm:prSet presAssocID="{D1124BA1-51B1-4520-B363-1EBDFE29477E}" presName="Name0" presStyleCnt="0">
        <dgm:presLayoutVars>
          <dgm:dir/>
          <dgm:animLvl val="lvl"/>
          <dgm:resizeHandles val="exact"/>
        </dgm:presLayoutVars>
      </dgm:prSet>
      <dgm:spPr/>
    </dgm:pt>
    <dgm:pt modelId="{81F3ABDD-A0DE-4A58-A4B7-8F526A05A3D9}" type="pres">
      <dgm:prSet presAssocID="{DDE14AC3-0D06-4759-87E6-04C9B1698395}" presName="boxAndChildren" presStyleCnt="0"/>
      <dgm:spPr/>
    </dgm:pt>
    <dgm:pt modelId="{2A9FFCC0-AC2C-46EB-8A72-6F043016B4CE}" type="pres">
      <dgm:prSet presAssocID="{DDE14AC3-0D06-4759-87E6-04C9B1698395}" presName="parentTextBox" presStyleLbl="alignNode1" presStyleIdx="0" presStyleCnt="7"/>
      <dgm:spPr/>
    </dgm:pt>
    <dgm:pt modelId="{9876560B-9810-4576-A484-7611711B5E7D}" type="pres">
      <dgm:prSet presAssocID="{DDE14AC3-0D06-4759-87E6-04C9B1698395}" presName="descendantBox" presStyleLbl="bgAccFollowNode1" presStyleIdx="0" presStyleCnt="7"/>
      <dgm:spPr/>
    </dgm:pt>
    <dgm:pt modelId="{5B6070D1-E97B-42D1-B6E5-07AA31847A0B}" type="pres">
      <dgm:prSet presAssocID="{A9178ED4-DC65-4F3D-B587-BF50B5E8F4C3}" presName="sp" presStyleCnt="0"/>
      <dgm:spPr/>
    </dgm:pt>
    <dgm:pt modelId="{C9E01E6F-64D3-49E1-A19C-ED98398059BC}" type="pres">
      <dgm:prSet presAssocID="{C038D96F-172C-4FB6-8E93-8DFEC34F8342}" presName="arrowAndChildren" presStyleCnt="0"/>
      <dgm:spPr/>
    </dgm:pt>
    <dgm:pt modelId="{DCC35AA0-89FC-440D-9258-2B899C4884CD}" type="pres">
      <dgm:prSet presAssocID="{C038D96F-172C-4FB6-8E93-8DFEC34F8342}" presName="parentTextArrow" presStyleLbl="node1" presStyleIdx="0" presStyleCnt="0"/>
      <dgm:spPr/>
    </dgm:pt>
    <dgm:pt modelId="{624FF4CA-4642-4D42-8EDB-E58D88FAF749}" type="pres">
      <dgm:prSet presAssocID="{C038D96F-172C-4FB6-8E93-8DFEC34F8342}" presName="arrow" presStyleLbl="alignNode1" presStyleIdx="1" presStyleCnt="7"/>
      <dgm:spPr/>
    </dgm:pt>
    <dgm:pt modelId="{17A9B6B1-7076-4180-B956-F7AE2CEDE99C}" type="pres">
      <dgm:prSet presAssocID="{C038D96F-172C-4FB6-8E93-8DFEC34F8342}" presName="descendantArrow" presStyleLbl="bgAccFollowNode1" presStyleIdx="1" presStyleCnt="7"/>
      <dgm:spPr/>
    </dgm:pt>
    <dgm:pt modelId="{4786CF10-F6FE-4AE3-B7B7-F9F7638790D3}" type="pres">
      <dgm:prSet presAssocID="{F9541F44-8729-43F4-88DB-8FDD5550084E}" presName="sp" presStyleCnt="0"/>
      <dgm:spPr/>
    </dgm:pt>
    <dgm:pt modelId="{748B03CA-7448-4B77-B24F-E8AE9E28CE08}" type="pres">
      <dgm:prSet presAssocID="{2367DD55-01C1-4A31-92D3-C4E96F51472E}" presName="arrowAndChildren" presStyleCnt="0"/>
      <dgm:spPr/>
    </dgm:pt>
    <dgm:pt modelId="{45138D58-1323-4998-84EA-C49D484730B0}" type="pres">
      <dgm:prSet presAssocID="{2367DD55-01C1-4A31-92D3-C4E96F51472E}" presName="parentTextArrow" presStyleLbl="node1" presStyleIdx="0" presStyleCnt="0"/>
      <dgm:spPr/>
    </dgm:pt>
    <dgm:pt modelId="{E76E4053-BAA8-4422-9688-AEB059CAF4E1}" type="pres">
      <dgm:prSet presAssocID="{2367DD55-01C1-4A31-92D3-C4E96F51472E}" presName="arrow" presStyleLbl="alignNode1" presStyleIdx="2" presStyleCnt="7"/>
      <dgm:spPr/>
    </dgm:pt>
    <dgm:pt modelId="{1E93CFE8-4A21-47C0-A17E-572DDFC97107}" type="pres">
      <dgm:prSet presAssocID="{2367DD55-01C1-4A31-92D3-C4E96F51472E}" presName="descendantArrow" presStyleLbl="bgAccFollowNode1" presStyleIdx="2" presStyleCnt="7"/>
      <dgm:spPr/>
    </dgm:pt>
    <dgm:pt modelId="{CB2B24C2-37A6-48B3-ABDD-C239AA7EEEC5}" type="pres">
      <dgm:prSet presAssocID="{0E76FAA9-C8F3-4114-BD3E-9F6CE07BBC97}" presName="sp" presStyleCnt="0"/>
      <dgm:spPr/>
    </dgm:pt>
    <dgm:pt modelId="{3805D6E1-C1AB-4EE8-853D-072E5B1EB7EC}" type="pres">
      <dgm:prSet presAssocID="{B669B875-630E-4C04-B8D5-7FE0A8082130}" presName="arrowAndChildren" presStyleCnt="0"/>
      <dgm:spPr/>
    </dgm:pt>
    <dgm:pt modelId="{4BE909A8-C20C-4F1D-BCF1-4AA58FE57591}" type="pres">
      <dgm:prSet presAssocID="{B669B875-630E-4C04-B8D5-7FE0A8082130}" presName="parentTextArrow" presStyleLbl="node1" presStyleIdx="0" presStyleCnt="0"/>
      <dgm:spPr/>
    </dgm:pt>
    <dgm:pt modelId="{992A67DC-9F0D-44F7-A6A8-E4EC3E4430ED}" type="pres">
      <dgm:prSet presAssocID="{B669B875-630E-4C04-B8D5-7FE0A8082130}" presName="arrow" presStyleLbl="alignNode1" presStyleIdx="3" presStyleCnt="7"/>
      <dgm:spPr/>
    </dgm:pt>
    <dgm:pt modelId="{4A44FF60-1162-4726-B8BA-2C403D4EDB75}" type="pres">
      <dgm:prSet presAssocID="{B669B875-630E-4C04-B8D5-7FE0A8082130}" presName="descendantArrow" presStyleLbl="bgAccFollowNode1" presStyleIdx="3" presStyleCnt="7"/>
      <dgm:spPr/>
    </dgm:pt>
    <dgm:pt modelId="{B4D32A32-EE4E-4FF6-A41A-915088414CFA}" type="pres">
      <dgm:prSet presAssocID="{09CA2373-F862-4AFE-806D-826171CA49DE}" presName="sp" presStyleCnt="0"/>
      <dgm:spPr/>
    </dgm:pt>
    <dgm:pt modelId="{449D8157-6497-4E73-8F0A-96D184563EE7}" type="pres">
      <dgm:prSet presAssocID="{95A99388-92F9-443B-B6D7-A65229CB1127}" presName="arrowAndChildren" presStyleCnt="0"/>
      <dgm:spPr/>
    </dgm:pt>
    <dgm:pt modelId="{F508A3A9-22F5-4B34-A50D-D2944DBAC421}" type="pres">
      <dgm:prSet presAssocID="{95A99388-92F9-443B-B6D7-A65229CB1127}" presName="parentTextArrow" presStyleLbl="node1" presStyleIdx="0" presStyleCnt="0"/>
      <dgm:spPr/>
    </dgm:pt>
    <dgm:pt modelId="{A3B7EC59-CA27-49D5-A1C0-E96C558F0394}" type="pres">
      <dgm:prSet presAssocID="{95A99388-92F9-443B-B6D7-A65229CB1127}" presName="arrow" presStyleLbl="alignNode1" presStyleIdx="4" presStyleCnt="7"/>
      <dgm:spPr/>
    </dgm:pt>
    <dgm:pt modelId="{5620E1F5-175F-4D71-8D02-E2F5800C74CE}" type="pres">
      <dgm:prSet presAssocID="{95A99388-92F9-443B-B6D7-A65229CB1127}" presName="descendantArrow" presStyleLbl="bgAccFollowNode1" presStyleIdx="4" presStyleCnt="7"/>
      <dgm:spPr/>
    </dgm:pt>
    <dgm:pt modelId="{D60C9DFF-7784-4F9D-B046-CF5866723508}" type="pres">
      <dgm:prSet presAssocID="{8D7A1A66-8F97-4B95-8B8B-E5742488AB3A}" presName="sp" presStyleCnt="0"/>
      <dgm:spPr/>
    </dgm:pt>
    <dgm:pt modelId="{CFD0301B-F1F3-4AC7-85A4-7B1B2F55D8F8}" type="pres">
      <dgm:prSet presAssocID="{BE72F91A-25F6-45F9-848B-CE77047F8B24}" presName="arrowAndChildren" presStyleCnt="0"/>
      <dgm:spPr/>
    </dgm:pt>
    <dgm:pt modelId="{CCC28B2D-69E5-4194-9E2E-DF40BBAF682E}" type="pres">
      <dgm:prSet presAssocID="{BE72F91A-25F6-45F9-848B-CE77047F8B24}" presName="parentTextArrow" presStyleLbl="node1" presStyleIdx="0" presStyleCnt="0"/>
      <dgm:spPr/>
    </dgm:pt>
    <dgm:pt modelId="{C5B51CD7-2A64-493F-AD69-80A7D97B7E66}" type="pres">
      <dgm:prSet presAssocID="{BE72F91A-25F6-45F9-848B-CE77047F8B24}" presName="arrow" presStyleLbl="alignNode1" presStyleIdx="5" presStyleCnt="7"/>
      <dgm:spPr/>
    </dgm:pt>
    <dgm:pt modelId="{9523B6EE-E4AF-468C-A7F4-036E42D958DD}" type="pres">
      <dgm:prSet presAssocID="{BE72F91A-25F6-45F9-848B-CE77047F8B24}" presName="descendantArrow" presStyleLbl="bgAccFollowNode1" presStyleIdx="5" presStyleCnt="7"/>
      <dgm:spPr/>
    </dgm:pt>
    <dgm:pt modelId="{D9054FAC-8614-41D6-AFE8-796E675D963C}" type="pres">
      <dgm:prSet presAssocID="{15231831-8399-450C-A4D7-3A565D4DA665}" presName="sp" presStyleCnt="0"/>
      <dgm:spPr/>
    </dgm:pt>
    <dgm:pt modelId="{D588A901-5C7B-4458-9464-8995498172A7}" type="pres">
      <dgm:prSet presAssocID="{5C3ABEC3-033A-4E89-B8EA-DDE4FE8232CB}" presName="arrowAndChildren" presStyleCnt="0"/>
      <dgm:spPr/>
    </dgm:pt>
    <dgm:pt modelId="{93A2051B-E0F2-4775-BD00-AE3FDABA1C98}" type="pres">
      <dgm:prSet presAssocID="{5C3ABEC3-033A-4E89-B8EA-DDE4FE8232CB}" presName="parentTextArrow" presStyleLbl="node1" presStyleIdx="0" presStyleCnt="0"/>
      <dgm:spPr/>
    </dgm:pt>
    <dgm:pt modelId="{81C7468E-C466-4DBB-9154-C2394DE07A83}" type="pres">
      <dgm:prSet presAssocID="{5C3ABEC3-033A-4E89-B8EA-DDE4FE8232CB}" presName="arrow" presStyleLbl="alignNode1" presStyleIdx="6" presStyleCnt="7"/>
      <dgm:spPr/>
    </dgm:pt>
    <dgm:pt modelId="{E012417D-2063-47EC-9924-C8C5FECFA625}" type="pres">
      <dgm:prSet presAssocID="{5C3ABEC3-033A-4E89-B8EA-DDE4FE8232CB}" presName="descendantArrow" presStyleLbl="bgAccFollowNode1" presStyleIdx="6" presStyleCnt="7"/>
      <dgm:spPr/>
    </dgm:pt>
  </dgm:ptLst>
  <dgm:cxnLst>
    <dgm:cxn modelId="{D123B100-81FF-45E4-AFBD-43010E8B3D7E}" type="presOf" srcId="{B669B875-630E-4C04-B8D5-7FE0A8082130}" destId="{992A67DC-9F0D-44F7-A6A8-E4EC3E4430ED}" srcOrd="1" destOrd="0" presId="urn:microsoft.com/office/officeart/2016/7/layout/VerticalDownArrowProcess"/>
    <dgm:cxn modelId="{2F9F190D-7861-42C5-8685-0BECF256913F}" srcId="{D1124BA1-51B1-4520-B363-1EBDFE29477E}" destId="{DDE14AC3-0D06-4759-87E6-04C9B1698395}" srcOrd="6" destOrd="0" parTransId="{EB77716A-BE5D-4CF8-B054-1C9BEC016BA2}" sibTransId="{32379A68-67A0-4991-AFF2-47C590E24551}"/>
    <dgm:cxn modelId="{2D92E013-E141-4638-A97D-7984F6E2FC95}" type="presOf" srcId="{BE72F91A-25F6-45F9-848B-CE77047F8B24}" destId="{C5B51CD7-2A64-493F-AD69-80A7D97B7E66}" srcOrd="1" destOrd="0" presId="urn:microsoft.com/office/officeart/2016/7/layout/VerticalDownArrowProcess"/>
    <dgm:cxn modelId="{B5A5AD20-BFBF-49C1-84D4-F66086FB68B6}" type="presOf" srcId="{2367DD55-01C1-4A31-92D3-C4E96F51472E}" destId="{E76E4053-BAA8-4422-9688-AEB059CAF4E1}" srcOrd="1" destOrd="0" presId="urn:microsoft.com/office/officeart/2016/7/layout/VerticalDownArrowProcess"/>
    <dgm:cxn modelId="{063B8B2B-1A7C-42D0-9CAE-D4420E703676}" type="presOf" srcId="{2FFE5CFA-8257-4759-B026-E6A6BEAE86CF}" destId="{5620E1F5-175F-4D71-8D02-E2F5800C74CE}" srcOrd="0" destOrd="0" presId="urn:microsoft.com/office/officeart/2016/7/layout/VerticalDownArrowProcess"/>
    <dgm:cxn modelId="{1964DE2B-1083-4078-8B4D-00274A3177FF}" type="presOf" srcId="{B669B875-630E-4C04-B8D5-7FE0A8082130}" destId="{4BE909A8-C20C-4F1D-BCF1-4AA58FE57591}" srcOrd="0" destOrd="0" presId="urn:microsoft.com/office/officeart/2016/7/layout/VerticalDownArrowProcess"/>
    <dgm:cxn modelId="{00671E36-79CD-4654-94E3-0D7C03336272}" type="presOf" srcId="{D1124BA1-51B1-4520-B363-1EBDFE29477E}" destId="{A81FFE57-EC08-4C6C-9BE2-F23EA9D46C81}" srcOrd="0" destOrd="0" presId="urn:microsoft.com/office/officeart/2016/7/layout/VerticalDownArrowProcess"/>
    <dgm:cxn modelId="{93F0103E-5C20-4581-8088-AB945BF1360E}" type="presOf" srcId="{C038D96F-172C-4FB6-8E93-8DFEC34F8342}" destId="{624FF4CA-4642-4D42-8EDB-E58D88FAF749}" srcOrd="1" destOrd="0" presId="urn:microsoft.com/office/officeart/2016/7/layout/VerticalDownArrowProcess"/>
    <dgm:cxn modelId="{92651C5B-E34B-4BB9-B14C-607473135215}" srcId="{D1124BA1-51B1-4520-B363-1EBDFE29477E}" destId="{BE72F91A-25F6-45F9-848B-CE77047F8B24}" srcOrd="1" destOrd="0" parTransId="{290C487F-2B97-4328-992B-1310A9BAF815}" sibTransId="{8D7A1A66-8F97-4B95-8B8B-E5742488AB3A}"/>
    <dgm:cxn modelId="{8B77D95C-3698-4E05-AEB0-957434E642D2}" type="presOf" srcId="{DB42E3CF-A135-4E31-87B2-C115F46AD782}" destId="{4A44FF60-1162-4726-B8BA-2C403D4EDB75}" srcOrd="0" destOrd="0" presId="urn:microsoft.com/office/officeart/2016/7/layout/VerticalDownArrowProcess"/>
    <dgm:cxn modelId="{1F09EF5C-464A-4F22-A612-64D7801B7871}" type="presOf" srcId="{23A88B90-BA51-49CC-82B4-7CCF254D722C}" destId="{9523B6EE-E4AF-468C-A7F4-036E42D958DD}" srcOrd="0" destOrd="0" presId="urn:microsoft.com/office/officeart/2016/7/layout/VerticalDownArrowProcess"/>
    <dgm:cxn modelId="{C5322750-BB28-4CFA-9F55-B4A9DF40B58C}" type="presOf" srcId="{C038D96F-172C-4FB6-8E93-8DFEC34F8342}" destId="{DCC35AA0-89FC-440D-9258-2B899C4884CD}" srcOrd="0" destOrd="0" presId="urn:microsoft.com/office/officeart/2016/7/layout/VerticalDownArrowProcess"/>
    <dgm:cxn modelId="{84252E71-2C92-4E17-BB22-11079F1EB75F}" type="presOf" srcId="{95A99388-92F9-443B-B6D7-A65229CB1127}" destId="{F508A3A9-22F5-4B34-A50D-D2944DBAC421}" srcOrd="0" destOrd="0" presId="urn:microsoft.com/office/officeart/2016/7/layout/VerticalDownArrowProcess"/>
    <dgm:cxn modelId="{EC750674-C475-46AC-A50A-51D96352B642}" type="presOf" srcId="{2367DD55-01C1-4A31-92D3-C4E96F51472E}" destId="{45138D58-1323-4998-84EA-C49D484730B0}" srcOrd="0" destOrd="0" presId="urn:microsoft.com/office/officeart/2016/7/layout/VerticalDownArrowProcess"/>
    <dgm:cxn modelId="{6A09B457-4423-4176-8A83-2BCA1FEA3B12}" srcId="{DDE14AC3-0D06-4759-87E6-04C9B1698395}" destId="{42852D96-9324-4CB9-8E4B-4E07304741F5}" srcOrd="0" destOrd="0" parTransId="{BC34DFE8-9F52-4B4F-9B45-0C0E179B5E42}" sibTransId="{F857A39F-3240-4FB7-A536-D2EEAC340524}"/>
    <dgm:cxn modelId="{2141F759-2FD0-4201-910A-B47F9F026D2A}" srcId="{D1124BA1-51B1-4520-B363-1EBDFE29477E}" destId="{5C3ABEC3-033A-4E89-B8EA-DDE4FE8232CB}" srcOrd="0" destOrd="0" parTransId="{35EA96A5-E906-4947-B88A-D23A09576B6A}" sibTransId="{15231831-8399-450C-A4D7-3A565D4DA665}"/>
    <dgm:cxn modelId="{800BAA9F-2A22-40D1-9F23-F1CE082F9D19}" type="presOf" srcId="{5C3ABEC3-033A-4E89-B8EA-DDE4FE8232CB}" destId="{93A2051B-E0F2-4775-BD00-AE3FDABA1C98}" srcOrd="0" destOrd="0" presId="urn:microsoft.com/office/officeart/2016/7/layout/VerticalDownArrowProcess"/>
    <dgm:cxn modelId="{F37B4EA2-9ACC-4639-A1C9-719ED8927126}" type="presOf" srcId="{DDE14AC3-0D06-4759-87E6-04C9B1698395}" destId="{2A9FFCC0-AC2C-46EB-8A72-6F043016B4CE}" srcOrd="0" destOrd="0" presId="urn:microsoft.com/office/officeart/2016/7/layout/VerticalDownArrowProcess"/>
    <dgm:cxn modelId="{DF9E8FA8-3F43-476F-8D5F-1659F7908C11}" srcId="{D1124BA1-51B1-4520-B363-1EBDFE29477E}" destId="{B669B875-630E-4C04-B8D5-7FE0A8082130}" srcOrd="3" destOrd="0" parTransId="{77A49050-5145-46BA-A19B-18316A6DA9C5}" sibTransId="{0E76FAA9-C8F3-4114-BD3E-9F6CE07BBC97}"/>
    <dgm:cxn modelId="{79C423AD-142A-4C3A-BB3A-A6752D6AAE2E}" type="presOf" srcId="{95A99388-92F9-443B-B6D7-A65229CB1127}" destId="{A3B7EC59-CA27-49D5-A1C0-E96C558F0394}" srcOrd="1" destOrd="0" presId="urn:microsoft.com/office/officeart/2016/7/layout/VerticalDownArrowProcess"/>
    <dgm:cxn modelId="{E4C80CBF-1A05-4443-8439-28F51D353F15}" type="presOf" srcId="{BE72F91A-25F6-45F9-848B-CE77047F8B24}" destId="{CCC28B2D-69E5-4194-9E2E-DF40BBAF682E}" srcOrd="0" destOrd="0" presId="urn:microsoft.com/office/officeart/2016/7/layout/VerticalDownArrowProcess"/>
    <dgm:cxn modelId="{057653C4-7785-4E41-B9C1-0EB270FC4B4A}" srcId="{D1124BA1-51B1-4520-B363-1EBDFE29477E}" destId="{95A99388-92F9-443B-B6D7-A65229CB1127}" srcOrd="2" destOrd="0" parTransId="{1BAD1D0E-5BB7-4C84-A747-D136E55ACE9A}" sibTransId="{09CA2373-F862-4AFE-806D-826171CA49DE}"/>
    <dgm:cxn modelId="{155FFCC8-40F4-49B7-B77A-D6DC5B827398}" type="presOf" srcId="{D8E9FF65-9645-405A-A7F6-956C7F6CDFF9}" destId="{17A9B6B1-7076-4180-B956-F7AE2CEDE99C}" srcOrd="0" destOrd="0" presId="urn:microsoft.com/office/officeart/2016/7/layout/VerticalDownArrowProcess"/>
    <dgm:cxn modelId="{130994CB-2F6A-4872-AEA8-BADC71DB5F4E}" type="presOf" srcId="{55F4D57E-E081-482F-8F53-FF52DFA037C1}" destId="{1E93CFE8-4A21-47C0-A17E-572DDFC97107}" srcOrd="0" destOrd="0" presId="urn:microsoft.com/office/officeart/2016/7/layout/VerticalDownArrowProcess"/>
    <dgm:cxn modelId="{F09C16CE-6065-475E-8B2C-2E4836A4E1E9}" srcId="{5C3ABEC3-033A-4E89-B8EA-DDE4FE8232CB}" destId="{A282593E-53A3-4D38-ACB0-B364F9CB11AA}" srcOrd="0" destOrd="0" parTransId="{62B7F007-9B4F-47BC-BD9C-CB787765BC50}" sibTransId="{0B466A30-1C20-4F1C-BA89-5176992FBBD4}"/>
    <dgm:cxn modelId="{20546ED2-5699-48A1-89C8-DC79DB02EBCA}" srcId="{D1124BA1-51B1-4520-B363-1EBDFE29477E}" destId="{C038D96F-172C-4FB6-8E93-8DFEC34F8342}" srcOrd="5" destOrd="0" parTransId="{A4A47B6A-98FF-42E3-A1AF-D141482DCBF7}" sibTransId="{A9178ED4-DC65-4F3D-B587-BF50B5E8F4C3}"/>
    <dgm:cxn modelId="{EB39F3D3-0B66-4CD6-80EC-0BBFB5C0F297}" srcId="{D1124BA1-51B1-4520-B363-1EBDFE29477E}" destId="{2367DD55-01C1-4A31-92D3-C4E96F51472E}" srcOrd="4" destOrd="0" parTransId="{3C6E650B-93A2-4A38-B33A-5F0B113CEF93}" sibTransId="{F9541F44-8729-43F4-88DB-8FDD5550084E}"/>
    <dgm:cxn modelId="{5B19BDD4-8230-450E-AECA-5C6E84AEA3B0}" srcId="{95A99388-92F9-443B-B6D7-A65229CB1127}" destId="{2FFE5CFA-8257-4759-B026-E6A6BEAE86CF}" srcOrd="0" destOrd="0" parTransId="{53E189AC-EC1B-4B5E-8758-9ECE00985A53}" sibTransId="{2AA00FE0-DFA2-449A-838B-330F8A06C63C}"/>
    <dgm:cxn modelId="{D68D1AEB-43A7-4504-81AA-5148C7B96934}" srcId="{BE72F91A-25F6-45F9-848B-CE77047F8B24}" destId="{23A88B90-BA51-49CC-82B4-7CCF254D722C}" srcOrd="0" destOrd="0" parTransId="{7F163017-8C1F-4C5C-A4CE-D46A91CE0398}" sibTransId="{D4CB356C-FF80-400A-BBA1-F53E9BBF113C}"/>
    <dgm:cxn modelId="{583439F5-0BF1-49F1-9C8D-E02EDA298213}" srcId="{C038D96F-172C-4FB6-8E93-8DFEC34F8342}" destId="{D8E9FF65-9645-405A-A7F6-956C7F6CDFF9}" srcOrd="0" destOrd="0" parTransId="{0330581A-6BDE-449F-801E-D70D0A22FE72}" sibTransId="{8FD8114C-029A-4571-BD04-8A79230D4019}"/>
    <dgm:cxn modelId="{ACB741F6-2C60-46DC-90B9-3B9BB6BF3E41}" type="presOf" srcId="{42852D96-9324-4CB9-8E4B-4E07304741F5}" destId="{9876560B-9810-4576-A484-7611711B5E7D}" srcOrd="0" destOrd="0" presId="urn:microsoft.com/office/officeart/2016/7/layout/VerticalDownArrowProcess"/>
    <dgm:cxn modelId="{5049AAF9-27CD-4809-B39C-EBAEBA6EEEC7}" srcId="{B669B875-630E-4C04-B8D5-7FE0A8082130}" destId="{DB42E3CF-A135-4E31-87B2-C115F46AD782}" srcOrd="0" destOrd="0" parTransId="{ADB6169D-B650-4E9F-B1C5-B06D9A04771B}" sibTransId="{4BD45CE3-E264-4732-9133-E45EF6E56860}"/>
    <dgm:cxn modelId="{34B5C6F9-6EC3-4D6B-B9A5-C21CCDC8CE55}" type="presOf" srcId="{5C3ABEC3-033A-4E89-B8EA-DDE4FE8232CB}" destId="{81C7468E-C466-4DBB-9154-C2394DE07A83}" srcOrd="1" destOrd="0" presId="urn:microsoft.com/office/officeart/2016/7/layout/VerticalDownArrowProcess"/>
    <dgm:cxn modelId="{56D231FC-F8AD-487D-ACB5-821DE6DBA64B}" type="presOf" srcId="{A282593E-53A3-4D38-ACB0-B364F9CB11AA}" destId="{E012417D-2063-47EC-9924-C8C5FECFA625}" srcOrd="0" destOrd="0" presId="urn:microsoft.com/office/officeart/2016/7/layout/VerticalDownArrowProcess"/>
    <dgm:cxn modelId="{635CCBFF-3927-4BE9-9766-E6043F8FF996}" srcId="{2367DD55-01C1-4A31-92D3-C4E96F51472E}" destId="{55F4D57E-E081-482F-8F53-FF52DFA037C1}" srcOrd="0" destOrd="0" parTransId="{DD23535A-D5A6-4D0D-BDA8-9EF6A95260AB}" sibTransId="{3C89F3BF-D01D-417C-8315-C3FE37E7CDB8}"/>
    <dgm:cxn modelId="{60B9FC4C-19ED-4F76-AD36-92C82AA54051}" type="presParOf" srcId="{A81FFE57-EC08-4C6C-9BE2-F23EA9D46C81}" destId="{81F3ABDD-A0DE-4A58-A4B7-8F526A05A3D9}" srcOrd="0" destOrd="0" presId="urn:microsoft.com/office/officeart/2016/7/layout/VerticalDownArrowProcess"/>
    <dgm:cxn modelId="{71FCAB00-0C20-4664-B4ED-BC048665E302}" type="presParOf" srcId="{81F3ABDD-A0DE-4A58-A4B7-8F526A05A3D9}" destId="{2A9FFCC0-AC2C-46EB-8A72-6F043016B4CE}" srcOrd="0" destOrd="0" presId="urn:microsoft.com/office/officeart/2016/7/layout/VerticalDownArrowProcess"/>
    <dgm:cxn modelId="{22F347BB-5A58-4BEC-8859-9CF12DA1084F}" type="presParOf" srcId="{81F3ABDD-A0DE-4A58-A4B7-8F526A05A3D9}" destId="{9876560B-9810-4576-A484-7611711B5E7D}" srcOrd="1" destOrd="0" presId="urn:microsoft.com/office/officeart/2016/7/layout/VerticalDownArrowProcess"/>
    <dgm:cxn modelId="{8EC36438-23B3-43D0-9B3A-E16E11B13B32}" type="presParOf" srcId="{A81FFE57-EC08-4C6C-9BE2-F23EA9D46C81}" destId="{5B6070D1-E97B-42D1-B6E5-07AA31847A0B}" srcOrd="1" destOrd="0" presId="urn:microsoft.com/office/officeart/2016/7/layout/VerticalDownArrowProcess"/>
    <dgm:cxn modelId="{EC420B3C-B98E-47C4-A107-FA3B0EA2AB8A}" type="presParOf" srcId="{A81FFE57-EC08-4C6C-9BE2-F23EA9D46C81}" destId="{C9E01E6F-64D3-49E1-A19C-ED98398059BC}" srcOrd="2" destOrd="0" presId="urn:microsoft.com/office/officeart/2016/7/layout/VerticalDownArrowProcess"/>
    <dgm:cxn modelId="{E1C928DA-5B1C-45A5-B70E-B8A673D8F110}" type="presParOf" srcId="{C9E01E6F-64D3-49E1-A19C-ED98398059BC}" destId="{DCC35AA0-89FC-440D-9258-2B899C4884CD}" srcOrd="0" destOrd="0" presId="urn:microsoft.com/office/officeart/2016/7/layout/VerticalDownArrowProcess"/>
    <dgm:cxn modelId="{6A1847BB-B995-4BF2-AAC6-00390C39B772}" type="presParOf" srcId="{C9E01E6F-64D3-49E1-A19C-ED98398059BC}" destId="{624FF4CA-4642-4D42-8EDB-E58D88FAF749}" srcOrd="1" destOrd="0" presId="urn:microsoft.com/office/officeart/2016/7/layout/VerticalDownArrowProcess"/>
    <dgm:cxn modelId="{05271012-77BC-434C-9492-BC11846A3383}" type="presParOf" srcId="{C9E01E6F-64D3-49E1-A19C-ED98398059BC}" destId="{17A9B6B1-7076-4180-B956-F7AE2CEDE99C}" srcOrd="2" destOrd="0" presId="urn:microsoft.com/office/officeart/2016/7/layout/VerticalDownArrowProcess"/>
    <dgm:cxn modelId="{9CC89436-672A-4361-8E70-08A66A83CC33}" type="presParOf" srcId="{A81FFE57-EC08-4C6C-9BE2-F23EA9D46C81}" destId="{4786CF10-F6FE-4AE3-B7B7-F9F7638790D3}" srcOrd="3" destOrd="0" presId="urn:microsoft.com/office/officeart/2016/7/layout/VerticalDownArrowProcess"/>
    <dgm:cxn modelId="{B9E7DCBB-E80B-463F-A6F5-143482A196DB}" type="presParOf" srcId="{A81FFE57-EC08-4C6C-9BE2-F23EA9D46C81}" destId="{748B03CA-7448-4B77-B24F-E8AE9E28CE08}" srcOrd="4" destOrd="0" presId="urn:microsoft.com/office/officeart/2016/7/layout/VerticalDownArrowProcess"/>
    <dgm:cxn modelId="{9A2382A9-4EA0-4C0C-8E29-3E62CEC9A305}" type="presParOf" srcId="{748B03CA-7448-4B77-B24F-E8AE9E28CE08}" destId="{45138D58-1323-4998-84EA-C49D484730B0}" srcOrd="0" destOrd="0" presId="urn:microsoft.com/office/officeart/2016/7/layout/VerticalDownArrowProcess"/>
    <dgm:cxn modelId="{8104F434-471F-4812-A7E5-69EAC2A99D1A}" type="presParOf" srcId="{748B03CA-7448-4B77-B24F-E8AE9E28CE08}" destId="{E76E4053-BAA8-4422-9688-AEB059CAF4E1}" srcOrd="1" destOrd="0" presId="urn:microsoft.com/office/officeart/2016/7/layout/VerticalDownArrowProcess"/>
    <dgm:cxn modelId="{C6970731-FB86-4DA0-AE6A-C9DA2E795D2A}" type="presParOf" srcId="{748B03CA-7448-4B77-B24F-E8AE9E28CE08}" destId="{1E93CFE8-4A21-47C0-A17E-572DDFC97107}" srcOrd="2" destOrd="0" presId="urn:microsoft.com/office/officeart/2016/7/layout/VerticalDownArrowProcess"/>
    <dgm:cxn modelId="{02AEF2DD-7188-4F02-8EF5-BAC6AA001EAF}" type="presParOf" srcId="{A81FFE57-EC08-4C6C-9BE2-F23EA9D46C81}" destId="{CB2B24C2-37A6-48B3-ABDD-C239AA7EEEC5}" srcOrd="5" destOrd="0" presId="urn:microsoft.com/office/officeart/2016/7/layout/VerticalDownArrowProcess"/>
    <dgm:cxn modelId="{DA212EC4-18C0-488E-87B1-D713940A6E57}" type="presParOf" srcId="{A81FFE57-EC08-4C6C-9BE2-F23EA9D46C81}" destId="{3805D6E1-C1AB-4EE8-853D-072E5B1EB7EC}" srcOrd="6" destOrd="0" presId="urn:microsoft.com/office/officeart/2016/7/layout/VerticalDownArrowProcess"/>
    <dgm:cxn modelId="{98E04EB7-D4BF-4147-A438-3331E7A9301E}" type="presParOf" srcId="{3805D6E1-C1AB-4EE8-853D-072E5B1EB7EC}" destId="{4BE909A8-C20C-4F1D-BCF1-4AA58FE57591}" srcOrd="0" destOrd="0" presId="urn:microsoft.com/office/officeart/2016/7/layout/VerticalDownArrowProcess"/>
    <dgm:cxn modelId="{B3616FA9-24FE-44FC-826E-08D2FBDAC03A}" type="presParOf" srcId="{3805D6E1-C1AB-4EE8-853D-072E5B1EB7EC}" destId="{992A67DC-9F0D-44F7-A6A8-E4EC3E4430ED}" srcOrd="1" destOrd="0" presId="urn:microsoft.com/office/officeart/2016/7/layout/VerticalDownArrowProcess"/>
    <dgm:cxn modelId="{033BC7F9-CD21-4E6C-A15B-A5B9F6FF784C}" type="presParOf" srcId="{3805D6E1-C1AB-4EE8-853D-072E5B1EB7EC}" destId="{4A44FF60-1162-4726-B8BA-2C403D4EDB75}" srcOrd="2" destOrd="0" presId="urn:microsoft.com/office/officeart/2016/7/layout/VerticalDownArrowProcess"/>
    <dgm:cxn modelId="{B0F317C3-599F-49B5-B9B9-2576F7D54241}" type="presParOf" srcId="{A81FFE57-EC08-4C6C-9BE2-F23EA9D46C81}" destId="{B4D32A32-EE4E-4FF6-A41A-915088414CFA}" srcOrd="7" destOrd="0" presId="urn:microsoft.com/office/officeart/2016/7/layout/VerticalDownArrowProcess"/>
    <dgm:cxn modelId="{64369FC2-D8B0-4C6C-B751-0A151EE43B9C}" type="presParOf" srcId="{A81FFE57-EC08-4C6C-9BE2-F23EA9D46C81}" destId="{449D8157-6497-4E73-8F0A-96D184563EE7}" srcOrd="8" destOrd="0" presId="urn:microsoft.com/office/officeart/2016/7/layout/VerticalDownArrowProcess"/>
    <dgm:cxn modelId="{91000D1E-5579-4DB6-B568-D21A8D80CEAE}" type="presParOf" srcId="{449D8157-6497-4E73-8F0A-96D184563EE7}" destId="{F508A3A9-22F5-4B34-A50D-D2944DBAC421}" srcOrd="0" destOrd="0" presId="urn:microsoft.com/office/officeart/2016/7/layout/VerticalDownArrowProcess"/>
    <dgm:cxn modelId="{84FD7765-9E6E-4B2C-9410-73F138E581BF}" type="presParOf" srcId="{449D8157-6497-4E73-8F0A-96D184563EE7}" destId="{A3B7EC59-CA27-49D5-A1C0-E96C558F0394}" srcOrd="1" destOrd="0" presId="urn:microsoft.com/office/officeart/2016/7/layout/VerticalDownArrowProcess"/>
    <dgm:cxn modelId="{0551F531-15AE-42AE-9A2E-C3D5F55B06CA}" type="presParOf" srcId="{449D8157-6497-4E73-8F0A-96D184563EE7}" destId="{5620E1F5-175F-4D71-8D02-E2F5800C74CE}" srcOrd="2" destOrd="0" presId="urn:microsoft.com/office/officeart/2016/7/layout/VerticalDownArrowProcess"/>
    <dgm:cxn modelId="{A16C6245-8261-43C0-8557-5E6122BF07EC}" type="presParOf" srcId="{A81FFE57-EC08-4C6C-9BE2-F23EA9D46C81}" destId="{D60C9DFF-7784-4F9D-B046-CF5866723508}" srcOrd="9" destOrd="0" presId="urn:microsoft.com/office/officeart/2016/7/layout/VerticalDownArrowProcess"/>
    <dgm:cxn modelId="{3DE80DC5-BECD-423D-9175-39DDEDB6532B}" type="presParOf" srcId="{A81FFE57-EC08-4C6C-9BE2-F23EA9D46C81}" destId="{CFD0301B-F1F3-4AC7-85A4-7B1B2F55D8F8}" srcOrd="10" destOrd="0" presId="urn:microsoft.com/office/officeart/2016/7/layout/VerticalDownArrowProcess"/>
    <dgm:cxn modelId="{BAF00A48-9EDB-44A2-834C-18B3FCBBC7C8}" type="presParOf" srcId="{CFD0301B-F1F3-4AC7-85A4-7B1B2F55D8F8}" destId="{CCC28B2D-69E5-4194-9E2E-DF40BBAF682E}" srcOrd="0" destOrd="0" presId="urn:microsoft.com/office/officeart/2016/7/layout/VerticalDownArrowProcess"/>
    <dgm:cxn modelId="{46D39D3D-727B-431B-9EA0-CB8540D177C6}" type="presParOf" srcId="{CFD0301B-F1F3-4AC7-85A4-7B1B2F55D8F8}" destId="{C5B51CD7-2A64-493F-AD69-80A7D97B7E66}" srcOrd="1" destOrd="0" presId="urn:microsoft.com/office/officeart/2016/7/layout/VerticalDownArrowProcess"/>
    <dgm:cxn modelId="{6289B1B5-4F6C-45BF-AE13-D120B0037EA6}" type="presParOf" srcId="{CFD0301B-F1F3-4AC7-85A4-7B1B2F55D8F8}" destId="{9523B6EE-E4AF-468C-A7F4-036E42D958DD}" srcOrd="2" destOrd="0" presId="urn:microsoft.com/office/officeart/2016/7/layout/VerticalDownArrowProcess"/>
    <dgm:cxn modelId="{1AC9E9C4-67BE-4DD0-9DD3-CEA65A4F7E83}" type="presParOf" srcId="{A81FFE57-EC08-4C6C-9BE2-F23EA9D46C81}" destId="{D9054FAC-8614-41D6-AFE8-796E675D963C}" srcOrd="11" destOrd="0" presId="urn:microsoft.com/office/officeart/2016/7/layout/VerticalDownArrowProcess"/>
    <dgm:cxn modelId="{34FC532C-8410-4D7F-A3B0-342EAEDFFECA}" type="presParOf" srcId="{A81FFE57-EC08-4C6C-9BE2-F23EA9D46C81}" destId="{D588A901-5C7B-4458-9464-8995498172A7}" srcOrd="12" destOrd="0" presId="urn:microsoft.com/office/officeart/2016/7/layout/VerticalDownArrowProcess"/>
    <dgm:cxn modelId="{620CFACA-31F2-4CCD-BFC4-7F5857B5B6BD}" type="presParOf" srcId="{D588A901-5C7B-4458-9464-8995498172A7}" destId="{93A2051B-E0F2-4775-BD00-AE3FDABA1C98}" srcOrd="0" destOrd="0" presId="urn:microsoft.com/office/officeart/2016/7/layout/VerticalDownArrowProcess"/>
    <dgm:cxn modelId="{DB19149C-5A18-48DC-A3F8-54515F57C163}" type="presParOf" srcId="{D588A901-5C7B-4458-9464-8995498172A7}" destId="{81C7468E-C466-4DBB-9154-C2394DE07A83}" srcOrd="1" destOrd="0" presId="urn:microsoft.com/office/officeart/2016/7/layout/VerticalDownArrowProcess"/>
    <dgm:cxn modelId="{E3464591-73F3-4E72-86E1-A9D4CDCFB79E}" type="presParOf" srcId="{D588A901-5C7B-4458-9464-8995498172A7}" destId="{E012417D-2063-47EC-9924-C8C5FECFA62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5051188-BDFA-4064-A913-997ABA0FA2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BFAA691-1FD7-407E-9CF3-0BC4A2AEC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Determine why the change is necessary</a:t>
          </a:r>
          <a:endParaRPr lang="en-US"/>
        </a:p>
      </dgm:t>
    </dgm:pt>
    <dgm:pt modelId="{A8601CF1-C6F7-462B-AD25-24E3CE6A3C0D}" type="parTrans" cxnId="{7AF0761C-CB20-4FF5-BA0A-87FAA5E23C22}">
      <dgm:prSet/>
      <dgm:spPr/>
      <dgm:t>
        <a:bodyPr/>
        <a:lstStyle/>
        <a:p>
          <a:endParaRPr lang="en-US"/>
        </a:p>
      </dgm:t>
    </dgm:pt>
    <dgm:pt modelId="{4D09FE75-24DE-4747-ACE7-7393D30B2E3F}" type="sibTrans" cxnId="{7AF0761C-CB20-4FF5-BA0A-87FAA5E23C22}">
      <dgm:prSet/>
      <dgm:spPr/>
      <dgm:t>
        <a:bodyPr/>
        <a:lstStyle/>
        <a:p>
          <a:endParaRPr lang="en-US"/>
        </a:p>
      </dgm:t>
    </dgm:pt>
    <dgm:pt modelId="{08532017-B2C5-4D1B-8AA9-AF0EB1F6A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Define the problem or requirement</a:t>
          </a:r>
          <a:endParaRPr lang="en-US"/>
        </a:p>
      </dgm:t>
    </dgm:pt>
    <dgm:pt modelId="{8C5816C4-1A62-43D6-8938-7301AA8584AB}" type="parTrans" cxnId="{7A5CC42F-BC76-44B2-A456-FA7F7053844A}">
      <dgm:prSet/>
      <dgm:spPr/>
      <dgm:t>
        <a:bodyPr/>
        <a:lstStyle/>
        <a:p>
          <a:endParaRPr lang="en-US"/>
        </a:p>
      </dgm:t>
    </dgm:pt>
    <dgm:pt modelId="{8C5E2A81-B907-4147-90B9-80679774AEFE}" type="sibTrans" cxnId="{7A5CC42F-BC76-44B2-A456-FA7F7053844A}">
      <dgm:prSet/>
      <dgm:spPr/>
      <dgm:t>
        <a:bodyPr/>
        <a:lstStyle/>
        <a:p>
          <a:endParaRPr lang="en-US"/>
        </a:p>
      </dgm:t>
    </dgm:pt>
    <dgm:pt modelId="{597D107D-9520-417D-A5DA-AE682845A5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Identify the expected outcome</a:t>
          </a:r>
          <a:endParaRPr lang="en-US"/>
        </a:p>
      </dgm:t>
    </dgm:pt>
    <dgm:pt modelId="{138B38A3-9DF8-473A-8746-DFC9509FE863}" type="parTrans" cxnId="{F9AEADE9-67C2-4D71-A41C-CC830CB48D14}">
      <dgm:prSet/>
      <dgm:spPr/>
      <dgm:t>
        <a:bodyPr/>
        <a:lstStyle/>
        <a:p>
          <a:endParaRPr lang="en-US"/>
        </a:p>
      </dgm:t>
    </dgm:pt>
    <dgm:pt modelId="{00806160-2121-4CBE-A454-FCF94DFD74E4}" type="sibTrans" cxnId="{F9AEADE9-67C2-4D71-A41C-CC830CB48D14}">
      <dgm:prSet/>
      <dgm:spPr/>
      <dgm:t>
        <a:bodyPr/>
        <a:lstStyle/>
        <a:p>
          <a:endParaRPr lang="en-US"/>
        </a:p>
      </dgm:t>
    </dgm:pt>
    <dgm:pt modelId="{4F4CB0AC-AE3A-4653-B47B-E5736BCA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Common reasons: security improvement, hardware upgrade, software update, performance optimization, and business requirements</a:t>
          </a:r>
          <a:endParaRPr lang="en-US"/>
        </a:p>
      </dgm:t>
    </dgm:pt>
    <dgm:pt modelId="{2EE23287-3AF9-4BCA-B32C-484469A9E06A}" type="parTrans" cxnId="{6DCB5811-A45A-4100-8C29-55AE80F1917C}">
      <dgm:prSet/>
      <dgm:spPr/>
      <dgm:t>
        <a:bodyPr/>
        <a:lstStyle/>
        <a:p>
          <a:endParaRPr lang="en-US"/>
        </a:p>
      </dgm:t>
    </dgm:pt>
    <dgm:pt modelId="{4EAEC334-FE9D-4D62-BB14-940B490BA2FF}" type="sibTrans" cxnId="{6DCB5811-A45A-4100-8C29-55AE80F1917C}">
      <dgm:prSet/>
      <dgm:spPr/>
      <dgm:t>
        <a:bodyPr/>
        <a:lstStyle/>
        <a:p>
          <a:endParaRPr lang="en-US"/>
        </a:p>
      </dgm:t>
    </dgm:pt>
    <dgm:pt modelId="{0F82EBE0-7B1E-4425-8001-B70EE9A42319}" type="pres">
      <dgm:prSet presAssocID="{C5051188-BDFA-4064-A913-997ABA0FA2C1}" presName="root" presStyleCnt="0">
        <dgm:presLayoutVars>
          <dgm:dir/>
          <dgm:resizeHandles val="exact"/>
        </dgm:presLayoutVars>
      </dgm:prSet>
      <dgm:spPr/>
    </dgm:pt>
    <dgm:pt modelId="{60D06D61-6AC8-48B4-A2A6-E2E1CE9470FC}" type="pres">
      <dgm:prSet presAssocID="{8BFAA691-1FD7-407E-9CF3-0BC4A2AEC5CF}" presName="compNode" presStyleCnt="0"/>
      <dgm:spPr/>
    </dgm:pt>
    <dgm:pt modelId="{D8E5E524-9C90-49CD-B893-B4439DAFF4A9}" type="pres">
      <dgm:prSet presAssocID="{8BFAA691-1FD7-407E-9CF3-0BC4A2AEC5CF}" presName="bgRect" presStyleLbl="bgShp" presStyleIdx="0" presStyleCnt="4"/>
      <dgm:spPr/>
    </dgm:pt>
    <dgm:pt modelId="{946835CD-0E96-49C7-9F28-EEE856BA4E82}" type="pres">
      <dgm:prSet presAssocID="{8BFAA691-1FD7-407E-9CF3-0BC4A2AEC5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95DD524-84B9-43CF-93CE-AC35BF635940}" type="pres">
      <dgm:prSet presAssocID="{8BFAA691-1FD7-407E-9CF3-0BC4A2AEC5CF}" presName="spaceRect" presStyleCnt="0"/>
      <dgm:spPr/>
    </dgm:pt>
    <dgm:pt modelId="{6EBCED70-FD5E-4925-9CA4-BC1F3A890912}" type="pres">
      <dgm:prSet presAssocID="{8BFAA691-1FD7-407E-9CF3-0BC4A2AEC5CF}" presName="parTx" presStyleLbl="revTx" presStyleIdx="0" presStyleCnt="4">
        <dgm:presLayoutVars>
          <dgm:chMax val="0"/>
          <dgm:chPref val="0"/>
        </dgm:presLayoutVars>
      </dgm:prSet>
      <dgm:spPr/>
    </dgm:pt>
    <dgm:pt modelId="{6AE84259-1598-45DE-B5DC-E5EA2714D196}" type="pres">
      <dgm:prSet presAssocID="{4D09FE75-24DE-4747-ACE7-7393D30B2E3F}" presName="sibTrans" presStyleCnt="0"/>
      <dgm:spPr/>
    </dgm:pt>
    <dgm:pt modelId="{A6351F26-533B-4A26-A742-61A9CB2B1E80}" type="pres">
      <dgm:prSet presAssocID="{08532017-B2C5-4D1B-8AA9-AF0EB1F6AFC8}" presName="compNode" presStyleCnt="0"/>
      <dgm:spPr/>
    </dgm:pt>
    <dgm:pt modelId="{2B202DBF-4F31-4912-AFCB-E27B305F7E84}" type="pres">
      <dgm:prSet presAssocID="{08532017-B2C5-4D1B-8AA9-AF0EB1F6AFC8}" presName="bgRect" presStyleLbl="bgShp" presStyleIdx="1" presStyleCnt="4"/>
      <dgm:spPr/>
    </dgm:pt>
    <dgm:pt modelId="{FB1F1491-44A3-4796-BAD5-40A964F56BC3}" type="pres">
      <dgm:prSet presAssocID="{08532017-B2C5-4D1B-8AA9-AF0EB1F6AFC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FD9C743-90C7-4B98-83B2-9C2B05C7588A}" type="pres">
      <dgm:prSet presAssocID="{08532017-B2C5-4D1B-8AA9-AF0EB1F6AFC8}" presName="spaceRect" presStyleCnt="0"/>
      <dgm:spPr/>
    </dgm:pt>
    <dgm:pt modelId="{F6693D3D-A0E9-4C04-A59C-1E3347B1A807}" type="pres">
      <dgm:prSet presAssocID="{08532017-B2C5-4D1B-8AA9-AF0EB1F6AFC8}" presName="parTx" presStyleLbl="revTx" presStyleIdx="1" presStyleCnt="4">
        <dgm:presLayoutVars>
          <dgm:chMax val="0"/>
          <dgm:chPref val="0"/>
        </dgm:presLayoutVars>
      </dgm:prSet>
      <dgm:spPr/>
    </dgm:pt>
    <dgm:pt modelId="{3A42B596-0867-48C8-BE09-EE30D9B522E5}" type="pres">
      <dgm:prSet presAssocID="{8C5E2A81-B907-4147-90B9-80679774AEFE}" presName="sibTrans" presStyleCnt="0"/>
      <dgm:spPr/>
    </dgm:pt>
    <dgm:pt modelId="{65F3A86A-FD89-4892-8237-C64051FBE410}" type="pres">
      <dgm:prSet presAssocID="{597D107D-9520-417D-A5DA-AE682845A58F}" presName="compNode" presStyleCnt="0"/>
      <dgm:spPr/>
    </dgm:pt>
    <dgm:pt modelId="{1ED1F2B4-5223-4C4E-9A11-F3150F26F321}" type="pres">
      <dgm:prSet presAssocID="{597D107D-9520-417D-A5DA-AE682845A58F}" presName="bgRect" presStyleLbl="bgShp" presStyleIdx="2" presStyleCnt="4"/>
      <dgm:spPr/>
    </dgm:pt>
    <dgm:pt modelId="{D28D68B4-CAE4-4211-AA76-606E78DF87AF}" type="pres">
      <dgm:prSet presAssocID="{597D107D-9520-417D-A5DA-AE682845A58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664251D-010B-44F6-A446-C5DA676666FB}" type="pres">
      <dgm:prSet presAssocID="{597D107D-9520-417D-A5DA-AE682845A58F}" presName="spaceRect" presStyleCnt="0"/>
      <dgm:spPr/>
    </dgm:pt>
    <dgm:pt modelId="{1056737D-3C48-4A44-8677-3C5E600006F0}" type="pres">
      <dgm:prSet presAssocID="{597D107D-9520-417D-A5DA-AE682845A58F}" presName="parTx" presStyleLbl="revTx" presStyleIdx="2" presStyleCnt="4">
        <dgm:presLayoutVars>
          <dgm:chMax val="0"/>
          <dgm:chPref val="0"/>
        </dgm:presLayoutVars>
      </dgm:prSet>
      <dgm:spPr/>
    </dgm:pt>
    <dgm:pt modelId="{8A82C632-3468-475C-8D4E-16B3B00BD6D4}" type="pres">
      <dgm:prSet presAssocID="{00806160-2121-4CBE-A454-FCF94DFD74E4}" presName="sibTrans" presStyleCnt="0"/>
      <dgm:spPr/>
    </dgm:pt>
    <dgm:pt modelId="{4E6C2947-2108-475E-A0C1-1926F05FF836}" type="pres">
      <dgm:prSet presAssocID="{4F4CB0AC-AE3A-4653-B47B-E5736BCAFC21}" presName="compNode" presStyleCnt="0"/>
      <dgm:spPr/>
    </dgm:pt>
    <dgm:pt modelId="{54F705E7-4735-4186-8CC4-5F7EC7534918}" type="pres">
      <dgm:prSet presAssocID="{4F4CB0AC-AE3A-4653-B47B-E5736BCAFC21}" presName="bgRect" presStyleLbl="bgShp" presStyleIdx="3" presStyleCnt="4"/>
      <dgm:spPr/>
    </dgm:pt>
    <dgm:pt modelId="{D114A522-BAF5-4580-A414-123E6556BF25}" type="pres">
      <dgm:prSet presAssocID="{4F4CB0AC-AE3A-4653-B47B-E5736BCAFC2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8302CD4-B3BF-4B2A-88DE-D827873C51E5}" type="pres">
      <dgm:prSet presAssocID="{4F4CB0AC-AE3A-4653-B47B-E5736BCAFC21}" presName="spaceRect" presStyleCnt="0"/>
      <dgm:spPr/>
    </dgm:pt>
    <dgm:pt modelId="{7D963198-6A83-4227-AC01-85C15FEACDAD}" type="pres">
      <dgm:prSet presAssocID="{4F4CB0AC-AE3A-4653-B47B-E5736BCAFC2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DCB5811-A45A-4100-8C29-55AE80F1917C}" srcId="{C5051188-BDFA-4064-A913-997ABA0FA2C1}" destId="{4F4CB0AC-AE3A-4653-B47B-E5736BCAFC21}" srcOrd="3" destOrd="0" parTransId="{2EE23287-3AF9-4BCA-B32C-484469A9E06A}" sibTransId="{4EAEC334-FE9D-4D62-BB14-940B490BA2FF}"/>
    <dgm:cxn modelId="{7AF0761C-CB20-4FF5-BA0A-87FAA5E23C22}" srcId="{C5051188-BDFA-4064-A913-997ABA0FA2C1}" destId="{8BFAA691-1FD7-407E-9CF3-0BC4A2AEC5CF}" srcOrd="0" destOrd="0" parTransId="{A8601CF1-C6F7-462B-AD25-24E3CE6A3C0D}" sibTransId="{4D09FE75-24DE-4747-ACE7-7393D30B2E3F}"/>
    <dgm:cxn modelId="{7A5CC42F-BC76-44B2-A456-FA7F7053844A}" srcId="{C5051188-BDFA-4064-A913-997ABA0FA2C1}" destId="{08532017-B2C5-4D1B-8AA9-AF0EB1F6AFC8}" srcOrd="1" destOrd="0" parTransId="{8C5816C4-1A62-43D6-8938-7301AA8584AB}" sibTransId="{8C5E2A81-B907-4147-90B9-80679774AEFE}"/>
    <dgm:cxn modelId="{B51EA174-988A-42E4-9336-F67AE2AD6EC3}" type="presOf" srcId="{C5051188-BDFA-4064-A913-997ABA0FA2C1}" destId="{0F82EBE0-7B1E-4425-8001-B70EE9A42319}" srcOrd="0" destOrd="0" presId="urn:microsoft.com/office/officeart/2018/2/layout/IconVerticalSolidList"/>
    <dgm:cxn modelId="{E11E488E-E07F-4059-A079-B32AD9D80B0A}" type="presOf" srcId="{4F4CB0AC-AE3A-4653-B47B-E5736BCAFC21}" destId="{7D963198-6A83-4227-AC01-85C15FEACDAD}" srcOrd="0" destOrd="0" presId="urn:microsoft.com/office/officeart/2018/2/layout/IconVerticalSolidList"/>
    <dgm:cxn modelId="{0DB78DD9-CB11-4FA2-8E43-52A1690E25E7}" type="presOf" srcId="{08532017-B2C5-4D1B-8AA9-AF0EB1F6AFC8}" destId="{F6693D3D-A0E9-4C04-A59C-1E3347B1A807}" srcOrd="0" destOrd="0" presId="urn:microsoft.com/office/officeart/2018/2/layout/IconVerticalSolidList"/>
    <dgm:cxn modelId="{362F17E6-283C-417E-A671-242689C94A88}" type="presOf" srcId="{8BFAA691-1FD7-407E-9CF3-0BC4A2AEC5CF}" destId="{6EBCED70-FD5E-4925-9CA4-BC1F3A890912}" srcOrd="0" destOrd="0" presId="urn:microsoft.com/office/officeart/2018/2/layout/IconVerticalSolidList"/>
    <dgm:cxn modelId="{3AB48DE9-DBDD-4362-BA5A-D4B4D2686855}" type="presOf" srcId="{597D107D-9520-417D-A5DA-AE682845A58F}" destId="{1056737D-3C48-4A44-8677-3C5E600006F0}" srcOrd="0" destOrd="0" presId="urn:microsoft.com/office/officeart/2018/2/layout/IconVerticalSolidList"/>
    <dgm:cxn modelId="{F9AEADE9-67C2-4D71-A41C-CC830CB48D14}" srcId="{C5051188-BDFA-4064-A913-997ABA0FA2C1}" destId="{597D107D-9520-417D-A5DA-AE682845A58F}" srcOrd="2" destOrd="0" parTransId="{138B38A3-9DF8-473A-8746-DFC9509FE863}" sibTransId="{00806160-2121-4CBE-A454-FCF94DFD74E4}"/>
    <dgm:cxn modelId="{2AED5FF0-DB58-451F-B9CB-A19F5F994966}" type="presParOf" srcId="{0F82EBE0-7B1E-4425-8001-B70EE9A42319}" destId="{60D06D61-6AC8-48B4-A2A6-E2E1CE9470FC}" srcOrd="0" destOrd="0" presId="urn:microsoft.com/office/officeart/2018/2/layout/IconVerticalSolidList"/>
    <dgm:cxn modelId="{1FB1B6E0-CE1C-4DBD-AF40-A6BD0F4AD7E5}" type="presParOf" srcId="{60D06D61-6AC8-48B4-A2A6-E2E1CE9470FC}" destId="{D8E5E524-9C90-49CD-B893-B4439DAFF4A9}" srcOrd="0" destOrd="0" presId="urn:microsoft.com/office/officeart/2018/2/layout/IconVerticalSolidList"/>
    <dgm:cxn modelId="{DC9E1F6A-AD16-47E2-9E36-B8C4476B7E2D}" type="presParOf" srcId="{60D06D61-6AC8-48B4-A2A6-E2E1CE9470FC}" destId="{946835CD-0E96-49C7-9F28-EEE856BA4E82}" srcOrd="1" destOrd="0" presId="urn:microsoft.com/office/officeart/2018/2/layout/IconVerticalSolidList"/>
    <dgm:cxn modelId="{7D680D1E-9A7F-4ED3-BA44-679E549B0DBF}" type="presParOf" srcId="{60D06D61-6AC8-48B4-A2A6-E2E1CE9470FC}" destId="{895DD524-84B9-43CF-93CE-AC35BF635940}" srcOrd="2" destOrd="0" presId="urn:microsoft.com/office/officeart/2018/2/layout/IconVerticalSolidList"/>
    <dgm:cxn modelId="{0BA63FD0-4A38-4BE0-A4E4-7AB9502D8BAF}" type="presParOf" srcId="{60D06D61-6AC8-48B4-A2A6-E2E1CE9470FC}" destId="{6EBCED70-FD5E-4925-9CA4-BC1F3A890912}" srcOrd="3" destOrd="0" presId="urn:microsoft.com/office/officeart/2018/2/layout/IconVerticalSolidList"/>
    <dgm:cxn modelId="{E6E45C83-7FBD-46BE-BAF4-62B3833D8603}" type="presParOf" srcId="{0F82EBE0-7B1E-4425-8001-B70EE9A42319}" destId="{6AE84259-1598-45DE-B5DC-E5EA2714D196}" srcOrd="1" destOrd="0" presId="urn:microsoft.com/office/officeart/2018/2/layout/IconVerticalSolidList"/>
    <dgm:cxn modelId="{330F8194-FF10-42A8-84B2-8D72E1DC611E}" type="presParOf" srcId="{0F82EBE0-7B1E-4425-8001-B70EE9A42319}" destId="{A6351F26-533B-4A26-A742-61A9CB2B1E80}" srcOrd="2" destOrd="0" presId="urn:microsoft.com/office/officeart/2018/2/layout/IconVerticalSolidList"/>
    <dgm:cxn modelId="{5ACB1175-D25C-4EA5-A1A8-9DEE50DD9497}" type="presParOf" srcId="{A6351F26-533B-4A26-A742-61A9CB2B1E80}" destId="{2B202DBF-4F31-4912-AFCB-E27B305F7E84}" srcOrd="0" destOrd="0" presId="urn:microsoft.com/office/officeart/2018/2/layout/IconVerticalSolidList"/>
    <dgm:cxn modelId="{A7677B16-6524-4CDF-924A-6552A3D976C5}" type="presParOf" srcId="{A6351F26-533B-4A26-A742-61A9CB2B1E80}" destId="{FB1F1491-44A3-4796-BAD5-40A964F56BC3}" srcOrd="1" destOrd="0" presId="urn:microsoft.com/office/officeart/2018/2/layout/IconVerticalSolidList"/>
    <dgm:cxn modelId="{C5C792DB-9F98-4249-8661-EE175DF1AF43}" type="presParOf" srcId="{A6351F26-533B-4A26-A742-61A9CB2B1E80}" destId="{BFD9C743-90C7-4B98-83B2-9C2B05C7588A}" srcOrd="2" destOrd="0" presId="urn:microsoft.com/office/officeart/2018/2/layout/IconVerticalSolidList"/>
    <dgm:cxn modelId="{56C17871-6DF0-42C5-9195-DE1F1227E1B7}" type="presParOf" srcId="{A6351F26-533B-4A26-A742-61A9CB2B1E80}" destId="{F6693D3D-A0E9-4C04-A59C-1E3347B1A807}" srcOrd="3" destOrd="0" presId="urn:microsoft.com/office/officeart/2018/2/layout/IconVerticalSolidList"/>
    <dgm:cxn modelId="{A7E0E67A-16CE-4725-AE14-2F8C42258F38}" type="presParOf" srcId="{0F82EBE0-7B1E-4425-8001-B70EE9A42319}" destId="{3A42B596-0867-48C8-BE09-EE30D9B522E5}" srcOrd="3" destOrd="0" presId="urn:microsoft.com/office/officeart/2018/2/layout/IconVerticalSolidList"/>
    <dgm:cxn modelId="{13DFDD64-BD9C-4128-8D3F-D9E521074EBA}" type="presParOf" srcId="{0F82EBE0-7B1E-4425-8001-B70EE9A42319}" destId="{65F3A86A-FD89-4892-8237-C64051FBE410}" srcOrd="4" destOrd="0" presId="urn:microsoft.com/office/officeart/2018/2/layout/IconVerticalSolidList"/>
    <dgm:cxn modelId="{1511E566-8C4E-4730-84AC-C1717442C56C}" type="presParOf" srcId="{65F3A86A-FD89-4892-8237-C64051FBE410}" destId="{1ED1F2B4-5223-4C4E-9A11-F3150F26F321}" srcOrd="0" destOrd="0" presId="urn:microsoft.com/office/officeart/2018/2/layout/IconVerticalSolidList"/>
    <dgm:cxn modelId="{9037C455-D9DC-4727-A1A0-B294FBADC085}" type="presParOf" srcId="{65F3A86A-FD89-4892-8237-C64051FBE410}" destId="{D28D68B4-CAE4-4211-AA76-606E78DF87AF}" srcOrd="1" destOrd="0" presId="urn:microsoft.com/office/officeart/2018/2/layout/IconVerticalSolidList"/>
    <dgm:cxn modelId="{E2E3E1B7-3A8D-480B-9910-7D7040A16AEB}" type="presParOf" srcId="{65F3A86A-FD89-4892-8237-C64051FBE410}" destId="{F664251D-010B-44F6-A446-C5DA676666FB}" srcOrd="2" destOrd="0" presId="urn:microsoft.com/office/officeart/2018/2/layout/IconVerticalSolidList"/>
    <dgm:cxn modelId="{E792B850-4506-459D-BCB9-36CF19573438}" type="presParOf" srcId="{65F3A86A-FD89-4892-8237-C64051FBE410}" destId="{1056737D-3C48-4A44-8677-3C5E600006F0}" srcOrd="3" destOrd="0" presId="urn:microsoft.com/office/officeart/2018/2/layout/IconVerticalSolidList"/>
    <dgm:cxn modelId="{4CADD140-AE0E-4A23-A6C4-B1AD339C5A6C}" type="presParOf" srcId="{0F82EBE0-7B1E-4425-8001-B70EE9A42319}" destId="{8A82C632-3468-475C-8D4E-16B3B00BD6D4}" srcOrd="5" destOrd="0" presId="urn:microsoft.com/office/officeart/2018/2/layout/IconVerticalSolidList"/>
    <dgm:cxn modelId="{27E67C1A-584D-45A7-9916-930E2ED3C783}" type="presParOf" srcId="{0F82EBE0-7B1E-4425-8001-B70EE9A42319}" destId="{4E6C2947-2108-475E-A0C1-1926F05FF836}" srcOrd="6" destOrd="0" presId="urn:microsoft.com/office/officeart/2018/2/layout/IconVerticalSolidList"/>
    <dgm:cxn modelId="{5ACF73D2-4D89-4A66-96F2-D4569263B474}" type="presParOf" srcId="{4E6C2947-2108-475E-A0C1-1926F05FF836}" destId="{54F705E7-4735-4186-8CC4-5F7EC7534918}" srcOrd="0" destOrd="0" presId="urn:microsoft.com/office/officeart/2018/2/layout/IconVerticalSolidList"/>
    <dgm:cxn modelId="{A87E23D9-061B-42FE-B1EC-DA243DDEB78D}" type="presParOf" srcId="{4E6C2947-2108-475E-A0C1-1926F05FF836}" destId="{D114A522-BAF5-4580-A414-123E6556BF25}" srcOrd="1" destOrd="0" presId="urn:microsoft.com/office/officeart/2018/2/layout/IconVerticalSolidList"/>
    <dgm:cxn modelId="{52540D63-1F20-4AFF-BBB5-B2BD3BAE314C}" type="presParOf" srcId="{4E6C2947-2108-475E-A0C1-1926F05FF836}" destId="{D8302CD4-B3BF-4B2A-88DE-D827873C51E5}" srcOrd="2" destOrd="0" presId="urn:microsoft.com/office/officeart/2018/2/layout/IconVerticalSolidList"/>
    <dgm:cxn modelId="{4EBE82EE-4D56-4A5F-9F75-6A64AB166494}" type="presParOf" srcId="{4E6C2947-2108-475E-A0C1-1926F05FF836}" destId="{7D963198-6A83-4227-AC01-85C15FEACD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6D11BE-BBFB-4BDE-96EA-6347910D4F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650B7A3-4270-499C-9CCF-F680388C2EF6}">
      <dgm:prSet/>
      <dgm:spPr/>
      <dgm:t>
        <a:bodyPr/>
        <a:lstStyle/>
        <a:p>
          <a:r>
            <a:rPr lang="en-US" b="1" i="0" baseline="0"/>
            <a:t>Determine how the change may affect servers, applications, users, and network services</a:t>
          </a:r>
          <a:endParaRPr lang="en-US"/>
        </a:p>
      </dgm:t>
    </dgm:pt>
    <dgm:pt modelId="{6424D4B3-1055-4AA2-8CED-7B46E0D77C8B}" type="parTrans" cxnId="{281FD669-96EF-48D7-8E08-A7DFC0523863}">
      <dgm:prSet/>
      <dgm:spPr/>
      <dgm:t>
        <a:bodyPr/>
        <a:lstStyle/>
        <a:p>
          <a:endParaRPr lang="en-US"/>
        </a:p>
      </dgm:t>
    </dgm:pt>
    <dgm:pt modelId="{3BFBABFE-BC72-4418-99F9-1F14AE6A7592}" type="sibTrans" cxnId="{281FD669-96EF-48D7-8E08-A7DFC0523863}">
      <dgm:prSet/>
      <dgm:spPr/>
      <dgm:t>
        <a:bodyPr/>
        <a:lstStyle/>
        <a:p>
          <a:endParaRPr lang="en-US"/>
        </a:p>
      </dgm:t>
    </dgm:pt>
    <dgm:pt modelId="{49F630B1-EA3D-428F-BFB2-A35A17063B6D}">
      <dgm:prSet/>
      <dgm:spPr/>
      <dgm:t>
        <a:bodyPr/>
        <a:lstStyle/>
        <a:p>
          <a:r>
            <a:rPr lang="en-US" b="1" i="0" baseline="0"/>
            <a:t>Ask whether downtime is required</a:t>
          </a:r>
          <a:endParaRPr lang="en-US"/>
        </a:p>
      </dgm:t>
    </dgm:pt>
    <dgm:pt modelId="{36C53F0E-B2A5-4429-B351-AB0FE87C80CA}" type="parTrans" cxnId="{899B8066-0581-4585-B0CB-A9002E3969A3}">
      <dgm:prSet/>
      <dgm:spPr/>
      <dgm:t>
        <a:bodyPr/>
        <a:lstStyle/>
        <a:p>
          <a:endParaRPr lang="en-US"/>
        </a:p>
      </dgm:t>
    </dgm:pt>
    <dgm:pt modelId="{39360310-903F-47E6-B5ED-CDF63058B652}" type="sibTrans" cxnId="{899B8066-0581-4585-B0CB-A9002E3969A3}">
      <dgm:prSet/>
      <dgm:spPr/>
      <dgm:t>
        <a:bodyPr/>
        <a:lstStyle/>
        <a:p>
          <a:endParaRPr lang="en-US"/>
        </a:p>
      </dgm:t>
    </dgm:pt>
    <dgm:pt modelId="{CA468F6A-B88D-4A19-86AF-84289DA614B9}">
      <dgm:prSet/>
      <dgm:spPr/>
      <dgm:t>
        <a:bodyPr/>
        <a:lstStyle/>
        <a:p>
          <a:r>
            <a:rPr lang="en-US" b="1" i="0" baseline="0"/>
            <a:t>Check whether applications could be affected</a:t>
          </a:r>
          <a:endParaRPr lang="en-US"/>
        </a:p>
      </dgm:t>
    </dgm:pt>
    <dgm:pt modelId="{C8E9E931-2EB4-4CF9-A210-60E0CA78F033}" type="parTrans" cxnId="{50C6944C-4543-4768-903A-82BA8502C972}">
      <dgm:prSet/>
      <dgm:spPr/>
      <dgm:t>
        <a:bodyPr/>
        <a:lstStyle/>
        <a:p>
          <a:endParaRPr lang="en-US"/>
        </a:p>
      </dgm:t>
    </dgm:pt>
    <dgm:pt modelId="{6C93A772-CAEA-48E0-823E-C7B8CE488968}" type="sibTrans" cxnId="{50C6944C-4543-4768-903A-82BA8502C972}">
      <dgm:prSet/>
      <dgm:spPr/>
      <dgm:t>
        <a:bodyPr/>
        <a:lstStyle/>
        <a:p>
          <a:endParaRPr lang="en-US"/>
        </a:p>
      </dgm:t>
    </dgm:pt>
    <dgm:pt modelId="{6E6D9D43-B75C-4B76-9D4D-167069F3C1B4}">
      <dgm:prSet/>
      <dgm:spPr/>
      <dgm:t>
        <a:bodyPr/>
        <a:lstStyle/>
        <a:p>
          <a:r>
            <a:rPr lang="en-US" b="1" i="0" baseline="0"/>
            <a:t>Identify compatibility concerns</a:t>
          </a:r>
          <a:endParaRPr lang="en-US"/>
        </a:p>
      </dgm:t>
    </dgm:pt>
    <dgm:pt modelId="{267F72FC-1750-4542-B9DC-9A2294F07B57}" type="parTrans" cxnId="{6BFA4679-9769-4E81-8A2A-B99E379D389B}">
      <dgm:prSet/>
      <dgm:spPr/>
      <dgm:t>
        <a:bodyPr/>
        <a:lstStyle/>
        <a:p>
          <a:endParaRPr lang="en-US"/>
        </a:p>
      </dgm:t>
    </dgm:pt>
    <dgm:pt modelId="{7C74D7D2-7E3C-4B8B-8A65-12A9CE497790}" type="sibTrans" cxnId="{6BFA4679-9769-4E81-8A2A-B99E379D389B}">
      <dgm:prSet/>
      <dgm:spPr/>
      <dgm:t>
        <a:bodyPr/>
        <a:lstStyle/>
        <a:p>
          <a:endParaRPr lang="en-US"/>
        </a:p>
      </dgm:t>
    </dgm:pt>
    <dgm:pt modelId="{61E554F1-807E-493A-B621-A832E1685760}">
      <dgm:prSet/>
      <dgm:spPr/>
      <dgm:t>
        <a:bodyPr/>
        <a:lstStyle/>
        <a:p>
          <a:r>
            <a:rPr lang="en-US" b="1" i="0" baseline="0"/>
            <a:t>Determine what could happen if the change fails</a:t>
          </a:r>
          <a:endParaRPr lang="en-US"/>
        </a:p>
      </dgm:t>
    </dgm:pt>
    <dgm:pt modelId="{861894B3-7F04-42AD-A7AD-30FAF05441CD}" type="parTrans" cxnId="{1D92A789-F4B9-4EF7-9380-7E7AEC073DBD}">
      <dgm:prSet/>
      <dgm:spPr/>
      <dgm:t>
        <a:bodyPr/>
        <a:lstStyle/>
        <a:p>
          <a:endParaRPr lang="en-US"/>
        </a:p>
      </dgm:t>
    </dgm:pt>
    <dgm:pt modelId="{39A70AAC-C6B0-45F5-B467-27156D22E072}" type="sibTrans" cxnId="{1D92A789-F4B9-4EF7-9380-7E7AEC073DBD}">
      <dgm:prSet/>
      <dgm:spPr/>
      <dgm:t>
        <a:bodyPr/>
        <a:lstStyle/>
        <a:p>
          <a:endParaRPr lang="en-US"/>
        </a:p>
      </dgm:t>
    </dgm:pt>
    <dgm:pt modelId="{C0915920-C933-42F1-87AA-E63874CE4358}">
      <dgm:prSet/>
      <dgm:spPr/>
      <dgm:t>
        <a:bodyPr/>
        <a:lstStyle/>
        <a:p>
          <a:r>
            <a:rPr lang="en-US" b="1" i="0" baseline="0"/>
            <a:t>Use the assessment to prepare precautions and recovery measures</a:t>
          </a:r>
          <a:endParaRPr lang="en-US"/>
        </a:p>
      </dgm:t>
    </dgm:pt>
    <dgm:pt modelId="{D20E5EDE-3DAB-4920-8B91-C281F5DBADF2}" type="parTrans" cxnId="{89E5442E-6096-487C-940D-C700DE4CB35D}">
      <dgm:prSet/>
      <dgm:spPr/>
      <dgm:t>
        <a:bodyPr/>
        <a:lstStyle/>
        <a:p>
          <a:endParaRPr lang="en-US"/>
        </a:p>
      </dgm:t>
    </dgm:pt>
    <dgm:pt modelId="{0DFC19F7-ABDE-4CA5-92B6-A5BFA1FE4247}" type="sibTrans" cxnId="{89E5442E-6096-487C-940D-C700DE4CB35D}">
      <dgm:prSet/>
      <dgm:spPr/>
      <dgm:t>
        <a:bodyPr/>
        <a:lstStyle/>
        <a:p>
          <a:endParaRPr lang="en-US"/>
        </a:p>
      </dgm:t>
    </dgm:pt>
    <dgm:pt modelId="{3D15E261-5DF5-4B25-8DFE-F517AD77FE2E}" type="pres">
      <dgm:prSet presAssocID="{FA6D11BE-BBFB-4BDE-96EA-6347910D4FC8}" presName="root" presStyleCnt="0">
        <dgm:presLayoutVars>
          <dgm:dir/>
          <dgm:resizeHandles val="exact"/>
        </dgm:presLayoutVars>
      </dgm:prSet>
      <dgm:spPr/>
    </dgm:pt>
    <dgm:pt modelId="{946CA44A-345C-4B7C-BA37-AA10B9440136}" type="pres">
      <dgm:prSet presAssocID="{0650B7A3-4270-499C-9CCF-F680388C2EF6}" presName="compNode" presStyleCnt="0"/>
      <dgm:spPr/>
    </dgm:pt>
    <dgm:pt modelId="{029989E9-1559-4AE2-AA72-B65DCDDDE2CE}" type="pres">
      <dgm:prSet presAssocID="{0650B7A3-4270-499C-9CCF-F680388C2EF6}" presName="bgRect" presStyleLbl="bgShp" presStyleIdx="0" presStyleCnt="6"/>
      <dgm:spPr/>
    </dgm:pt>
    <dgm:pt modelId="{F4F724AD-96FD-471A-BFC5-977B72E3B26B}" type="pres">
      <dgm:prSet presAssocID="{0650B7A3-4270-499C-9CCF-F680388C2EF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6ABADB40-E7FB-4DBB-AA4F-0641DEA6965D}" type="pres">
      <dgm:prSet presAssocID="{0650B7A3-4270-499C-9CCF-F680388C2EF6}" presName="spaceRect" presStyleCnt="0"/>
      <dgm:spPr/>
    </dgm:pt>
    <dgm:pt modelId="{7BC6E29D-3551-4BE1-9EB1-B6B2346871A0}" type="pres">
      <dgm:prSet presAssocID="{0650B7A3-4270-499C-9CCF-F680388C2EF6}" presName="parTx" presStyleLbl="revTx" presStyleIdx="0" presStyleCnt="6">
        <dgm:presLayoutVars>
          <dgm:chMax val="0"/>
          <dgm:chPref val="0"/>
        </dgm:presLayoutVars>
      </dgm:prSet>
      <dgm:spPr/>
    </dgm:pt>
    <dgm:pt modelId="{A033C7E7-12F5-4891-835D-F203187B1CC1}" type="pres">
      <dgm:prSet presAssocID="{3BFBABFE-BC72-4418-99F9-1F14AE6A7592}" presName="sibTrans" presStyleCnt="0"/>
      <dgm:spPr/>
    </dgm:pt>
    <dgm:pt modelId="{CC46AD35-DF1F-41AF-B598-7E3FAAADE801}" type="pres">
      <dgm:prSet presAssocID="{49F630B1-EA3D-428F-BFB2-A35A17063B6D}" presName="compNode" presStyleCnt="0"/>
      <dgm:spPr/>
    </dgm:pt>
    <dgm:pt modelId="{CBFF65E9-A6E6-430D-93D6-319700BF1ACF}" type="pres">
      <dgm:prSet presAssocID="{49F630B1-EA3D-428F-BFB2-A35A17063B6D}" presName="bgRect" presStyleLbl="bgShp" presStyleIdx="1" presStyleCnt="6"/>
      <dgm:spPr/>
    </dgm:pt>
    <dgm:pt modelId="{613903DD-9CFA-44FD-84D0-9EBCAD7FCE90}" type="pres">
      <dgm:prSet presAssocID="{49F630B1-EA3D-428F-BFB2-A35A17063B6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466029E-93EA-4E5E-91DC-8A6B100E710B}" type="pres">
      <dgm:prSet presAssocID="{49F630B1-EA3D-428F-BFB2-A35A17063B6D}" presName="spaceRect" presStyleCnt="0"/>
      <dgm:spPr/>
    </dgm:pt>
    <dgm:pt modelId="{1E1BC3F2-5D79-43A5-AB19-93FB81A4D48D}" type="pres">
      <dgm:prSet presAssocID="{49F630B1-EA3D-428F-BFB2-A35A17063B6D}" presName="parTx" presStyleLbl="revTx" presStyleIdx="1" presStyleCnt="6">
        <dgm:presLayoutVars>
          <dgm:chMax val="0"/>
          <dgm:chPref val="0"/>
        </dgm:presLayoutVars>
      </dgm:prSet>
      <dgm:spPr/>
    </dgm:pt>
    <dgm:pt modelId="{97D5CB84-30D2-4698-A8B9-6ED4681104AA}" type="pres">
      <dgm:prSet presAssocID="{39360310-903F-47E6-B5ED-CDF63058B652}" presName="sibTrans" presStyleCnt="0"/>
      <dgm:spPr/>
    </dgm:pt>
    <dgm:pt modelId="{8B78F34C-2239-4D43-90F2-565293EF72A6}" type="pres">
      <dgm:prSet presAssocID="{CA468F6A-B88D-4A19-86AF-84289DA614B9}" presName="compNode" presStyleCnt="0"/>
      <dgm:spPr/>
    </dgm:pt>
    <dgm:pt modelId="{988AE8B6-003C-4613-B0AB-B1E7DD2E1C46}" type="pres">
      <dgm:prSet presAssocID="{CA468F6A-B88D-4A19-86AF-84289DA614B9}" presName="bgRect" presStyleLbl="bgShp" presStyleIdx="2" presStyleCnt="6"/>
      <dgm:spPr/>
    </dgm:pt>
    <dgm:pt modelId="{6F1925C5-02FD-4A6F-9E52-082F50C22214}" type="pres">
      <dgm:prSet presAssocID="{CA468F6A-B88D-4A19-86AF-84289DA614B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53178AA-AC97-4906-88E9-F39276096A08}" type="pres">
      <dgm:prSet presAssocID="{CA468F6A-B88D-4A19-86AF-84289DA614B9}" presName="spaceRect" presStyleCnt="0"/>
      <dgm:spPr/>
    </dgm:pt>
    <dgm:pt modelId="{D02400FC-122D-41E9-99C1-07F7F14410AE}" type="pres">
      <dgm:prSet presAssocID="{CA468F6A-B88D-4A19-86AF-84289DA614B9}" presName="parTx" presStyleLbl="revTx" presStyleIdx="2" presStyleCnt="6">
        <dgm:presLayoutVars>
          <dgm:chMax val="0"/>
          <dgm:chPref val="0"/>
        </dgm:presLayoutVars>
      </dgm:prSet>
      <dgm:spPr/>
    </dgm:pt>
    <dgm:pt modelId="{ACE0A165-C3C4-40B9-8220-671D17CC4565}" type="pres">
      <dgm:prSet presAssocID="{6C93A772-CAEA-48E0-823E-C7B8CE488968}" presName="sibTrans" presStyleCnt="0"/>
      <dgm:spPr/>
    </dgm:pt>
    <dgm:pt modelId="{972D4EA8-9B1E-4159-B84F-A68AA00578E7}" type="pres">
      <dgm:prSet presAssocID="{6E6D9D43-B75C-4B76-9D4D-167069F3C1B4}" presName="compNode" presStyleCnt="0"/>
      <dgm:spPr/>
    </dgm:pt>
    <dgm:pt modelId="{D4096275-DEE7-4570-A549-3795A3389B02}" type="pres">
      <dgm:prSet presAssocID="{6E6D9D43-B75C-4B76-9D4D-167069F3C1B4}" presName="bgRect" presStyleLbl="bgShp" presStyleIdx="3" presStyleCnt="6"/>
      <dgm:spPr/>
    </dgm:pt>
    <dgm:pt modelId="{B237FE42-36F4-4E96-8BAF-076C8E4C9D5D}" type="pres">
      <dgm:prSet presAssocID="{6E6D9D43-B75C-4B76-9D4D-167069F3C1B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FAC792F-2F93-46A4-9CF7-7BBCDF7F49BF}" type="pres">
      <dgm:prSet presAssocID="{6E6D9D43-B75C-4B76-9D4D-167069F3C1B4}" presName="spaceRect" presStyleCnt="0"/>
      <dgm:spPr/>
    </dgm:pt>
    <dgm:pt modelId="{07CB37AE-04D1-4B58-9E86-754709DC598B}" type="pres">
      <dgm:prSet presAssocID="{6E6D9D43-B75C-4B76-9D4D-167069F3C1B4}" presName="parTx" presStyleLbl="revTx" presStyleIdx="3" presStyleCnt="6">
        <dgm:presLayoutVars>
          <dgm:chMax val="0"/>
          <dgm:chPref val="0"/>
        </dgm:presLayoutVars>
      </dgm:prSet>
      <dgm:spPr/>
    </dgm:pt>
    <dgm:pt modelId="{28801F04-3651-4758-A781-C14D5E3620F0}" type="pres">
      <dgm:prSet presAssocID="{7C74D7D2-7E3C-4B8B-8A65-12A9CE497790}" presName="sibTrans" presStyleCnt="0"/>
      <dgm:spPr/>
    </dgm:pt>
    <dgm:pt modelId="{8A444D7E-629E-463D-97B6-29D294B1B5D2}" type="pres">
      <dgm:prSet presAssocID="{61E554F1-807E-493A-B621-A832E1685760}" presName="compNode" presStyleCnt="0"/>
      <dgm:spPr/>
    </dgm:pt>
    <dgm:pt modelId="{1F1A41EF-2101-494E-8A32-91700C9FDCBB}" type="pres">
      <dgm:prSet presAssocID="{61E554F1-807E-493A-B621-A832E1685760}" presName="bgRect" presStyleLbl="bgShp" presStyleIdx="4" presStyleCnt="6"/>
      <dgm:spPr/>
    </dgm:pt>
    <dgm:pt modelId="{63BF5756-154D-431C-8380-25D9C5589C89}" type="pres">
      <dgm:prSet presAssocID="{61E554F1-807E-493A-B621-A832E1685760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666143D-5810-45A2-899C-166C808D4820}" type="pres">
      <dgm:prSet presAssocID="{61E554F1-807E-493A-B621-A832E1685760}" presName="spaceRect" presStyleCnt="0"/>
      <dgm:spPr/>
    </dgm:pt>
    <dgm:pt modelId="{0B08E838-ACA2-4058-AD2A-C8CE253F8E4C}" type="pres">
      <dgm:prSet presAssocID="{61E554F1-807E-493A-B621-A832E1685760}" presName="parTx" presStyleLbl="revTx" presStyleIdx="4" presStyleCnt="6">
        <dgm:presLayoutVars>
          <dgm:chMax val="0"/>
          <dgm:chPref val="0"/>
        </dgm:presLayoutVars>
      </dgm:prSet>
      <dgm:spPr/>
    </dgm:pt>
    <dgm:pt modelId="{C800ED3C-E322-4EC1-8847-E7170AF5E0E1}" type="pres">
      <dgm:prSet presAssocID="{39A70AAC-C6B0-45F5-B467-27156D22E072}" presName="sibTrans" presStyleCnt="0"/>
      <dgm:spPr/>
    </dgm:pt>
    <dgm:pt modelId="{A3556810-CB92-491D-8310-4768C125314C}" type="pres">
      <dgm:prSet presAssocID="{C0915920-C933-42F1-87AA-E63874CE4358}" presName="compNode" presStyleCnt="0"/>
      <dgm:spPr/>
    </dgm:pt>
    <dgm:pt modelId="{B0C9F01B-0337-4B02-BBD5-338DEE68FB00}" type="pres">
      <dgm:prSet presAssocID="{C0915920-C933-42F1-87AA-E63874CE4358}" presName="bgRect" presStyleLbl="bgShp" presStyleIdx="5" presStyleCnt="6"/>
      <dgm:spPr/>
    </dgm:pt>
    <dgm:pt modelId="{F9B0651E-9728-45F4-A750-F68556509B62}" type="pres">
      <dgm:prSet presAssocID="{C0915920-C933-42F1-87AA-E63874CE4358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E7FBF8E-A5A3-48EA-9D98-B62002516542}" type="pres">
      <dgm:prSet presAssocID="{C0915920-C933-42F1-87AA-E63874CE4358}" presName="spaceRect" presStyleCnt="0"/>
      <dgm:spPr/>
    </dgm:pt>
    <dgm:pt modelId="{0C1CAD32-1375-4613-BAA5-FD36C0D4B9CC}" type="pres">
      <dgm:prSet presAssocID="{C0915920-C933-42F1-87AA-E63874CE435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A8A7C08-9A18-49FD-B4D2-9D5DF86D61F8}" type="presOf" srcId="{61E554F1-807E-493A-B621-A832E1685760}" destId="{0B08E838-ACA2-4058-AD2A-C8CE253F8E4C}" srcOrd="0" destOrd="0" presId="urn:microsoft.com/office/officeart/2018/2/layout/IconVerticalSolidList"/>
    <dgm:cxn modelId="{D21BA30F-1FBF-4F81-8480-E55A24E76CB9}" type="presOf" srcId="{49F630B1-EA3D-428F-BFB2-A35A17063B6D}" destId="{1E1BC3F2-5D79-43A5-AB19-93FB81A4D48D}" srcOrd="0" destOrd="0" presId="urn:microsoft.com/office/officeart/2018/2/layout/IconVerticalSolidList"/>
    <dgm:cxn modelId="{A193102E-FE6F-4B28-A5C5-357F356C671F}" type="presOf" srcId="{6E6D9D43-B75C-4B76-9D4D-167069F3C1B4}" destId="{07CB37AE-04D1-4B58-9E86-754709DC598B}" srcOrd="0" destOrd="0" presId="urn:microsoft.com/office/officeart/2018/2/layout/IconVerticalSolidList"/>
    <dgm:cxn modelId="{89E5442E-6096-487C-940D-C700DE4CB35D}" srcId="{FA6D11BE-BBFB-4BDE-96EA-6347910D4FC8}" destId="{C0915920-C933-42F1-87AA-E63874CE4358}" srcOrd="5" destOrd="0" parTransId="{D20E5EDE-3DAB-4920-8B91-C281F5DBADF2}" sibTransId="{0DFC19F7-ABDE-4CA5-92B6-A5BFA1FE4247}"/>
    <dgm:cxn modelId="{C9792E3C-D033-42CF-9F2A-AB5A09DE912A}" type="presOf" srcId="{0650B7A3-4270-499C-9CCF-F680388C2EF6}" destId="{7BC6E29D-3551-4BE1-9EB1-B6B2346871A0}" srcOrd="0" destOrd="0" presId="urn:microsoft.com/office/officeart/2018/2/layout/IconVerticalSolidList"/>
    <dgm:cxn modelId="{BD8DE35C-04F3-4494-8E7E-34E88D3F5FD6}" type="presOf" srcId="{C0915920-C933-42F1-87AA-E63874CE4358}" destId="{0C1CAD32-1375-4613-BAA5-FD36C0D4B9CC}" srcOrd="0" destOrd="0" presId="urn:microsoft.com/office/officeart/2018/2/layout/IconVerticalSolidList"/>
    <dgm:cxn modelId="{899B8066-0581-4585-B0CB-A9002E3969A3}" srcId="{FA6D11BE-BBFB-4BDE-96EA-6347910D4FC8}" destId="{49F630B1-EA3D-428F-BFB2-A35A17063B6D}" srcOrd="1" destOrd="0" parTransId="{36C53F0E-B2A5-4429-B351-AB0FE87C80CA}" sibTransId="{39360310-903F-47E6-B5ED-CDF63058B652}"/>
    <dgm:cxn modelId="{281FD669-96EF-48D7-8E08-A7DFC0523863}" srcId="{FA6D11BE-BBFB-4BDE-96EA-6347910D4FC8}" destId="{0650B7A3-4270-499C-9CCF-F680388C2EF6}" srcOrd="0" destOrd="0" parTransId="{6424D4B3-1055-4AA2-8CED-7B46E0D77C8B}" sibTransId="{3BFBABFE-BC72-4418-99F9-1F14AE6A7592}"/>
    <dgm:cxn modelId="{50C6944C-4543-4768-903A-82BA8502C972}" srcId="{FA6D11BE-BBFB-4BDE-96EA-6347910D4FC8}" destId="{CA468F6A-B88D-4A19-86AF-84289DA614B9}" srcOrd="2" destOrd="0" parTransId="{C8E9E931-2EB4-4CF9-A210-60E0CA78F033}" sibTransId="{6C93A772-CAEA-48E0-823E-C7B8CE488968}"/>
    <dgm:cxn modelId="{DD531977-7C63-4396-AC39-E18A4A39410E}" type="presOf" srcId="{CA468F6A-B88D-4A19-86AF-84289DA614B9}" destId="{D02400FC-122D-41E9-99C1-07F7F14410AE}" srcOrd="0" destOrd="0" presId="urn:microsoft.com/office/officeart/2018/2/layout/IconVerticalSolidList"/>
    <dgm:cxn modelId="{6BFA4679-9769-4E81-8A2A-B99E379D389B}" srcId="{FA6D11BE-BBFB-4BDE-96EA-6347910D4FC8}" destId="{6E6D9D43-B75C-4B76-9D4D-167069F3C1B4}" srcOrd="3" destOrd="0" parTransId="{267F72FC-1750-4542-B9DC-9A2294F07B57}" sibTransId="{7C74D7D2-7E3C-4B8B-8A65-12A9CE497790}"/>
    <dgm:cxn modelId="{1D92A789-F4B9-4EF7-9380-7E7AEC073DBD}" srcId="{FA6D11BE-BBFB-4BDE-96EA-6347910D4FC8}" destId="{61E554F1-807E-493A-B621-A832E1685760}" srcOrd="4" destOrd="0" parTransId="{861894B3-7F04-42AD-A7AD-30FAF05441CD}" sibTransId="{39A70AAC-C6B0-45F5-B467-27156D22E072}"/>
    <dgm:cxn modelId="{181FF9BA-4705-42BA-A420-2E5FAE8408F7}" type="presOf" srcId="{FA6D11BE-BBFB-4BDE-96EA-6347910D4FC8}" destId="{3D15E261-5DF5-4B25-8DFE-F517AD77FE2E}" srcOrd="0" destOrd="0" presId="urn:microsoft.com/office/officeart/2018/2/layout/IconVerticalSolidList"/>
    <dgm:cxn modelId="{ED77E634-CE98-4FC1-9EFB-AEAB834C9B77}" type="presParOf" srcId="{3D15E261-5DF5-4B25-8DFE-F517AD77FE2E}" destId="{946CA44A-345C-4B7C-BA37-AA10B9440136}" srcOrd="0" destOrd="0" presId="urn:microsoft.com/office/officeart/2018/2/layout/IconVerticalSolidList"/>
    <dgm:cxn modelId="{B3C6753A-C159-4351-9830-B87556DB531B}" type="presParOf" srcId="{946CA44A-345C-4B7C-BA37-AA10B9440136}" destId="{029989E9-1559-4AE2-AA72-B65DCDDDE2CE}" srcOrd="0" destOrd="0" presId="urn:microsoft.com/office/officeart/2018/2/layout/IconVerticalSolidList"/>
    <dgm:cxn modelId="{4CB6411B-1B4A-4899-8C1F-8D902F95AF50}" type="presParOf" srcId="{946CA44A-345C-4B7C-BA37-AA10B9440136}" destId="{F4F724AD-96FD-471A-BFC5-977B72E3B26B}" srcOrd="1" destOrd="0" presId="urn:microsoft.com/office/officeart/2018/2/layout/IconVerticalSolidList"/>
    <dgm:cxn modelId="{6E74BC65-5513-4693-BD12-541128237746}" type="presParOf" srcId="{946CA44A-345C-4B7C-BA37-AA10B9440136}" destId="{6ABADB40-E7FB-4DBB-AA4F-0641DEA6965D}" srcOrd="2" destOrd="0" presId="urn:microsoft.com/office/officeart/2018/2/layout/IconVerticalSolidList"/>
    <dgm:cxn modelId="{640496C2-A123-4EA8-9D00-ACB9328A895F}" type="presParOf" srcId="{946CA44A-345C-4B7C-BA37-AA10B9440136}" destId="{7BC6E29D-3551-4BE1-9EB1-B6B2346871A0}" srcOrd="3" destOrd="0" presId="urn:microsoft.com/office/officeart/2018/2/layout/IconVerticalSolidList"/>
    <dgm:cxn modelId="{55E2703B-FE40-4670-A082-F9EE2EB5E17A}" type="presParOf" srcId="{3D15E261-5DF5-4B25-8DFE-F517AD77FE2E}" destId="{A033C7E7-12F5-4891-835D-F203187B1CC1}" srcOrd="1" destOrd="0" presId="urn:microsoft.com/office/officeart/2018/2/layout/IconVerticalSolidList"/>
    <dgm:cxn modelId="{CB87B77E-7668-4B66-A73E-438E4C5C3130}" type="presParOf" srcId="{3D15E261-5DF5-4B25-8DFE-F517AD77FE2E}" destId="{CC46AD35-DF1F-41AF-B598-7E3FAAADE801}" srcOrd="2" destOrd="0" presId="urn:microsoft.com/office/officeart/2018/2/layout/IconVerticalSolidList"/>
    <dgm:cxn modelId="{7C8D7E1C-A0B0-4897-89F0-CB08B8B557DC}" type="presParOf" srcId="{CC46AD35-DF1F-41AF-B598-7E3FAAADE801}" destId="{CBFF65E9-A6E6-430D-93D6-319700BF1ACF}" srcOrd="0" destOrd="0" presId="urn:microsoft.com/office/officeart/2018/2/layout/IconVerticalSolidList"/>
    <dgm:cxn modelId="{22E02CB2-A16A-438F-8C8E-DCBF86C63276}" type="presParOf" srcId="{CC46AD35-DF1F-41AF-B598-7E3FAAADE801}" destId="{613903DD-9CFA-44FD-84D0-9EBCAD7FCE90}" srcOrd="1" destOrd="0" presId="urn:microsoft.com/office/officeart/2018/2/layout/IconVerticalSolidList"/>
    <dgm:cxn modelId="{3DA2A671-0320-4E35-8395-8479E4A1FA16}" type="presParOf" srcId="{CC46AD35-DF1F-41AF-B598-7E3FAAADE801}" destId="{5466029E-93EA-4E5E-91DC-8A6B100E710B}" srcOrd="2" destOrd="0" presId="urn:microsoft.com/office/officeart/2018/2/layout/IconVerticalSolidList"/>
    <dgm:cxn modelId="{FBFA0DEB-A1D2-4B8F-9BAE-A27456B9FEDD}" type="presParOf" srcId="{CC46AD35-DF1F-41AF-B598-7E3FAAADE801}" destId="{1E1BC3F2-5D79-43A5-AB19-93FB81A4D48D}" srcOrd="3" destOrd="0" presId="urn:microsoft.com/office/officeart/2018/2/layout/IconVerticalSolidList"/>
    <dgm:cxn modelId="{E38F4A64-8D36-4B6F-AF88-FD3DFF86BCBD}" type="presParOf" srcId="{3D15E261-5DF5-4B25-8DFE-F517AD77FE2E}" destId="{97D5CB84-30D2-4698-A8B9-6ED4681104AA}" srcOrd="3" destOrd="0" presId="urn:microsoft.com/office/officeart/2018/2/layout/IconVerticalSolidList"/>
    <dgm:cxn modelId="{18CCE759-2314-449E-ADC3-81E57F67B249}" type="presParOf" srcId="{3D15E261-5DF5-4B25-8DFE-F517AD77FE2E}" destId="{8B78F34C-2239-4D43-90F2-565293EF72A6}" srcOrd="4" destOrd="0" presId="urn:microsoft.com/office/officeart/2018/2/layout/IconVerticalSolidList"/>
    <dgm:cxn modelId="{9D007240-0FA7-407B-9C62-394B98FD8BC7}" type="presParOf" srcId="{8B78F34C-2239-4D43-90F2-565293EF72A6}" destId="{988AE8B6-003C-4613-B0AB-B1E7DD2E1C46}" srcOrd="0" destOrd="0" presId="urn:microsoft.com/office/officeart/2018/2/layout/IconVerticalSolidList"/>
    <dgm:cxn modelId="{52DF3544-72C8-463D-9418-0AAE7F64F820}" type="presParOf" srcId="{8B78F34C-2239-4D43-90F2-565293EF72A6}" destId="{6F1925C5-02FD-4A6F-9E52-082F50C22214}" srcOrd="1" destOrd="0" presId="urn:microsoft.com/office/officeart/2018/2/layout/IconVerticalSolidList"/>
    <dgm:cxn modelId="{42E258B4-EE85-4D0E-AAB1-B34F0FBE6B28}" type="presParOf" srcId="{8B78F34C-2239-4D43-90F2-565293EF72A6}" destId="{B53178AA-AC97-4906-88E9-F39276096A08}" srcOrd="2" destOrd="0" presId="urn:microsoft.com/office/officeart/2018/2/layout/IconVerticalSolidList"/>
    <dgm:cxn modelId="{6B20AADC-A510-4806-A013-C5F2B8959ACB}" type="presParOf" srcId="{8B78F34C-2239-4D43-90F2-565293EF72A6}" destId="{D02400FC-122D-41E9-99C1-07F7F14410AE}" srcOrd="3" destOrd="0" presId="urn:microsoft.com/office/officeart/2018/2/layout/IconVerticalSolidList"/>
    <dgm:cxn modelId="{567B0AA7-6124-4B5E-90C7-33E9059345E8}" type="presParOf" srcId="{3D15E261-5DF5-4B25-8DFE-F517AD77FE2E}" destId="{ACE0A165-C3C4-40B9-8220-671D17CC4565}" srcOrd="5" destOrd="0" presId="urn:microsoft.com/office/officeart/2018/2/layout/IconVerticalSolidList"/>
    <dgm:cxn modelId="{E0485841-F36A-4368-8DAE-E1FCE1AD4948}" type="presParOf" srcId="{3D15E261-5DF5-4B25-8DFE-F517AD77FE2E}" destId="{972D4EA8-9B1E-4159-B84F-A68AA00578E7}" srcOrd="6" destOrd="0" presId="urn:microsoft.com/office/officeart/2018/2/layout/IconVerticalSolidList"/>
    <dgm:cxn modelId="{1161F6A3-62A8-4738-ACB9-91DC91BF4C67}" type="presParOf" srcId="{972D4EA8-9B1E-4159-B84F-A68AA00578E7}" destId="{D4096275-DEE7-4570-A549-3795A3389B02}" srcOrd="0" destOrd="0" presId="urn:microsoft.com/office/officeart/2018/2/layout/IconVerticalSolidList"/>
    <dgm:cxn modelId="{55C2C1FA-18C3-46F7-AC69-F9AD25EA9E41}" type="presParOf" srcId="{972D4EA8-9B1E-4159-B84F-A68AA00578E7}" destId="{B237FE42-36F4-4E96-8BAF-076C8E4C9D5D}" srcOrd="1" destOrd="0" presId="urn:microsoft.com/office/officeart/2018/2/layout/IconVerticalSolidList"/>
    <dgm:cxn modelId="{BA78960E-2D43-442F-A61D-789FA5442C96}" type="presParOf" srcId="{972D4EA8-9B1E-4159-B84F-A68AA00578E7}" destId="{4FAC792F-2F93-46A4-9CF7-7BBCDF7F49BF}" srcOrd="2" destOrd="0" presId="urn:microsoft.com/office/officeart/2018/2/layout/IconVerticalSolidList"/>
    <dgm:cxn modelId="{AC98327F-ABF2-43A4-B529-57F1012C80DB}" type="presParOf" srcId="{972D4EA8-9B1E-4159-B84F-A68AA00578E7}" destId="{07CB37AE-04D1-4B58-9E86-754709DC598B}" srcOrd="3" destOrd="0" presId="urn:microsoft.com/office/officeart/2018/2/layout/IconVerticalSolidList"/>
    <dgm:cxn modelId="{57A1F0C1-2F64-4ED2-9DF7-B8D4A5F0A295}" type="presParOf" srcId="{3D15E261-5DF5-4B25-8DFE-F517AD77FE2E}" destId="{28801F04-3651-4758-A781-C14D5E3620F0}" srcOrd="7" destOrd="0" presId="urn:microsoft.com/office/officeart/2018/2/layout/IconVerticalSolidList"/>
    <dgm:cxn modelId="{61EBAB3F-518D-4BD0-816F-DE1907077031}" type="presParOf" srcId="{3D15E261-5DF5-4B25-8DFE-F517AD77FE2E}" destId="{8A444D7E-629E-463D-97B6-29D294B1B5D2}" srcOrd="8" destOrd="0" presId="urn:microsoft.com/office/officeart/2018/2/layout/IconVerticalSolidList"/>
    <dgm:cxn modelId="{940D730C-6FC8-4E43-8AA6-65026F549D0C}" type="presParOf" srcId="{8A444D7E-629E-463D-97B6-29D294B1B5D2}" destId="{1F1A41EF-2101-494E-8A32-91700C9FDCBB}" srcOrd="0" destOrd="0" presId="urn:microsoft.com/office/officeart/2018/2/layout/IconVerticalSolidList"/>
    <dgm:cxn modelId="{D67D1FE5-CDF2-4B49-960C-55ADDDAC45DF}" type="presParOf" srcId="{8A444D7E-629E-463D-97B6-29D294B1B5D2}" destId="{63BF5756-154D-431C-8380-25D9C5589C89}" srcOrd="1" destOrd="0" presId="urn:microsoft.com/office/officeart/2018/2/layout/IconVerticalSolidList"/>
    <dgm:cxn modelId="{1016BFCB-C787-4629-B304-CA4D068AC9B7}" type="presParOf" srcId="{8A444D7E-629E-463D-97B6-29D294B1B5D2}" destId="{9666143D-5810-45A2-899C-166C808D4820}" srcOrd="2" destOrd="0" presId="urn:microsoft.com/office/officeart/2018/2/layout/IconVerticalSolidList"/>
    <dgm:cxn modelId="{0A7D369A-F979-4F7D-86E4-18B0D17FC9CD}" type="presParOf" srcId="{8A444D7E-629E-463D-97B6-29D294B1B5D2}" destId="{0B08E838-ACA2-4058-AD2A-C8CE253F8E4C}" srcOrd="3" destOrd="0" presId="urn:microsoft.com/office/officeart/2018/2/layout/IconVerticalSolidList"/>
    <dgm:cxn modelId="{BDBC901C-A021-4E87-88DF-0C63E256F313}" type="presParOf" srcId="{3D15E261-5DF5-4B25-8DFE-F517AD77FE2E}" destId="{C800ED3C-E322-4EC1-8847-E7170AF5E0E1}" srcOrd="9" destOrd="0" presId="urn:microsoft.com/office/officeart/2018/2/layout/IconVerticalSolidList"/>
    <dgm:cxn modelId="{E90714E3-A765-493B-8728-BCBBCD35B50E}" type="presParOf" srcId="{3D15E261-5DF5-4B25-8DFE-F517AD77FE2E}" destId="{A3556810-CB92-491D-8310-4768C125314C}" srcOrd="10" destOrd="0" presId="urn:microsoft.com/office/officeart/2018/2/layout/IconVerticalSolidList"/>
    <dgm:cxn modelId="{DF9573FE-D16C-4F98-B741-3C1F07C1CA94}" type="presParOf" srcId="{A3556810-CB92-491D-8310-4768C125314C}" destId="{B0C9F01B-0337-4B02-BBD5-338DEE68FB00}" srcOrd="0" destOrd="0" presId="urn:microsoft.com/office/officeart/2018/2/layout/IconVerticalSolidList"/>
    <dgm:cxn modelId="{D5DDADED-879D-4DDB-B3CE-E8CC66506ECC}" type="presParOf" srcId="{A3556810-CB92-491D-8310-4768C125314C}" destId="{F9B0651E-9728-45F4-A750-F68556509B62}" srcOrd="1" destOrd="0" presId="urn:microsoft.com/office/officeart/2018/2/layout/IconVerticalSolidList"/>
    <dgm:cxn modelId="{D571D084-2523-4DD1-A720-FB01F63C7DE4}" type="presParOf" srcId="{A3556810-CB92-491D-8310-4768C125314C}" destId="{4E7FBF8E-A5A3-48EA-9D98-B62002516542}" srcOrd="2" destOrd="0" presId="urn:microsoft.com/office/officeart/2018/2/layout/IconVerticalSolidList"/>
    <dgm:cxn modelId="{E4D299D3-B362-4D8D-8528-6B6B4E77AC59}" type="presParOf" srcId="{A3556810-CB92-491D-8310-4768C125314C}" destId="{0C1CAD32-1375-4613-BAA5-FD36C0D4B9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80DD57-3805-49E9-951D-B979172FD7A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11F9635-852F-4A34-818B-85F7DD39A491}">
      <dgm:prSet/>
      <dgm:spPr/>
      <dgm:t>
        <a:bodyPr/>
        <a:lstStyle/>
        <a:p>
          <a:r>
            <a:rPr lang="en-US" b="1" i="0" baseline="0"/>
            <a:t>Define the tasks to be performed</a:t>
          </a:r>
          <a:endParaRPr lang="en-US"/>
        </a:p>
      </dgm:t>
    </dgm:pt>
    <dgm:pt modelId="{B97544B3-0543-45AA-BB09-474082F51802}" type="parTrans" cxnId="{2BDC518B-2DE6-4A86-9C30-A0A43A238BAF}">
      <dgm:prSet/>
      <dgm:spPr/>
      <dgm:t>
        <a:bodyPr/>
        <a:lstStyle/>
        <a:p>
          <a:endParaRPr lang="en-US"/>
        </a:p>
      </dgm:t>
    </dgm:pt>
    <dgm:pt modelId="{46E5B0D9-E8F5-43F1-8F9D-3742AB476AB1}" type="sibTrans" cxnId="{2BDC518B-2DE6-4A86-9C30-A0A43A238BAF}">
      <dgm:prSet/>
      <dgm:spPr/>
      <dgm:t>
        <a:bodyPr/>
        <a:lstStyle/>
        <a:p>
          <a:endParaRPr lang="en-US"/>
        </a:p>
      </dgm:t>
    </dgm:pt>
    <dgm:pt modelId="{D2D3AEAD-130D-4B97-9123-B5C7DDF15643}">
      <dgm:prSet/>
      <dgm:spPr/>
      <dgm:t>
        <a:bodyPr/>
        <a:lstStyle/>
        <a:p>
          <a:r>
            <a:rPr lang="en-US" b="1" i="0" baseline="0"/>
            <a:t>Assign responsible personnel</a:t>
          </a:r>
          <a:endParaRPr lang="en-US"/>
        </a:p>
      </dgm:t>
    </dgm:pt>
    <dgm:pt modelId="{B38483EA-D4EE-48DA-B0E3-0394456746DE}" type="parTrans" cxnId="{A2AF210F-0212-4480-8616-975C325B7229}">
      <dgm:prSet/>
      <dgm:spPr/>
      <dgm:t>
        <a:bodyPr/>
        <a:lstStyle/>
        <a:p>
          <a:endParaRPr lang="en-US"/>
        </a:p>
      </dgm:t>
    </dgm:pt>
    <dgm:pt modelId="{EE27B2D1-A288-4673-9359-37F16DAE602B}" type="sibTrans" cxnId="{A2AF210F-0212-4480-8616-975C325B7229}">
      <dgm:prSet/>
      <dgm:spPr/>
      <dgm:t>
        <a:bodyPr/>
        <a:lstStyle/>
        <a:p>
          <a:endParaRPr lang="en-US"/>
        </a:p>
      </dgm:t>
    </dgm:pt>
    <dgm:pt modelId="{F7354A50-430F-4372-A459-B4B958BA2948}">
      <dgm:prSet/>
      <dgm:spPr/>
      <dgm:t>
        <a:bodyPr/>
        <a:lstStyle/>
        <a:p>
          <a:r>
            <a:rPr lang="en-US" b="1" i="0" baseline="0"/>
            <a:t>Choose a maintenance window</a:t>
          </a:r>
          <a:endParaRPr lang="en-US"/>
        </a:p>
      </dgm:t>
    </dgm:pt>
    <dgm:pt modelId="{DBB5192F-7B82-4857-B023-750BE5F9AADB}" type="parTrans" cxnId="{4544349B-80B9-4473-B73A-F988D17F641A}">
      <dgm:prSet/>
      <dgm:spPr/>
      <dgm:t>
        <a:bodyPr/>
        <a:lstStyle/>
        <a:p>
          <a:endParaRPr lang="en-US"/>
        </a:p>
      </dgm:t>
    </dgm:pt>
    <dgm:pt modelId="{9727C6F0-03AE-4A30-B47E-79178AC86268}" type="sibTrans" cxnId="{4544349B-80B9-4473-B73A-F988D17F641A}">
      <dgm:prSet/>
      <dgm:spPr/>
      <dgm:t>
        <a:bodyPr/>
        <a:lstStyle/>
        <a:p>
          <a:endParaRPr lang="en-US"/>
        </a:p>
      </dgm:t>
    </dgm:pt>
    <dgm:pt modelId="{CB0EAA65-B76C-489B-BD23-FC8D3FF2E63E}">
      <dgm:prSet/>
      <dgm:spPr/>
      <dgm:t>
        <a:bodyPr/>
        <a:lstStyle/>
        <a:p>
          <a:r>
            <a:rPr lang="en-US" b="1" i="0" baseline="0"/>
            <a:t>Prepare required backups</a:t>
          </a:r>
          <a:endParaRPr lang="en-US"/>
        </a:p>
      </dgm:t>
    </dgm:pt>
    <dgm:pt modelId="{7869EA6D-567C-4670-A96C-0BEFE9D14EEE}" type="parTrans" cxnId="{E877301B-719F-4C4D-A216-DD8ED3B4CF59}">
      <dgm:prSet/>
      <dgm:spPr/>
      <dgm:t>
        <a:bodyPr/>
        <a:lstStyle/>
        <a:p>
          <a:endParaRPr lang="en-US"/>
        </a:p>
      </dgm:t>
    </dgm:pt>
    <dgm:pt modelId="{6D70554D-2CD1-4A6B-BBF4-123EBDDD088A}" type="sibTrans" cxnId="{E877301B-719F-4C4D-A216-DD8ED3B4CF59}">
      <dgm:prSet/>
      <dgm:spPr/>
      <dgm:t>
        <a:bodyPr/>
        <a:lstStyle/>
        <a:p>
          <a:endParaRPr lang="en-US"/>
        </a:p>
      </dgm:t>
    </dgm:pt>
    <dgm:pt modelId="{A22E6BA4-709B-4710-A1C7-09D5E44E4CD5}">
      <dgm:prSet/>
      <dgm:spPr/>
      <dgm:t>
        <a:bodyPr/>
        <a:lstStyle/>
        <a:p>
          <a:r>
            <a:rPr lang="en-US" b="1" i="0" baseline="0"/>
            <a:t>Document implementation steps</a:t>
          </a:r>
          <a:endParaRPr lang="en-US"/>
        </a:p>
      </dgm:t>
    </dgm:pt>
    <dgm:pt modelId="{3D980C5B-B540-4F84-848F-1C1897D04F0A}" type="parTrans" cxnId="{82D015D9-3487-4DF1-A2C3-DA8037D02D93}">
      <dgm:prSet/>
      <dgm:spPr/>
      <dgm:t>
        <a:bodyPr/>
        <a:lstStyle/>
        <a:p>
          <a:endParaRPr lang="en-US"/>
        </a:p>
      </dgm:t>
    </dgm:pt>
    <dgm:pt modelId="{77B0F9A4-A8D7-42D3-B7AE-BC6F8EDFFF57}" type="sibTrans" cxnId="{82D015D9-3487-4DF1-A2C3-DA8037D02D93}">
      <dgm:prSet/>
      <dgm:spPr/>
      <dgm:t>
        <a:bodyPr/>
        <a:lstStyle/>
        <a:p>
          <a:endParaRPr lang="en-US"/>
        </a:p>
      </dgm:t>
    </dgm:pt>
    <dgm:pt modelId="{B9045AB2-8437-4059-8A78-B605272ABA75}">
      <dgm:prSet/>
      <dgm:spPr/>
      <dgm:t>
        <a:bodyPr/>
        <a:lstStyle/>
        <a:p>
          <a:r>
            <a:rPr lang="en-US" b="1" i="0" baseline="0"/>
            <a:t>Prepare a rollback procedure</a:t>
          </a:r>
          <a:endParaRPr lang="en-US"/>
        </a:p>
      </dgm:t>
    </dgm:pt>
    <dgm:pt modelId="{19BCF4E9-ABA4-472B-9436-6EF5BE2A6C97}" type="parTrans" cxnId="{BD68BF18-BA19-406E-BEF0-1CFB85538FD9}">
      <dgm:prSet/>
      <dgm:spPr/>
      <dgm:t>
        <a:bodyPr/>
        <a:lstStyle/>
        <a:p>
          <a:endParaRPr lang="en-US"/>
        </a:p>
      </dgm:t>
    </dgm:pt>
    <dgm:pt modelId="{7BCCE79D-5DEB-4776-88E1-BAC0BDC60C28}" type="sibTrans" cxnId="{BD68BF18-BA19-406E-BEF0-1CFB85538FD9}">
      <dgm:prSet/>
      <dgm:spPr/>
      <dgm:t>
        <a:bodyPr/>
        <a:lstStyle/>
        <a:p>
          <a:endParaRPr lang="en-US"/>
        </a:p>
      </dgm:t>
    </dgm:pt>
    <dgm:pt modelId="{2DD26CD1-768A-4601-A87A-41984686C261}" type="pres">
      <dgm:prSet presAssocID="{9E80DD57-3805-49E9-951D-B979172FD7AA}" presName="Name0" presStyleCnt="0">
        <dgm:presLayoutVars>
          <dgm:dir/>
          <dgm:resizeHandles val="exact"/>
        </dgm:presLayoutVars>
      </dgm:prSet>
      <dgm:spPr/>
    </dgm:pt>
    <dgm:pt modelId="{FBA8EC10-E014-4338-A746-4D4199518C8F}" type="pres">
      <dgm:prSet presAssocID="{C11F9635-852F-4A34-818B-85F7DD39A491}" presName="node" presStyleLbl="node1" presStyleIdx="0" presStyleCnt="6">
        <dgm:presLayoutVars>
          <dgm:bulletEnabled val="1"/>
        </dgm:presLayoutVars>
      </dgm:prSet>
      <dgm:spPr/>
    </dgm:pt>
    <dgm:pt modelId="{91581E6B-1762-483E-A4AD-F1E8DDB46C82}" type="pres">
      <dgm:prSet presAssocID="{46E5B0D9-E8F5-43F1-8F9D-3742AB476AB1}" presName="sibTrans" presStyleLbl="sibTrans1D1" presStyleIdx="0" presStyleCnt="5"/>
      <dgm:spPr/>
    </dgm:pt>
    <dgm:pt modelId="{C68BA31B-F3ED-452F-897A-9D916133A52E}" type="pres">
      <dgm:prSet presAssocID="{46E5B0D9-E8F5-43F1-8F9D-3742AB476AB1}" presName="connectorText" presStyleLbl="sibTrans1D1" presStyleIdx="0" presStyleCnt="5"/>
      <dgm:spPr/>
    </dgm:pt>
    <dgm:pt modelId="{28CABC32-87DC-401F-A2D7-0F8CD57B15B5}" type="pres">
      <dgm:prSet presAssocID="{D2D3AEAD-130D-4B97-9123-B5C7DDF15643}" presName="node" presStyleLbl="node1" presStyleIdx="1" presStyleCnt="6">
        <dgm:presLayoutVars>
          <dgm:bulletEnabled val="1"/>
        </dgm:presLayoutVars>
      </dgm:prSet>
      <dgm:spPr/>
    </dgm:pt>
    <dgm:pt modelId="{38F78162-12C0-41B5-8BF0-B73467A05E65}" type="pres">
      <dgm:prSet presAssocID="{EE27B2D1-A288-4673-9359-37F16DAE602B}" presName="sibTrans" presStyleLbl="sibTrans1D1" presStyleIdx="1" presStyleCnt="5"/>
      <dgm:spPr/>
    </dgm:pt>
    <dgm:pt modelId="{198552BE-6637-452B-9234-F78F4DB4EAC0}" type="pres">
      <dgm:prSet presAssocID="{EE27B2D1-A288-4673-9359-37F16DAE602B}" presName="connectorText" presStyleLbl="sibTrans1D1" presStyleIdx="1" presStyleCnt="5"/>
      <dgm:spPr/>
    </dgm:pt>
    <dgm:pt modelId="{19526263-EA4B-4DFD-84A2-5F2D698972CB}" type="pres">
      <dgm:prSet presAssocID="{F7354A50-430F-4372-A459-B4B958BA2948}" presName="node" presStyleLbl="node1" presStyleIdx="2" presStyleCnt="6">
        <dgm:presLayoutVars>
          <dgm:bulletEnabled val="1"/>
        </dgm:presLayoutVars>
      </dgm:prSet>
      <dgm:spPr/>
    </dgm:pt>
    <dgm:pt modelId="{A3B7A898-A1C6-474A-92B8-FAD5C4F2AFEF}" type="pres">
      <dgm:prSet presAssocID="{9727C6F0-03AE-4A30-B47E-79178AC86268}" presName="sibTrans" presStyleLbl="sibTrans1D1" presStyleIdx="2" presStyleCnt="5"/>
      <dgm:spPr/>
    </dgm:pt>
    <dgm:pt modelId="{12F9C8C4-9C50-443B-8888-195535332A28}" type="pres">
      <dgm:prSet presAssocID="{9727C6F0-03AE-4A30-B47E-79178AC86268}" presName="connectorText" presStyleLbl="sibTrans1D1" presStyleIdx="2" presStyleCnt="5"/>
      <dgm:spPr/>
    </dgm:pt>
    <dgm:pt modelId="{B3F5974E-8A0D-469A-825F-D89B4D1F7C43}" type="pres">
      <dgm:prSet presAssocID="{CB0EAA65-B76C-489B-BD23-FC8D3FF2E63E}" presName="node" presStyleLbl="node1" presStyleIdx="3" presStyleCnt="6">
        <dgm:presLayoutVars>
          <dgm:bulletEnabled val="1"/>
        </dgm:presLayoutVars>
      </dgm:prSet>
      <dgm:spPr/>
    </dgm:pt>
    <dgm:pt modelId="{BD7C14FD-E88F-4E00-8744-707A320F81DA}" type="pres">
      <dgm:prSet presAssocID="{6D70554D-2CD1-4A6B-BBF4-123EBDDD088A}" presName="sibTrans" presStyleLbl="sibTrans1D1" presStyleIdx="3" presStyleCnt="5"/>
      <dgm:spPr/>
    </dgm:pt>
    <dgm:pt modelId="{F168AF30-D050-40BE-BCEE-A2C9AE0AC922}" type="pres">
      <dgm:prSet presAssocID="{6D70554D-2CD1-4A6B-BBF4-123EBDDD088A}" presName="connectorText" presStyleLbl="sibTrans1D1" presStyleIdx="3" presStyleCnt="5"/>
      <dgm:spPr/>
    </dgm:pt>
    <dgm:pt modelId="{A31EE72F-B121-43ED-B178-59C0D1027D9E}" type="pres">
      <dgm:prSet presAssocID="{A22E6BA4-709B-4710-A1C7-09D5E44E4CD5}" presName="node" presStyleLbl="node1" presStyleIdx="4" presStyleCnt="6">
        <dgm:presLayoutVars>
          <dgm:bulletEnabled val="1"/>
        </dgm:presLayoutVars>
      </dgm:prSet>
      <dgm:spPr/>
    </dgm:pt>
    <dgm:pt modelId="{05728A74-AC44-4FC6-AAE9-363C0B1AB250}" type="pres">
      <dgm:prSet presAssocID="{77B0F9A4-A8D7-42D3-B7AE-BC6F8EDFFF57}" presName="sibTrans" presStyleLbl="sibTrans1D1" presStyleIdx="4" presStyleCnt="5"/>
      <dgm:spPr/>
    </dgm:pt>
    <dgm:pt modelId="{C9FCC2FA-F76E-43B1-8FCB-1D853A547227}" type="pres">
      <dgm:prSet presAssocID="{77B0F9A4-A8D7-42D3-B7AE-BC6F8EDFFF57}" presName="connectorText" presStyleLbl="sibTrans1D1" presStyleIdx="4" presStyleCnt="5"/>
      <dgm:spPr/>
    </dgm:pt>
    <dgm:pt modelId="{964E116A-86D7-41C8-89DE-F14D623EE090}" type="pres">
      <dgm:prSet presAssocID="{B9045AB2-8437-4059-8A78-B605272ABA75}" presName="node" presStyleLbl="node1" presStyleIdx="5" presStyleCnt="6">
        <dgm:presLayoutVars>
          <dgm:bulletEnabled val="1"/>
        </dgm:presLayoutVars>
      </dgm:prSet>
      <dgm:spPr/>
    </dgm:pt>
  </dgm:ptLst>
  <dgm:cxnLst>
    <dgm:cxn modelId="{D2F56106-D236-4780-9EA0-1FB7679C03A1}" type="presOf" srcId="{A22E6BA4-709B-4710-A1C7-09D5E44E4CD5}" destId="{A31EE72F-B121-43ED-B178-59C0D1027D9E}" srcOrd="0" destOrd="0" presId="urn:microsoft.com/office/officeart/2016/7/layout/RepeatingBendingProcessNew"/>
    <dgm:cxn modelId="{DCD05D09-CD5D-4E94-9D2C-02475044F2DE}" type="presOf" srcId="{9727C6F0-03AE-4A30-B47E-79178AC86268}" destId="{A3B7A898-A1C6-474A-92B8-FAD5C4F2AFEF}" srcOrd="0" destOrd="0" presId="urn:microsoft.com/office/officeart/2016/7/layout/RepeatingBendingProcessNew"/>
    <dgm:cxn modelId="{A2AF210F-0212-4480-8616-975C325B7229}" srcId="{9E80DD57-3805-49E9-951D-B979172FD7AA}" destId="{D2D3AEAD-130D-4B97-9123-B5C7DDF15643}" srcOrd="1" destOrd="0" parTransId="{B38483EA-D4EE-48DA-B0E3-0394456746DE}" sibTransId="{EE27B2D1-A288-4673-9359-37F16DAE602B}"/>
    <dgm:cxn modelId="{2133A916-5590-4CC4-83B2-6BE857720457}" type="presOf" srcId="{77B0F9A4-A8D7-42D3-B7AE-BC6F8EDFFF57}" destId="{05728A74-AC44-4FC6-AAE9-363C0B1AB250}" srcOrd="0" destOrd="0" presId="urn:microsoft.com/office/officeart/2016/7/layout/RepeatingBendingProcessNew"/>
    <dgm:cxn modelId="{BD68BF18-BA19-406E-BEF0-1CFB85538FD9}" srcId="{9E80DD57-3805-49E9-951D-B979172FD7AA}" destId="{B9045AB2-8437-4059-8A78-B605272ABA75}" srcOrd="5" destOrd="0" parTransId="{19BCF4E9-ABA4-472B-9436-6EF5BE2A6C97}" sibTransId="{7BCCE79D-5DEB-4776-88E1-BAC0BDC60C28}"/>
    <dgm:cxn modelId="{C12B381A-20F0-4D31-B7BE-09F7BC0EB829}" type="presOf" srcId="{CB0EAA65-B76C-489B-BD23-FC8D3FF2E63E}" destId="{B3F5974E-8A0D-469A-825F-D89B4D1F7C43}" srcOrd="0" destOrd="0" presId="urn:microsoft.com/office/officeart/2016/7/layout/RepeatingBendingProcessNew"/>
    <dgm:cxn modelId="{E877301B-719F-4C4D-A216-DD8ED3B4CF59}" srcId="{9E80DD57-3805-49E9-951D-B979172FD7AA}" destId="{CB0EAA65-B76C-489B-BD23-FC8D3FF2E63E}" srcOrd="3" destOrd="0" parTransId="{7869EA6D-567C-4670-A96C-0BEFE9D14EEE}" sibTransId="{6D70554D-2CD1-4A6B-BBF4-123EBDDD088A}"/>
    <dgm:cxn modelId="{90748127-0EEA-446A-8100-E591FFCCAC3A}" type="presOf" srcId="{9E80DD57-3805-49E9-951D-B979172FD7AA}" destId="{2DD26CD1-768A-4601-A87A-41984686C261}" srcOrd="0" destOrd="0" presId="urn:microsoft.com/office/officeart/2016/7/layout/RepeatingBendingProcessNew"/>
    <dgm:cxn modelId="{15476C3E-0F68-4E34-A3DD-266677DD20D5}" type="presOf" srcId="{EE27B2D1-A288-4673-9359-37F16DAE602B}" destId="{38F78162-12C0-41B5-8BF0-B73467A05E65}" srcOrd="0" destOrd="0" presId="urn:microsoft.com/office/officeart/2016/7/layout/RepeatingBendingProcessNew"/>
    <dgm:cxn modelId="{F0BC3C54-DAD3-478B-BE87-22E94714C45C}" type="presOf" srcId="{6D70554D-2CD1-4A6B-BBF4-123EBDDD088A}" destId="{F168AF30-D050-40BE-BCEE-A2C9AE0AC922}" srcOrd="1" destOrd="0" presId="urn:microsoft.com/office/officeart/2016/7/layout/RepeatingBendingProcessNew"/>
    <dgm:cxn modelId="{F7256F86-4165-4862-B0B8-FDA68741BF57}" type="presOf" srcId="{46E5B0D9-E8F5-43F1-8F9D-3742AB476AB1}" destId="{C68BA31B-F3ED-452F-897A-9D916133A52E}" srcOrd="1" destOrd="0" presId="urn:microsoft.com/office/officeart/2016/7/layout/RepeatingBendingProcessNew"/>
    <dgm:cxn modelId="{BDB8C086-6479-45BE-8620-76E3E833FB0F}" type="presOf" srcId="{9727C6F0-03AE-4A30-B47E-79178AC86268}" destId="{12F9C8C4-9C50-443B-8888-195535332A28}" srcOrd="1" destOrd="0" presId="urn:microsoft.com/office/officeart/2016/7/layout/RepeatingBendingProcessNew"/>
    <dgm:cxn modelId="{FE9D2D87-22BE-4D77-910B-ECE7EEF80B61}" type="presOf" srcId="{6D70554D-2CD1-4A6B-BBF4-123EBDDD088A}" destId="{BD7C14FD-E88F-4E00-8744-707A320F81DA}" srcOrd="0" destOrd="0" presId="urn:microsoft.com/office/officeart/2016/7/layout/RepeatingBendingProcessNew"/>
    <dgm:cxn modelId="{2BDC518B-2DE6-4A86-9C30-A0A43A238BAF}" srcId="{9E80DD57-3805-49E9-951D-B979172FD7AA}" destId="{C11F9635-852F-4A34-818B-85F7DD39A491}" srcOrd="0" destOrd="0" parTransId="{B97544B3-0543-45AA-BB09-474082F51802}" sibTransId="{46E5B0D9-E8F5-43F1-8F9D-3742AB476AB1}"/>
    <dgm:cxn modelId="{0F091A95-874D-48AE-80DE-157913179A12}" type="presOf" srcId="{46E5B0D9-E8F5-43F1-8F9D-3742AB476AB1}" destId="{91581E6B-1762-483E-A4AD-F1E8DDB46C82}" srcOrd="0" destOrd="0" presId="urn:microsoft.com/office/officeart/2016/7/layout/RepeatingBendingProcessNew"/>
    <dgm:cxn modelId="{4544349B-80B9-4473-B73A-F988D17F641A}" srcId="{9E80DD57-3805-49E9-951D-B979172FD7AA}" destId="{F7354A50-430F-4372-A459-B4B958BA2948}" srcOrd="2" destOrd="0" parTransId="{DBB5192F-7B82-4857-B023-750BE5F9AADB}" sibTransId="{9727C6F0-03AE-4A30-B47E-79178AC86268}"/>
    <dgm:cxn modelId="{36B7DCA9-B58E-4FA4-B69F-899A637EAD2E}" type="presOf" srcId="{F7354A50-430F-4372-A459-B4B958BA2948}" destId="{19526263-EA4B-4DFD-84A2-5F2D698972CB}" srcOrd="0" destOrd="0" presId="urn:microsoft.com/office/officeart/2016/7/layout/RepeatingBendingProcessNew"/>
    <dgm:cxn modelId="{D799E8BF-97B0-4A2F-8A33-A2089CA553FB}" type="presOf" srcId="{B9045AB2-8437-4059-8A78-B605272ABA75}" destId="{964E116A-86D7-41C8-89DE-F14D623EE090}" srcOrd="0" destOrd="0" presId="urn:microsoft.com/office/officeart/2016/7/layout/RepeatingBendingProcessNew"/>
    <dgm:cxn modelId="{4DF48BCE-2EA0-4CDD-8879-3BD53D71CBD2}" type="presOf" srcId="{77B0F9A4-A8D7-42D3-B7AE-BC6F8EDFFF57}" destId="{C9FCC2FA-F76E-43B1-8FCB-1D853A547227}" srcOrd="1" destOrd="0" presId="urn:microsoft.com/office/officeart/2016/7/layout/RepeatingBendingProcessNew"/>
    <dgm:cxn modelId="{82D015D9-3487-4DF1-A2C3-DA8037D02D93}" srcId="{9E80DD57-3805-49E9-951D-B979172FD7AA}" destId="{A22E6BA4-709B-4710-A1C7-09D5E44E4CD5}" srcOrd="4" destOrd="0" parTransId="{3D980C5B-B540-4F84-848F-1C1897D04F0A}" sibTransId="{77B0F9A4-A8D7-42D3-B7AE-BC6F8EDFFF57}"/>
    <dgm:cxn modelId="{C99B08F2-4482-47BA-995E-02779A0C7B99}" type="presOf" srcId="{C11F9635-852F-4A34-818B-85F7DD39A491}" destId="{FBA8EC10-E014-4338-A746-4D4199518C8F}" srcOrd="0" destOrd="0" presId="urn:microsoft.com/office/officeart/2016/7/layout/RepeatingBendingProcessNew"/>
    <dgm:cxn modelId="{A69DE5F6-ABBA-46C5-835B-D0D41ECF515E}" type="presOf" srcId="{EE27B2D1-A288-4673-9359-37F16DAE602B}" destId="{198552BE-6637-452B-9234-F78F4DB4EAC0}" srcOrd="1" destOrd="0" presId="urn:microsoft.com/office/officeart/2016/7/layout/RepeatingBendingProcessNew"/>
    <dgm:cxn modelId="{D43322FF-EDDD-47F3-8000-99E8F9FC9291}" type="presOf" srcId="{D2D3AEAD-130D-4B97-9123-B5C7DDF15643}" destId="{28CABC32-87DC-401F-A2D7-0F8CD57B15B5}" srcOrd="0" destOrd="0" presId="urn:microsoft.com/office/officeart/2016/7/layout/RepeatingBendingProcessNew"/>
    <dgm:cxn modelId="{9132D0C2-69ED-409A-8640-E8CDDAD42078}" type="presParOf" srcId="{2DD26CD1-768A-4601-A87A-41984686C261}" destId="{FBA8EC10-E014-4338-A746-4D4199518C8F}" srcOrd="0" destOrd="0" presId="urn:microsoft.com/office/officeart/2016/7/layout/RepeatingBendingProcessNew"/>
    <dgm:cxn modelId="{9EEBAE85-6960-4F07-A636-5EDF512BF881}" type="presParOf" srcId="{2DD26CD1-768A-4601-A87A-41984686C261}" destId="{91581E6B-1762-483E-A4AD-F1E8DDB46C82}" srcOrd="1" destOrd="0" presId="urn:microsoft.com/office/officeart/2016/7/layout/RepeatingBendingProcessNew"/>
    <dgm:cxn modelId="{36F678FF-BAF2-46E3-A844-506CDF00AE80}" type="presParOf" srcId="{91581E6B-1762-483E-A4AD-F1E8DDB46C82}" destId="{C68BA31B-F3ED-452F-897A-9D916133A52E}" srcOrd="0" destOrd="0" presId="urn:microsoft.com/office/officeart/2016/7/layout/RepeatingBendingProcessNew"/>
    <dgm:cxn modelId="{543F7655-5973-49FE-879C-833EC1BDCAA9}" type="presParOf" srcId="{2DD26CD1-768A-4601-A87A-41984686C261}" destId="{28CABC32-87DC-401F-A2D7-0F8CD57B15B5}" srcOrd="2" destOrd="0" presId="urn:microsoft.com/office/officeart/2016/7/layout/RepeatingBendingProcessNew"/>
    <dgm:cxn modelId="{02B5B852-84F2-4D39-B4B0-1BE697F118E2}" type="presParOf" srcId="{2DD26CD1-768A-4601-A87A-41984686C261}" destId="{38F78162-12C0-41B5-8BF0-B73467A05E65}" srcOrd="3" destOrd="0" presId="urn:microsoft.com/office/officeart/2016/7/layout/RepeatingBendingProcessNew"/>
    <dgm:cxn modelId="{4304FBF4-B972-4D23-83BB-231FB6450D2A}" type="presParOf" srcId="{38F78162-12C0-41B5-8BF0-B73467A05E65}" destId="{198552BE-6637-452B-9234-F78F4DB4EAC0}" srcOrd="0" destOrd="0" presId="urn:microsoft.com/office/officeart/2016/7/layout/RepeatingBendingProcessNew"/>
    <dgm:cxn modelId="{FA0D1CC7-D43B-4B86-A5E7-84EE9F7D29C2}" type="presParOf" srcId="{2DD26CD1-768A-4601-A87A-41984686C261}" destId="{19526263-EA4B-4DFD-84A2-5F2D698972CB}" srcOrd="4" destOrd="0" presId="urn:microsoft.com/office/officeart/2016/7/layout/RepeatingBendingProcessNew"/>
    <dgm:cxn modelId="{2725E7DD-D9E3-467E-B1B6-664A761B6DA0}" type="presParOf" srcId="{2DD26CD1-768A-4601-A87A-41984686C261}" destId="{A3B7A898-A1C6-474A-92B8-FAD5C4F2AFEF}" srcOrd="5" destOrd="0" presId="urn:microsoft.com/office/officeart/2016/7/layout/RepeatingBendingProcessNew"/>
    <dgm:cxn modelId="{236F8615-C9AC-45FE-9BBD-BF4205BDE48D}" type="presParOf" srcId="{A3B7A898-A1C6-474A-92B8-FAD5C4F2AFEF}" destId="{12F9C8C4-9C50-443B-8888-195535332A28}" srcOrd="0" destOrd="0" presId="urn:microsoft.com/office/officeart/2016/7/layout/RepeatingBendingProcessNew"/>
    <dgm:cxn modelId="{75001834-A87E-41C9-B524-A48B895CFFD0}" type="presParOf" srcId="{2DD26CD1-768A-4601-A87A-41984686C261}" destId="{B3F5974E-8A0D-469A-825F-D89B4D1F7C43}" srcOrd="6" destOrd="0" presId="urn:microsoft.com/office/officeart/2016/7/layout/RepeatingBendingProcessNew"/>
    <dgm:cxn modelId="{EEE5E412-728B-4D4B-B03E-4504BCFB0501}" type="presParOf" srcId="{2DD26CD1-768A-4601-A87A-41984686C261}" destId="{BD7C14FD-E88F-4E00-8744-707A320F81DA}" srcOrd="7" destOrd="0" presId="urn:microsoft.com/office/officeart/2016/7/layout/RepeatingBendingProcessNew"/>
    <dgm:cxn modelId="{38121F00-2D6E-4793-B853-03AF2F20C5ED}" type="presParOf" srcId="{BD7C14FD-E88F-4E00-8744-707A320F81DA}" destId="{F168AF30-D050-40BE-BCEE-A2C9AE0AC922}" srcOrd="0" destOrd="0" presId="urn:microsoft.com/office/officeart/2016/7/layout/RepeatingBendingProcessNew"/>
    <dgm:cxn modelId="{D0028B22-0000-4811-80C2-A959481C0D90}" type="presParOf" srcId="{2DD26CD1-768A-4601-A87A-41984686C261}" destId="{A31EE72F-B121-43ED-B178-59C0D1027D9E}" srcOrd="8" destOrd="0" presId="urn:microsoft.com/office/officeart/2016/7/layout/RepeatingBendingProcessNew"/>
    <dgm:cxn modelId="{1FD7FC18-E49E-428B-BFA0-5844E203C176}" type="presParOf" srcId="{2DD26CD1-768A-4601-A87A-41984686C261}" destId="{05728A74-AC44-4FC6-AAE9-363C0B1AB250}" srcOrd="9" destOrd="0" presId="urn:microsoft.com/office/officeart/2016/7/layout/RepeatingBendingProcessNew"/>
    <dgm:cxn modelId="{8223F0BC-A866-42C0-B15A-1B8042A9E266}" type="presParOf" srcId="{05728A74-AC44-4FC6-AAE9-363C0B1AB250}" destId="{C9FCC2FA-F76E-43B1-8FCB-1D853A547227}" srcOrd="0" destOrd="0" presId="urn:microsoft.com/office/officeart/2016/7/layout/RepeatingBendingProcessNew"/>
    <dgm:cxn modelId="{8FF27E12-B74A-475C-81BD-442300895CA5}" type="presParOf" srcId="{2DD26CD1-768A-4601-A87A-41984686C261}" destId="{964E116A-86D7-41C8-89DE-F14D623EE09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68C215A-5229-43C7-A327-3F685C289E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7D316A9-9244-4130-B63B-12F26FCDAEAB}">
      <dgm:prSet/>
      <dgm:spPr/>
      <dgm:t>
        <a:bodyPr/>
        <a:lstStyle/>
        <a:p>
          <a:r>
            <a:rPr lang="en-US" b="1" i="0" baseline="0"/>
            <a:t>Obtain approval before implementing changes that may affect production systems</a:t>
          </a:r>
          <a:endParaRPr lang="en-US"/>
        </a:p>
      </dgm:t>
    </dgm:pt>
    <dgm:pt modelId="{19677B08-756A-4C3E-8F86-38784B9E3E28}" type="parTrans" cxnId="{A4C8A393-E1C0-46E2-8481-3C6BD6A56611}">
      <dgm:prSet/>
      <dgm:spPr/>
      <dgm:t>
        <a:bodyPr/>
        <a:lstStyle/>
        <a:p>
          <a:endParaRPr lang="en-US"/>
        </a:p>
      </dgm:t>
    </dgm:pt>
    <dgm:pt modelId="{4D082F36-4AFF-46FB-94AE-4DBA3CCD5525}" type="sibTrans" cxnId="{A4C8A393-E1C0-46E2-8481-3C6BD6A56611}">
      <dgm:prSet/>
      <dgm:spPr/>
      <dgm:t>
        <a:bodyPr/>
        <a:lstStyle/>
        <a:p>
          <a:endParaRPr lang="en-US"/>
        </a:p>
      </dgm:t>
    </dgm:pt>
    <dgm:pt modelId="{84CF6427-7FEC-44BC-9EA7-ED65E01ECD27}">
      <dgm:prSet/>
      <dgm:spPr/>
      <dgm:t>
        <a:bodyPr/>
        <a:lstStyle/>
        <a:p>
          <a:r>
            <a:rPr lang="en-US" b="1" i="0" baseline="0"/>
            <a:t>Review the change from technical and business perspectives</a:t>
          </a:r>
          <a:endParaRPr lang="en-US"/>
        </a:p>
      </dgm:t>
    </dgm:pt>
    <dgm:pt modelId="{2E4D2B56-3E6A-482A-A245-22B9A78A0D03}" type="parTrans" cxnId="{1EDEF5BD-4878-4FCE-B415-BB6B2321BAA9}">
      <dgm:prSet/>
      <dgm:spPr/>
      <dgm:t>
        <a:bodyPr/>
        <a:lstStyle/>
        <a:p>
          <a:endParaRPr lang="en-US"/>
        </a:p>
      </dgm:t>
    </dgm:pt>
    <dgm:pt modelId="{ADEFF87E-944A-4E34-B074-5DAC2957A4DD}" type="sibTrans" cxnId="{1EDEF5BD-4878-4FCE-B415-BB6B2321BAA9}">
      <dgm:prSet/>
      <dgm:spPr/>
      <dgm:t>
        <a:bodyPr/>
        <a:lstStyle/>
        <a:p>
          <a:endParaRPr lang="en-US"/>
        </a:p>
      </dgm:t>
    </dgm:pt>
    <dgm:pt modelId="{9DA438B0-B9F7-47C1-8DB7-C02B7ABDEA15}">
      <dgm:prSet/>
      <dgm:spPr/>
      <dgm:t>
        <a:bodyPr/>
        <a:lstStyle/>
        <a:p>
          <a:r>
            <a:rPr lang="en-US" b="1" i="0" baseline="0"/>
            <a:t>Prevent unauthorized modifications</a:t>
          </a:r>
          <a:endParaRPr lang="en-US"/>
        </a:p>
      </dgm:t>
    </dgm:pt>
    <dgm:pt modelId="{903C9069-A9F1-4E65-9A69-9ACEAAA8CABA}" type="parTrans" cxnId="{546FF15D-D2D4-4658-A1C1-042A7616C5FA}">
      <dgm:prSet/>
      <dgm:spPr/>
      <dgm:t>
        <a:bodyPr/>
        <a:lstStyle/>
        <a:p>
          <a:endParaRPr lang="en-US"/>
        </a:p>
      </dgm:t>
    </dgm:pt>
    <dgm:pt modelId="{2AEEE515-E0C8-45E3-81B1-3E26940595E6}" type="sibTrans" cxnId="{546FF15D-D2D4-4658-A1C1-042A7616C5FA}">
      <dgm:prSet/>
      <dgm:spPr/>
      <dgm:t>
        <a:bodyPr/>
        <a:lstStyle/>
        <a:p>
          <a:endParaRPr lang="en-US"/>
        </a:p>
      </dgm:t>
    </dgm:pt>
    <dgm:pt modelId="{162FE8C1-0AFE-4774-9FFA-7F7D9FA11EA0}">
      <dgm:prSet/>
      <dgm:spPr/>
      <dgm:t>
        <a:bodyPr/>
        <a:lstStyle/>
        <a:p>
          <a:r>
            <a:rPr lang="en-US" b="1" i="0" baseline="0"/>
            <a:t>Ensure stakeholders understand the expected impact and timing</a:t>
          </a:r>
          <a:endParaRPr lang="en-US"/>
        </a:p>
      </dgm:t>
    </dgm:pt>
    <dgm:pt modelId="{8E7ED728-DBA6-4DB4-8836-61B81AEAAC79}" type="parTrans" cxnId="{48F9D63F-F857-4742-8E03-9B141B3E63DE}">
      <dgm:prSet/>
      <dgm:spPr/>
      <dgm:t>
        <a:bodyPr/>
        <a:lstStyle/>
        <a:p>
          <a:endParaRPr lang="en-US"/>
        </a:p>
      </dgm:t>
    </dgm:pt>
    <dgm:pt modelId="{A24A5B86-1F87-4987-837F-6AAB8FD5F35A}" type="sibTrans" cxnId="{48F9D63F-F857-4742-8E03-9B141B3E63DE}">
      <dgm:prSet/>
      <dgm:spPr/>
      <dgm:t>
        <a:bodyPr/>
        <a:lstStyle/>
        <a:p>
          <a:endParaRPr lang="en-US"/>
        </a:p>
      </dgm:t>
    </dgm:pt>
    <dgm:pt modelId="{2FBE768C-5EDC-4084-85D1-3FCC15689978}" type="pres">
      <dgm:prSet presAssocID="{268C215A-5229-43C7-A327-3F685C289E1F}" presName="root" presStyleCnt="0">
        <dgm:presLayoutVars>
          <dgm:dir/>
          <dgm:resizeHandles val="exact"/>
        </dgm:presLayoutVars>
      </dgm:prSet>
      <dgm:spPr/>
    </dgm:pt>
    <dgm:pt modelId="{956D14FA-4FA7-46AB-A53D-9EA67E84B2AA}" type="pres">
      <dgm:prSet presAssocID="{17D316A9-9244-4130-B63B-12F26FCDAEAB}" presName="compNode" presStyleCnt="0"/>
      <dgm:spPr/>
    </dgm:pt>
    <dgm:pt modelId="{068C63F6-844F-46EF-B23D-FB5E00C7DAC5}" type="pres">
      <dgm:prSet presAssocID="{17D316A9-9244-4130-B63B-12F26FCDAEAB}" presName="bgRect" presStyleLbl="bgShp" presStyleIdx="0" presStyleCnt="4"/>
      <dgm:spPr/>
    </dgm:pt>
    <dgm:pt modelId="{45BCCFBC-9303-41A5-8D56-D850047E63CA}" type="pres">
      <dgm:prSet presAssocID="{17D316A9-9244-4130-B63B-12F26FCDAEA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06C769-F18C-4496-9458-9E2E6B9F09DA}" type="pres">
      <dgm:prSet presAssocID="{17D316A9-9244-4130-B63B-12F26FCDAEAB}" presName="spaceRect" presStyleCnt="0"/>
      <dgm:spPr/>
    </dgm:pt>
    <dgm:pt modelId="{62DF45CF-A611-4093-82E1-7C6B1145B0F5}" type="pres">
      <dgm:prSet presAssocID="{17D316A9-9244-4130-B63B-12F26FCDAEAB}" presName="parTx" presStyleLbl="revTx" presStyleIdx="0" presStyleCnt="4">
        <dgm:presLayoutVars>
          <dgm:chMax val="0"/>
          <dgm:chPref val="0"/>
        </dgm:presLayoutVars>
      </dgm:prSet>
      <dgm:spPr/>
    </dgm:pt>
    <dgm:pt modelId="{F0D2CAC7-0C66-4A78-8AAB-57D60480BAB1}" type="pres">
      <dgm:prSet presAssocID="{4D082F36-4AFF-46FB-94AE-4DBA3CCD5525}" presName="sibTrans" presStyleCnt="0"/>
      <dgm:spPr/>
    </dgm:pt>
    <dgm:pt modelId="{7DE4F75A-B629-4CB2-9BFE-9B7C95CAFAA6}" type="pres">
      <dgm:prSet presAssocID="{84CF6427-7FEC-44BC-9EA7-ED65E01ECD27}" presName="compNode" presStyleCnt="0"/>
      <dgm:spPr/>
    </dgm:pt>
    <dgm:pt modelId="{10BC693E-9EE8-4CFD-AEAD-BF3065FA5254}" type="pres">
      <dgm:prSet presAssocID="{84CF6427-7FEC-44BC-9EA7-ED65E01ECD27}" presName="bgRect" presStyleLbl="bgShp" presStyleIdx="1" presStyleCnt="4"/>
      <dgm:spPr/>
    </dgm:pt>
    <dgm:pt modelId="{E7B1AD42-2C8E-4538-9B20-1A930D93A110}" type="pres">
      <dgm:prSet presAssocID="{84CF6427-7FEC-44BC-9EA7-ED65E01ECD2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227C8E4-A8AE-4CBE-8AB8-4CA53401151F}" type="pres">
      <dgm:prSet presAssocID="{84CF6427-7FEC-44BC-9EA7-ED65E01ECD27}" presName="spaceRect" presStyleCnt="0"/>
      <dgm:spPr/>
    </dgm:pt>
    <dgm:pt modelId="{417AADE5-1BDE-4309-B095-579EDA30B9D3}" type="pres">
      <dgm:prSet presAssocID="{84CF6427-7FEC-44BC-9EA7-ED65E01ECD27}" presName="parTx" presStyleLbl="revTx" presStyleIdx="1" presStyleCnt="4">
        <dgm:presLayoutVars>
          <dgm:chMax val="0"/>
          <dgm:chPref val="0"/>
        </dgm:presLayoutVars>
      </dgm:prSet>
      <dgm:spPr/>
    </dgm:pt>
    <dgm:pt modelId="{AE47079A-B740-4FB0-AC31-E6224D702C66}" type="pres">
      <dgm:prSet presAssocID="{ADEFF87E-944A-4E34-B074-5DAC2957A4DD}" presName="sibTrans" presStyleCnt="0"/>
      <dgm:spPr/>
    </dgm:pt>
    <dgm:pt modelId="{238B98B7-47F8-4B88-99D5-C7093B77C6DA}" type="pres">
      <dgm:prSet presAssocID="{9DA438B0-B9F7-47C1-8DB7-C02B7ABDEA15}" presName="compNode" presStyleCnt="0"/>
      <dgm:spPr/>
    </dgm:pt>
    <dgm:pt modelId="{1BEFC79D-74F0-4726-849F-249FF93DE94C}" type="pres">
      <dgm:prSet presAssocID="{9DA438B0-B9F7-47C1-8DB7-C02B7ABDEA15}" presName="bgRect" presStyleLbl="bgShp" presStyleIdx="2" presStyleCnt="4"/>
      <dgm:spPr/>
    </dgm:pt>
    <dgm:pt modelId="{398418A8-57E1-4C65-A99C-B752B6B9BC55}" type="pres">
      <dgm:prSet presAssocID="{9DA438B0-B9F7-47C1-8DB7-C02B7ABDEA1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12CA4D39-96F5-42C1-B10B-29342DA5C9B0}" type="pres">
      <dgm:prSet presAssocID="{9DA438B0-B9F7-47C1-8DB7-C02B7ABDEA15}" presName="spaceRect" presStyleCnt="0"/>
      <dgm:spPr/>
    </dgm:pt>
    <dgm:pt modelId="{33CDD6BA-03CC-4465-988F-FFCA88C76C40}" type="pres">
      <dgm:prSet presAssocID="{9DA438B0-B9F7-47C1-8DB7-C02B7ABDEA15}" presName="parTx" presStyleLbl="revTx" presStyleIdx="2" presStyleCnt="4">
        <dgm:presLayoutVars>
          <dgm:chMax val="0"/>
          <dgm:chPref val="0"/>
        </dgm:presLayoutVars>
      </dgm:prSet>
      <dgm:spPr/>
    </dgm:pt>
    <dgm:pt modelId="{6499E21C-076A-40A8-BBAB-7F2AFA8FB6A5}" type="pres">
      <dgm:prSet presAssocID="{2AEEE515-E0C8-45E3-81B1-3E26940595E6}" presName="sibTrans" presStyleCnt="0"/>
      <dgm:spPr/>
    </dgm:pt>
    <dgm:pt modelId="{31ECD267-45A1-4F44-9786-47BEDA4AC143}" type="pres">
      <dgm:prSet presAssocID="{162FE8C1-0AFE-4774-9FFA-7F7D9FA11EA0}" presName="compNode" presStyleCnt="0"/>
      <dgm:spPr/>
    </dgm:pt>
    <dgm:pt modelId="{969BB542-797E-462E-8C48-DE433DA1BDE7}" type="pres">
      <dgm:prSet presAssocID="{162FE8C1-0AFE-4774-9FFA-7F7D9FA11EA0}" presName="bgRect" presStyleLbl="bgShp" presStyleIdx="3" presStyleCnt="4"/>
      <dgm:spPr/>
    </dgm:pt>
    <dgm:pt modelId="{8E479C35-3505-4601-B048-C092AF1A7764}" type="pres">
      <dgm:prSet presAssocID="{162FE8C1-0AFE-4774-9FFA-7F7D9FA11EA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F8D70A3-C7FE-4E00-8F74-012E7B7CB2E1}" type="pres">
      <dgm:prSet presAssocID="{162FE8C1-0AFE-4774-9FFA-7F7D9FA11EA0}" presName="spaceRect" presStyleCnt="0"/>
      <dgm:spPr/>
    </dgm:pt>
    <dgm:pt modelId="{BEB8177B-CA88-4ABA-9470-45EC49A930BA}" type="pres">
      <dgm:prSet presAssocID="{162FE8C1-0AFE-4774-9FFA-7F7D9FA11EA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440D015-0375-4A29-BE9F-B10AB5CDD087}" type="presOf" srcId="{84CF6427-7FEC-44BC-9EA7-ED65E01ECD27}" destId="{417AADE5-1BDE-4309-B095-579EDA30B9D3}" srcOrd="0" destOrd="0" presId="urn:microsoft.com/office/officeart/2018/2/layout/IconVerticalSolidList"/>
    <dgm:cxn modelId="{48F9D63F-F857-4742-8E03-9B141B3E63DE}" srcId="{268C215A-5229-43C7-A327-3F685C289E1F}" destId="{162FE8C1-0AFE-4774-9FFA-7F7D9FA11EA0}" srcOrd="3" destOrd="0" parTransId="{8E7ED728-DBA6-4DB4-8836-61B81AEAAC79}" sibTransId="{A24A5B86-1F87-4987-837F-6AAB8FD5F35A}"/>
    <dgm:cxn modelId="{546FF15D-D2D4-4658-A1C1-042A7616C5FA}" srcId="{268C215A-5229-43C7-A327-3F685C289E1F}" destId="{9DA438B0-B9F7-47C1-8DB7-C02B7ABDEA15}" srcOrd="2" destOrd="0" parTransId="{903C9069-A9F1-4E65-9A69-9ACEAAA8CABA}" sibTransId="{2AEEE515-E0C8-45E3-81B1-3E26940595E6}"/>
    <dgm:cxn modelId="{16F15484-0195-4626-AB48-F595AA622791}" type="presOf" srcId="{17D316A9-9244-4130-B63B-12F26FCDAEAB}" destId="{62DF45CF-A611-4093-82E1-7C6B1145B0F5}" srcOrd="0" destOrd="0" presId="urn:microsoft.com/office/officeart/2018/2/layout/IconVerticalSolidList"/>
    <dgm:cxn modelId="{A4C8A393-E1C0-46E2-8481-3C6BD6A56611}" srcId="{268C215A-5229-43C7-A327-3F685C289E1F}" destId="{17D316A9-9244-4130-B63B-12F26FCDAEAB}" srcOrd="0" destOrd="0" parTransId="{19677B08-756A-4C3E-8F86-38784B9E3E28}" sibTransId="{4D082F36-4AFF-46FB-94AE-4DBA3CCD5525}"/>
    <dgm:cxn modelId="{03AE8F9F-73FE-4FC3-A492-BA4D8E7395DA}" type="presOf" srcId="{9DA438B0-B9F7-47C1-8DB7-C02B7ABDEA15}" destId="{33CDD6BA-03CC-4465-988F-FFCA88C76C40}" srcOrd="0" destOrd="0" presId="urn:microsoft.com/office/officeart/2018/2/layout/IconVerticalSolidList"/>
    <dgm:cxn modelId="{1EDEF5BD-4878-4FCE-B415-BB6B2321BAA9}" srcId="{268C215A-5229-43C7-A327-3F685C289E1F}" destId="{84CF6427-7FEC-44BC-9EA7-ED65E01ECD27}" srcOrd="1" destOrd="0" parTransId="{2E4D2B56-3E6A-482A-A245-22B9A78A0D03}" sibTransId="{ADEFF87E-944A-4E34-B074-5DAC2957A4DD}"/>
    <dgm:cxn modelId="{A34139C7-1320-49D5-8465-B579FBBD25E7}" type="presOf" srcId="{268C215A-5229-43C7-A327-3F685C289E1F}" destId="{2FBE768C-5EDC-4084-85D1-3FCC15689978}" srcOrd="0" destOrd="0" presId="urn:microsoft.com/office/officeart/2018/2/layout/IconVerticalSolidList"/>
    <dgm:cxn modelId="{1E4DF0E0-7683-426F-919F-55CDF3C974BE}" type="presOf" srcId="{162FE8C1-0AFE-4774-9FFA-7F7D9FA11EA0}" destId="{BEB8177B-CA88-4ABA-9470-45EC49A930BA}" srcOrd="0" destOrd="0" presId="urn:microsoft.com/office/officeart/2018/2/layout/IconVerticalSolidList"/>
    <dgm:cxn modelId="{2161B2AE-AE0F-4AA8-9838-BAE1AC374BDB}" type="presParOf" srcId="{2FBE768C-5EDC-4084-85D1-3FCC15689978}" destId="{956D14FA-4FA7-46AB-A53D-9EA67E84B2AA}" srcOrd="0" destOrd="0" presId="urn:microsoft.com/office/officeart/2018/2/layout/IconVerticalSolidList"/>
    <dgm:cxn modelId="{F93CD876-107D-4762-B996-CAA96BBCF722}" type="presParOf" srcId="{956D14FA-4FA7-46AB-A53D-9EA67E84B2AA}" destId="{068C63F6-844F-46EF-B23D-FB5E00C7DAC5}" srcOrd="0" destOrd="0" presId="urn:microsoft.com/office/officeart/2018/2/layout/IconVerticalSolidList"/>
    <dgm:cxn modelId="{EDF6FF61-67F9-4557-946D-1D5559D9D97C}" type="presParOf" srcId="{956D14FA-4FA7-46AB-A53D-9EA67E84B2AA}" destId="{45BCCFBC-9303-41A5-8D56-D850047E63CA}" srcOrd="1" destOrd="0" presId="urn:microsoft.com/office/officeart/2018/2/layout/IconVerticalSolidList"/>
    <dgm:cxn modelId="{99E6C7CA-1377-4126-9E1C-963A60E0FC96}" type="presParOf" srcId="{956D14FA-4FA7-46AB-A53D-9EA67E84B2AA}" destId="{5B06C769-F18C-4496-9458-9E2E6B9F09DA}" srcOrd="2" destOrd="0" presId="urn:microsoft.com/office/officeart/2018/2/layout/IconVerticalSolidList"/>
    <dgm:cxn modelId="{AB296DA3-A78B-49C4-A5A7-1664BB90DE10}" type="presParOf" srcId="{956D14FA-4FA7-46AB-A53D-9EA67E84B2AA}" destId="{62DF45CF-A611-4093-82E1-7C6B1145B0F5}" srcOrd="3" destOrd="0" presId="urn:microsoft.com/office/officeart/2018/2/layout/IconVerticalSolidList"/>
    <dgm:cxn modelId="{A6BDEB8B-5A96-4B40-9376-A1A46D92A732}" type="presParOf" srcId="{2FBE768C-5EDC-4084-85D1-3FCC15689978}" destId="{F0D2CAC7-0C66-4A78-8AAB-57D60480BAB1}" srcOrd="1" destOrd="0" presId="urn:microsoft.com/office/officeart/2018/2/layout/IconVerticalSolidList"/>
    <dgm:cxn modelId="{5298A587-F208-4F43-846A-0DC8537E548C}" type="presParOf" srcId="{2FBE768C-5EDC-4084-85D1-3FCC15689978}" destId="{7DE4F75A-B629-4CB2-9BFE-9B7C95CAFAA6}" srcOrd="2" destOrd="0" presId="urn:microsoft.com/office/officeart/2018/2/layout/IconVerticalSolidList"/>
    <dgm:cxn modelId="{198E4A7F-F1AE-4987-9C48-428A7EF88732}" type="presParOf" srcId="{7DE4F75A-B629-4CB2-9BFE-9B7C95CAFAA6}" destId="{10BC693E-9EE8-4CFD-AEAD-BF3065FA5254}" srcOrd="0" destOrd="0" presId="urn:microsoft.com/office/officeart/2018/2/layout/IconVerticalSolidList"/>
    <dgm:cxn modelId="{AAD4A421-9B59-4ED0-A22D-0C78C079F438}" type="presParOf" srcId="{7DE4F75A-B629-4CB2-9BFE-9B7C95CAFAA6}" destId="{E7B1AD42-2C8E-4538-9B20-1A930D93A110}" srcOrd="1" destOrd="0" presId="urn:microsoft.com/office/officeart/2018/2/layout/IconVerticalSolidList"/>
    <dgm:cxn modelId="{6470C1A9-830D-4009-B4D0-99ACF0944DCF}" type="presParOf" srcId="{7DE4F75A-B629-4CB2-9BFE-9B7C95CAFAA6}" destId="{1227C8E4-A8AE-4CBE-8AB8-4CA53401151F}" srcOrd="2" destOrd="0" presId="urn:microsoft.com/office/officeart/2018/2/layout/IconVerticalSolidList"/>
    <dgm:cxn modelId="{2207CD57-1A97-4B11-A266-0A7063E7ABAB}" type="presParOf" srcId="{7DE4F75A-B629-4CB2-9BFE-9B7C95CAFAA6}" destId="{417AADE5-1BDE-4309-B095-579EDA30B9D3}" srcOrd="3" destOrd="0" presId="urn:microsoft.com/office/officeart/2018/2/layout/IconVerticalSolidList"/>
    <dgm:cxn modelId="{BDAE80A7-5DA1-4F66-9B9B-198743134D82}" type="presParOf" srcId="{2FBE768C-5EDC-4084-85D1-3FCC15689978}" destId="{AE47079A-B740-4FB0-AC31-E6224D702C66}" srcOrd="3" destOrd="0" presId="urn:microsoft.com/office/officeart/2018/2/layout/IconVerticalSolidList"/>
    <dgm:cxn modelId="{C12DE108-FF03-4AE8-886F-20A605B0AC2D}" type="presParOf" srcId="{2FBE768C-5EDC-4084-85D1-3FCC15689978}" destId="{238B98B7-47F8-4B88-99D5-C7093B77C6DA}" srcOrd="4" destOrd="0" presId="urn:microsoft.com/office/officeart/2018/2/layout/IconVerticalSolidList"/>
    <dgm:cxn modelId="{57788DC0-B76E-4AA5-8481-2BC5C33DE898}" type="presParOf" srcId="{238B98B7-47F8-4B88-99D5-C7093B77C6DA}" destId="{1BEFC79D-74F0-4726-849F-249FF93DE94C}" srcOrd="0" destOrd="0" presId="urn:microsoft.com/office/officeart/2018/2/layout/IconVerticalSolidList"/>
    <dgm:cxn modelId="{2D6526AF-9701-4A63-BC6F-68874AD96948}" type="presParOf" srcId="{238B98B7-47F8-4B88-99D5-C7093B77C6DA}" destId="{398418A8-57E1-4C65-A99C-B752B6B9BC55}" srcOrd="1" destOrd="0" presId="urn:microsoft.com/office/officeart/2018/2/layout/IconVerticalSolidList"/>
    <dgm:cxn modelId="{0027EBD6-E9C8-4B25-BCD3-9EAADBE10381}" type="presParOf" srcId="{238B98B7-47F8-4B88-99D5-C7093B77C6DA}" destId="{12CA4D39-96F5-42C1-B10B-29342DA5C9B0}" srcOrd="2" destOrd="0" presId="urn:microsoft.com/office/officeart/2018/2/layout/IconVerticalSolidList"/>
    <dgm:cxn modelId="{D5F17DB9-17B2-4A1A-804F-3FCCD6B61D01}" type="presParOf" srcId="{238B98B7-47F8-4B88-99D5-C7093B77C6DA}" destId="{33CDD6BA-03CC-4465-988F-FFCA88C76C40}" srcOrd="3" destOrd="0" presId="urn:microsoft.com/office/officeart/2018/2/layout/IconVerticalSolidList"/>
    <dgm:cxn modelId="{7844E153-E988-4C74-AE0B-1FD3370EB702}" type="presParOf" srcId="{2FBE768C-5EDC-4084-85D1-3FCC15689978}" destId="{6499E21C-076A-40A8-BBAB-7F2AFA8FB6A5}" srcOrd="5" destOrd="0" presId="urn:microsoft.com/office/officeart/2018/2/layout/IconVerticalSolidList"/>
    <dgm:cxn modelId="{1648FAC2-AD00-417D-B36C-A933E031AAE2}" type="presParOf" srcId="{2FBE768C-5EDC-4084-85D1-3FCC15689978}" destId="{31ECD267-45A1-4F44-9786-47BEDA4AC143}" srcOrd="6" destOrd="0" presId="urn:microsoft.com/office/officeart/2018/2/layout/IconVerticalSolidList"/>
    <dgm:cxn modelId="{8BA450FC-A021-4509-A525-5969273198C0}" type="presParOf" srcId="{31ECD267-45A1-4F44-9786-47BEDA4AC143}" destId="{969BB542-797E-462E-8C48-DE433DA1BDE7}" srcOrd="0" destOrd="0" presId="urn:microsoft.com/office/officeart/2018/2/layout/IconVerticalSolidList"/>
    <dgm:cxn modelId="{C378267E-EAC0-4CC7-8D0E-21971883CEB4}" type="presParOf" srcId="{31ECD267-45A1-4F44-9786-47BEDA4AC143}" destId="{8E479C35-3505-4601-B048-C092AF1A7764}" srcOrd="1" destOrd="0" presId="urn:microsoft.com/office/officeart/2018/2/layout/IconVerticalSolidList"/>
    <dgm:cxn modelId="{AECE6DD0-A44F-47B0-ACDA-BB35DF246285}" type="presParOf" srcId="{31ECD267-45A1-4F44-9786-47BEDA4AC143}" destId="{CF8D70A3-C7FE-4E00-8F74-012E7B7CB2E1}" srcOrd="2" destOrd="0" presId="urn:microsoft.com/office/officeart/2018/2/layout/IconVerticalSolidList"/>
    <dgm:cxn modelId="{E343DA1B-59AE-4E78-B32C-F944D5B1928B}" type="presParOf" srcId="{31ECD267-45A1-4F44-9786-47BEDA4AC143}" destId="{BEB8177B-CA88-4ABA-9470-45EC49A930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B06F22F-31A3-46ED-AF03-26161A8388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67677B-821B-4198-A6C1-CB55E2CF3CC2}">
      <dgm:prSet/>
      <dgm:spPr/>
      <dgm:t>
        <a:bodyPr/>
        <a:lstStyle/>
        <a:p>
          <a:r>
            <a:rPr lang="en-US" b="1" i="0" baseline="0"/>
            <a:t>Perform the planned modification during the scheduled maintenance window</a:t>
          </a:r>
          <a:endParaRPr lang="en-US"/>
        </a:p>
      </dgm:t>
    </dgm:pt>
    <dgm:pt modelId="{8F538E1C-310C-4D05-8882-4E2603A2359C}" type="parTrans" cxnId="{8F2F9DB7-EB04-48C5-BA17-AF3DBBBA5B65}">
      <dgm:prSet/>
      <dgm:spPr/>
      <dgm:t>
        <a:bodyPr/>
        <a:lstStyle/>
        <a:p>
          <a:endParaRPr lang="en-US"/>
        </a:p>
      </dgm:t>
    </dgm:pt>
    <dgm:pt modelId="{8C623F17-63DD-459C-B072-D9F0E5FAF3D4}" type="sibTrans" cxnId="{8F2F9DB7-EB04-48C5-BA17-AF3DBBBA5B65}">
      <dgm:prSet/>
      <dgm:spPr/>
      <dgm:t>
        <a:bodyPr/>
        <a:lstStyle/>
        <a:p>
          <a:endParaRPr lang="en-US"/>
        </a:p>
      </dgm:t>
    </dgm:pt>
    <dgm:pt modelId="{48D12527-C609-40DD-BB5D-567AA5B69EFE}">
      <dgm:prSet/>
      <dgm:spPr/>
      <dgm:t>
        <a:bodyPr/>
        <a:lstStyle/>
        <a:p>
          <a:r>
            <a:rPr lang="en-US" b="1" i="0" baseline="0"/>
            <a:t>Follow the documented implementation procedure</a:t>
          </a:r>
          <a:endParaRPr lang="en-US"/>
        </a:p>
      </dgm:t>
    </dgm:pt>
    <dgm:pt modelId="{433CFA9A-7094-465D-AEEB-781D7F159337}" type="parTrans" cxnId="{838FBF1A-530D-428D-B0F9-4B3B271E19D0}">
      <dgm:prSet/>
      <dgm:spPr/>
      <dgm:t>
        <a:bodyPr/>
        <a:lstStyle/>
        <a:p>
          <a:endParaRPr lang="en-US"/>
        </a:p>
      </dgm:t>
    </dgm:pt>
    <dgm:pt modelId="{D86C3258-E8F1-49F3-90FC-83A4E8DA064D}" type="sibTrans" cxnId="{838FBF1A-530D-428D-B0F9-4B3B271E19D0}">
      <dgm:prSet/>
      <dgm:spPr/>
      <dgm:t>
        <a:bodyPr/>
        <a:lstStyle/>
        <a:p>
          <a:endParaRPr lang="en-US"/>
        </a:p>
      </dgm:t>
    </dgm:pt>
    <dgm:pt modelId="{61323C56-A4D7-4A3B-B461-E5EFAF161FB6}">
      <dgm:prSet/>
      <dgm:spPr/>
      <dgm:t>
        <a:bodyPr/>
        <a:lstStyle/>
        <a:p>
          <a:r>
            <a:rPr lang="en-US" b="1" i="0" baseline="0"/>
            <a:t>Monitor the server during implementation</a:t>
          </a:r>
          <a:endParaRPr lang="en-US"/>
        </a:p>
      </dgm:t>
    </dgm:pt>
    <dgm:pt modelId="{39401FCB-3E0E-45A2-8CF4-D40DD7E1F703}" type="parTrans" cxnId="{2768820E-E71F-4669-B8F5-9BB5A8E304DD}">
      <dgm:prSet/>
      <dgm:spPr/>
      <dgm:t>
        <a:bodyPr/>
        <a:lstStyle/>
        <a:p>
          <a:endParaRPr lang="en-US"/>
        </a:p>
      </dgm:t>
    </dgm:pt>
    <dgm:pt modelId="{3E0C6B8E-3113-493C-BF71-56E2F91C681D}" type="sibTrans" cxnId="{2768820E-E71F-4669-B8F5-9BB5A8E304DD}">
      <dgm:prSet/>
      <dgm:spPr/>
      <dgm:t>
        <a:bodyPr/>
        <a:lstStyle/>
        <a:p>
          <a:endParaRPr lang="en-US"/>
        </a:p>
      </dgm:t>
    </dgm:pt>
    <dgm:pt modelId="{3E449013-7CA4-4D92-8BBF-76DE65AE7828}">
      <dgm:prSet/>
      <dgm:spPr/>
      <dgm:t>
        <a:bodyPr/>
        <a:lstStyle/>
        <a:p>
          <a:r>
            <a:rPr lang="en-US" b="1" i="0" baseline="0"/>
            <a:t>Identify unexpected issues immediately</a:t>
          </a:r>
          <a:endParaRPr lang="en-US"/>
        </a:p>
      </dgm:t>
    </dgm:pt>
    <dgm:pt modelId="{6239ACEF-9972-4F23-893A-BFC1256A5BB4}" type="parTrans" cxnId="{1DB42963-2649-4281-9D8A-37CDE7633CFE}">
      <dgm:prSet/>
      <dgm:spPr/>
      <dgm:t>
        <a:bodyPr/>
        <a:lstStyle/>
        <a:p>
          <a:endParaRPr lang="en-US"/>
        </a:p>
      </dgm:t>
    </dgm:pt>
    <dgm:pt modelId="{1E96D470-417E-4555-936F-A0C23B9AADB7}" type="sibTrans" cxnId="{1DB42963-2649-4281-9D8A-37CDE7633CFE}">
      <dgm:prSet/>
      <dgm:spPr/>
      <dgm:t>
        <a:bodyPr/>
        <a:lstStyle/>
        <a:p>
          <a:endParaRPr lang="en-US"/>
        </a:p>
      </dgm:t>
    </dgm:pt>
    <dgm:pt modelId="{D3C31E2C-1C2B-426A-A5F6-717A13A45D72}">
      <dgm:prSet/>
      <dgm:spPr/>
      <dgm:t>
        <a:bodyPr/>
        <a:lstStyle/>
        <a:p>
          <a:r>
            <a:rPr lang="en-US" b="1" i="0" baseline="0"/>
            <a:t>Use the rollback procedure if the change cannot be completed safely</a:t>
          </a:r>
          <a:endParaRPr lang="en-US"/>
        </a:p>
      </dgm:t>
    </dgm:pt>
    <dgm:pt modelId="{944D6C33-19E1-43A2-8A72-AD40C51D2532}" type="parTrans" cxnId="{A513BF51-0E2E-4978-9AD5-67F3A0F4D0F4}">
      <dgm:prSet/>
      <dgm:spPr/>
      <dgm:t>
        <a:bodyPr/>
        <a:lstStyle/>
        <a:p>
          <a:endParaRPr lang="en-US"/>
        </a:p>
      </dgm:t>
    </dgm:pt>
    <dgm:pt modelId="{8A9E42C5-83C2-4B80-B3CF-819A64EAAD49}" type="sibTrans" cxnId="{A513BF51-0E2E-4978-9AD5-67F3A0F4D0F4}">
      <dgm:prSet/>
      <dgm:spPr/>
      <dgm:t>
        <a:bodyPr/>
        <a:lstStyle/>
        <a:p>
          <a:endParaRPr lang="en-US"/>
        </a:p>
      </dgm:t>
    </dgm:pt>
    <dgm:pt modelId="{8B03A306-0584-427C-914C-FE0A47DD3B3E}" type="pres">
      <dgm:prSet presAssocID="{5B06F22F-31A3-46ED-AF03-26161A838844}" presName="root" presStyleCnt="0">
        <dgm:presLayoutVars>
          <dgm:dir/>
          <dgm:resizeHandles val="exact"/>
        </dgm:presLayoutVars>
      </dgm:prSet>
      <dgm:spPr/>
    </dgm:pt>
    <dgm:pt modelId="{A151F8DA-903C-4170-8939-2BFA1E654480}" type="pres">
      <dgm:prSet presAssocID="{ED67677B-821B-4198-A6C1-CB55E2CF3CC2}" presName="compNode" presStyleCnt="0"/>
      <dgm:spPr/>
    </dgm:pt>
    <dgm:pt modelId="{E04AB30E-96A9-45D3-83FC-38DC3B87ED25}" type="pres">
      <dgm:prSet presAssocID="{ED67677B-821B-4198-A6C1-CB55E2CF3CC2}" presName="bgRect" presStyleLbl="bgShp" presStyleIdx="0" presStyleCnt="5"/>
      <dgm:spPr/>
    </dgm:pt>
    <dgm:pt modelId="{80BED89A-06E2-42D9-B081-B5F78C8C62B2}" type="pres">
      <dgm:prSet presAssocID="{ED67677B-821B-4198-A6C1-CB55E2CF3CC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434E8D9-1E17-4F3F-96CF-01BDA3E00F73}" type="pres">
      <dgm:prSet presAssocID="{ED67677B-821B-4198-A6C1-CB55E2CF3CC2}" presName="spaceRect" presStyleCnt="0"/>
      <dgm:spPr/>
    </dgm:pt>
    <dgm:pt modelId="{66351E58-FC2D-4CA6-AAD0-453D702551DA}" type="pres">
      <dgm:prSet presAssocID="{ED67677B-821B-4198-A6C1-CB55E2CF3CC2}" presName="parTx" presStyleLbl="revTx" presStyleIdx="0" presStyleCnt="5">
        <dgm:presLayoutVars>
          <dgm:chMax val="0"/>
          <dgm:chPref val="0"/>
        </dgm:presLayoutVars>
      </dgm:prSet>
      <dgm:spPr/>
    </dgm:pt>
    <dgm:pt modelId="{A37F0923-0300-4CE2-9472-4B093B025344}" type="pres">
      <dgm:prSet presAssocID="{8C623F17-63DD-459C-B072-D9F0E5FAF3D4}" presName="sibTrans" presStyleCnt="0"/>
      <dgm:spPr/>
    </dgm:pt>
    <dgm:pt modelId="{3C2CE76A-4441-4A22-A85F-5F6334BC01BA}" type="pres">
      <dgm:prSet presAssocID="{48D12527-C609-40DD-BB5D-567AA5B69EFE}" presName="compNode" presStyleCnt="0"/>
      <dgm:spPr/>
    </dgm:pt>
    <dgm:pt modelId="{BDA002C4-0B1D-4E6B-B8A7-A4CEDFA8E117}" type="pres">
      <dgm:prSet presAssocID="{48D12527-C609-40DD-BB5D-567AA5B69EFE}" presName="bgRect" presStyleLbl="bgShp" presStyleIdx="1" presStyleCnt="5"/>
      <dgm:spPr/>
    </dgm:pt>
    <dgm:pt modelId="{334517B1-31FF-42D0-B9A1-F3092C2CB768}" type="pres">
      <dgm:prSet presAssocID="{48D12527-C609-40DD-BB5D-567AA5B69EF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F8FA770-FE32-4609-AEBA-08657C6A936C}" type="pres">
      <dgm:prSet presAssocID="{48D12527-C609-40DD-BB5D-567AA5B69EFE}" presName="spaceRect" presStyleCnt="0"/>
      <dgm:spPr/>
    </dgm:pt>
    <dgm:pt modelId="{8A73C9D1-69F8-45D4-A51C-7AB2E33473EA}" type="pres">
      <dgm:prSet presAssocID="{48D12527-C609-40DD-BB5D-567AA5B69EFE}" presName="parTx" presStyleLbl="revTx" presStyleIdx="1" presStyleCnt="5">
        <dgm:presLayoutVars>
          <dgm:chMax val="0"/>
          <dgm:chPref val="0"/>
        </dgm:presLayoutVars>
      </dgm:prSet>
      <dgm:spPr/>
    </dgm:pt>
    <dgm:pt modelId="{E84C9FA5-E169-4BB0-9560-B271FD61D72E}" type="pres">
      <dgm:prSet presAssocID="{D86C3258-E8F1-49F3-90FC-83A4E8DA064D}" presName="sibTrans" presStyleCnt="0"/>
      <dgm:spPr/>
    </dgm:pt>
    <dgm:pt modelId="{0590492D-E139-4E9F-9F0E-950148EBABE3}" type="pres">
      <dgm:prSet presAssocID="{61323C56-A4D7-4A3B-B461-E5EFAF161FB6}" presName="compNode" presStyleCnt="0"/>
      <dgm:spPr/>
    </dgm:pt>
    <dgm:pt modelId="{755F66EE-40F5-4894-819E-77C7D4D6934E}" type="pres">
      <dgm:prSet presAssocID="{61323C56-A4D7-4A3B-B461-E5EFAF161FB6}" presName="bgRect" presStyleLbl="bgShp" presStyleIdx="2" presStyleCnt="5"/>
      <dgm:spPr/>
    </dgm:pt>
    <dgm:pt modelId="{B99D0DC1-97D2-46CC-971E-2599CA002640}" type="pres">
      <dgm:prSet presAssocID="{61323C56-A4D7-4A3B-B461-E5EFAF161FB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C99D1B7-302D-42CD-95E1-5AC2372DC2A0}" type="pres">
      <dgm:prSet presAssocID="{61323C56-A4D7-4A3B-B461-E5EFAF161FB6}" presName="spaceRect" presStyleCnt="0"/>
      <dgm:spPr/>
    </dgm:pt>
    <dgm:pt modelId="{6553AC17-EF21-46F5-9F95-4A11190C7143}" type="pres">
      <dgm:prSet presAssocID="{61323C56-A4D7-4A3B-B461-E5EFAF161FB6}" presName="parTx" presStyleLbl="revTx" presStyleIdx="2" presStyleCnt="5">
        <dgm:presLayoutVars>
          <dgm:chMax val="0"/>
          <dgm:chPref val="0"/>
        </dgm:presLayoutVars>
      </dgm:prSet>
      <dgm:spPr/>
    </dgm:pt>
    <dgm:pt modelId="{B9704688-B2FB-4515-B8C6-65D61F9817AC}" type="pres">
      <dgm:prSet presAssocID="{3E0C6B8E-3113-493C-BF71-56E2F91C681D}" presName="sibTrans" presStyleCnt="0"/>
      <dgm:spPr/>
    </dgm:pt>
    <dgm:pt modelId="{FFC9A15C-464F-4EE4-BF1C-681E6184B303}" type="pres">
      <dgm:prSet presAssocID="{3E449013-7CA4-4D92-8BBF-76DE65AE7828}" presName="compNode" presStyleCnt="0"/>
      <dgm:spPr/>
    </dgm:pt>
    <dgm:pt modelId="{5B08A713-6C9F-4DEB-B2B6-45DDE14E7A48}" type="pres">
      <dgm:prSet presAssocID="{3E449013-7CA4-4D92-8BBF-76DE65AE7828}" presName="bgRect" presStyleLbl="bgShp" presStyleIdx="3" presStyleCnt="5"/>
      <dgm:spPr/>
    </dgm:pt>
    <dgm:pt modelId="{588F79C8-A373-4404-87D1-2EE334F4BEDA}" type="pres">
      <dgm:prSet presAssocID="{3E449013-7CA4-4D92-8BBF-76DE65AE782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F3EE357-7D95-4B5B-A713-098ED3E4A9F3}" type="pres">
      <dgm:prSet presAssocID="{3E449013-7CA4-4D92-8BBF-76DE65AE7828}" presName="spaceRect" presStyleCnt="0"/>
      <dgm:spPr/>
    </dgm:pt>
    <dgm:pt modelId="{C2B901BC-6159-4629-B5EB-700005C0E719}" type="pres">
      <dgm:prSet presAssocID="{3E449013-7CA4-4D92-8BBF-76DE65AE7828}" presName="parTx" presStyleLbl="revTx" presStyleIdx="3" presStyleCnt="5">
        <dgm:presLayoutVars>
          <dgm:chMax val="0"/>
          <dgm:chPref val="0"/>
        </dgm:presLayoutVars>
      </dgm:prSet>
      <dgm:spPr/>
    </dgm:pt>
    <dgm:pt modelId="{6FB69BA9-CC09-4CE2-AC69-E3F5693665D7}" type="pres">
      <dgm:prSet presAssocID="{1E96D470-417E-4555-936F-A0C23B9AADB7}" presName="sibTrans" presStyleCnt="0"/>
      <dgm:spPr/>
    </dgm:pt>
    <dgm:pt modelId="{31F6A79D-0892-44E9-8701-2D82EED839AE}" type="pres">
      <dgm:prSet presAssocID="{D3C31E2C-1C2B-426A-A5F6-717A13A45D72}" presName="compNode" presStyleCnt="0"/>
      <dgm:spPr/>
    </dgm:pt>
    <dgm:pt modelId="{4CBDE591-62DB-4E68-8339-30C97885BB24}" type="pres">
      <dgm:prSet presAssocID="{D3C31E2C-1C2B-426A-A5F6-717A13A45D72}" presName="bgRect" presStyleLbl="bgShp" presStyleIdx="4" presStyleCnt="5"/>
      <dgm:spPr/>
    </dgm:pt>
    <dgm:pt modelId="{1D8464DA-EF99-4368-8977-F40ACDDC36F7}" type="pres">
      <dgm:prSet presAssocID="{D3C31E2C-1C2B-426A-A5F6-717A13A45D7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F4F70A-274F-4651-AD39-F78C4915472B}" type="pres">
      <dgm:prSet presAssocID="{D3C31E2C-1C2B-426A-A5F6-717A13A45D72}" presName="spaceRect" presStyleCnt="0"/>
      <dgm:spPr/>
    </dgm:pt>
    <dgm:pt modelId="{A43AE3F7-39EF-411F-BD0C-38E48E6FF9A5}" type="pres">
      <dgm:prSet presAssocID="{D3C31E2C-1C2B-426A-A5F6-717A13A45D7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768820E-E71F-4669-B8F5-9BB5A8E304DD}" srcId="{5B06F22F-31A3-46ED-AF03-26161A838844}" destId="{61323C56-A4D7-4A3B-B461-E5EFAF161FB6}" srcOrd="2" destOrd="0" parTransId="{39401FCB-3E0E-45A2-8CF4-D40DD7E1F703}" sibTransId="{3E0C6B8E-3113-493C-BF71-56E2F91C681D}"/>
    <dgm:cxn modelId="{838FBF1A-530D-428D-B0F9-4B3B271E19D0}" srcId="{5B06F22F-31A3-46ED-AF03-26161A838844}" destId="{48D12527-C609-40DD-BB5D-567AA5B69EFE}" srcOrd="1" destOrd="0" parTransId="{433CFA9A-7094-465D-AEEB-781D7F159337}" sibTransId="{D86C3258-E8F1-49F3-90FC-83A4E8DA064D}"/>
    <dgm:cxn modelId="{B6804D25-B905-4F9B-A1A9-C14E2C27D9A3}" type="presOf" srcId="{D3C31E2C-1C2B-426A-A5F6-717A13A45D72}" destId="{A43AE3F7-39EF-411F-BD0C-38E48E6FF9A5}" srcOrd="0" destOrd="0" presId="urn:microsoft.com/office/officeart/2018/2/layout/IconVerticalSolidList"/>
    <dgm:cxn modelId="{1DB42963-2649-4281-9D8A-37CDE7633CFE}" srcId="{5B06F22F-31A3-46ED-AF03-26161A838844}" destId="{3E449013-7CA4-4D92-8BBF-76DE65AE7828}" srcOrd="3" destOrd="0" parTransId="{6239ACEF-9972-4F23-893A-BFC1256A5BB4}" sibTransId="{1E96D470-417E-4555-936F-A0C23B9AADB7}"/>
    <dgm:cxn modelId="{5EFF8446-3277-4CAE-A4DE-0BF51E72CA3A}" type="presOf" srcId="{5B06F22F-31A3-46ED-AF03-26161A838844}" destId="{8B03A306-0584-427C-914C-FE0A47DD3B3E}" srcOrd="0" destOrd="0" presId="urn:microsoft.com/office/officeart/2018/2/layout/IconVerticalSolidList"/>
    <dgm:cxn modelId="{27443E47-E99E-4807-97C3-D9D3739456B1}" type="presOf" srcId="{48D12527-C609-40DD-BB5D-567AA5B69EFE}" destId="{8A73C9D1-69F8-45D4-A51C-7AB2E33473EA}" srcOrd="0" destOrd="0" presId="urn:microsoft.com/office/officeart/2018/2/layout/IconVerticalSolidList"/>
    <dgm:cxn modelId="{A513BF51-0E2E-4978-9AD5-67F3A0F4D0F4}" srcId="{5B06F22F-31A3-46ED-AF03-26161A838844}" destId="{D3C31E2C-1C2B-426A-A5F6-717A13A45D72}" srcOrd="4" destOrd="0" parTransId="{944D6C33-19E1-43A2-8A72-AD40C51D2532}" sibTransId="{8A9E42C5-83C2-4B80-B3CF-819A64EAAD49}"/>
    <dgm:cxn modelId="{066727A8-49BC-43D1-B9D5-2AED628456FB}" type="presOf" srcId="{3E449013-7CA4-4D92-8BBF-76DE65AE7828}" destId="{C2B901BC-6159-4629-B5EB-700005C0E719}" srcOrd="0" destOrd="0" presId="urn:microsoft.com/office/officeart/2018/2/layout/IconVerticalSolidList"/>
    <dgm:cxn modelId="{8F2F9DB7-EB04-48C5-BA17-AF3DBBBA5B65}" srcId="{5B06F22F-31A3-46ED-AF03-26161A838844}" destId="{ED67677B-821B-4198-A6C1-CB55E2CF3CC2}" srcOrd="0" destOrd="0" parTransId="{8F538E1C-310C-4D05-8882-4E2603A2359C}" sibTransId="{8C623F17-63DD-459C-B072-D9F0E5FAF3D4}"/>
    <dgm:cxn modelId="{B23BFDB9-A1E9-49DA-A52A-69526932E34C}" type="presOf" srcId="{61323C56-A4D7-4A3B-B461-E5EFAF161FB6}" destId="{6553AC17-EF21-46F5-9F95-4A11190C7143}" srcOrd="0" destOrd="0" presId="urn:microsoft.com/office/officeart/2018/2/layout/IconVerticalSolidList"/>
    <dgm:cxn modelId="{D853CBFC-4FD4-484D-82C8-9E54AEA1507D}" type="presOf" srcId="{ED67677B-821B-4198-A6C1-CB55E2CF3CC2}" destId="{66351E58-FC2D-4CA6-AAD0-453D702551DA}" srcOrd="0" destOrd="0" presId="urn:microsoft.com/office/officeart/2018/2/layout/IconVerticalSolidList"/>
    <dgm:cxn modelId="{74677F1D-4534-4892-8F8C-F005514C5988}" type="presParOf" srcId="{8B03A306-0584-427C-914C-FE0A47DD3B3E}" destId="{A151F8DA-903C-4170-8939-2BFA1E654480}" srcOrd="0" destOrd="0" presId="urn:microsoft.com/office/officeart/2018/2/layout/IconVerticalSolidList"/>
    <dgm:cxn modelId="{5234B41A-C99B-4760-82D3-BFCC144D6357}" type="presParOf" srcId="{A151F8DA-903C-4170-8939-2BFA1E654480}" destId="{E04AB30E-96A9-45D3-83FC-38DC3B87ED25}" srcOrd="0" destOrd="0" presId="urn:microsoft.com/office/officeart/2018/2/layout/IconVerticalSolidList"/>
    <dgm:cxn modelId="{F8D8A731-51BE-4EDB-8CB2-3FDAA3AFA475}" type="presParOf" srcId="{A151F8DA-903C-4170-8939-2BFA1E654480}" destId="{80BED89A-06E2-42D9-B081-B5F78C8C62B2}" srcOrd="1" destOrd="0" presId="urn:microsoft.com/office/officeart/2018/2/layout/IconVerticalSolidList"/>
    <dgm:cxn modelId="{91700EAC-B0EC-42B4-AFED-A6475D99AE17}" type="presParOf" srcId="{A151F8DA-903C-4170-8939-2BFA1E654480}" destId="{0434E8D9-1E17-4F3F-96CF-01BDA3E00F73}" srcOrd="2" destOrd="0" presId="urn:microsoft.com/office/officeart/2018/2/layout/IconVerticalSolidList"/>
    <dgm:cxn modelId="{3976979D-6008-4161-A7C9-206087E3395C}" type="presParOf" srcId="{A151F8DA-903C-4170-8939-2BFA1E654480}" destId="{66351E58-FC2D-4CA6-AAD0-453D702551DA}" srcOrd="3" destOrd="0" presId="urn:microsoft.com/office/officeart/2018/2/layout/IconVerticalSolidList"/>
    <dgm:cxn modelId="{3EE7C370-FBCD-498C-BF83-105FB5FF0695}" type="presParOf" srcId="{8B03A306-0584-427C-914C-FE0A47DD3B3E}" destId="{A37F0923-0300-4CE2-9472-4B093B025344}" srcOrd="1" destOrd="0" presId="urn:microsoft.com/office/officeart/2018/2/layout/IconVerticalSolidList"/>
    <dgm:cxn modelId="{835D9399-6FFF-4A04-8391-F7A4907CA779}" type="presParOf" srcId="{8B03A306-0584-427C-914C-FE0A47DD3B3E}" destId="{3C2CE76A-4441-4A22-A85F-5F6334BC01BA}" srcOrd="2" destOrd="0" presId="urn:microsoft.com/office/officeart/2018/2/layout/IconVerticalSolidList"/>
    <dgm:cxn modelId="{E9A57E87-7A0B-4DBF-B385-F70B21E42688}" type="presParOf" srcId="{3C2CE76A-4441-4A22-A85F-5F6334BC01BA}" destId="{BDA002C4-0B1D-4E6B-B8A7-A4CEDFA8E117}" srcOrd="0" destOrd="0" presId="urn:microsoft.com/office/officeart/2018/2/layout/IconVerticalSolidList"/>
    <dgm:cxn modelId="{5C0EC9FC-FED0-42CD-A4F7-3E353AA438D7}" type="presParOf" srcId="{3C2CE76A-4441-4A22-A85F-5F6334BC01BA}" destId="{334517B1-31FF-42D0-B9A1-F3092C2CB768}" srcOrd="1" destOrd="0" presId="urn:microsoft.com/office/officeart/2018/2/layout/IconVerticalSolidList"/>
    <dgm:cxn modelId="{44414825-3F52-4474-8536-D63A8673F830}" type="presParOf" srcId="{3C2CE76A-4441-4A22-A85F-5F6334BC01BA}" destId="{7F8FA770-FE32-4609-AEBA-08657C6A936C}" srcOrd="2" destOrd="0" presId="urn:microsoft.com/office/officeart/2018/2/layout/IconVerticalSolidList"/>
    <dgm:cxn modelId="{D46A81E0-814B-4B5D-AE7D-B92BDF7FFE9E}" type="presParOf" srcId="{3C2CE76A-4441-4A22-A85F-5F6334BC01BA}" destId="{8A73C9D1-69F8-45D4-A51C-7AB2E33473EA}" srcOrd="3" destOrd="0" presId="urn:microsoft.com/office/officeart/2018/2/layout/IconVerticalSolidList"/>
    <dgm:cxn modelId="{7689081F-902B-40EF-BA38-3C47458F58C1}" type="presParOf" srcId="{8B03A306-0584-427C-914C-FE0A47DD3B3E}" destId="{E84C9FA5-E169-4BB0-9560-B271FD61D72E}" srcOrd="3" destOrd="0" presId="urn:microsoft.com/office/officeart/2018/2/layout/IconVerticalSolidList"/>
    <dgm:cxn modelId="{1FEB854A-3310-4CCE-AEF8-849E89004C46}" type="presParOf" srcId="{8B03A306-0584-427C-914C-FE0A47DD3B3E}" destId="{0590492D-E139-4E9F-9F0E-950148EBABE3}" srcOrd="4" destOrd="0" presId="urn:microsoft.com/office/officeart/2018/2/layout/IconVerticalSolidList"/>
    <dgm:cxn modelId="{E6B46E60-7E51-4232-8F3E-DC327AF37407}" type="presParOf" srcId="{0590492D-E139-4E9F-9F0E-950148EBABE3}" destId="{755F66EE-40F5-4894-819E-77C7D4D6934E}" srcOrd="0" destOrd="0" presId="urn:microsoft.com/office/officeart/2018/2/layout/IconVerticalSolidList"/>
    <dgm:cxn modelId="{CC866DFC-4C61-4640-ADC4-B8F4C2F67090}" type="presParOf" srcId="{0590492D-E139-4E9F-9F0E-950148EBABE3}" destId="{B99D0DC1-97D2-46CC-971E-2599CA002640}" srcOrd="1" destOrd="0" presId="urn:microsoft.com/office/officeart/2018/2/layout/IconVerticalSolidList"/>
    <dgm:cxn modelId="{4AB12163-FFE2-4E88-B42F-982F0A2F1A5E}" type="presParOf" srcId="{0590492D-E139-4E9F-9F0E-950148EBABE3}" destId="{9C99D1B7-302D-42CD-95E1-5AC2372DC2A0}" srcOrd="2" destOrd="0" presId="urn:microsoft.com/office/officeart/2018/2/layout/IconVerticalSolidList"/>
    <dgm:cxn modelId="{BB35EE19-1D86-482F-ABA0-9FA2A65FDDAA}" type="presParOf" srcId="{0590492D-E139-4E9F-9F0E-950148EBABE3}" destId="{6553AC17-EF21-46F5-9F95-4A11190C7143}" srcOrd="3" destOrd="0" presId="urn:microsoft.com/office/officeart/2018/2/layout/IconVerticalSolidList"/>
    <dgm:cxn modelId="{591EE1C8-3E0F-479E-A2D7-B8CB19222672}" type="presParOf" srcId="{8B03A306-0584-427C-914C-FE0A47DD3B3E}" destId="{B9704688-B2FB-4515-B8C6-65D61F9817AC}" srcOrd="5" destOrd="0" presId="urn:microsoft.com/office/officeart/2018/2/layout/IconVerticalSolidList"/>
    <dgm:cxn modelId="{799F8DB0-CD1B-47DB-B2D0-0BB7B121AE3B}" type="presParOf" srcId="{8B03A306-0584-427C-914C-FE0A47DD3B3E}" destId="{FFC9A15C-464F-4EE4-BF1C-681E6184B303}" srcOrd="6" destOrd="0" presId="urn:microsoft.com/office/officeart/2018/2/layout/IconVerticalSolidList"/>
    <dgm:cxn modelId="{12860A11-E801-4F56-9518-68F4C9FB1B3B}" type="presParOf" srcId="{FFC9A15C-464F-4EE4-BF1C-681E6184B303}" destId="{5B08A713-6C9F-4DEB-B2B6-45DDE14E7A48}" srcOrd="0" destOrd="0" presId="urn:microsoft.com/office/officeart/2018/2/layout/IconVerticalSolidList"/>
    <dgm:cxn modelId="{B4117FFE-0BAC-40A2-BBE8-5F6F781997D8}" type="presParOf" srcId="{FFC9A15C-464F-4EE4-BF1C-681E6184B303}" destId="{588F79C8-A373-4404-87D1-2EE334F4BEDA}" srcOrd="1" destOrd="0" presId="urn:microsoft.com/office/officeart/2018/2/layout/IconVerticalSolidList"/>
    <dgm:cxn modelId="{A687CD78-6206-4DF7-A56C-93C04454E922}" type="presParOf" srcId="{FFC9A15C-464F-4EE4-BF1C-681E6184B303}" destId="{EF3EE357-7D95-4B5B-A713-098ED3E4A9F3}" srcOrd="2" destOrd="0" presId="urn:microsoft.com/office/officeart/2018/2/layout/IconVerticalSolidList"/>
    <dgm:cxn modelId="{80181B17-E251-4AFC-9DBE-1ABDBDDC1323}" type="presParOf" srcId="{FFC9A15C-464F-4EE4-BF1C-681E6184B303}" destId="{C2B901BC-6159-4629-B5EB-700005C0E719}" srcOrd="3" destOrd="0" presId="urn:microsoft.com/office/officeart/2018/2/layout/IconVerticalSolidList"/>
    <dgm:cxn modelId="{B3335895-50E1-476B-A7DF-1CB517CCC4E9}" type="presParOf" srcId="{8B03A306-0584-427C-914C-FE0A47DD3B3E}" destId="{6FB69BA9-CC09-4CE2-AC69-E3F5693665D7}" srcOrd="7" destOrd="0" presId="urn:microsoft.com/office/officeart/2018/2/layout/IconVerticalSolidList"/>
    <dgm:cxn modelId="{57E5C8F5-A57E-4558-8A79-0B86E75F3987}" type="presParOf" srcId="{8B03A306-0584-427C-914C-FE0A47DD3B3E}" destId="{31F6A79D-0892-44E9-8701-2D82EED839AE}" srcOrd="8" destOrd="0" presId="urn:microsoft.com/office/officeart/2018/2/layout/IconVerticalSolidList"/>
    <dgm:cxn modelId="{3E8B10BB-24A0-4F5C-B1BB-FEEFB8448C3D}" type="presParOf" srcId="{31F6A79D-0892-44E9-8701-2D82EED839AE}" destId="{4CBDE591-62DB-4E68-8339-30C97885BB24}" srcOrd="0" destOrd="0" presId="urn:microsoft.com/office/officeart/2018/2/layout/IconVerticalSolidList"/>
    <dgm:cxn modelId="{60B7EED5-1488-42D3-9422-5C780593544D}" type="presParOf" srcId="{31F6A79D-0892-44E9-8701-2D82EED839AE}" destId="{1D8464DA-EF99-4368-8977-F40ACDDC36F7}" srcOrd="1" destOrd="0" presId="urn:microsoft.com/office/officeart/2018/2/layout/IconVerticalSolidList"/>
    <dgm:cxn modelId="{FC05CED1-DB95-4692-BDE9-2AB365C215CC}" type="presParOf" srcId="{31F6A79D-0892-44E9-8701-2D82EED839AE}" destId="{11F4F70A-274F-4651-AD39-F78C4915472B}" srcOrd="2" destOrd="0" presId="urn:microsoft.com/office/officeart/2018/2/layout/IconVerticalSolidList"/>
    <dgm:cxn modelId="{9612D85A-99CD-4332-8237-7B06E44786C9}" type="presParOf" srcId="{31F6A79D-0892-44E9-8701-2D82EED839AE}" destId="{A43AE3F7-39EF-411F-BD0C-38E48E6FF9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E19C91E-7172-46F6-A63D-531D2C52DDE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EDD38A2-A408-4B65-9C51-8E6CCFA2DF5F}">
      <dgm:prSet/>
      <dgm:spPr/>
      <dgm:t>
        <a:bodyPr/>
        <a:lstStyle/>
        <a:p>
          <a:r>
            <a:rPr lang="en-US" b="1" i="0" baseline="0"/>
            <a:t>Record the date and time</a:t>
          </a:r>
          <a:endParaRPr lang="en-US"/>
        </a:p>
      </dgm:t>
    </dgm:pt>
    <dgm:pt modelId="{E7DE4ECB-58C5-45C2-B3FA-CA3AAF364D7B}" type="parTrans" cxnId="{8286DF6C-86D6-4804-BD68-BFA0671F632E}">
      <dgm:prSet/>
      <dgm:spPr/>
      <dgm:t>
        <a:bodyPr/>
        <a:lstStyle/>
        <a:p>
          <a:endParaRPr lang="en-US"/>
        </a:p>
      </dgm:t>
    </dgm:pt>
    <dgm:pt modelId="{CF880B56-5C98-473D-9BAB-901B5F82A3D4}" type="sibTrans" cxnId="{8286DF6C-86D6-4804-BD68-BFA0671F632E}">
      <dgm:prSet/>
      <dgm:spPr/>
      <dgm:t>
        <a:bodyPr/>
        <a:lstStyle/>
        <a:p>
          <a:endParaRPr lang="en-US"/>
        </a:p>
      </dgm:t>
    </dgm:pt>
    <dgm:pt modelId="{5BBFC3B3-B123-462D-8E10-15F9EE8A2463}">
      <dgm:prSet/>
      <dgm:spPr/>
      <dgm:t>
        <a:bodyPr/>
        <a:lstStyle/>
        <a:p>
          <a:r>
            <a:rPr lang="en-US" b="1" i="0" baseline="0"/>
            <a:t>Record the change description</a:t>
          </a:r>
          <a:endParaRPr lang="en-US"/>
        </a:p>
      </dgm:t>
    </dgm:pt>
    <dgm:pt modelId="{18244AE6-C2EB-4A32-BDB4-2F851698E19C}" type="parTrans" cxnId="{C44E6682-4F04-4C5E-8636-CD04A4426089}">
      <dgm:prSet/>
      <dgm:spPr/>
      <dgm:t>
        <a:bodyPr/>
        <a:lstStyle/>
        <a:p>
          <a:endParaRPr lang="en-US"/>
        </a:p>
      </dgm:t>
    </dgm:pt>
    <dgm:pt modelId="{EBE0B1C4-097E-4F08-B0B0-16949DFC81AD}" type="sibTrans" cxnId="{C44E6682-4F04-4C5E-8636-CD04A4426089}">
      <dgm:prSet/>
      <dgm:spPr/>
      <dgm:t>
        <a:bodyPr/>
        <a:lstStyle/>
        <a:p>
          <a:endParaRPr lang="en-US"/>
        </a:p>
      </dgm:t>
    </dgm:pt>
    <dgm:pt modelId="{BA535A5D-3026-4E4B-B622-520D9653BCA7}">
      <dgm:prSet/>
      <dgm:spPr/>
      <dgm:t>
        <a:bodyPr/>
        <a:lstStyle/>
        <a:p>
          <a:r>
            <a:rPr lang="en-US" b="1" i="0" baseline="0"/>
            <a:t>Record personnel involved</a:t>
          </a:r>
          <a:endParaRPr lang="en-US"/>
        </a:p>
      </dgm:t>
    </dgm:pt>
    <dgm:pt modelId="{34440587-5919-4234-A6DB-876B0C7978A4}" type="parTrans" cxnId="{F18DF0BA-666D-47BF-A095-8989D13776E5}">
      <dgm:prSet/>
      <dgm:spPr/>
      <dgm:t>
        <a:bodyPr/>
        <a:lstStyle/>
        <a:p>
          <a:endParaRPr lang="en-US"/>
        </a:p>
      </dgm:t>
    </dgm:pt>
    <dgm:pt modelId="{D2445964-4EAB-4958-A38E-04D419457B4A}" type="sibTrans" cxnId="{F18DF0BA-666D-47BF-A095-8989D13776E5}">
      <dgm:prSet/>
      <dgm:spPr/>
      <dgm:t>
        <a:bodyPr/>
        <a:lstStyle/>
        <a:p>
          <a:endParaRPr lang="en-US"/>
        </a:p>
      </dgm:t>
    </dgm:pt>
    <dgm:pt modelId="{C106404C-08D4-4479-A180-C84A2A8AD90B}">
      <dgm:prSet/>
      <dgm:spPr/>
      <dgm:t>
        <a:bodyPr/>
        <a:lstStyle/>
        <a:p>
          <a:r>
            <a:rPr lang="en-US" b="1" i="0" baseline="0"/>
            <a:t>Document issues encountered</a:t>
          </a:r>
          <a:endParaRPr lang="en-US"/>
        </a:p>
      </dgm:t>
    </dgm:pt>
    <dgm:pt modelId="{D5230E60-D232-4348-9719-625F783DD759}" type="parTrans" cxnId="{6B9DA8D3-FAEF-4B76-973A-7FB6A565E208}">
      <dgm:prSet/>
      <dgm:spPr/>
      <dgm:t>
        <a:bodyPr/>
        <a:lstStyle/>
        <a:p>
          <a:endParaRPr lang="en-US"/>
        </a:p>
      </dgm:t>
    </dgm:pt>
    <dgm:pt modelId="{D158A57C-8C42-4FAE-ABD1-BE8060601BE1}" type="sibTrans" cxnId="{6B9DA8D3-FAEF-4B76-973A-7FB6A565E208}">
      <dgm:prSet/>
      <dgm:spPr/>
      <dgm:t>
        <a:bodyPr/>
        <a:lstStyle/>
        <a:p>
          <a:endParaRPr lang="en-US"/>
        </a:p>
      </dgm:t>
    </dgm:pt>
    <dgm:pt modelId="{F8F5D315-7E4C-44EA-BA36-FBDE4700FC02}">
      <dgm:prSet/>
      <dgm:spPr/>
      <dgm:t>
        <a:bodyPr/>
        <a:lstStyle/>
        <a:p>
          <a:r>
            <a:rPr lang="en-US" b="1" i="0" baseline="0"/>
            <a:t>Record the final outcome</a:t>
          </a:r>
          <a:endParaRPr lang="en-US"/>
        </a:p>
      </dgm:t>
    </dgm:pt>
    <dgm:pt modelId="{36B3BD52-3ACC-4D94-A74E-87E0D2CD8C34}" type="parTrans" cxnId="{7594D162-7231-4302-A255-DDF9A6016A6E}">
      <dgm:prSet/>
      <dgm:spPr/>
      <dgm:t>
        <a:bodyPr/>
        <a:lstStyle/>
        <a:p>
          <a:endParaRPr lang="en-US"/>
        </a:p>
      </dgm:t>
    </dgm:pt>
    <dgm:pt modelId="{D3EA2CC7-45AD-4F22-8C22-9DB829E2FFEA}" type="sibTrans" cxnId="{7594D162-7231-4302-A255-DDF9A6016A6E}">
      <dgm:prSet/>
      <dgm:spPr/>
      <dgm:t>
        <a:bodyPr/>
        <a:lstStyle/>
        <a:p>
          <a:endParaRPr lang="en-US"/>
        </a:p>
      </dgm:t>
    </dgm:pt>
    <dgm:pt modelId="{34C8B938-AC31-4039-B415-72DC0C972006}">
      <dgm:prSet/>
      <dgm:spPr/>
      <dgm:t>
        <a:bodyPr/>
        <a:lstStyle/>
        <a:p>
          <a:r>
            <a:rPr lang="en-US" b="1" i="0" baseline="0"/>
            <a:t>Add recommendations for future changes</a:t>
          </a:r>
          <a:endParaRPr lang="en-US"/>
        </a:p>
      </dgm:t>
    </dgm:pt>
    <dgm:pt modelId="{03EA6BEA-3966-4C92-97C2-4A0BD95FB5C6}" type="parTrans" cxnId="{A47D4C04-E4C2-400A-B658-1F4C58237FFF}">
      <dgm:prSet/>
      <dgm:spPr/>
      <dgm:t>
        <a:bodyPr/>
        <a:lstStyle/>
        <a:p>
          <a:endParaRPr lang="en-US"/>
        </a:p>
      </dgm:t>
    </dgm:pt>
    <dgm:pt modelId="{F866FE33-6705-47AE-BD9A-79B0B4D9D6EC}" type="sibTrans" cxnId="{A47D4C04-E4C2-400A-B658-1F4C58237FFF}">
      <dgm:prSet/>
      <dgm:spPr/>
      <dgm:t>
        <a:bodyPr/>
        <a:lstStyle/>
        <a:p>
          <a:endParaRPr lang="en-US"/>
        </a:p>
      </dgm:t>
    </dgm:pt>
    <dgm:pt modelId="{4641E22E-A735-4C98-997E-B9C01B27F889}">
      <dgm:prSet/>
      <dgm:spPr/>
      <dgm:t>
        <a:bodyPr/>
        <a:lstStyle/>
        <a:p>
          <a:r>
            <a:rPr lang="en-US" b="1" i="0" baseline="0"/>
            <a:t>Documentation supports troubleshooting, auditing, and future maintenance</a:t>
          </a:r>
          <a:endParaRPr lang="en-US"/>
        </a:p>
      </dgm:t>
    </dgm:pt>
    <dgm:pt modelId="{0E5079F1-1463-42DB-9E49-4EE6046EF46D}" type="parTrans" cxnId="{BE1F63C1-512D-41DB-B890-48A4B8FB45E4}">
      <dgm:prSet/>
      <dgm:spPr/>
      <dgm:t>
        <a:bodyPr/>
        <a:lstStyle/>
        <a:p>
          <a:endParaRPr lang="en-US"/>
        </a:p>
      </dgm:t>
    </dgm:pt>
    <dgm:pt modelId="{2694F09A-DBE6-4E04-80EB-65C7F45E6D8B}" type="sibTrans" cxnId="{BE1F63C1-512D-41DB-B890-48A4B8FB45E4}">
      <dgm:prSet/>
      <dgm:spPr/>
      <dgm:t>
        <a:bodyPr/>
        <a:lstStyle/>
        <a:p>
          <a:endParaRPr lang="en-US"/>
        </a:p>
      </dgm:t>
    </dgm:pt>
    <dgm:pt modelId="{79BC8569-537A-4F7A-967F-B0C96FF069CB}" type="pres">
      <dgm:prSet presAssocID="{3E19C91E-7172-46F6-A63D-531D2C52DDED}" presName="vert0" presStyleCnt="0">
        <dgm:presLayoutVars>
          <dgm:dir/>
          <dgm:animOne val="branch"/>
          <dgm:animLvl val="lvl"/>
        </dgm:presLayoutVars>
      </dgm:prSet>
      <dgm:spPr/>
    </dgm:pt>
    <dgm:pt modelId="{EBA12BBB-40A2-4DD0-B1C2-D160D485FB15}" type="pres">
      <dgm:prSet presAssocID="{1EDD38A2-A408-4B65-9C51-8E6CCFA2DF5F}" presName="thickLine" presStyleLbl="alignNode1" presStyleIdx="0" presStyleCnt="7"/>
      <dgm:spPr/>
    </dgm:pt>
    <dgm:pt modelId="{FE7710CA-C70F-4169-863E-FB6A61869905}" type="pres">
      <dgm:prSet presAssocID="{1EDD38A2-A408-4B65-9C51-8E6CCFA2DF5F}" presName="horz1" presStyleCnt="0"/>
      <dgm:spPr/>
    </dgm:pt>
    <dgm:pt modelId="{34563D42-F0AC-4466-934B-F1736FB90BAF}" type="pres">
      <dgm:prSet presAssocID="{1EDD38A2-A408-4B65-9C51-8E6CCFA2DF5F}" presName="tx1" presStyleLbl="revTx" presStyleIdx="0" presStyleCnt="7"/>
      <dgm:spPr/>
    </dgm:pt>
    <dgm:pt modelId="{CA88DB53-FF1E-4CA3-96AD-5F511F448E79}" type="pres">
      <dgm:prSet presAssocID="{1EDD38A2-A408-4B65-9C51-8E6CCFA2DF5F}" presName="vert1" presStyleCnt="0"/>
      <dgm:spPr/>
    </dgm:pt>
    <dgm:pt modelId="{7704C47C-5A66-42F8-89D6-5B706FC3BFDA}" type="pres">
      <dgm:prSet presAssocID="{5BBFC3B3-B123-462D-8E10-15F9EE8A2463}" presName="thickLine" presStyleLbl="alignNode1" presStyleIdx="1" presStyleCnt="7"/>
      <dgm:spPr/>
    </dgm:pt>
    <dgm:pt modelId="{88938B72-0525-4819-964A-3B18B3D323C7}" type="pres">
      <dgm:prSet presAssocID="{5BBFC3B3-B123-462D-8E10-15F9EE8A2463}" presName="horz1" presStyleCnt="0"/>
      <dgm:spPr/>
    </dgm:pt>
    <dgm:pt modelId="{EF4CC9AF-57F0-4D0A-B354-7584239FF28C}" type="pres">
      <dgm:prSet presAssocID="{5BBFC3B3-B123-462D-8E10-15F9EE8A2463}" presName="tx1" presStyleLbl="revTx" presStyleIdx="1" presStyleCnt="7"/>
      <dgm:spPr/>
    </dgm:pt>
    <dgm:pt modelId="{FD2077BC-8C7B-47D2-BD11-EA7E72511DC9}" type="pres">
      <dgm:prSet presAssocID="{5BBFC3B3-B123-462D-8E10-15F9EE8A2463}" presName="vert1" presStyleCnt="0"/>
      <dgm:spPr/>
    </dgm:pt>
    <dgm:pt modelId="{363D5562-9679-4BD9-8575-2027C55D8EB1}" type="pres">
      <dgm:prSet presAssocID="{BA535A5D-3026-4E4B-B622-520D9653BCA7}" presName="thickLine" presStyleLbl="alignNode1" presStyleIdx="2" presStyleCnt="7"/>
      <dgm:spPr/>
    </dgm:pt>
    <dgm:pt modelId="{379243D7-D7FE-4DE1-9EC6-42AB973654C3}" type="pres">
      <dgm:prSet presAssocID="{BA535A5D-3026-4E4B-B622-520D9653BCA7}" presName="horz1" presStyleCnt="0"/>
      <dgm:spPr/>
    </dgm:pt>
    <dgm:pt modelId="{A44F4FDF-4D9E-4D0B-96ED-32DB05261323}" type="pres">
      <dgm:prSet presAssocID="{BA535A5D-3026-4E4B-B622-520D9653BCA7}" presName="tx1" presStyleLbl="revTx" presStyleIdx="2" presStyleCnt="7"/>
      <dgm:spPr/>
    </dgm:pt>
    <dgm:pt modelId="{E5BCC14B-CE2D-4435-8689-E2309F502538}" type="pres">
      <dgm:prSet presAssocID="{BA535A5D-3026-4E4B-B622-520D9653BCA7}" presName="vert1" presStyleCnt="0"/>
      <dgm:spPr/>
    </dgm:pt>
    <dgm:pt modelId="{E68A96AC-4FEA-4E00-BC6F-663BD6AF9AD7}" type="pres">
      <dgm:prSet presAssocID="{C106404C-08D4-4479-A180-C84A2A8AD90B}" presName="thickLine" presStyleLbl="alignNode1" presStyleIdx="3" presStyleCnt="7"/>
      <dgm:spPr/>
    </dgm:pt>
    <dgm:pt modelId="{A73E976F-49B1-4F75-8430-4C6E192FB3E3}" type="pres">
      <dgm:prSet presAssocID="{C106404C-08D4-4479-A180-C84A2A8AD90B}" presName="horz1" presStyleCnt="0"/>
      <dgm:spPr/>
    </dgm:pt>
    <dgm:pt modelId="{1B4EEBEF-5665-486F-A6A3-2A1D6071E3A7}" type="pres">
      <dgm:prSet presAssocID="{C106404C-08D4-4479-A180-C84A2A8AD90B}" presName="tx1" presStyleLbl="revTx" presStyleIdx="3" presStyleCnt="7"/>
      <dgm:spPr/>
    </dgm:pt>
    <dgm:pt modelId="{BB58521B-78A7-4626-91A6-26A8D9C529E6}" type="pres">
      <dgm:prSet presAssocID="{C106404C-08D4-4479-A180-C84A2A8AD90B}" presName="vert1" presStyleCnt="0"/>
      <dgm:spPr/>
    </dgm:pt>
    <dgm:pt modelId="{82B27760-5DA8-4632-A7A1-E9048A604D28}" type="pres">
      <dgm:prSet presAssocID="{F8F5D315-7E4C-44EA-BA36-FBDE4700FC02}" presName="thickLine" presStyleLbl="alignNode1" presStyleIdx="4" presStyleCnt="7"/>
      <dgm:spPr/>
    </dgm:pt>
    <dgm:pt modelId="{FC90E54E-C3AB-4897-BF52-4CD79331CEE9}" type="pres">
      <dgm:prSet presAssocID="{F8F5D315-7E4C-44EA-BA36-FBDE4700FC02}" presName="horz1" presStyleCnt="0"/>
      <dgm:spPr/>
    </dgm:pt>
    <dgm:pt modelId="{0BF86BC1-DD8C-4DB6-BF9A-48D2258D3AE0}" type="pres">
      <dgm:prSet presAssocID="{F8F5D315-7E4C-44EA-BA36-FBDE4700FC02}" presName="tx1" presStyleLbl="revTx" presStyleIdx="4" presStyleCnt="7"/>
      <dgm:spPr/>
    </dgm:pt>
    <dgm:pt modelId="{EF0F39D6-B9F2-4646-AED8-58343C13018A}" type="pres">
      <dgm:prSet presAssocID="{F8F5D315-7E4C-44EA-BA36-FBDE4700FC02}" presName="vert1" presStyleCnt="0"/>
      <dgm:spPr/>
    </dgm:pt>
    <dgm:pt modelId="{011A5246-8BA3-40B2-B6E6-1EA6627CA7C6}" type="pres">
      <dgm:prSet presAssocID="{34C8B938-AC31-4039-B415-72DC0C972006}" presName="thickLine" presStyleLbl="alignNode1" presStyleIdx="5" presStyleCnt="7"/>
      <dgm:spPr/>
    </dgm:pt>
    <dgm:pt modelId="{7C27EC42-6DD4-4525-BB05-3045DB25EE41}" type="pres">
      <dgm:prSet presAssocID="{34C8B938-AC31-4039-B415-72DC0C972006}" presName="horz1" presStyleCnt="0"/>
      <dgm:spPr/>
    </dgm:pt>
    <dgm:pt modelId="{CFE4216E-3575-40AC-928A-2DAF4255501A}" type="pres">
      <dgm:prSet presAssocID="{34C8B938-AC31-4039-B415-72DC0C972006}" presName="tx1" presStyleLbl="revTx" presStyleIdx="5" presStyleCnt="7"/>
      <dgm:spPr/>
    </dgm:pt>
    <dgm:pt modelId="{59274AF4-E85C-4B68-99FD-762FAA386D57}" type="pres">
      <dgm:prSet presAssocID="{34C8B938-AC31-4039-B415-72DC0C972006}" presName="vert1" presStyleCnt="0"/>
      <dgm:spPr/>
    </dgm:pt>
    <dgm:pt modelId="{6BF605D1-2320-4281-98FF-5A9E08638A9D}" type="pres">
      <dgm:prSet presAssocID="{4641E22E-A735-4C98-997E-B9C01B27F889}" presName="thickLine" presStyleLbl="alignNode1" presStyleIdx="6" presStyleCnt="7"/>
      <dgm:spPr/>
    </dgm:pt>
    <dgm:pt modelId="{F85114F4-8EDE-4165-B8A9-3EDCBDEF1424}" type="pres">
      <dgm:prSet presAssocID="{4641E22E-A735-4C98-997E-B9C01B27F889}" presName="horz1" presStyleCnt="0"/>
      <dgm:spPr/>
    </dgm:pt>
    <dgm:pt modelId="{06135119-7A6F-46E8-9AAE-EA039677B35F}" type="pres">
      <dgm:prSet presAssocID="{4641E22E-A735-4C98-997E-B9C01B27F889}" presName="tx1" presStyleLbl="revTx" presStyleIdx="6" presStyleCnt="7"/>
      <dgm:spPr/>
    </dgm:pt>
    <dgm:pt modelId="{EAC810AF-4391-4F5D-A687-3CEE28100D38}" type="pres">
      <dgm:prSet presAssocID="{4641E22E-A735-4C98-997E-B9C01B27F889}" presName="vert1" presStyleCnt="0"/>
      <dgm:spPr/>
    </dgm:pt>
  </dgm:ptLst>
  <dgm:cxnLst>
    <dgm:cxn modelId="{A47D4C04-E4C2-400A-B658-1F4C58237FFF}" srcId="{3E19C91E-7172-46F6-A63D-531D2C52DDED}" destId="{34C8B938-AC31-4039-B415-72DC0C972006}" srcOrd="5" destOrd="0" parTransId="{03EA6BEA-3966-4C92-97C2-4A0BD95FB5C6}" sibTransId="{F866FE33-6705-47AE-BD9A-79B0B4D9D6EC}"/>
    <dgm:cxn modelId="{ABC6B908-E670-42AE-B83A-6234ED9C6CB0}" type="presOf" srcId="{BA535A5D-3026-4E4B-B622-520D9653BCA7}" destId="{A44F4FDF-4D9E-4D0B-96ED-32DB05261323}" srcOrd="0" destOrd="0" presId="urn:microsoft.com/office/officeart/2008/layout/LinedList"/>
    <dgm:cxn modelId="{BC41121A-B580-4702-BBCF-E9F5D09CAD59}" type="presOf" srcId="{4641E22E-A735-4C98-997E-B9C01B27F889}" destId="{06135119-7A6F-46E8-9AAE-EA039677B35F}" srcOrd="0" destOrd="0" presId="urn:microsoft.com/office/officeart/2008/layout/LinedList"/>
    <dgm:cxn modelId="{7594D162-7231-4302-A255-DDF9A6016A6E}" srcId="{3E19C91E-7172-46F6-A63D-531D2C52DDED}" destId="{F8F5D315-7E4C-44EA-BA36-FBDE4700FC02}" srcOrd="4" destOrd="0" parTransId="{36B3BD52-3ACC-4D94-A74E-87E0D2CD8C34}" sibTransId="{D3EA2CC7-45AD-4F22-8C22-9DB829E2FFEA}"/>
    <dgm:cxn modelId="{ECBF6B45-A98C-4700-827D-3938DA0C8DC9}" type="presOf" srcId="{34C8B938-AC31-4039-B415-72DC0C972006}" destId="{CFE4216E-3575-40AC-928A-2DAF4255501A}" srcOrd="0" destOrd="0" presId="urn:microsoft.com/office/officeart/2008/layout/LinedList"/>
    <dgm:cxn modelId="{8286DF6C-86D6-4804-BD68-BFA0671F632E}" srcId="{3E19C91E-7172-46F6-A63D-531D2C52DDED}" destId="{1EDD38A2-A408-4B65-9C51-8E6CCFA2DF5F}" srcOrd="0" destOrd="0" parTransId="{E7DE4ECB-58C5-45C2-B3FA-CA3AAF364D7B}" sibTransId="{CF880B56-5C98-473D-9BAB-901B5F82A3D4}"/>
    <dgm:cxn modelId="{55C1C779-4B63-4ABD-974F-F6B0B2562CFA}" type="presOf" srcId="{3E19C91E-7172-46F6-A63D-531D2C52DDED}" destId="{79BC8569-537A-4F7A-967F-B0C96FF069CB}" srcOrd="0" destOrd="0" presId="urn:microsoft.com/office/officeart/2008/layout/LinedList"/>
    <dgm:cxn modelId="{C44E6682-4F04-4C5E-8636-CD04A4426089}" srcId="{3E19C91E-7172-46F6-A63D-531D2C52DDED}" destId="{5BBFC3B3-B123-462D-8E10-15F9EE8A2463}" srcOrd="1" destOrd="0" parTransId="{18244AE6-C2EB-4A32-BDB4-2F851698E19C}" sibTransId="{EBE0B1C4-097E-4F08-B0B0-16949DFC81AD}"/>
    <dgm:cxn modelId="{6C8E68A1-D046-4FF8-ABA3-2712E390EE83}" type="presOf" srcId="{C106404C-08D4-4479-A180-C84A2A8AD90B}" destId="{1B4EEBEF-5665-486F-A6A3-2A1D6071E3A7}" srcOrd="0" destOrd="0" presId="urn:microsoft.com/office/officeart/2008/layout/LinedList"/>
    <dgm:cxn modelId="{9099C2A7-062C-45F7-B855-BAFEE52479C4}" type="presOf" srcId="{F8F5D315-7E4C-44EA-BA36-FBDE4700FC02}" destId="{0BF86BC1-DD8C-4DB6-BF9A-48D2258D3AE0}" srcOrd="0" destOrd="0" presId="urn:microsoft.com/office/officeart/2008/layout/LinedList"/>
    <dgm:cxn modelId="{D01B49A8-014A-4E86-ACBF-043049B49135}" type="presOf" srcId="{5BBFC3B3-B123-462D-8E10-15F9EE8A2463}" destId="{EF4CC9AF-57F0-4D0A-B354-7584239FF28C}" srcOrd="0" destOrd="0" presId="urn:microsoft.com/office/officeart/2008/layout/LinedList"/>
    <dgm:cxn modelId="{F18DF0BA-666D-47BF-A095-8989D13776E5}" srcId="{3E19C91E-7172-46F6-A63D-531D2C52DDED}" destId="{BA535A5D-3026-4E4B-B622-520D9653BCA7}" srcOrd="2" destOrd="0" parTransId="{34440587-5919-4234-A6DB-876B0C7978A4}" sibTransId="{D2445964-4EAB-4958-A38E-04D419457B4A}"/>
    <dgm:cxn modelId="{BE1F63C1-512D-41DB-B890-48A4B8FB45E4}" srcId="{3E19C91E-7172-46F6-A63D-531D2C52DDED}" destId="{4641E22E-A735-4C98-997E-B9C01B27F889}" srcOrd="6" destOrd="0" parTransId="{0E5079F1-1463-42DB-9E49-4EE6046EF46D}" sibTransId="{2694F09A-DBE6-4E04-80EB-65C7F45E6D8B}"/>
    <dgm:cxn modelId="{6B9DA8D3-FAEF-4B76-973A-7FB6A565E208}" srcId="{3E19C91E-7172-46F6-A63D-531D2C52DDED}" destId="{C106404C-08D4-4479-A180-C84A2A8AD90B}" srcOrd="3" destOrd="0" parTransId="{D5230E60-D232-4348-9719-625F783DD759}" sibTransId="{D158A57C-8C42-4FAE-ABD1-BE8060601BE1}"/>
    <dgm:cxn modelId="{DAE00FF6-D15B-457C-9A35-D578B30BB7E9}" type="presOf" srcId="{1EDD38A2-A408-4B65-9C51-8E6CCFA2DF5F}" destId="{34563D42-F0AC-4466-934B-F1736FB90BAF}" srcOrd="0" destOrd="0" presId="urn:microsoft.com/office/officeart/2008/layout/LinedList"/>
    <dgm:cxn modelId="{017EB4D3-684F-4C88-9D2E-93AA1E2EC646}" type="presParOf" srcId="{79BC8569-537A-4F7A-967F-B0C96FF069CB}" destId="{EBA12BBB-40A2-4DD0-B1C2-D160D485FB15}" srcOrd="0" destOrd="0" presId="urn:microsoft.com/office/officeart/2008/layout/LinedList"/>
    <dgm:cxn modelId="{B42885C0-41F8-45E8-9148-4A61ECF89E67}" type="presParOf" srcId="{79BC8569-537A-4F7A-967F-B0C96FF069CB}" destId="{FE7710CA-C70F-4169-863E-FB6A61869905}" srcOrd="1" destOrd="0" presId="urn:microsoft.com/office/officeart/2008/layout/LinedList"/>
    <dgm:cxn modelId="{21652A2C-1B5B-46BA-929E-716E19268688}" type="presParOf" srcId="{FE7710CA-C70F-4169-863E-FB6A61869905}" destId="{34563D42-F0AC-4466-934B-F1736FB90BAF}" srcOrd="0" destOrd="0" presId="urn:microsoft.com/office/officeart/2008/layout/LinedList"/>
    <dgm:cxn modelId="{69F6BB96-7B8C-4C51-B4AA-D5C95AF82171}" type="presParOf" srcId="{FE7710CA-C70F-4169-863E-FB6A61869905}" destId="{CA88DB53-FF1E-4CA3-96AD-5F511F448E79}" srcOrd="1" destOrd="0" presId="urn:microsoft.com/office/officeart/2008/layout/LinedList"/>
    <dgm:cxn modelId="{DEFD8997-F633-44DD-A619-CFFCED025783}" type="presParOf" srcId="{79BC8569-537A-4F7A-967F-B0C96FF069CB}" destId="{7704C47C-5A66-42F8-89D6-5B706FC3BFDA}" srcOrd="2" destOrd="0" presId="urn:microsoft.com/office/officeart/2008/layout/LinedList"/>
    <dgm:cxn modelId="{CCE3C819-9F24-4E47-84BE-B6CA30BCD46A}" type="presParOf" srcId="{79BC8569-537A-4F7A-967F-B0C96FF069CB}" destId="{88938B72-0525-4819-964A-3B18B3D323C7}" srcOrd="3" destOrd="0" presId="urn:microsoft.com/office/officeart/2008/layout/LinedList"/>
    <dgm:cxn modelId="{CA3215E5-19EC-4926-A0BC-6C79029297CD}" type="presParOf" srcId="{88938B72-0525-4819-964A-3B18B3D323C7}" destId="{EF4CC9AF-57F0-4D0A-B354-7584239FF28C}" srcOrd="0" destOrd="0" presId="urn:microsoft.com/office/officeart/2008/layout/LinedList"/>
    <dgm:cxn modelId="{C62E80FA-9908-4D4B-9803-C636F5BC44EC}" type="presParOf" srcId="{88938B72-0525-4819-964A-3B18B3D323C7}" destId="{FD2077BC-8C7B-47D2-BD11-EA7E72511DC9}" srcOrd="1" destOrd="0" presId="urn:microsoft.com/office/officeart/2008/layout/LinedList"/>
    <dgm:cxn modelId="{04C5C9B7-3A3B-48C6-B160-3AA053AF4E31}" type="presParOf" srcId="{79BC8569-537A-4F7A-967F-B0C96FF069CB}" destId="{363D5562-9679-4BD9-8575-2027C55D8EB1}" srcOrd="4" destOrd="0" presId="urn:microsoft.com/office/officeart/2008/layout/LinedList"/>
    <dgm:cxn modelId="{B4D58465-044F-4B8A-9B2A-2EF3C1D5168A}" type="presParOf" srcId="{79BC8569-537A-4F7A-967F-B0C96FF069CB}" destId="{379243D7-D7FE-4DE1-9EC6-42AB973654C3}" srcOrd="5" destOrd="0" presId="urn:microsoft.com/office/officeart/2008/layout/LinedList"/>
    <dgm:cxn modelId="{CB59A48F-81B2-4120-9E64-3D1157A34713}" type="presParOf" srcId="{379243D7-D7FE-4DE1-9EC6-42AB973654C3}" destId="{A44F4FDF-4D9E-4D0B-96ED-32DB05261323}" srcOrd="0" destOrd="0" presId="urn:microsoft.com/office/officeart/2008/layout/LinedList"/>
    <dgm:cxn modelId="{ADFE79DF-9171-4803-87D4-1D838AB87EF9}" type="presParOf" srcId="{379243D7-D7FE-4DE1-9EC6-42AB973654C3}" destId="{E5BCC14B-CE2D-4435-8689-E2309F502538}" srcOrd="1" destOrd="0" presId="urn:microsoft.com/office/officeart/2008/layout/LinedList"/>
    <dgm:cxn modelId="{7EAEBE05-B20A-4EA4-8EAA-683C007BF02D}" type="presParOf" srcId="{79BC8569-537A-4F7A-967F-B0C96FF069CB}" destId="{E68A96AC-4FEA-4E00-BC6F-663BD6AF9AD7}" srcOrd="6" destOrd="0" presId="urn:microsoft.com/office/officeart/2008/layout/LinedList"/>
    <dgm:cxn modelId="{F2006876-F21D-40CD-B0C0-BD6481312A4F}" type="presParOf" srcId="{79BC8569-537A-4F7A-967F-B0C96FF069CB}" destId="{A73E976F-49B1-4F75-8430-4C6E192FB3E3}" srcOrd="7" destOrd="0" presId="urn:microsoft.com/office/officeart/2008/layout/LinedList"/>
    <dgm:cxn modelId="{DF910A09-A42F-4458-A2F4-E905C9623625}" type="presParOf" srcId="{A73E976F-49B1-4F75-8430-4C6E192FB3E3}" destId="{1B4EEBEF-5665-486F-A6A3-2A1D6071E3A7}" srcOrd="0" destOrd="0" presId="urn:microsoft.com/office/officeart/2008/layout/LinedList"/>
    <dgm:cxn modelId="{3A59CC60-E6E0-4EE8-B295-08E2D8DF65FC}" type="presParOf" srcId="{A73E976F-49B1-4F75-8430-4C6E192FB3E3}" destId="{BB58521B-78A7-4626-91A6-26A8D9C529E6}" srcOrd="1" destOrd="0" presId="urn:microsoft.com/office/officeart/2008/layout/LinedList"/>
    <dgm:cxn modelId="{82E35FDF-46E1-421F-A70E-187DE7FA871A}" type="presParOf" srcId="{79BC8569-537A-4F7A-967F-B0C96FF069CB}" destId="{82B27760-5DA8-4632-A7A1-E9048A604D28}" srcOrd="8" destOrd="0" presId="urn:microsoft.com/office/officeart/2008/layout/LinedList"/>
    <dgm:cxn modelId="{4B66970C-A8DB-4F03-9ED1-F098E218E6D7}" type="presParOf" srcId="{79BC8569-537A-4F7A-967F-B0C96FF069CB}" destId="{FC90E54E-C3AB-4897-BF52-4CD79331CEE9}" srcOrd="9" destOrd="0" presId="urn:microsoft.com/office/officeart/2008/layout/LinedList"/>
    <dgm:cxn modelId="{460764A4-6092-4EAA-97D8-7AAB75581E25}" type="presParOf" srcId="{FC90E54E-C3AB-4897-BF52-4CD79331CEE9}" destId="{0BF86BC1-DD8C-4DB6-BF9A-48D2258D3AE0}" srcOrd="0" destOrd="0" presId="urn:microsoft.com/office/officeart/2008/layout/LinedList"/>
    <dgm:cxn modelId="{84A46125-0889-4D18-9059-0B9AD410EA26}" type="presParOf" srcId="{FC90E54E-C3AB-4897-BF52-4CD79331CEE9}" destId="{EF0F39D6-B9F2-4646-AED8-58343C13018A}" srcOrd="1" destOrd="0" presId="urn:microsoft.com/office/officeart/2008/layout/LinedList"/>
    <dgm:cxn modelId="{BD693F18-CFF6-44CA-85EB-60E0AD11619C}" type="presParOf" srcId="{79BC8569-537A-4F7A-967F-B0C96FF069CB}" destId="{011A5246-8BA3-40B2-B6E6-1EA6627CA7C6}" srcOrd="10" destOrd="0" presId="urn:microsoft.com/office/officeart/2008/layout/LinedList"/>
    <dgm:cxn modelId="{8371E63A-C687-4940-A13F-83D375E8086C}" type="presParOf" srcId="{79BC8569-537A-4F7A-967F-B0C96FF069CB}" destId="{7C27EC42-6DD4-4525-BB05-3045DB25EE41}" srcOrd="11" destOrd="0" presId="urn:microsoft.com/office/officeart/2008/layout/LinedList"/>
    <dgm:cxn modelId="{AD82373A-374F-451D-897B-FB60C9907DFD}" type="presParOf" srcId="{7C27EC42-6DD4-4525-BB05-3045DB25EE41}" destId="{CFE4216E-3575-40AC-928A-2DAF4255501A}" srcOrd="0" destOrd="0" presId="urn:microsoft.com/office/officeart/2008/layout/LinedList"/>
    <dgm:cxn modelId="{375B00F5-1C9B-47A0-AE5D-A86CE3066E97}" type="presParOf" srcId="{7C27EC42-6DD4-4525-BB05-3045DB25EE41}" destId="{59274AF4-E85C-4B68-99FD-762FAA386D57}" srcOrd="1" destOrd="0" presId="urn:microsoft.com/office/officeart/2008/layout/LinedList"/>
    <dgm:cxn modelId="{C17AABC5-C513-4F99-BC54-1AD33699C4B5}" type="presParOf" srcId="{79BC8569-537A-4F7A-967F-B0C96FF069CB}" destId="{6BF605D1-2320-4281-98FF-5A9E08638A9D}" srcOrd="12" destOrd="0" presId="urn:microsoft.com/office/officeart/2008/layout/LinedList"/>
    <dgm:cxn modelId="{9B459090-10BF-4627-8EDB-F0EB3A24D16B}" type="presParOf" srcId="{79BC8569-537A-4F7A-967F-B0C96FF069CB}" destId="{F85114F4-8EDE-4165-B8A9-3EDCBDEF1424}" srcOrd="13" destOrd="0" presId="urn:microsoft.com/office/officeart/2008/layout/LinedList"/>
    <dgm:cxn modelId="{913E1030-58B1-4726-B16B-5B4D9E52423E}" type="presParOf" srcId="{F85114F4-8EDE-4165-B8A9-3EDCBDEF1424}" destId="{06135119-7A6F-46E8-9AAE-EA039677B35F}" srcOrd="0" destOrd="0" presId="urn:microsoft.com/office/officeart/2008/layout/LinedList"/>
    <dgm:cxn modelId="{7C9DD88F-A48D-440E-9F43-FA37B0E9D983}" type="presParOf" srcId="{F85114F4-8EDE-4165-B8A9-3EDCBDEF1424}" destId="{EAC810AF-4391-4F5D-A687-3CEE28100D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DB800B2-D896-4926-8591-4D6B70C88E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E9090CF-3B32-445A-8B96-772702934737}">
      <dgm:prSet/>
      <dgm:spPr/>
      <dgm:t>
        <a:bodyPr/>
        <a:lstStyle/>
        <a:p>
          <a:r>
            <a:rPr lang="en-US" b="1" i="0" baseline="0"/>
            <a:t>A patch is a software update released to modify or correct existing software</a:t>
          </a:r>
          <a:endParaRPr lang="en-US"/>
        </a:p>
      </dgm:t>
    </dgm:pt>
    <dgm:pt modelId="{9E1E58F4-D620-42ED-9D71-092F1A2E02EA}" type="parTrans" cxnId="{939DF11E-3071-47EA-BABF-9C03D62B7F78}">
      <dgm:prSet/>
      <dgm:spPr/>
      <dgm:t>
        <a:bodyPr/>
        <a:lstStyle/>
        <a:p>
          <a:endParaRPr lang="en-US"/>
        </a:p>
      </dgm:t>
    </dgm:pt>
    <dgm:pt modelId="{BABDD3FF-8D02-46C9-9057-D574E5032736}" type="sibTrans" cxnId="{939DF11E-3071-47EA-BABF-9C03D62B7F78}">
      <dgm:prSet/>
      <dgm:spPr/>
      <dgm:t>
        <a:bodyPr/>
        <a:lstStyle/>
        <a:p>
          <a:endParaRPr lang="en-US"/>
        </a:p>
      </dgm:t>
    </dgm:pt>
    <dgm:pt modelId="{165623E7-9B0F-489B-8233-4891ABCC10F7}">
      <dgm:prSet/>
      <dgm:spPr/>
      <dgm:t>
        <a:bodyPr/>
        <a:lstStyle/>
        <a:p>
          <a:r>
            <a:rPr lang="en-US" b="1" i="0" baseline="0"/>
            <a:t>Patches can fix vulnerabilities, bugs, performance problems, and compatibility issues</a:t>
          </a:r>
          <a:endParaRPr lang="en-US"/>
        </a:p>
      </dgm:t>
    </dgm:pt>
    <dgm:pt modelId="{3CA09125-E947-4176-A37E-603B0B0EFDAC}" type="parTrans" cxnId="{DCE58CA7-6CC9-4344-9DC4-AF78639FC691}">
      <dgm:prSet/>
      <dgm:spPr/>
      <dgm:t>
        <a:bodyPr/>
        <a:lstStyle/>
        <a:p>
          <a:endParaRPr lang="en-US"/>
        </a:p>
      </dgm:t>
    </dgm:pt>
    <dgm:pt modelId="{14693A05-C71F-4792-94C6-A54AAD88B582}" type="sibTrans" cxnId="{DCE58CA7-6CC9-4344-9DC4-AF78639FC691}">
      <dgm:prSet/>
      <dgm:spPr/>
      <dgm:t>
        <a:bodyPr/>
        <a:lstStyle/>
        <a:p>
          <a:endParaRPr lang="en-US"/>
        </a:p>
      </dgm:t>
    </dgm:pt>
    <dgm:pt modelId="{B96A5B78-3F71-4341-B3A3-7D3AB1DAABC8}">
      <dgm:prSet/>
      <dgm:spPr/>
      <dgm:t>
        <a:bodyPr/>
        <a:lstStyle/>
        <a:p>
          <a:r>
            <a:rPr lang="en-US" b="1" i="0" baseline="0"/>
            <a:t>Patch management is more than simply installing updates</a:t>
          </a:r>
          <a:endParaRPr lang="en-US"/>
        </a:p>
      </dgm:t>
    </dgm:pt>
    <dgm:pt modelId="{18364044-F819-4009-8409-8C0E303E1B0E}" type="parTrans" cxnId="{F9349035-1A21-4FE7-A8D4-4C099DE22182}">
      <dgm:prSet/>
      <dgm:spPr/>
      <dgm:t>
        <a:bodyPr/>
        <a:lstStyle/>
        <a:p>
          <a:endParaRPr lang="en-US"/>
        </a:p>
      </dgm:t>
    </dgm:pt>
    <dgm:pt modelId="{8F393945-CE1A-46A7-AC1C-46EB8B1B1B03}" type="sibTrans" cxnId="{F9349035-1A21-4FE7-A8D4-4C099DE22182}">
      <dgm:prSet/>
      <dgm:spPr/>
      <dgm:t>
        <a:bodyPr/>
        <a:lstStyle/>
        <a:p>
          <a:endParaRPr lang="en-US"/>
        </a:p>
      </dgm:t>
    </dgm:pt>
    <dgm:pt modelId="{F87FD88B-AAAA-423C-AB53-FDE3EBD5312C}">
      <dgm:prSet/>
      <dgm:spPr/>
      <dgm:t>
        <a:bodyPr/>
        <a:lstStyle/>
        <a:p>
          <a:r>
            <a:rPr lang="en-US" b="1" i="0" baseline="0"/>
            <a:t>Administrators must identify, evaluate, test, deploy, verify, and document patches</a:t>
          </a:r>
          <a:endParaRPr lang="en-US"/>
        </a:p>
      </dgm:t>
    </dgm:pt>
    <dgm:pt modelId="{20BCCFB9-CD7D-4ACD-A844-219E550AC240}" type="parTrans" cxnId="{E16E1160-2172-4640-B738-840335817A2D}">
      <dgm:prSet/>
      <dgm:spPr/>
      <dgm:t>
        <a:bodyPr/>
        <a:lstStyle/>
        <a:p>
          <a:endParaRPr lang="en-US"/>
        </a:p>
      </dgm:t>
    </dgm:pt>
    <dgm:pt modelId="{6183F0DB-D157-4016-AEF3-15DF034B7D01}" type="sibTrans" cxnId="{E16E1160-2172-4640-B738-840335817A2D}">
      <dgm:prSet/>
      <dgm:spPr/>
      <dgm:t>
        <a:bodyPr/>
        <a:lstStyle/>
        <a:p>
          <a:endParaRPr lang="en-US"/>
        </a:p>
      </dgm:t>
    </dgm:pt>
    <dgm:pt modelId="{BDC3B0EF-9ECD-4DE1-80D3-5B6095DF6AC0}" type="pres">
      <dgm:prSet presAssocID="{ADB800B2-D896-4926-8591-4D6B70C88E01}" presName="root" presStyleCnt="0">
        <dgm:presLayoutVars>
          <dgm:dir/>
          <dgm:resizeHandles val="exact"/>
        </dgm:presLayoutVars>
      </dgm:prSet>
      <dgm:spPr/>
    </dgm:pt>
    <dgm:pt modelId="{A1C20332-7E4F-4BAC-BF6A-B0F086BF6ECB}" type="pres">
      <dgm:prSet presAssocID="{BE9090CF-3B32-445A-8B96-772702934737}" presName="compNode" presStyleCnt="0"/>
      <dgm:spPr/>
    </dgm:pt>
    <dgm:pt modelId="{EA517BA3-C10C-4590-B7FD-07D012E7CF0E}" type="pres">
      <dgm:prSet presAssocID="{BE9090CF-3B32-445A-8B96-772702934737}" presName="bgRect" presStyleLbl="bgShp" presStyleIdx="0" presStyleCnt="4"/>
      <dgm:spPr/>
    </dgm:pt>
    <dgm:pt modelId="{027CB1E9-F65A-482C-8AEB-C5E009E8D6E9}" type="pres">
      <dgm:prSet presAssocID="{BE9090CF-3B32-445A-8B96-77270293473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3B350A-0B5F-4A70-AC76-D8E2C27CD78E}" type="pres">
      <dgm:prSet presAssocID="{BE9090CF-3B32-445A-8B96-772702934737}" presName="spaceRect" presStyleCnt="0"/>
      <dgm:spPr/>
    </dgm:pt>
    <dgm:pt modelId="{FFB9FC94-1CD3-4EB6-BD6F-EB7FFEAA5AA9}" type="pres">
      <dgm:prSet presAssocID="{BE9090CF-3B32-445A-8B96-772702934737}" presName="parTx" presStyleLbl="revTx" presStyleIdx="0" presStyleCnt="4">
        <dgm:presLayoutVars>
          <dgm:chMax val="0"/>
          <dgm:chPref val="0"/>
        </dgm:presLayoutVars>
      </dgm:prSet>
      <dgm:spPr/>
    </dgm:pt>
    <dgm:pt modelId="{A0025161-1264-49DB-A661-9BF28621BB95}" type="pres">
      <dgm:prSet presAssocID="{BABDD3FF-8D02-46C9-9057-D574E5032736}" presName="sibTrans" presStyleCnt="0"/>
      <dgm:spPr/>
    </dgm:pt>
    <dgm:pt modelId="{5C36B87E-7148-4A22-8988-764CEB2E89CD}" type="pres">
      <dgm:prSet presAssocID="{165623E7-9B0F-489B-8233-4891ABCC10F7}" presName="compNode" presStyleCnt="0"/>
      <dgm:spPr/>
    </dgm:pt>
    <dgm:pt modelId="{A6CB023E-E1B8-435A-922E-13BAC01B4149}" type="pres">
      <dgm:prSet presAssocID="{165623E7-9B0F-489B-8233-4891ABCC10F7}" presName="bgRect" presStyleLbl="bgShp" presStyleIdx="1" presStyleCnt="4"/>
      <dgm:spPr/>
    </dgm:pt>
    <dgm:pt modelId="{DED70E86-B937-4611-AF61-005B90884E5F}" type="pres">
      <dgm:prSet presAssocID="{165623E7-9B0F-489B-8233-4891ABCC10F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11C9002A-D5EA-4C9C-B41B-500CED268B9D}" type="pres">
      <dgm:prSet presAssocID="{165623E7-9B0F-489B-8233-4891ABCC10F7}" presName="spaceRect" presStyleCnt="0"/>
      <dgm:spPr/>
    </dgm:pt>
    <dgm:pt modelId="{419F018C-FD9E-4770-A0DC-2AE0F0F735DE}" type="pres">
      <dgm:prSet presAssocID="{165623E7-9B0F-489B-8233-4891ABCC10F7}" presName="parTx" presStyleLbl="revTx" presStyleIdx="1" presStyleCnt="4">
        <dgm:presLayoutVars>
          <dgm:chMax val="0"/>
          <dgm:chPref val="0"/>
        </dgm:presLayoutVars>
      </dgm:prSet>
      <dgm:spPr/>
    </dgm:pt>
    <dgm:pt modelId="{B9137383-47F8-4F79-A9D9-E60A4769F291}" type="pres">
      <dgm:prSet presAssocID="{14693A05-C71F-4792-94C6-A54AAD88B582}" presName="sibTrans" presStyleCnt="0"/>
      <dgm:spPr/>
    </dgm:pt>
    <dgm:pt modelId="{4B32A3CA-2E6D-477C-A214-9315BAEF34D9}" type="pres">
      <dgm:prSet presAssocID="{B96A5B78-3F71-4341-B3A3-7D3AB1DAABC8}" presName="compNode" presStyleCnt="0"/>
      <dgm:spPr/>
    </dgm:pt>
    <dgm:pt modelId="{9BE4C30D-5334-4CE3-9B30-B74C41D20938}" type="pres">
      <dgm:prSet presAssocID="{B96A5B78-3F71-4341-B3A3-7D3AB1DAABC8}" presName="bgRect" presStyleLbl="bgShp" presStyleIdx="2" presStyleCnt="4"/>
      <dgm:spPr/>
    </dgm:pt>
    <dgm:pt modelId="{178878D2-3914-4508-81EB-8D854133F2F3}" type="pres">
      <dgm:prSet presAssocID="{B96A5B78-3F71-4341-B3A3-7D3AB1DAABC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EC058D2-7DD5-486A-9D90-4B1FA6676AF8}" type="pres">
      <dgm:prSet presAssocID="{B96A5B78-3F71-4341-B3A3-7D3AB1DAABC8}" presName="spaceRect" presStyleCnt="0"/>
      <dgm:spPr/>
    </dgm:pt>
    <dgm:pt modelId="{6826B13D-43C1-47C5-9BD5-850002AF286E}" type="pres">
      <dgm:prSet presAssocID="{B96A5B78-3F71-4341-B3A3-7D3AB1DAABC8}" presName="parTx" presStyleLbl="revTx" presStyleIdx="2" presStyleCnt="4">
        <dgm:presLayoutVars>
          <dgm:chMax val="0"/>
          <dgm:chPref val="0"/>
        </dgm:presLayoutVars>
      </dgm:prSet>
      <dgm:spPr/>
    </dgm:pt>
    <dgm:pt modelId="{74689995-AAD5-4736-A9C8-62A00CB7D165}" type="pres">
      <dgm:prSet presAssocID="{8F393945-CE1A-46A7-AC1C-46EB8B1B1B03}" presName="sibTrans" presStyleCnt="0"/>
      <dgm:spPr/>
    </dgm:pt>
    <dgm:pt modelId="{D5B11242-65AD-481C-8544-EA60F503AB85}" type="pres">
      <dgm:prSet presAssocID="{F87FD88B-AAAA-423C-AB53-FDE3EBD5312C}" presName="compNode" presStyleCnt="0"/>
      <dgm:spPr/>
    </dgm:pt>
    <dgm:pt modelId="{2B03BCAB-BBD3-4F75-990B-EFA90E929F9E}" type="pres">
      <dgm:prSet presAssocID="{F87FD88B-AAAA-423C-AB53-FDE3EBD5312C}" presName="bgRect" presStyleLbl="bgShp" presStyleIdx="3" presStyleCnt="4"/>
      <dgm:spPr/>
    </dgm:pt>
    <dgm:pt modelId="{985372A4-CDAB-4D76-A1A8-CDAF13D4CE24}" type="pres">
      <dgm:prSet presAssocID="{F87FD88B-AAAA-423C-AB53-FDE3EBD5312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8BC4218-1F16-4E66-89AC-10D8AC77A10A}" type="pres">
      <dgm:prSet presAssocID="{F87FD88B-AAAA-423C-AB53-FDE3EBD5312C}" presName="spaceRect" presStyleCnt="0"/>
      <dgm:spPr/>
    </dgm:pt>
    <dgm:pt modelId="{8EEF26BD-C1C4-462E-85D5-AD2652137D3D}" type="pres">
      <dgm:prSet presAssocID="{F87FD88B-AAAA-423C-AB53-FDE3EBD531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315950B-485C-4C3D-8E52-FE8A265928D0}" type="presOf" srcId="{ADB800B2-D896-4926-8591-4D6B70C88E01}" destId="{BDC3B0EF-9ECD-4DE1-80D3-5B6095DF6AC0}" srcOrd="0" destOrd="0" presId="urn:microsoft.com/office/officeart/2018/2/layout/IconVerticalSolidList"/>
    <dgm:cxn modelId="{0E8E8D0F-98CE-4267-B0DD-2B6E8BF0174E}" type="presOf" srcId="{165623E7-9B0F-489B-8233-4891ABCC10F7}" destId="{419F018C-FD9E-4770-A0DC-2AE0F0F735DE}" srcOrd="0" destOrd="0" presId="urn:microsoft.com/office/officeart/2018/2/layout/IconVerticalSolidList"/>
    <dgm:cxn modelId="{939DF11E-3071-47EA-BABF-9C03D62B7F78}" srcId="{ADB800B2-D896-4926-8591-4D6B70C88E01}" destId="{BE9090CF-3B32-445A-8B96-772702934737}" srcOrd="0" destOrd="0" parTransId="{9E1E58F4-D620-42ED-9D71-092F1A2E02EA}" sibTransId="{BABDD3FF-8D02-46C9-9057-D574E5032736}"/>
    <dgm:cxn modelId="{F9349035-1A21-4FE7-A8D4-4C099DE22182}" srcId="{ADB800B2-D896-4926-8591-4D6B70C88E01}" destId="{B96A5B78-3F71-4341-B3A3-7D3AB1DAABC8}" srcOrd="2" destOrd="0" parTransId="{18364044-F819-4009-8409-8C0E303E1B0E}" sibTransId="{8F393945-CE1A-46A7-AC1C-46EB8B1B1B03}"/>
    <dgm:cxn modelId="{E16E1160-2172-4640-B738-840335817A2D}" srcId="{ADB800B2-D896-4926-8591-4D6B70C88E01}" destId="{F87FD88B-AAAA-423C-AB53-FDE3EBD5312C}" srcOrd="3" destOrd="0" parTransId="{20BCCFB9-CD7D-4ACD-A844-219E550AC240}" sibTransId="{6183F0DB-D157-4016-AEF3-15DF034B7D01}"/>
    <dgm:cxn modelId="{DF303B46-A371-4224-89D3-4ADD6B07FA6B}" type="presOf" srcId="{B96A5B78-3F71-4341-B3A3-7D3AB1DAABC8}" destId="{6826B13D-43C1-47C5-9BD5-850002AF286E}" srcOrd="0" destOrd="0" presId="urn:microsoft.com/office/officeart/2018/2/layout/IconVerticalSolidList"/>
    <dgm:cxn modelId="{DCE58CA7-6CC9-4344-9DC4-AF78639FC691}" srcId="{ADB800B2-D896-4926-8591-4D6B70C88E01}" destId="{165623E7-9B0F-489B-8233-4891ABCC10F7}" srcOrd="1" destOrd="0" parTransId="{3CA09125-E947-4176-A37E-603B0B0EFDAC}" sibTransId="{14693A05-C71F-4792-94C6-A54AAD88B582}"/>
    <dgm:cxn modelId="{D4A8A9BC-12FA-4EA6-B94F-4B3C3E8F8822}" type="presOf" srcId="{F87FD88B-AAAA-423C-AB53-FDE3EBD5312C}" destId="{8EEF26BD-C1C4-462E-85D5-AD2652137D3D}" srcOrd="0" destOrd="0" presId="urn:microsoft.com/office/officeart/2018/2/layout/IconVerticalSolidList"/>
    <dgm:cxn modelId="{2C0DA4DC-A82D-4B06-81BC-56E543B18228}" type="presOf" srcId="{BE9090CF-3B32-445A-8B96-772702934737}" destId="{FFB9FC94-1CD3-4EB6-BD6F-EB7FFEAA5AA9}" srcOrd="0" destOrd="0" presId="urn:microsoft.com/office/officeart/2018/2/layout/IconVerticalSolidList"/>
    <dgm:cxn modelId="{5BB960FF-67C3-4A85-9C41-A56BC3813D4C}" type="presParOf" srcId="{BDC3B0EF-9ECD-4DE1-80D3-5B6095DF6AC0}" destId="{A1C20332-7E4F-4BAC-BF6A-B0F086BF6ECB}" srcOrd="0" destOrd="0" presId="urn:microsoft.com/office/officeart/2018/2/layout/IconVerticalSolidList"/>
    <dgm:cxn modelId="{CC9418EB-0213-49F8-AD30-A792E32DCDC1}" type="presParOf" srcId="{A1C20332-7E4F-4BAC-BF6A-B0F086BF6ECB}" destId="{EA517BA3-C10C-4590-B7FD-07D012E7CF0E}" srcOrd="0" destOrd="0" presId="urn:microsoft.com/office/officeart/2018/2/layout/IconVerticalSolidList"/>
    <dgm:cxn modelId="{175554F9-FAFB-4456-A902-E00EF3795F92}" type="presParOf" srcId="{A1C20332-7E4F-4BAC-BF6A-B0F086BF6ECB}" destId="{027CB1E9-F65A-482C-8AEB-C5E009E8D6E9}" srcOrd="1" destOrd="0" presId="urn:microsoft.com/office/officeart/2018/2/layout/IconVerticalSolidList"/>
    <dgm:cxn modelId="{35E4E68B-87CA-4228-A6C7-D032D38F01CF}" type="presParOf" srcId="{A1C20332-7E4F-4BAC-BF6A-B0F086BF6ECB}" destId="{F83B350A-0B5F-4A70-AC76-D8E2C27CD78E}" srcOrd="2" destOrd="0" presId="urn:microsoft.com/office/officeart/2018/2/layout/IconVerticalSolidList"/>
    <dgm:cxn modelId="{33A9C594-23C4-4B44-8942-6633F5C9CD63}" type="presParOf" srcId="{A1C20332-7E4F-4BAC-BF6A-B0F086BF6ECB}" destId="{FFB9FC94-1CD3-4EB6-BD6F-EB7FFEAA5AA9}" srcOrd="3" destOrd="0" presId="urn:microsoft.com/office/officeart/2018/2/layout/IconVerticalSolidList"/>
    <dgm:cxn modelId="{34F8EFE2-67EA-41F6-BDF8-AFBFF5529373}" type="presParOf" srcId="{BDC3B0EF-9ECD-4DE1-80D3-5B6095DF6AC0}" destId="{A0025161-1264-49DB-A661-9BF28621BB95}" srcOrd="1" destOrd="0" presId="urn:microsoft.com/office/officeart/2018/2/layout/IconVerticalSolidList"/>
    <dgm:cxn modelId="{8CDA5EA7-C7C6-4FBA-8B04-B726C3AE2B1A}" type="presParOf" srcId="{BDC3B0EF-9ECD-4DE1-80D3-5B6095DF6AC0}" destId="{5C36B87E-7148-4A22-8988-764CEB2E89CD}" srcOrd="2" destOrd="0" presId="urn:microsoft.com/office/officeart/2018/2/layout/IconVerticalSolidList"/>
    <dgm:cxn modelId="{FD624A87-8EF6-484D-8278-F6541AAE0D9D}" type="presParOf" srcId="{5C36B87E-7148-4A22-8988-764CEB2E89CD}" destId="{A6CB023E-E1B8-435A-922E-13BAC01B4149}" srcOrd="0" destOrd="0" presId="urn:microsoft.com/office/officeart/2018/2/layout/IconVerticalSolidList"/>
    <dgm:cxn modelId="{AF4F09FB-D4B8-423D-BAF1-44DCACECA504}" type="presParOf" srcId="{5C36B87E-7148-4A22-8988-764CEB2E89CD}" destId="{DED70E86-B937-4611-AF61-005B90884E5F}" srcOrd="1" destOrd="0" presId="urn:microsoft.com/office/officeart/2018/2/layout/IconVerticalSolidList"/>
    <dgm:cxn modelId="{06F4D1E8-BB27-427B-8457-CBD8A88C215F}" type="presParOf" srcId="{5C36B87E-7148-4A22-8988-764CEB2E89CD}" destId="{11C9002A-D5EA-4C9C-B41B-500CED268B9D}" srcOrd="2" destOrd="0" presId="urn:microsoft.com/office/officeart/2018/2/layout/IconVerticalSolidList"/>
    <dgm:cxn modelId="{038FA63E-6FE7-413C-93AA-B142E3F83E66}" type="presParOf" srcId="{5C36B87E-7148-4A22-8988-764CEB2E89CD}" destId="{419F018C-FD9E-4770-A0DC-2AE0F0F735DE}" srcOrd="3" destOrd="0" presId="urn:microsoft.com/office/officeart/2018/2/layout/IconVerticalSolidList"/>
    <dgm:cxn modelId="{54C923DC-E488-4FA9-B219-FEE3B76CCE06}" type="presParOf" srcId="{BDC3B0EF-9ECD-4DE1-80D3-5B6095DF6AC0}" destId="{B9137383-47F8-4F79-A9D9-E60A4769F291}" srcOrd="3" destOrd="0" presId="urn:microsoft.com/office/officeart/2018/2/layout/IconVerticalSolidList"/>
    <dgm:cxn modelId="{2A2CE1B6-2136-4553-95CA-FD1AA82C72AC}" type="presParOf" srcId="{BDC3B0EF-9ECD-4DE1-80D3-5B6095DF6AC0}" destId="{4B32A3CA-2E6D-477C-A214-9315BAEF34D9}" srcOrd="4" destOrd="0" presId="urn:microsoft.com/office/officeart/2018/2/layout/IconVerticalSolidList"/>
    <dgm:cxn modelId="{C4F66653-F9FB-4CEE-8A45-4297ADC8C01B}" type="presParOf" srcId="{4B32A3CA-2E6D-477C-A214-9315BAEF34D9}" destId="{9BE4C30D-5334-4CE3-9B30-B74C41D20938}" srcOrd="0" destOrd="0" presId="urn:microsoft.com/office/officeart/2018/2/layout/IconVerticalSolidList"/>
    <dgm:cxn modelId="{D5D9DEBB-CE76-47EC-81A6-F10DFD00AEF2}" type="presParOf" srcId="{4B32A3CA-2E6D-477C-A214-9315BAEF34D9}" destId="{178878D2-3914-4508-81EB-8D854133F2F3}" srcOrd="1" destOrd="0" presId="urn:microsoft.com/office/officeart/2018/2/layout/IconVerticalSolidList"/>
    <dgm:cxn modelId="{1C6F4FB6-B9F2-4172-B750-DF9AC5D85F80}" type="presParOf" srcId="{4B32A3CA-2E6D-477C-A214-9315BAEF34D9}" destId="{7EC058D2-7DD5-486A-9D90-4B1FA6676AF8}" srcOrd="2" destOrd="0" presId="urn:microsoft.com/office/officeart/2018/2/layout/IconVerticalSolidList"/>
    <dgm:cxn modelId="{9CD5A459-DEFD-46D1-9F8A-7BE656181532}" type="presParOf" srcId="{4B32A3CA-2E6D-477C-A214-9315BAEF34D9}" destId="{6826B13D-43C1-47C5-9BD5-850002AF286E}" srcOrd="3" destOrd="0" presId="urn:microsoft.com/office/officeart/2018/2/layout/IconVerticalSolidList"/>
    <dgm:cxn modelId="{9133169C-4382-4B9A-9AD4-F811888B2F19}" type="presParOf" srcId="{BDC3B0EF-9ECD-4DE1-80D3-5B6095DF6AC0}" destId="{74689995-AAD5-4736-A9C8-62A00CB7D165}" srcOrd="5" destOrd="0" presId="urn:microsoft.com/office/officeart/2018/2/layout/IconVerticalSolidList"/>
    <dgm:cxn modelId="{4515D3F5-F2ED-45D9-A45D-4167235A1FD8}" type="presParOf" srcId="{BDC3B0EF-9ECD-4DE1-80D3-5B6095DF6AC0}" destId="{D5B11242-65AD-481C-8544-EA60F503AB85}" srcOrd="6" destOrd="0" presId="urn:microsoft.com/office/officeart/2018/2/layout/IconVerticalSolidList"/>
    <dgm:cxn modelId="{2B0C7C0B-4651-4202-A2AA-26D9ED67853B}" type="presParOf" srcId="{D5B11242-65AD-481C-8544-EA60F503AB85}" destId="{2B03BCAB-BBD3-4F75-990B-EFA90E929F9E}" srcOrd="0" destOrd="0" presId="urn:microsoft.com/office/officeart/2018/2/layout/IconVerticalSolidList"/>
    <dgm:cxn modelId="{8073B28D-9B11-4B83-85EC-9E093EF95112}" type="presParOf" srcId="{D5B11242-65AD-481C-8544-EA60F503AB85}" destId="{985372A4-CDAB-4D76-A1A8-CDAF13D4CE24}" srcOrd="1" destOrd="0" presId="urn:microsoft.com/office/officeart/2018/2/layout/IconVerticalSolidList"/>
    <dgm:cxn modelId="{A175F471-914F-4FD1-AC04-7AFC09A2A4AA}" type="presParOf" srcId="{D5B11242-65AD-481C-8544-EA60F503AB85}" destId="{98BC4218-1F16-4E66-89AC-10D8AC77A10A}" srcOrd="2" destOrd="0" presId="urn:microsoft.com/office/officeart/2018/2/layout/IconVerticalSolidList"/>
    <dgm:cxn modelId="{AFA20254-FA62-44E0-AE67-F6650D2D65E1}" type="presParOf" srcId="{D5B11242-65AD-481C-8544-EA60F503AB85}" destId="{8EEF26BD-C1C4-462E-85D5-AD2652137D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09BBDF0-8FCD-4FA3-8024-70973C987F6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8BE46F-C2C0-40ED-9A0A-88BD0CC06452}">
      <dgm:prSet/>
      <dgm:spPr/>
      <dgm:t>
        <a:bodyPr/>
        <a:lstStyle/>
        <a:p>
          <a:r>
            <a:rPr lang="en-US" b="1" i="0" baseline="0"/>
            <a:t>Security Patch – Corrects vulnerabilities that attackers could exploit</a:t>
          </a:r>
          <a:endParaRPr lang="en-US"/>
        </a:p>
      </dgm:t>
    </dgm:pt>
    <dgm:pt modelId="{D02407A9-2363-459D-BA02-C058713699D4}" type="parTrans" cxnId="{AA3CB06C-131E-4B34-BE29-9C6AD040BA49}">
      <dgm:prSet/>
      <dgm:spPr/>
      <dgm:t>
        <a:bodyPr/>
        <a:lstStyle/>
        <a:p>
          <a:endParaRPr lang="en-US"/>
        </a:p>
      </dgm:t>
    </dgm:pt>
    <dgm:pt modelId="{363C73D4-444D-43DF-90BC-0D896EF3974F}" type="sibTrans" cxnId="{AA3CB06C-131E-4B34-BE29-9C6AD040BA49}">
      <dgm:prSet/>
      <dgm:spPr/>
      <dgm:t>
        <a:bodyPr/>
        <a:lstStyle/>
        <a:p>
          <a:endParaRPr lang="en-US"/>
        </a:p>
      </dgm:t>
    </dgm:pt>
    <dgm:pt modelId="{AD3A6426-068C-489E-8D9C-96E9DD040558}">
      <dgm:prSet/>
      <dgm:spPr/>
      <dgm:t>
        <a:bodyPr/>
        <a:lstStyle/>
        <a:p>
          <a:r>
            <a:rPr lang="en-US" b="1" i="0" baseline="0"/>
            <a:t>Bug Fix Patch – Resolves software defects and unexpected behavior</a:t>
          </a:r>
          <a:endParaRPr lang="en-US"/>
        </a:p>
      </dgm:t>
    </dgm:pt>
    <dgm:pt modelId="{17C6F4EC-92FB-485C-B94F-D87B09DD270A}" type="parTrans" cxnId="{F05D2FF1-52F6-4F3C-8611-483C3F3FA21A}">
      <dgm:prSet/>
      <dgm:spPr/>
      <dgm:t>
        <a:bodyPr/>
        <a:lstStyle/>
        <a:p>
          <a:endParaRPr lang="en-US"/>
        </a:p>
      </dgm:t>
    </dgm:pt>
    <dgm:pt modelId="{139E08B4-7CEB-4060-83C9-5F16D9DA014D}" type="sibTrans" cxnId="{F05D2FF1-52F6-4F3C-8611-483C3F3FA21A}">
      <dgm:prSet/>
      <dgm:spPr/>
      <dgm:t>
        <a:bodyPr/>
        <a:lstStyle/>
        <a:p>
          <a:endParaRPr lang="en-US"/>
        </a:p>
      </dgm:t>
    </dgm:pt>
    <dgm:pt modelId="{F599C8A9-B536-46F3-B14B-EEA5BCAB8170}">
      <dgm:prSet/>
      <dgm:spPr/>
      <dgm:t>
        <a:bodyPr/>
        <a:lstStyle/>
        <a:p>
          <a:r>
            <a:rPr lang="en-US" b="1" i="0" baseline="0"/>
            <a:t>Performance Patch – Improves efficiency and resource utilization</a:t>
          </a:r>
          <a:endParaRPr lang="en-US"/>
        </a:p>
      </dgm:t>
    </dgm:pt>
    <dgm:pt modelId="{260A483D-77EB-4B3E-84BA-B3DF8B097E03}" type="parTrans" cxnId="{CA6697D9-4DFF-40E8-9086-05DB18E3BD0F}">
      <dgm:prSet/>
      <dgm:spPr/>
      <dgm:t>
        <a:bodyPr/>
        <a:lstStyle/>
        <a:p>
          <a:endParaRPr lang="en-US"/>
        </a:p>
      </dgm:t>
    </dgm:pt>
    <dgm:pt modelId="{825D7D99-8CFD-41ED-8F2B-6D0E55D4F819}" type="sibTrans" cxnId="{CA6697D9-4DFF-40E8-9086-05DB18E3BD0F}">
      <dgm:prSet/>
      <dgm:spPr/>
      <dgm:t>
        <a:bodyPr/>
        <a:lstStyle/>
        <a:p>
          <a:endParaRPr lang="en-US"/>
        </a:p>
      </dgm:t>
    </dgm:pt>
    <dgm:pt modelId="{CD276CEC-49B0-40E9-8C20-6C5343AE2B20}">
      <dgm:prSet/>
      <dgm:spPr/>
      <dgm:t>
        <a:bodyPr/>
        <a:lstStyle/>
        <a:p>
          <a:r>
            <a:rPr lang="en-US" b="1" i="0" baseline="0"/>
            <a:t>Compatibility Patch – Improves compatibility with hardware, software, drivers, or technologies</a:t>
          </a:r>
          <a:endParaRPr lang="en-US"/>
        </a:p>
      </dgm:t>
    </dgm:pt>
    <dgm:pt modelId="{A51C0F85-342A-41C7-BBE0-D77AE8927258}" type="parTrans" cxnId="{1193FC32-FDE8-4568-BDE4-4FF72E742EC0}">
      <dgm:prSet/>
      <dgm:spPr/>
      <dgm:t>
        <a:bodyPr/>
        <a:lstStyle/>
        <a:p>
          <a:endParaRPr lang="en-US"/>
        </a:p>
      </dgm:t>
    </dgm:pt>
    <dgm:pt modelId="{F5F3A885-01F7-4357-9104-DFC3CDCA9C76}" type="sibTrans" cxnId="{1193FC32-FDE8-4568-BDE4-4FF72E742EC0}">
      <dgm:prSet/>
      <dgm:spPr/>
      <dgm:t>
        <a:bodyPr/>
        <a:lstStyle/>
        <a:p>
          <a:endParaRPr lang="en-US"/>
        </a:p>
      </dgm:t>
    </dgm:pt>
    <dgm:pt modelId="{9FAFF9AB-930C-4820-BC5E-D182C2E601DC}" type="pres">
      <dgm:prSet presAssocID="{109BBDF0-8FCD-4FA3-8024-70973C987F63}" presName="linear" presStyleCnt="0">
        <dgm:presLayoutVars>
          <dgm:animLvl val="lvl"/>
          <dgm:resizeHandles val="exact"/>
        </dgm:presLayoutVars>
      </dgm:prSet>
      <dgm:spPr/>
    </dgm:pt>
    <dgm:pt modelId="{C880F4A5-2281-4851-A1E5-BA72C78A52EE}" type="pres">
      <dgm:prSet presAssocID="{388BE46F-C2C0-40ED-9A0A-88BD0CC064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16D0CB-11BD-412F-93B7-C5854763A52A}" type="pres">
      <dgm:prSet presAssocID="{363C73D4-444D-43DF-90BC-0D896EF3974F}" presName="spacer" presStyleCnt="0"/>
      <dgm:spPr/>
    </dgm:pt>
    <dgm:pt modelId="{A3CE376B-D36D-45A6-89E6-25D5434B0F02}" type="pres">
      <dgm:prSet presAssocID="{AD3A6426-068C-489E-8D9C-96E9DD0405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016EC2-588F-4813-975E-5E88D317F08C}" type="pres">
      <dgm:prSet presAssocID="{139E08B4-7CEB-4060-83C9-5F16D9DA014D}" presName="spacer" presStyleCnt="0"/>
      <dgm:spPr/>
    </dgm:pt>
    <dgm:pt modelId="{373F6A3B-16DA-41FE-B15D-F33DEEAB446A}" type="pres">
      <dgm:prSet presAssocID="{F599C8A9-B536-46F3-B14B-EEA5BCAB81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B81D07-ABAB-438F-8B09-EDE6DA2E6C20}" type="pres">
      <dgm:prSet presAssocID="{825D7D99-8CFD-41ED-8F2B-6D0E55D4F819}" presName="spacer" presStyleCnt="0"/>
      <dgm:spPr/>
    </dgm:pt>
    <dgm:pt modelId="{AFEAACC8-5A25-48BE-9D44-A3713D3F9A7E}" type="pres">
      <dgm:prSet presAssocID="{CD276CEC-49B0-40E9-8C20-6C5343AE2B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93FC32-FDE8-4568-BDE4-4FF72E742EC0}" srcId="{109BBDF0-8FCD-4FA3-8024-70973C987F63}" destId="{CD276CEC-49B0-40E9-8C20-6C5343AE2B20}" srcOrd="3" destOrd="0" parTransId="{A51C0F85-342A-41C7-BBE0-D77AE8927258}" sibTransId="{F5F3A885-01F7-4357-9104-DFC3CDCA9C76}"/>
    <dgm:cxn modelId="{3C038964-3E44-42B7-8574-85737FFA8C22}" type="presOf" srcId="{109BBDF0-8FCD-4FA3-8024-70973C987F63}" destId="{9FAFF9AB-930C-4820-BC5E-D182C2E601DC}" srcOrd="0" destOrd="0" presId="urn:microsoft.com/office/officeart/2005/8/layout/vList2"/>
    <dgm:cxn modelId="{AA3CB06C-131E-4B34-BE29-9C6AD040BA49}" srcId="{109BBDF0-8FCD-4FA3-8024-70973C987F63}" destId="{388BE46F-C2C0-40ED-9A0A-88BD0CC06452}" srcOrd="0" destOrd="0" parTransId="{D02407A9-2363-459D-BA02-C058713699D4}" sibTransId="{363C73D4-444D-43DF-90BC-0D896EF3974F}"/>
    <dgm:cxn modelId="{27699F74-9C00-4D2A-A5FA-3F54B9E4D701}" type="presOf" srcId="{CD276CEC-49B0-40E9-8C20-6C5343AE2B20}" destId="{AFEAACC8-5A25-48BE-9D44-A3713D3F9A7E}" srcOrd="0" destOrd="0" presId="urn:microsoft.com/office/officeart/2005/8/layout/vList2"/>
    <dgm:cxn modelId="{E8FCB59E-535B-4BCA-8FD2-6DA4E25E86C1}" type="presOf" srcId="{388BE46F-C2C0-40ED-9A0A-88BD0CC06452}" destId="{C880F4A5-2281-4851-A1E5-BA72C78A52EE}" srcOrd="0" destOrd="0" presId="urn:microsoft.com/office/officeart/2005/8/layout/vList2"/>
    <dgm:cxn modelId="{995083C2-8710-414F-8D19-6E8185B297C3}" type="presOf" srcId="{AD3A6426-068C-489E-8D9C-96E9DD040558}" destId="{A3CE376B-D36D-45A6-89E6-25D5434B0F02}" srcOrd="0" destOrd="0" presId="urn:microsoft.com/office/officeart/2005/8/layout/vList2"/>
    <dgm:cxn modelId="{18F5ECC6-1637-40EA-881D-F4B9B859569F}" type="presOf" srcId="{F599C8A9-B536-46F3-B14B-EEA5BCAB8170}" destId="{373F6A3B-16DA-41FE-B15D-F33DEEAB446A}" srcOrd="0" destOrd="0" presId="urn:microsoft.com/office/officeart/2005/8/layout/vList2"/>
    <dgm:cxn modelId="{CA6697D9-4DFF-40E8-9086-05DB18E3BD0F}" srcId="{109BBDF0-8FCD-4FA3-8024-70973C987F63}" destId="{F599C8A9-B536-46F3-B14B-EEA5BCAB8170}" srcOrd="2" destOrd="0" parTransId="{260A483D-77EB-4B3E-84BA-B3DF8B097E03}" sibTransId="{825D7D99-8CFD-41ED-8F2B-6D0E55D4F819}"/>
    <dgm:cxn modelId="{F05D2FF1-52F6-4F3C-8611-483C3F3FA21A}" srcId="{109BBDF0-8FCD-4FA3-8024-70973C987F63}" destId="{AD3A6426-068C-489E-8D9C-96E9DD040558}" srcOrd="1" destOrd="0" parTransId="{17C6F4EC-92FB-485C-B94F-D87B09DD270A}" sibTransId="{139E08B4-7CEB-4060-83C9-5F16D9DA014D}"/>
    <dgm:cxn modelId="{4D04AA69-95EB-4FF5-8325-ABD98C8B75AE}" type="presParOf" srcId="{9FAFF9AB-930C-4820-BC5E-D182C2E601DC}" destId="{C880F4A5-2281-4851-A1E5-BA72C78A52EE}" srcOrd="0" destOrd="0" presId="urn:microsoft.com/office/officeart/2005/8/layout/vList2"/>
    <dgm:cxn modelId="{C9D5AB24-7764-48F9-BD3B-48194B7F6ADD}" type="presParOf" srcId="{9FAFF9AB-930C-4820-BC5E-D182C2E601DC}" destId="{A716D0CB-11BD-412F-93B7-C5854763A52A}" srcOrd="1" destOrd="0" presId="urn:microsoft.com/office/officeart/2005/8/layout/vList2"/>
    <dgm:cxn modelId="{6615D4A9-17ED-471E-8BCC-50AA84711196}" type="presParOf" srcId="{9FAFF9AB-930C-4820-BC5E-D182C2E601DC}" destId="{A3CE376B-D36D-45A6-89E6-25D5434B0F02}" srcOrd="2" destOrd="0" presId="urn:microsoft.com/office/officeart/2005/8/layout/vList2"/>
    <dgm:cxn modelId="{935C0362-ACFD-43EF-8179-7032EB0CBA4D}" type="presParOf" srcId="{9FAFF9AB-930C-4820-BC5E-D182C2E601DC}" destId="{23016EC2-588F-4813-975E-5E88D317F08C}" srcOrd="3" destOrd="0" presId="urn:microsoft.com/office/officeart/2005/8/layout/vList2"/>
    <dgm:cxn modelId="{45875833-7426-47FB-A7F3-1C4E2ECF0638}" type="presParOf" srcId="{9FAFF9AB-930C-4820-BC5E-D182C2E601DC}" destId="{373F6A3B-16DA-41FE-B15D-F33DEEAB446A}" srcOrd="4" destOrd="0" presId="urn:microsoft.com/office/officeart/2005/8/layout/vList2"/>
    <dgm:cxn modelId="{5780E6A1-619C-4AC2-9BF0-3D085472ADA2}" type="presParOf" srcId="{9FAFF9AB-930C-4820-BC5E-D182C2E601DC}" destId="{0BB81D07-ABAB-438F-8B09-EDE6DA2E6C20}" srcOrd="5" destOrd="0" presId="urn:microsoft.com/office/officeart/2005/8/layout/vList2"/>
    <dgm:cxn modelId="{EB95F970-60FA-4734-8DAF-EEB53B8EFEF9}" type="presParOf" srcId="{9FAFF9AB-930C-4820-BC5E-D182C2E601DC}" destId="{AFEAACC8-5A25-48BE-9D44-A3713D3F9A7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B238BEB-1C78-4BFA-9484-584D019481C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C40E969-5549-4455-8F1B-8F8010A25758}">
      <dgm:prSet/>
      <dgm:spPr/>
      <dgm:t>
        <a:bodyPr/>
        <a:lstStyle/>
        <a:p>
          <a:r>
            <a:rPr lang="en-US" b="1" i="0" baseline="0"/>
            <a:t>Critical security patches generally receive the highest priority</a:t>
          </a:r>
          <a:endParaRPr lang="en-US"/>
        </a:p>
      </dgm:t>
    </dgm:pt>
    <dgm:pt modelId="{70CB110D-F565-4B5F-8C41-56CF9478178F}" type="parTrans" cxnId="{8DF85F52-1388-469A-86CE-EE9985E690FA}">
      <dgm:prSet/>
      <dgm:spPr/>
      <dgm:t>
        <a:bodyPr/>
        <a:lstStyle/>
        <a:p>
          <a:endParaRPr lang="en-US"/>
        </a:p>
      </dgm:t>
    </dgm:pt>
    <dgm:pt modelId="{735F2BC8-AF9A-4601-AB2E-8A25715DBF75}" type="sibTrans" cxnId="{8DF85F52-1388-469A-86CE-EE9985E690FA}">
      <dgm:prSet/>
      <dgm:spPr/>
      <dgm:t>
        <a:bodyPr/>
        <a:lstStyle/>
        <a:p>
          <a:endParaRPr lang="en-US"/>
        </a:p>
      </dgm:t>
    </dgm:pt>
    <dgm:pt modelId="{3154AB76-B05A-4F3E-8036-813B104A010E}">
      <dgm:prSet/>
      <dgm:spPr/>
      <dgm:t>
        <a:bodyPr/>
        <a:lstStyle/>
        <a:p>
          <a:r>
            <a:rPr lang="en-US" b="1" i="0" baseline="0"/>
            <a:t>Priority depends on severity, exploitability, business impact, and affected systems</a:t>
          </a:r>
          <a:endParaRPr lang="en-US"/>
        </a:p>
      </dgm:t>
    </dgm:pt>
    <dgm:pt modelId="{C54DBE49-885B-45FB-97C5-B1382653D023}" type="parTrans" cxnId="{77247D95-2A34-4429-A948-781FAB861129}">
      <dgm:prSet/>
      <dgm:spPr/>
      <dgm:t>
        <a:bodyPr/>
        <a:lstStyle/>
        <a:p>
          <a:endParaRPr lang="en-US"/>
        </a:p>
      </dgm:t>
    </dgm:pt>
    <dgm:pt modelId="{DF772C89-769A-4BE2-8A44-B340C24AC4E4}" type="sibTrans" cxnId="{77247D95-2A34-4429-A948-781FAB861129}">
      <dgm:prSet/>
      <dgm:spPr/>
      <dgm:t>
        <a:bodyPr/>
        <a:lstStyle/>
        <a:p>
          <a:endParaRPr lang="en-US"/>
        </a:p>
      </dgm:t>
    </dgm:pt>
    <dgm:pt modelId="{F070426D-B735-4BA8-AFD5-D189C9853F0B}">
      <dgm:prSet/>
      <dgm:spPr/>
      <dgm:t>
        <a:bodyPr/>
        <a:lstStyle/>
        <a:p>
          <a:r>
            <a:rPr lang="en-US" b="1" i="0" baseline="0"/>
            <a:t>Critical Security Patch – Highest urgency</a:t>
          </a:r>
          <a:endParaRPr lang="en-US"/>
        </a:p>
      </dgm:t>
    </dgm:pt>
    <dgm:pt modelId="{74A80297-09A4-4B82-8624-2E1CDD158017}" type="parTrans" cxnId="{31B3A385-17CC-40A3-8E6C-39B99100E36D}">
      <dgm:prSet/>
      <dgm:spPr/>
      <dgm:t>
        <a:bodyPr/>
        <a:lstStyle/>
        <a:p>
          <a:endParaRPr lang="en-US"/>
        </a:p>
      </dgm:t>
    </dgm:pt>
    <dgm:pt modelId="{C31810AB-B2F3-4EE6-BE1D-EE7F4B3512CA}" type="sibTrans" cxnId="{31B3A385-17CC-40A3-8E6C-39B99100E36D}">
      <dgm:prSet/>
      <dgm:spPr/>
      <dgm:t>
        <a:bodyPr/>
        <a:lstStyle/>
        <a:p>
          <a:endParaRPr lang="en-US"/>
        </a:p>
      </dgm:t>
    </dgm:pt>
    <dgm:pt modelId="{2A7F0230-F854-4A95-8B93-257E6E79618E}">
      <dgm:prSet/>
      <dgm:spPr/>
      <dgm:t>
        <a:bodyPr/>
        <a:lstStyle/>
        <a:p>
          <a:r>
            <a:rPr lang="en-US" b="1" i="0" baseline="0"/>
            <a:t>High-Risk Security Patch – High urgency</a:t>
          </a:r>
          <a:endParaRPr lang="en-US"/>
        </a:p>
      </dgm:t>
    </dgm:pt>
    <dgm:pt modelId="{CE683C0D-F828-41EE-9AFF-A6052E3DFDD7}" type="parTrans" cxnId="{62BA4BD2-2712-414C-9E4D-40628699CB03}">
      <dgm:prSet/>
      <dgm:spPr/>
      <dgm:t>
        <a:bodyPr/>
        <a:lstStyle/>
        <a:p>
          <a:endParaRPr lang="en-US"/>
        </a:p>
      </dgm:t>
    </dgm:pt>
    <dgm:pt modelId="{E0F1DEFA-C7C8-4BDD-B7AD-35167B7AB809}" type="sibTrans" cxnId="{62BA4BD2-2712-414C-9E4D-40628699CB03}">
      <dgm:prSet/>
      <dgm:spPr/>
      <dgm:t>
        <a:bodyPr/>
        <a:lstStyle/>
        <a:p>
          <a:endParaRPr lang="en-US"/>
        </a:p>
      </dgm:t>
    </dgm:pt>
    <dgm:pt modelId="{38868AF1-96E5-401C-B531-B0C050E69E93}">
      <dgm:prSet/>
      <dgm:spPr/>
      <dgm:t>
        <a:bodyPr/>
        <a:lstStyle/>
        <a:p>
          <a:r>
            <a:rPr lang="en-US" b="1" i="0" baseline="0"/>
            <a:t>Important Bug Fix – Moderate urgency</a:t>
          </a:r>
          <a:endParaRPr lang="en-US"/>
        </a:p>
      </dgm:t>
    </dgm:pt>
    <dgm:pt modelId="{8E73E144-DFEA-4385-976F-10EB518632F5}" type="parTrans" cxnId="{B39D45BE-47E3-4EDB-A7E6-4DF1BFB93583}">
      <dgm:prSet/>
      <dgm:spPr/>
      <dgm:t>
        <a:bodyPr/>
        <a:lstStyle/>
        <a:p>
          <a:endParaRPr lang="en-US"/>
        </a:p>
      </dgm:t>
    </dgm:pt>
    <dgm:pt modelId="{B2E1B8D7-691A-4233-811A-D60C773DAC75}" type="sibTrans" cxnId="{B39D45BE-47E3-4EDB-A7E6-4DF1BFB93583}">
      <dgm:prSet/>
      <dgm:spPr/>
      <dgm:t>
        <a:bodyPr/>
        <a:lstStyle/>
        <a:p>
          <a:endParaRPr lang="en-US"/>
        </a:p>
      </dgm:t>
    </dgm:pt>
    <dgm:pt modelId="{749B46A1-CD8B-4720-90E6-E867E2E8D92F}">
      <dgm:prSet/>
      <dgm:spPr/>
      <dgm:t>
        <a:bodyPr/>
        <a:lstStyle/>
        <a:p>
          <a:r>
            <a:rPr lang="en-US" b="1" i="0" baseline="0"/>
            <a:t>Performance or Compatibility Update – Priority depends on business need</a:t>
          </a:r>
          <a:endParaRPr lang="en-US"/>
        </a:p>
      </dgm:t>
    </dgm:pt>
    <dgm:pt modelId="{A474BCFF-FDE9-4AAE-A045-430BB2A3F27E}" type="parTrans" cxnId="{721759E9-E18C-410A-A4D8-F8A591072B7B}">
      <dgm:prSet/>
      <dgm:spPr/>
      <dgm:t>
        <a:bodyPr/>
        <a:lstStyle/>
        <a:p>
          <a:endParaRPr lang="en-US"/>
        </a:p>
      </dgm:t>
    </dgm:pt>
    <dgm:pt modelId="{645BFDC9-397F-4EFC-A590-B73360216952}" type="sibTrans" cxnId="{721759E9-E18C-410A-A4D8-F8A591072B7B}">
      <dgm:prSet/>
      <dgm:spPr/>
      <dgm:t>
        <a:bodyPr/>
        <a:lstStyle/>
        <a:p>
          <a:endParaRPr lang="en-US"/>
        </a:p>
      </dgm:t>
    </dgm:pt>
    <dgm:pt modelId="{CD10CD24-DBCC-4E70-BF29-ECB4C83A2EDE}" type="pres">
      <dgm:prSet presAssocID="{4B238BEB-1C78-4BFA-9484-584D019481C8}" presName="vert0" presStyleCnt="0">
        <dgm:presLayoutVars>
          <dgm:dir/>
          <dgm:animOne val="branch"/>
          <dgm:animLvl val="lvl"/>
        </dgm:presLayoutVars>
      </dgm:prSet>
      <dgm:spPr/>
    </dgm:pt>
    <dgm:pt modelId="{EB4EBE93-EF10-4392-A71E-F59CD98115EE}" type="pres">
      <dgm:prSet presAssocID="{FC40E969-5549-4455-8F1B-8F8010A25758}" presName="thickLine" presStyleLbl="alignNode1" presStyleIdx="0" presStyleCnt="6"/>
      <dgm:spPr/>
    </dgm:pt>
    <dgm:pt modelId="{EA2CDF2E-CAE6-48D2-8E71-F96D4A135369}" type="pres">
      <dgm:prSet presAssocID="{FC40E969-5549-4455-8F1B-8F8010A25758}" presName="horz1" presStyleCnt="0"/>
      <dgm:spPr/>
    </dgm:pt>
    <dgm:pt modelId="{B535C55B-90A7-43DE-9849-6BEBDDE1FA8F}" type="pres">
      <dgm:prSet presAssocID="{FC40E969-5549-4455-8F1B-8F8010A25758}" presName="tx1" presStyleLbl="revTx" presStyleIdx="0" presStyleCnt="6"/>
      <dgm:spPr/>
    </dgm:pt>
    <dgm:pt modelId="{164DF4BC-F2BB-4B28-A150-4A259656A879}" type="pres">
      <dgm:prSet presAssocID="{FC40E969-5549-4455-8F1B-8F8010A25758}" presName="vert1" presStyleCnt="0"/>
      <dgm:spPr/>
    </dgm:pt>
    <dgm:pt modelId="{FD22D9FF-384E-4B9A-ACE5-D2BDB0E1EE04}" type="pres">
      <dgm:prSet presAssocID="{3154AB76-B05A-4F3E-8036-813B104A010E}" presName="thickLine" presStyleLbl="alignNode1" presStyleIdx="1" presStyleCnt="6"/>
      <dgm:spPr/>
    </dgm:pt>
    <dgm:pt modelId="{0BE7FCAF-118D-41E7-A5B3-8CF989599810}" type="pres">
      <dgm:prSet presAssocID="{3154AB76-B05A-4F3E-8036-813B104A010E}" presName="horz1" presStyleCnt="0"/>
      <dgm:spPr/>
    </dgm:pt>
    <dgm:pt modelId="{08F4C44E-C95B-4862-96A1-65317FED8D87}" type="pres">
      <dgm:prSet presAssocID="{3154AB76-B05A-4F3E-8036-813B104A010E}" presName="tx1" presStyleLbl="revTx" presStyleIdx="1" presStyleCnt="6"/>
      <dgm:spPr/>
    </dgm:pt>
    <dgm:pt modelId="{D9F2E479-4F8C-42E7-8CA1-8CDC5FB88966}" type="pres">
      <dgm:prSet presAssocID="{3154AB76-B05A-4F3E-8036-813B104A010E}" presName="vert1" presStyleCnt="0"/>
      <dgm:spPr/>
    </dgm:pt>
    <dgm:pt modelId="{36CDA87A-96FB-4A71-8AF2-A1483D377B6D}" type="pres">
      <dgm:prSet presAssocID="{F070426D-B735-4BA8-AFD5-D189C9853F0B}" presName="thickLine" presStyleLbl="alignNode1" presStyleIdx="2" presStyleCnt="6"/>
      <dgm:spPr/>
    </dgm:pt>
    <dgm:pt modelId="{F26DE40B-8E8F-4716-A8A2-0AAECAE5590D}" type="pres">
      <dgm:prSet presAssocID="{F070426D-B735-4BA8-AFD5-D189C9853F0B}" presName="horz1" presStyleCnt="0"/>
      <dgm:spPr/>
    </dgm:pt>
    <dgm:pt modelId="{F44F3D37-C6C0-44BB-A0CD-F8A822B925F0}" type="pres">
      <dgm:prSet presAssocID="{F070426D-B735-4BA8-AFD5-D189C9853F0B}" presName="tx1" presStyleLbl="revTx" presStyleIdx="2" presStyleCnt="6"/>
      <dgm:spPr/>
    </dgm:pt>
    <dgm:pt modelId="{1B8174C0-374A-401C-B380-B44ACEAF3806}" type="pres">
      <dgm:prSet presAssocID="{F070426D-B735-4BA8-AFD5-D189C9853F0B}" presName="vert1" presStyleCnt="0"/>
      <dgm:spPr/>
    </dgm:pt>
    <dgm:pt modelId="{3E6B823D-7820-4E51-BC4B-1407E3D4C49B}" type="pres">
      <dgm:prSet presAssocID="{2A7F0230-F854-4A95-8B93-257E6E79618E}" presName="thickLine" presStyleLbl="alignNode1" presStyleIdx="3" presStyleCnt="6"/>
      <dgm:spPr/>
    </dgm:pt>
    <dgm:pt modelId="{E93227B8-2427-4758-AAB9-D84D5D30E156}" type="pres">
      <dgm:prSet presAssocID="{2A7F0230-F854-4A95-8B93-257E6E79618E}" presName="horz1" presStyleCnt="0"/>
      <dgm:spPr/>
    </dgm:pt>
    <dgm:pt modelId="{CDBD6CCB-BB56-4B71-9C65-D663EAD4F1C0}" type="pres">
      <dgm:prSet presAssocID="{2A7F0230-F854-4A95-8B93-257E6E79618E}" presName="tx1" presStyleLbl="revTx" presStyleIdx="3" presStyleCnt="6"/>
      <dgm:spPr/>
    </dgm:pt>
    <dgm:pt modelId="{9F388B52-D302-468A-9DE8-39F5F7B7393B}" type="pres">
      <dgm:prSet presAssocID="{2A7F0230-F854-4A95-8B93-257E6E79618E}" presName="vert1" presStyleCnt="0"/>
      <dgm:spPr/>
    </dgm:pt>
    <dgm:pt modelId="{DD7C18BD-408B-412D-B372-EAA2210D113C}" type="pres">
      <dgm:prSet presAssocID="{38868AF1-96E5-401C-B531-B0C050E69E93}" presName="thickLine" presStyleLbl="alignNode1" presStyleIdx="4" presStyleCnt="6"/>
      <dgm:spPr/>
    </dgm:pt>
    <dgm:pt modelId="{BF2BD1FB-2C86-4D44-9DBA-34B336787ADC}" type="pres">
      <dgm:prSet presAssocID="{38868AF1-96E5-401C-B531-B0C050E69E93}" presName="horz1" presStyleCnt="0"/>
      <dgm:spPr/>
    </dgm:pt>
    <dgm:pt modelId="{E6593E95-DFF1-45CA-B982-2B8DB5764717}" type="pres">
      <dgm:prSet presAssocID="{38868AF1-96E5-401C-B531-B0C050E69E93}" presName="tx1" presStyleLbl="revTx" presStyleIdx="4" presStyleCnt="6"/>
      <dgm:spPr/>
    </dgm:pt>
    <dgm:pt modelId="{21C4F78E-2232-490E-9926-BD4FD0BA32A2}" type="pres">
      <dgm:prSet presAssocID="{38868AF1-96E5-401C-B531-B0C050E69E93}" presName="vert1" presStyleCnt="0"/>
      <dgm:spPr/>
    </dgm:pt>
    <dgm:pt modelId="{2FEB3CD5-D016-43B6-B106-ACFCABEC77ED}" type="pres">
      <dgm:prSet presAssocID="{749B46A1-CD8B-4720-90E6-E867E2E8D92F}" presName="thickLine" presStyleLbl="alignNode1" presStyleIdx="5" presStyleCnt="6"/>
      <dgm:spPr/>
    </dgm:pt>
    <dgm:pt modelId="{B06CD825-E74C-4113-95BE-F12F5AB0A3D6}" type="pres">
      <dgm:prSet presAssocID="{749B46A1-CD8B-4720-90E6-E867E2E8D92F}" presName="horz1" presStyleCnt="0"/>
      <dgm:spPr/>
    </dgm:pt>
    <dgm:pt modelId="{D6D0CA62-FD36-4091-926F-D8CB349B3EEA}" type="pres">
      <dgm:prSet presAssocID="{749B46A1-CD8B-4720-90E6-E867E2E8D92F}" presName="tx1" presStyleLbl="revTx" presStyleIdx="5" presStyleCnt="6"/>
      <dgm:spPr/>
    </dgm:pt>
    <dgm:pt modelId="{15169677-9D0D-41D2-B8BE-31D7EB3CB887}" type="pres">
      <dgm:prSet presAssocID="{749B46A1-CD8B-4720-90E6-E867E2E8D92F}" presName="vert1" presStyleCnt="0"/>
      <dgm:spPr/>
    </dgm:pt>
  </dgm:ptLst>
  <dgm:cxnLst>
    <dgm:cxn modelId="{8B1F4A38-937C-43A3-8A91-F4499437FBA6}" type="presOf" srcId="{3154AB76-B05A-4F3E-8036-813B104A010E}" destId="{08F4C44E-C95B-4862-96A1-65317FED8D87}" srcOrd="0" destOrd="0" presId="urn:microsoft.com/office/officeart/2008/layout/LinedList"/>
    <dgm:cxn modelId="{8DF85F52-1388-469A-86CE-EE9985E690FA}" srcId="{4B238BEB-1C78-4BFA-9484-584D019481C8}" destId="{FC40E969-5549-4455-8F1B-8F8010A25758}" srcOrd="0" destOrd="0" parTransId="{70CB110D-F565-4B5F-8C41-56CF9478178F}" sibTransId="{735F2BC8-AF9A-4601-AB2E-8A25715DBF75}"/>
    <dgm:cxn modelId="{5FF4C87D-564C-43E0-B655-75C5F793F2D1}" type="presOf" srcId="{38868AF1-96E5-401C-B531-B0C050E69E93}" destId="{E6593E95-DFF1-45CA-B982-2B8DB5764717}" srcOrd="0" destOrd="0" presId="urn:microsoft.com/office/officeart/2008/layout/LinedList"/>
    <dgm:cxn modelId="{31B3A385-17CC-40A3-8E6C-39B99100E36D}" srcId="{4B238BEB-1C78-4BFA-9484-584D019481C8}" destId="{F070426D-B735-4BA8-AFD5-D189C9853F0B}" srcOrd="2" destOrd="0" parTransId="{74A80297-09A4-4B82-8624-2E1CDD158017}" sibTransId="{C31810AB-B2F3-4EE6-BE1D-EE7F4B3512CA}"/>
    <dgm:cxn modelId="{77247D95-2A34-4429-A948-781FAB861129}" srcId="{4B238BEB-1C78-4BFA-9484-584D019481C8}" destId="{3154AB76-B05A-4F3E-8036-813B104A010E}" srcOrd="1" destOrd="0" parTransId="{C54DBE49-885B-45FB-97C5-B1382653D023}" sibTransId="{DF772C89-769A-4BE2-8A44-B340C24AC4E4}"/>
    <dgm:cxn modelId="{B94FF6A7-0D0B-43CB-9AC6-E2A03D52A1E1}" type="presOf" srcId="{4B238BEB-1C78-4BFA-9484-584D019481C8}" destId="{CD10CD24-DBCC-4E70-BF29-ECB4C83A2EDE}" srcOrd="0" destOrd="0" presId="urn:microsoft.com/office/officeart/2008/layout/LinedList"/>
    <dgm:cxn modelId="{BB043DBE-CC0D-4968-A576-639F085082A7}" type="presOf" srcId="{F070426D-B735-4BA8-AFD5-D189C9853F0B}" destId="{F44F3D37-C6C0-44BB-A0CD-F8A822B925F0}" srcOrd="0" destOrd="0" presId="urn:microsoft.com/office/officeart/2008/layout/LinedList"/>
    <dgm:cxn modelId="{B39D45BE-47E3-4EDB-A7E6-4DF1BFB93583}" srcId="{4B238BEB-1C78-4BFA-9484-584D019481C8}" destId="{38868AF1-96E5-401C-B531-B0C050E69E93}" srcOrd="4" destOrd="0" parTransId="{8E73E144-DFEA-4385-976F-10EB518632F5}" sibTransId="{B2E1B8D7-691A-4233-811A-D60C773DAC75}"/>
    <dgm:cxn modelId="{210F1FD1-4A08-45EB-91A4-436D926D1B8F}" type="presOf" srcId="{2A7F0230-F854-4A95-8B93-257E6E79618E}" destId="{CDBD6CCB-BB56-4B71-9C65-D663EAD4F1C0}" srcOrd="0" destOrd="0" presId="urn:microsoft.com/office/officeart/2008/layout/LinedList"/>
    <dgm:cxn modelId="{62BA4BD2-2712-414C-9E4D-40628699CB03}" srcId="{4B238BEB-1C78-4BFA-9484-584D019481C8}" destId="{2A7F0230-F854-4A95-8B93-257E6E79618E}" srcOrd="3" destOrd="0" parTransId="{CE683C0D-F828-41EE-9AFF-A6052E3DFDD7}" sibTransId="{E0F1DEFA-C7C8-4BDD-B7AD-35167B7AB809}"/>
    <dgm:cxn modelId="{721759E9-E18C-410A-A4D8-F8A591072B7B}" srcId="{4B238BEB-1C78-4BFA-9484-584D019481C8}" destId="{749B46A1-CD8B-4720-90E6-E867E2E8D92F}" srcOrd="5" destOrd="0" parTransId="{A474BCFF-FDE9-4AAE-A045-430BB2A3F27E}" sibTransId="{645BFDC9-397F-4EFC-A590-B73360216952}"/>
    <dgm:cxn modelId="{D5C2FCF1-C54E-4A77-B009-1DD87379D774}" type="presOf" srcId="{749B46A1-CD8B-4720-90E6-E867E2E8D92F}" destId="{D6D0CA62-FD36-4091-926F-D8CB349B3EEA}" srcOrd="0" destOrd="0" presId="urn:microsoft.com/office/officeart/2008/layout/LinedList"/>
    <dgm:cxn modelId="{721A8FF2-050B-45DA-8BE9-53DC169607FB}" type="presOf" srcId="{FC40E969-5549-4455-8F1B-8F8010A25758}" destId="{B535C55B-90A7-43DE-9849-6BEBDDE1FA8F}" srcOrd="0" destOrd="0" presId="urn:microsoft.com/office/officeart/2008/layout/LinedList"/>
    <dgm:cxn modelId="{DC13D9BF-E770-430C-BABB-795AA9772DFB}" type="presParOf" srcId="{CD10CD24-DBCC-4E70-BF29-ECB4C83A2EDE}" destId="{EB4EBE93-EF10-4392-A71E-F59CD98115EE}" srcOrd="0" destOrd="0" presId="urn:microsoft.com/office/officeart/2008/layout/LinedList"/>
    <dgm:cxn modelId="{95B962F0-2672-440F-9D5B-18DA31C6AEAE}" type="presParOf" srcId="{CD10CD24-DBCC-4E70-BF29-ECB4C83A2EDE}" destId="{EA2CDF2E-CAE6-48D2-8E71-F96D4A135369}" srcOrd="1" destOrd="0" presId="urn:microsoft.com/office/officeart/2008/layout/LinedList"/>
    <dgm:cxn modelId="{03F4FE38-D5B0-4574-AB74-46B43374E3F7}" type="presParOf" srcId="{EA2CDF2E-CAE6-48D2-8E71-F96D4A135369}" destId="{B535C55B-90A7-43DE-9849-6BEBDDE1FA8F}" srcOrd="0" destOrd="0" presId="urn:microsoft.com/office/officeart/2008/layout/LinedList"/>
    <dgm:cxn modelId="{FAA6AD27-CD73-4859-AFC5-C4B6E5D79C2B}" type="presParOf" srcId="{EA2CDF2E-CAE6-48D2-8E71-F96D4A135369}" destId="{164DF4BC-F2BB-4B28-A150-4A259656A879}" srcOrd="1" destOrd="0" presId="urn:microsoft.com/office/officeart/2008/layout/LinedList"/>
    <dgm:cxn modelId="{EBCD8C31-67EB-4C18-992D-FA40FBDDFC79}" type="presParOf" srcId="{CD10CD24-DBCC-4E70-BF29-ECB4C83A2EDE}" destId="{FD22D9FF-384E-4B9A-ACE5-D2BDB0E1EE04}" srcOrd="2" destOrd="0" presId="urn:microsoft.com/office/officeart/2008/layout/LinedList"/>
    <dgm:cxn modelId="{829FA3C8-D11F-4386-BD40-59B9DF6674DC}" type="presParOf" srcId="{CD10CD24-DBCC-4E70-BF29-ECB4C83A2EDE}" destId="{0BE7FCAF-118D-41E7-A5B3-8CF989599810}" srcOrd="3" destOrd="0" presId="urn:microsoft.com/office/officeart/2008/layout/LinedList"/>
    <dgm:cxn modelId="{14D9B276-08A2-409E-9880-52F3F0DCF0A2}" type="presParOf" srcId="{0BE7FCAF-118D-41E7-A5B3-8CF989599810}" destId="{08F4C44E-C95B-4862-96A1-65317FED8D87}" srcOrd="0" destOrd="0" presId="urn:microsoft.com/office/officeart/2008/layout/LinedList"/>
    <dgm:cxn modelId="{DED5B581-5139-4E39-BB9E-AC15CF989CD9}" type="presParOf" srcId="{0BE7FCAF-118D-41E7-A5B3-8CF989599810}" destId="{D9F2E479-4F8C-42E7-8CA1-8CDC5FB88966}" srcOrd="1" destOrd="0" presId="urn:microsoft.com/office/officeart/2008/layout/LinedList"/>
    <dgm:cxn modelId="{EFE0675E-3C09-4643-BE8C-1834FCD8AF04}" type="presParOf" srcId="{CD10CD24-DBCC-4E70-BF29-ECB4C83A2EDE}" destId="{36CDA87A-96FB-4A71-8AF2-A1483D377B6D}" srcOrd="4" destOrd="0" presId="urn:microsoft.com/office/officeart/2008/layout/LinedList"/>
    <dgm:cxn modelId="{B702DCC0-A2AB-4ECD-9CDC-B0AFD2C0D79F}" type="presParOf" srcId="{CD10CD24-DBCC-4E70-BF29-ECB4C83A2EDE}" destId="{F26DE40B-8E8F-4716-A8A2-0AAECAE5590D}" srcOrd="5" destOrd="0" presId="urn:microsoft.com/office/officeart/2008/layout/LinedList"/>
    <dgm:cxn modelId="{F59562B4-F8B9-403F-9270-5EBA0516C23D}" type="presParOf" srcId="{F26DE40B-8E8F-4716-A8A2-0AAECAE5590D}" destId="{F44F3D37-C6C0-44BB-A0CD-F8A822B925F0}" srcOrd="0" destOrd="0" presId="urn:microsoft.com/office/officeart/2008/layout/LinedList"/>
    <dgm:cxn modelId="{C2E4F910-CD20-4BEC-B945-851C7EDA0B13}" type="presParOf" srcId="{F26DE40B-8E8F-4716-A8A2-0AAECAE5590D}" destId="{1B8174C0-374A-401C-B380-B44ACEAF3806}" srcOrd="1" destOrd="0" presId="urn:microsoft.com/office/officeart/2008/layout/LinedList"/>
    <dgm:cxn modelId="{D9374496-ADD1-4845-B182-AF5F26716CC9}" type="presParOf" srcId="{CD10CD24-DBCC-4E70-BF29-ECB4C83A2EDE}" destId="{3E6B823D-7820-4E51-BC4B-1407E3D4C49B}" srcOrd="6" destOrd="0" presId="urn:microsoft.com/office/officeart/2008/layout/LinedList"/>
    <dgm:cxn modelId="{9AE190EE-3CD1-4930-872B-33688CC3E66F}" type="presParOf" srcId="{CD10CD24-DBCC-4E70-BF29-ECB4C83A2EDE}" destId="{E93227B8-2427-4758-AAB9-D84D5D30E156}" srcOrd="7" destOrd="0" presId="urn:microsoft.com/office/officeart/2008/layout/LinedList"/>
    <dgm:cxn modelId="{01E8314F-6F74-4671-8DDB-5D6E038B9CFF}" type="presParOf" srcId="{E93227B8-2427-4758-AAB9-D84D5D30E156}" destId="{CDBD6CCB-BB56-4B71-9C65-D663EAD4F1C0}" srcOrd="0" destOrd="0" presId="urn:microsoft.com/office/officeart/2008/layout/LinedList"/>
    <dgm:cxn modelId="{59AC9AE1-2A84-418F-90B7-E2A6095A411B}" type="presParOf" srcId="{E93227B8-2427-4758-AAB9-D84D5D30E156}" destId="{9F388B52-D302-468A-9DE8-39F5F7B7393B}" srcOrd="1" destOrd="0" presId="urn:microsoft.com/office/officeart/2008/layout/LinedList"/>
    <dgm:cxn modelId="{7FF3A194-F86F-49CC-96BB-F66CEAF7090F}" type="presParOf" srcId="{CD10CD24-DBCC-4E70-BF29-ECB4C83A2EDE}" destId="{DD7C18BD-408B-412D-B372-EAA2210D113C}" srcOrd="8" destOrd="0" presId="urn:microsoft.com/office/officeart/2008/layout/LinedList"/>
    <dgm:cxn modelId="{CF41BB6A-FF36-4396-A176-D7CAD66A47F0}" type="presParOf" srcId="{CD10CD24-DBCC-4E70-BF29-ECB4C83A2EDE}" destId="{BF2BD1FB-2C86-4D44-9DBA-34B336787ADC}" srcOrd="9" destOrd="0" presId="urn:microsoft.com/office/officeart/2008/layout/LinedList"/>
    <dgm:cxn modelId="{74B256A9-63E5-4A20-930A-62170C2502FB}" type="presParOf" srcId="{BF2BD1FB-2C86-4D44-9DBA-34B336787ADC}" destId="{E6593E95-DFF1-45CA-B982-2B8DB5764717}" srcOrd="0" destOrd="0" presId="urn:microsoft.com/office/officeart/2008/layout/LinedList"/>
    <dgm:cxn modelId="{5405DDF4-0CE4-486D-B582-0DC6455AE3FB}" type="presParOf" srcId="{BF2BD1FB-2C86-4D44-9DBA-34B336787ADC}" destId="{21C4F78E-2232-490E-9926-BD4FD0BA32A2}" srcOrd="1" destOrd="0" presId="urn:microsoft.com/office/officeart/2008/layout/LinedList"/>
    <dgm:cxn modelId="{8713867D-559C-435B-B1A4-8AE693AABC68}" type="presParOf" srcId="{CD10CD24-DBCC-4E70-BF29-ECB4C83A2EDE}" destId="{2FEB3CD5-D016-43B6-B106-ACFCABEC77ED}" srcOrd="10" destOrd="0" presId="urn:microsoft.com/office/officeart/2008/layout/LinedList"/>
    <dgm:cxn modelId="{83E07BEF-64A1-448B-AA26-4937C73F68BC}" type="presParOf" srcId="{CD10CD24-DBCC-4E70-BF29-ECB4C83A2EDE}" destId="{B06CD825-E74C-4113-95BE-F12F5AB0A3D6}" srcOrd="11" destOrd="0" presId="urn:microsoft.com/office/officeart/2008/layout/LinedList"/>
    <dgm:cxn modelId="{6CFAC8F9-EFC7-4321-9A1C-18FBB51C49C8}" type="presParOf" srcId="{B06CD825-E74C-4113-95BE-F12F5AB0A3D6}" destId="{D6D0CA62-FD36-4091-926F-D8CB349B3EEA}" srcOrd="0" destOrd="0" presId="urn:microsoft.com/office/officeart/2008/layout/LinedList"/>
    <dgm:cxn modelId="{F31A2CA9-1B2F-4E6B-BFD5-A9E2C2D8AD83}" type="presParOf" srcId="{B06CD825-E74C-4113-95BE-F12F5AB0A3D6}" destId="{15169677-9D0D-41D2-B8BE-31D7EB3CB8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756231A-EAA7-419D-A979-DFFA6EF00C4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7BD22F-D1AC-44B7-A27C-F2B722C03526}">
      <dgm:prSet/>
      <dgm:spPr/>
      <dgm:t>
        <a:bodyPr/>
        <a:lstStyle/>
        <a:p>
          <a:r>
            <a:rPr lang="en-US"/>
            <a:t>Step 1</a:t>
          </a:r>
        </a:p>
      </dgm:t>
    </dgm:pt>
    <dgm:pt modelId="{F1AAF3B4-D8A4-4967-A489-E42A6AD5CC28}" type="parTrans" cxnId="{6CF1773B-6D56-48E9-B5D6-32BA17506A4D}">
      <dgm:prSet/>
      <dgm:spPr/>
      <dgm:t>
        <a:bodyPr/>
        <a:lstStyle/>
        <a:p>
          <a:endParaRPr lang="en-US"/>
        </a:p>
      </dgm:t>
    </dgm:pt>
    <dgm:pt modelId="{F322C702-DD1B-419D-9386-C3A0B5F31D76}" type="sibTrans" cxnId="{6CF1773B-6D56-48E9-B5D6-32BA17506A4D}">
      <dgm:prSet/>
      <dgm:spPr/>
      <dgm:t>
        <a:bodyPr/>
        <a:lstStyle/>
        <a:p>
          <a:endParaRPr lang="en-US"/>
        </a:p>
      </dgm:t>
    </dgm:pt>
    <dgm:pt modelId="{7A23ADC4-57C5-4C29-9679-0DA557639F60}">
      <dgm:prSet/>
      <dgm:spPr/>
      <dgm:t>
        <a:bodyPr/>
        <a:lstStyle/>
        <a:p>
          <a:r>
            <a:rPr lang="en-US"/>
            <a:t>Identify Available Patches</a:t>
          </a:r>
        </a:p>
      </dgm:t>
    </dgm:pt>
    <dgm:pt modelId="{C80C6557-B1FF-4BF3-AE18-DDC57FD19732}" type="parTrans" cxnId="{0B5B4DFD-32C8-428F-8739-4CD272B168E0}">
      <dgm:prSet/>
      <dgm:spPr/>
      <dgm:t>
        <a:bodyPr/>
        <a:lstStyle/>
        <a:p>
          <a:endParaRPr lang="en-US"/>
        </a:p>
      </dgm:t>
    </dgm:pt>
    <dgm:pt modelId="{A01143F1-936A-4597-8334-D5FEB39F64E9}" type="sibTrans" cxnId="{0B5B4DFD-32C8-428F-8739-4CD272B168E0}">
      <dgm:prSet/>
      <dgm:spPr/>
      <dgm:t>
        <a:bodyPr/>
        <a:lstStyle/>
        <a:p>
          <a:endParaRPr lang="en-US"/>
        </a:p>
      </dgm:t>
    </dgm:pt>
    <dgm:pt modelId="{790D4A43-9057-4087-B3E6-D23B801C0A71}">
      <dgm:prSet/>
      <dgm:spPr/>
      <dgm:t>
        <a:bodyPr/>
        <a:lstStyle/>
        <a:p>
          <a:r>
            <a:rPr lang="en-US"/>
            <a:t>Step 2</a:t>
          </a:r>
        </a:p>
      </dgm:t>
    </dgm:pt>
    <dgm:pt modelId="{ED8E56B2-AAE3-421D-AB97-6D010C876338}" type="parTrans" cxnId="{7199F37C-1383-41C0-A3C6-48EAB70260CF}">
      <dgm:prSet/>
      <dgm:spPr/>
      <dgm:t>
        <a:bodyPr/>
        <a:lstStyle/>
        <a:p>
          <a:endParaRPr lang="en-US"/>
        </a:p>
      </dgm:t>
    </dgm:pt>
    <dgm:pt modelId="{DBAEF3F7-4579-452A-B831-261DE40DD779}" type="sibTrans" cxnId="{7199F37C-1383-41C0-A3C6-48EAB70260CF}">
      <dgm:prSet/>
      <dgm:spPr/>
      <dgm:t>
        <a:bodyPr/>
        <a:lstStyle/>
        <a:p>
          <a:endParaRPr lang="en-US"/>
        </a:p>
      </dgm:t>
    </dgm:pt>
    <dgm:pt modelId="{CF68E890-DB65-4AED-9DFB-88DA3C31A3B2}">
      <dgm:prSet/>
      <dgm:spPr/>
      <dgm:t>
        <a:bodyPr/>
        <a:lstStyle/>
        <a:p>
          <a:r>
            <a:rPr lang="en-US"/>
            <a:t>Evaluate the Patch</a:t>
          </a:r>
        </a:p>
      </dgm:t>
    </dgm:pt>
    <dgm:pt modelId="{8CE5DB31-2725-446F-9B1C-0F41C8E101F0}" type="parTrans" cxnId="{C90B7E49-A23E-49A8-87C6-CABE6B50CFA1}">
      <dgm:prSet/>
      <dgm:spPr/>
      <dgm:t>
        <a:bodyPr/>
        <a:lstStyle/>
        <a:p>
          <a:endParaRPr lang="en-US"/>
        </a:p>
      </dgm:t>
    </dgm:pt>
    <dgm:pt modelId="{0CB12D56-3CAB-4AEC-930B-147467FC5DA2}" type="sibTrans" cxnId="{C90B7E49-A23E-49A8-87C6-CABE6B50CFA1}">
      <dgm:prSet/>
      <dgm:spPr/>
      <dgm:t>
        <a:bodyPr/>
        <a:lstStyle/>
        <a:p>
          <a:endParaRPr lang="en-US"/>
        </a:p>
      </dgm:t>
    </dgm:pt>
    <dgm:pt modelId="{6A518A6D-C92F-47E7-BB1F-F941E2D4ECFB}">
      <dgm:prSet/>
      <dgm:spPr/>
      <dgm:t>
        <a:bodyPr/>
        <a:lstStyle/>
        <a:p>
          <a:r>
            <a:rPr lang="en-US"/>
            <a:t>Step 3</a:t>
          </a:r>
        </a:p>
      </dgm:t>
    </dgm:pt>
    <dgm:pt modelId="{AFE06E8B-AB56-449E-97FC-B1D12C5A2C0B}" type="parTrans" cxnId="{24F11266-E279-4AD8-A9C1-C7B3DC1A4366}">
      <dgm:prSet/>
      <dgm:spPr/>
      <dgm:t>
        <a:bodyPr/>
        <a:lstStyle/>
        <a:p>
          <a:endParaRPr lang="en-US"/>
        </a:p>
      </dgm:t>
    </dgm:pt>
    <dgm:pt modelId="{FA3ED0F5-3DA3-4F6B-A8BD-3694C02AA845}" type="sibTrans" cxnId="{24F11266-E279-4AD8-A9C1-C7B3DC1A4366}">
      <dgm:prSet/>
      <dgm:spPr/>
      <dgm:t>
        <a:bodyPr/>
        <a:lstStyle/>
        <a:p>
          <a:endParaRPr lang="en-US"/>
        </a:p>
      </dgm:t>
    </dgm:pt>
    <dgm:pt modelId="{A86C5140-DBB4-4B2A-AA87-D01CFBBCF72E}">
      <dgm:prSet/>
      <dgm:spPr/>
      <dgm:t>
        <a:bodyPr/>
        <a:lstStyle/>
        <a:p>
          <a:r>
            <a:rPr lang="en-US"/>
            <a:t>Test the Patch</a:t>
          </a:r>
        </a:p>
      </dgm:t>
    </dgm:pt>
    <dgm:pt modelId="{F28B52D3-53A1-4193-99D3-623D396DEB89}" type="parTrans" cxnId="{ADECEF68-93E8-46C6-A628-EDECA5E069BC}">
      <dgm:prSet/>
      <dgm:spPr/>
      <dgm:t>
        <a:bodyPr/>
        <a:lstStyle/>
        <a:p>
          <a:endParaRPr lang="en-US"/>
        </a:p>
      </dgm:t>
    </dgm:pt>
    <dgm:pt modelId="{73C288B0-1F7C-4DDB-8AD0-23095215BC05}" type="sibTrans" cxnId="{ADECEF68-93E8-46C6-A628-EDECA5E069BC}">
      <dgm:prSet/>
      <dgm:spPr/>
      <dgm:t>
        <a:bodyPr/>
        <a:lstStyle/>
        <a:p>
          <a:endParaRPr lang="en-US"/>
        </a:p>
      </dgm:t>
    </dgm:pt>
    <dgm:pt modelId="{582A1903-B4B5-41B2-8D8A-AB3218362393}">
      <dgm:prSet/>
      <dgm:spPr/>
      <dgm:t>
        <a:bodyPr/>
        <a:lstStyle/>
        <a:p>
          <a:r>
            <a:rPr lang="en-US"/>
            <a:t>Step 4</a:t>
          </a:r>
        </a:p>
      </dgm:t>
    </dgm:pt>
    <dgm:pt modelId="{CB1A853C-F626-4B26-A61B-610BC8AF45A5}" type="parTrans" cxnId="{7355BB95-3943-47A3-8BD7-B2547351E978}">
      <dgm:prSet/>
      <dgm:spPr/>
      <dgm:t>
        <a:bodyPr/>
        <a:lstStyle/>
        <a:p>
          <a:endParaRPr lang="en-US"/>
        </a:p>
      </dgm:t>
    </dgm:pt>
    <dgm:pt modelId="{7CF8B529-64D0-4AE2-80E6-67D2BFEDA218}" type="sibTrans" cxnId="{7355BB95-3943-47A3-8BD7-B2547351E978}">
      <dgm:prSet/>
      <dgm:spPr/>
      <dgm:t>
        <a:bodyPr/>
        <a:lstStyle/>
        <a:p>
          <a:endParaRPr lang="en-US"/>
        </a:p>
      </dgm:t>
    </dgm:pt>
    <dgm:pt modelId="{AD9B8F5A-D746-434F-831C-CBD74C8C8D44}">
      <dgm:prSet/>
      <dgm:spPr/>
      <dgm:t>
        <a:bodyPr/>
        <a:lstStyle/>
        <a:p>
          <a:r>
            <a:rPr lang="en-US"/>
            <a:t>Schedule Deployment</a:t>
          </a:r>
        </a:p>
      </dgm:t>
    </dgm:pt>
    <dgm:pt modelId="{A6C333AE-F390-4D24-B8D9-C28389FCB2C7}" type="parTrans" cxnId="{CA0B46EA-E5B9-496D-A0B5-B5F6BD169054}">
      <dgm:prSet/>
      <dgm:spPr/>
      <dgm:t>
        <a:bodyPr/>
        <a:lstStyle/>
        <a:p>
          <a:endParaRPr lang="en-US"/>
        </a:p>
      </dgm:t>
    </dgm:pt>
    <dgm:pt modelId="{D36B0DEA-1607-4CF2-B0D8-AEC175340A16}" type="sibTrans" cxnId="{CA0B46EA-E5B9-496D-A0B5-B5F6BD169054}">
      <dgm:prSet/>
      <dgm:spPr/>
      <dgm:t>
        <a:bodyPr/>
        <a:lstStyle/>
        <a:p>
          <a:endParaRPr lang="en-US"/>
        </a:p>
      </dgm:t>
    </dgm:pt>
    <dgm:pt modelId="{15EEAAFA-D69E-4173-8250-7AAE5C54B0DD}">
      <dgm:prSet/>
      <dgm:spPr/>
      <dgm:t>
        <a:bodyPr/>
        <a:lstStyle/>
        <a:p>
          <a:r>
            <a:rPr lang="en-US"/>
            <a:t>Step 5</a:t>
          </a:r>
        </a:p>
      </dgm:t>
    </dgm:pt>
    <dgm:pt modelId="{D0CE47FC-5035-4970-82CA-FB2B90B391ED}" type="parTrans" cxnId="{19F13631-34B7-4CDF-AC17-A0384BB6258A}">
      <dgm:prSet/>
      <dgm:spPr/>
      <dgm:t>
        <a:bodyPr/>
        <a:lstStyle/>
        <a:p>
          <a:endParaRPr lang="en-US"/>
        </a:p>
      </dgm:t>
    </dgm:pt>
    <dgm:pt modelId="{13D43DFF-82D4-4AA7-8703-52CB1D7798CB}" type="sibTrans" cxnId="{19F13631-34B7-4CDF-AC17-A0384BB6258A}">
      <dgm:prSet/>
      <dgm:spPr/>
      <dgm:t>
        <a:bodyPr/>
        <a:lstStyle/>
        <a:p>
          <a:endParaRPr lang="en-US"/>
        </a:p>
      </dgm:t>
    </dgm:pt>
    <dgm:pt modelId="{B94423F9-006E-45FF-A862-E08C5F179DAB}">
      <dgm:prSet/>
      <dgm:spPr/>
      <dgm:t>
        <a:bodyPr/>
        <a:lstStyle/>
        <a:p>
          <a:r>
            <a:rPr lang="en-US"/>
            <a:t>Install the Patch</a:t>
          </a:r>
        </a:p>
      </dgm:t>
    </dgm:pt>
    <dgm:pt modelId="{B7ECCDDD-FA59-4015-8F0A-08668B545AAB}" type="parTrans" cxnId="{1DFBC3F5-0D8B-4040-8A8B-4EBBF8A2032A}">
      <dgm:prSet/>
      <dgm:spPr/>
      <dgm:t>
        <a:bodyPr/>
        <a:lstStyle/>
        <a:p>
          <a:endParaRPr lang="en-US"/>
        </a:p>
      </dgm:t>
    </dgm:pt>
    <dgm:pt modelId="{C522329C-8B7E-4BB5-B3B2-A1220CEC1233}" type="sibTrans" cxnId="{1DFBC3F5-0D8B-4040-8A8B-4EBBF8A2032A}">
      <dgm:prSet/>
      <dgm:spPr/>
      <dgm:t>
        <a:bodyPr/>
        <a:lstStyle/>
        <a:p>
          <a:endParaRPr lang="en-US"/>
        </a:p>
      </dgm:t>
    </dgm:pt>
    <dgm:pt modelId="{096C4906-2F96-4345-A892-0E92E4062AB0}">
      <dgm:prSet/>
      <dgm:spPr/>
      <dgm:t>
        <a:bodyPr/>
        <a:lstStyle/>
        <a:p>
          <a:r>
            <a:rPr lang="en-US"/>
            <a:t>Step 6</a:t>
          </a:r>
        </a:p>
      </dgm:t>
    </dgm:pt>
    <dgm:pt modelId="{FA1B7512-EA14-4D6A-8F70-737B7CD538F6}" type="parTrans" cxnId="{A9308B2F-996C-47F5-BB84-7F4C189A33FB}">
      <dgm:prSet/>
      <dgm:spPr/>
      <dgm:t>
        <a:bodyPr/>
        <a:lstStyle/>
        <a:p>
          <a:endParaRPr lang="en-US"/>
        </a:p>
      </dgm:t>
    </dgm:pt>
    <dgm:pt modelId="{1A86C9F0-E86E-44AC-8DE4-8F12EF75AE95}" type="sibTrans" cxnId="{A9308B2F-996C-47F5-BB84-7F4C189A33FB}">
      <dgm:prSet/>
      <dgm:spPr/>
      <dgm:t>
        <a:bodyPr/>
        <a:lstStyle/>
        <a:p>
          <a:endParaRPr lang="en-US"/>
        </a:p>
      </dgm:t>
    </dgm:pt>
    <dgm:pt modelId="{3DAAF61A-1CC6-48BC-86EB-06F87C75A41C}">
      <dgm:prSet/>
      <dgm:spPr/>
      <dgm:t>
        <a:bodyPr/>
        <a:lstStyle/>
        <a:p>
          <a:r>
            <a:rPr lang="en-US"/>
            <a:t>Verify Successful Installation</a:t>
          </a:r>
        </a:p>
      </dgm:t>
    </dgm:pt>
    <dgm:pt modelId="{D166B160-9552-4CCE-B536-BC040BC53312}" type="parTrans" cxnId="{26EC5782-25E4-4DA8-B9D4-6B510FC111D2}">
      <dgm:prSet/>
      <dgm:spPr/>
      <dgm:t>
        <a:bodyPr/>
        <a:lstStyle/>
        <a:p>
          <a:endParaRPr lang="en-US"/>
        </a:p>
      </dgm:t>
    </dgm:pt>
    <dgm:pt modelId="{8573BB2B-4C43-4BE5-94B5-799D67A028E4}" type="sibTrans" cxnId="{26EC5782-25E4-4DA8-B9D4-6B510FC111D2}">
      <dgm:prSet/>
      <dgm:spPr/>
      <dgm:t>
        <a:bodyPr/>
        <a:lstStyle/>
        <a:p>
          <a:endParaRPr lang="en-US"/>
        </a:p>
      </dgm:t>
    </dgm:pt>
    <dgm:pt modelId="{B1CF102E-ADC9-494A-AF94-28F5B30F767C}">
      <dgm:prSet/>
      <dgm:spPr/>
      <dgm:t>
        <a:bodyPr/>
        <a:lstStyle/>
        <a:p>
          <a:r>
            <a:rPr lang="en-US"/>
            <a:t>Step 7</a:t>
          </a:r>
        </a:p>
      </dgm:t>
    </dgm:pt>
    <dgm:pt modelId="{60195C23-3BAA-41E8-A025-C780FD201495}" type="parTrans" cxnId="{03A1FDDE-C766-4E8F-8700-748C524F9D36}">
      <dgm:prSet/>
      <dgm:spPr/>
      <dgm:t>
        <a:bodyPr/>
        <a:lstStyle/>
        <a:p>
          <a:endParaRPr lang="en-US"/>
        </a:p>
      </dgm:t>
    </dgm:pt>
    <dgm:pt modelId="{466EB68A-CB3A-4783-945B-A647BF6B95C4}" type="sibTrans" cxnId="{03A1FDDE-C766-4E8F-8700-748C524F9D36}">
      <dgm:prSet/>
      <dgm:spPr/>
      <dgm:t>
        <a:bodyPr/>
        <a:lstStyle/>
        <a:p>
          <a:endParaRPr lang="en-US"/>
        </a:p>
      </dgm:t>
    </dgm:pt>
    <dgm:pt modelId="{A6639DA3-ACBD-48B6-A932-9CE972BD029F}">
      <dgm:prSet/>
      <dgm:spPr/>
      <dgm:t>
        <a:bodyPr/>
        <a:lstStyle/>
        <a:p>
          <a:r>
            <a:rPr lang="en-US"/>
            <a:t>Document the Update</a:t>
          </a:r>
        </a:p>
      </dgm:t>
    </dgm:pt>
    <dgm:pt modelId="{B1EBF6D7-01D6-463E-BA41-771BCF582321}" type="parTrans" cxnId="{565610AB-3EEE-4A73-8361-18406393C226}">
      <dgm:prSet/>
      <dgm:spPr/>
      <dgm:t>
        <a:bodyPr/>
        <a:lstStyle/>
        <a:p>
          <a:endParaRPr lang="en-US"/>
        </a:p>
      </dgm:t>
    </dgm:pt>
    <dgm:pt modelId="{66579EFE-ADA1-4BBB-9B7A-0B681725DBE7}" type="sibTrans" cxnId="{565610AB-3EEE-4A73-8361-18406393C226}">
      <dgm:prSet/>
      <dgm:spPr/>
      <dgm:t>
        <a:bodyPr/>
        <a:lstStyle/>
        <a:p>
          <a:endParaRPr lang="en-US"/>
        </a:p>
      </dgm:t>
    </dgm:pt>
    <dgm:pt modelId="{78067D8A-C02F-4166-B44F-42BFBE634B78}" type="pres">
      <dgm:prSet presAssocID="{9756231A-EAA7-419D-A979-DFFA6EF00C45}" presName="Name0" presStyleCnt="0">
        <dgm:presLayoutVars>
          <dgm:dir/>
          <dgm:animLvl val="lvl"/>
          <dgm:resizeHandles val="exact"/>
        </dgm:presLayoutVars>
      </dgm:prSet>
      <dgm:spPr/>
    </dgm:pt>
    <dgm:pt modelId="{D1774314-2735-44F8-846B-8D0DD4F89BCA}" type="pres">
      <dgm:prSet presAssocID="{B1CF102E-ADC9-494A-AF94-28F5B30F767C}" presName="boxAndChildren" presStyleCnt="0"/>
      <dgm:spPr/>
    </dgm:pt>
    <dgm:pt modelId="{B2AE8B48-760E-49DF-A869-E84A8B64A1C0}" type="pres">
      <dgm:prSet presAssocID="{B1CF102E-ADC9-494A-AF94-28F5B30F767C}" presName="parentTextBox" presStyleLbl="alignNode1" presStyleIdx="0" presStyleCnt="7"/>
      <dgm:spPr/>
    </dgm:pt>
    <dgm:pt modelId="{C92F1558-F678-4432-B94D-C8DE57734245}" type="pres">
      <dgm:prSet presAssocID="{B1CF102E-ADC9-494A-AF94-28F5B30F767C}" presName="descendantBox" presStyleLbl="bgAccFollowNode1" presStyleIdx="0" presStyleCnt="7"/>
      <dgm:spPr/>
    </dgm:pt>
    <dgm:pt modelId="{11B8DEAB-11F5-44D6-A75A-10C3E12E420E}" type="pres">
      <dgm:prSet presAssocID="{1A86C9F0-E86E-44AC-8DE4-8F12EF75AE95}" presName="sp" presStyleCnt="0"/>
      <dgm:spPr/>
    </dgm:pt>
    <dgm:pt modelId="{D368AA2C-A980-45A2-B3E9-B08B1404C7CB}" type="pres">
      <dgm:prSet presAssocID="{096C4906-2F96-4345-A892-0E92E4062AB0}" presName="arrowAndChildren" presStyleCnt="0"/>
      <dgm:spPr/>
    </dgm:pt>
    <dgm:pt modelId="{0C8707D6-645B-4DE4-90E4-221C6614A2BA}" type="pres">
      <dgm:prSet presAssocID="{096C4906-2F96-4345-A892-0E92E4062AB0}" presName="parentTextArrow" presStyleLbl="node1" presStyleIdx="0" presStyleCnt="0"/>
      <dgm:spPr/>
    </dgm:pt>
    <dgm:pt modelId="{8C1B7310-3115-4EAC-9ACB-089280B2074D}" type="pres">
      <dgm:prSet presAssocID="{096C4906-2F96-4345-A892-0E92E4062AB0}" presName="arrow" presStyleLbl="alignNode1" presStyleIdx="1" presStyleCnt="7"/>
      <dgm:spPr/>
    </dgm:pt>
    <dgm:pt modelId="{0184690A-C250-4FBB-AC3D-6A10A4E97793}" type="pres">
      <dgm:prSet presAssocID="{096C4906-2F96-4345-A892-0E92E4062AB0}" presName="descendantArrow" presStyleLbl="bgAccFollowNode1" presStyleIdx="1" presStyleCnt="7"/>
      <dgm:spPr/>
    </dgm:pt>
    <dgm:pt modelId="{629E7AB1-FF1C-4E0C-A103-284C87D3B6A5}" type="pres">
      <dgm:prSet presAssocID="{13D43DFF-82D4-4AA7-8703-52CB1D7798CB}" presName="sp" presStyleCnt="0"/>
      <dgm:spPr/>
    </dgm:pt>
    <dgm:pt modelId="{A3AC32AF-A565-49E3-9AD3-BDADC526D85E}" type="pres">
      <dgm:prSet presAssocID="{15EEAAFA-D69E-4173-8250-7AAE5C54B0DD}" presName="arrowAndChildren" presStyleCnt="0"/>
      <dgm:spPr/>
    </dgm:pt>
    <dgm:pt modelId="{2380965D-9421-41C6-A162-1777E49A59D2}" type="pres">
      <dgm:prSet presAssocID="{15EEAAFA-D69E-4173-8250-7AAE5C54B0DD}" presName="parentTextArrow" presStyleLbl="node1" presStyleIdx="0" presStyleCnt="0"/>
      <dgm:spPr/>
    </dgm:pt>
    <dgm:pt modelId="{8220F73C-8553-4F55-8032-DC78882951C7}" type="pres">
      <dgm:prSet presAssocID="{15EEAAFA-D69E-4173-8250-7AAE5C54B0DD}" presName="arrow" presStyleLbl="alignNode1" presStyleIdx="2" presStyleCnt="7"/>
      <dgm:spPr/>
    </dgm:pt>
    <dgm:pt modelId="{023B9357-EAFF-48C2-8E58-EF296B29F303}" type="pres">
      <dgm:prSet presAssocID="{15EEAAFA-D69E-4173-8250-7AAE5C54B0DD}" presName="descendantArrow" presStyleLbl="bgAccFollowNode1" presStyleIdx="2" presStyleCnt="7"/>
      <dgm:spPr/>
    </dgm:pt>
    <dgm:pt modelId="{E192120E-2178-4C37-A1AB-BDCE4054839B}" type="pres">
      <dgm:prSet presAssocID="{7CF8B529-64D0-4AE2-80E6-67D2BFEDA218}" presName="sp" presStyleCnt="0"/>
      <dgm:spPr/>
    </dgm:pt>
    <dgm:pt modelId="{6C9826C3-9EF9-444F-9BE3-1DAFF0C733B1}" type="pres">
      <dgm:prSet presAssocID="{582A1903-B4B5-41B2-8D8A-AB3218362393}" presName="arrowAndChildren" presStyleCnt="0"/>
      <dgm:spPr/>
    </dgm:pt>
    <dgm:pt modelId="{9AAC21C0-9914-4930-83AF-33028DF926B7}" type="pres">
      <dgm:prSet presAssocID="{582A1903-B4B5-41B2-8D8A-AB3218362393}" presName="parentTextArrow" presStyleLbl="node1" presStyleIdx="0" presStyleCnt="0"/>
      <dgm:spPr/>
    </dgm:pt>
    <dgm:pt modelId="{445F6546-4985-4F54-8B08-4B1BE9D83911}" type="pres">
      <dgm:prSet presAssocID="{582A1903-B4B5-41B2-8D8A-AB3218362393}" presName="arrow" presStyleLbl="alignNode1" presStyleIdx="3" presStyleCnt="7"/>
      <dgm:spPr/>
    </dgm:pt>
    <dgm:pt modelId="{81B7656D-42E1-47C0-87E8-46156C9070AF}" type="pres">
      <dgm:prSet presAssocID="{582A1903-B4B5-41B2-8D8A-AB3218362393}" presName="descendantArrow" presStyleLbl="bgAccFollowNode1" presStyleIdx="3" presStyleCnt="7"/>
      <dgm:spPr/>
    </dgm:pt>
    <dgm:pt modelId="{B67BEE0B-9159-40D4-B8B5-0CDBCF63A1BE}" type="pres">
      <dgm:prSet presAssocID="{FA3ED0F5-3DA3-4F6B-A8BD-3694C02AA845}" presName="sp" presStyleCnt="0"/>
      <dgm:spPr/>
    </dgm:pt>
    <dgm:pt modelId="{4BB03352-8B91-433E-80FE-6D2D06921828}" type="pres">
      <dgm:prSet presAssocID="{6A518A6D-C92F-47E7-BB1F-F941E2D4ECFB}" presName="arrowAndChildren" presStyleCnt="0"/>
      <dgm:spPr/>
    </dgm:pt>
    <dgm:pt modelId="{8D1095DD-C141-4DB9-A0ED-4F973022DA99}" type="pres">
      <dgm:prSet presAssocID="{6A518A6D-C92F-47E7-BB1F-F941E2D4ECFB}" presName="parentTextArrow" presStyleLbl="node1" presStyleIdx="0" presStyleCnt="0"/>
      <dgm:spPr/>
    </dgm:pt>
    <dgm:pt modelId="{8AA2CD32-4442-420B-BA3B-20F455EE7A20}" type="pres">
      <dgm:prSet presAssocID="{6A518A6D-C92F-47E7-BB1F-F941E2D4ECFB}" presName="arrow" presStyleLbl="alignNode1" presStyleIdx="4" presStyleCnt="7"/>
      <dgm:spPr/>
    </dgm:pt>
    <dgm:pt modelId="{2D7B4AC6-A680-42C1-B68E-260C97EFAC05}" type="pres">
      <dgm:prSet presAssocID="{6A518A6D-C92F-47E7-BB1F-F941E2D4ECFB}" presName="descendantArrow" presStyleLbl="bgAccFollowNode1" presStyleIdx="4" presStyleCnt="7"/>
      <dgm:spPr/>
    </dgm:pt>
    <dgm:pt modelId="{8456259E-1590-4396-B46C-D24A8732CB16}" type="pres">
      <dgm:prSet presAssocID="{DBAEF3F7-4579-452A-B831-261DE40DD779}" presName="sp" presStyleCnt="0"/>
      <dgm:spPr/>
    </dgm:pt>
    <dgm:pt modelId="{604B102C-5B31-44D2-805F-B5EB9E51625A}" type="pres">
      <dgm:prSet presAssocID="{790D4A43-9057-4087-B3E6-D23B801C0A71}" presName="arrowAndChildren" presStyleCnt="0"/>
      <dgm:spPr/>
    </dgm:pt>
    <dgm:pt modelId="{F0223603-C35D-4DC3-AD1E-37A923A87A66}" type="pres">
      <dgm:prSet presAssocID="{790D4A43-9057-4087-B3E6-D23B801C0A71}" presName="parentTextArrow" presStyleLbl="node1" presStyleIdx="0" presStyleCnt="0"/>
      <dgm:spPr/>
    </dgm:pt>
    <dgm:pt modelId="{A9C3BF8F-13C4-4C07-8335-7A830AF1ECD9}" type="pres">
      <dgm:prSet presAssocID="{790D4A43-9057-4087-B3E6-D23B801C0A71}" presName="arrow" presStyleLbl="alignNode1" presStyleIdx="5" presStyleCnt="7"/>
      <dgm:spPr/>
    </dgm:pt>
    <dgm:pt modelId="{6BF12F45-D759-43FF-AF82-C3EB93B99FBC}" type="pres">
      <dgm:prSet presAssocID="{790D4A43-9057-4087-B3E6-D23B801C0A71}" presName="descendantArrow" presStyleLbl="bgAccFollowNode1" presStyleIdx="5" presStyleCnt="7"/>
      <dgm:spPr/>
    </dgm:pt>
    <dgm:pt modelId="{ED5B9142-75AE-4AD2-8918-8882F7CBAAE2}" type="pres">
      <dgm:prSet presAssocID="{F322C702-DD1B-419D-9386-C3A0B5F31D76}" presName="sp" presStyleCnt="0"/>
      <dgm:spPr/>
    </dgm:pt>
    <dgm:pt modelId="{2989FCD3-C635-4C95-9E6C-17E2BFF13390}" type="pres">
      <dgm:prSet presAssocID="{C97BD22F-D1AC-44B7-A27C-F2B722C03526}" presName="arrowAndChildren" presStyleCnt="0"/>
      <dgm:spPr/>
    </dgm:pt>
    <dgm:pt modelId="{693E9240-61FC-4449-B881-33F7C3C41ED4}" type="pres">
      <dgm:prSet presAssocID="{C97BD22F-D1AC-44B7-A27C-F2B722C03526}" presName="parentTextArrow" presStyleLbl="node1" presStyleIdx="0" presStyleCnt="0"/>
      <dgm:spPr/>
    </dgm:pt>
    <dgm:pt modelId="{29C20FCE-8311-4B22-8E02-C56A1426C3B6}" type="pres">
      <dgm:prSet presAssocID="{C97BD22F-D1AC-44B7-A27C-F2B722C03526}" presName="arrow" presStyleLbl="alignNode1" presStyleIdx="6" presStyleCnt="7"/>
      <dgm:spPr/>
    </dgm:pt>
    <dgm:pt modelId="{482308F0-6CFE-401C-868E-090CFFCAF13F}" type="pres">
      <dgm:prSet presAssocID="{C97BD22F-D1AC-44B7-A27C-F2B722C03526}" presName="descendantArrow" presStyleLbl="bgAccFollowNode1" presStyleIdx="6" presStyleCnt="7"/>
      <dgm:spPr/>
    </dgm:pt>
  </dgm:ptLst>
  <dgm:cxnLst>
    <dgm:cxn modelId="{9E4EA603-17DC-4922-BE34-A9E37CD95DEA}" type="presOf" srcId="{B94423F9-006E-45FF-A862-E08C5F179DAB}" destId="{023B9357-EAFF-48C2-8E58-EF296B29F303}" srcOrd="0" destOrd="0" presId="urn:microsoft.com/office/officeart/2016/7/layout/VerticalDownArrowProcess"/>
    <dgm:cxn modelId="{298E600B-1D52-4114-81CC-4FDF4BFC33A3}" type="presOf" srcId="{7A23ADC4-57C5-4C29-9679-0DA557639F60}" destId="{482308F0-6CFE-401C-868E-090CFFCAF13F}" srcOrd="0" destOrd="0" presId="urn:microsoft.com/office/officeart/2016/7/layout/VerticalDownArrowProcess"/>
    <dgm:cxn modelId="{8CF29D0B-4823-4DA5-B420-F3C791568A02}" type="presOf" srcId="{15EEAAFA-D69E-4173-8250-7AAE5C54B0DD}" destId="{8220F73C-8553-4F55-8032-DC78882951C7}" srcOrd="1" destOrd="0" presId="urn:microsoft.com/office/officeart/2016/7/layout/VerticalDownArrowProcess"/>
    <dgm:cxn modelId="{F803E61A-1784-4F4C-822B-4AC86905EE24}" type="presOf" srcId="{9756231A-EAA7-419D-A979-DFFA6EF00C45}" destId="{78067D8A-C02F-4166-B44F-42BFBE634B78}" srcOrd="0" destOrd="0" presId="urn:microsoft.com/office/officeart/2016/7/layout/VerticalDownArrowProcess"/>
    <dgm:cxn modelId="{8311EA2E-854B-48B9-AD39-E695070A00D0}" type="presOf" srcId="{CF68E890-DB65-4AED-9DFB-88DA3C31A3B2}" destId="{6BF12F45-D759-43FF-AF82-C3EB93B99FBC}" srcOrd="0" destOrd="0" presId="urn:microsoft.com/office/officeart/2016/7/layout/VerticalDownArrowProcess"/>
    <dgm:cxn modelId="{A9308B2F-996C-47F5-BB84-7F4C189A33FB}" srcId="{9756231A-EAA7-419D-A979-DFFA6EF00C45}" destId="{096C4906-2F96-4345-A892-0E92E4062AB0}" srcOrd="5" destOrd="0" parTransId="{FA1B7512-EA14-4D6A-8F70-737B7CD538F6}" sibTransId="{1A86C9F0-E86E-44AC-8DE4-8F12EF75AE95}"/>
    <dgm:cxn modelId="{19F13631-34B7-4CDF-AC17-A0384BB6258A}" srcId="{9756231A-EAA7-419D-A979-DFFA6EF00C45}" destId="{15EEAAFA-D69E-4173-8250-7AAE5C54B0DD}" srcOrd="4" destOrd="0" parTransId="{D0CE47FC-5035-4970-82CA-FB2B90B391ED}" sibTransId="{13D43DFF-82D4-4AA7-8703-52CB1D7798CB}"/>
    <dgm:cxn modelId="{6CF1773B-6D56-48E9-B5D6-32BA17506A4D}" srcId="{9756231A-EAA7-419D-A979-DFFA6EF00C45}" destId="{C97BD22F-D1AC-44B7-A27C-F2B722C03526}" srcOrd="0" destOrd="0" parTransId="{F1AAF3B4-D8A4-4967-A489-E42A6AD5CC28}" sibTransId="{F322C702-DD1B-419D-9386-C3A0B5F31D76}"/>
    <dgm:cxn modelId="{5F84BF3E-8CEA-43AC-97CE-C12A465D350C}" type="presOf" srcId="{6A518A6D-C92F-47E7-BB1F-F941E2D4ECFB}" destId="{8AA2CD32-4442-420B-BA3B-20F455EE7A20}" srcOrd="1" destOrd="0" presId="urn:microsoft.com/office/officeart/2016/7/layout/VerticalDownArrowProcess"/>
    <dgm:cxn modelId="{24F11266-E279-4AD8-A9C1-C7B3DC1A4366}" srcId="{9756231A-EAA7-419D-A979-DFFA6EF00C45}" destId="{6A518A6D-C92F-47E7-BB1F-F941E2D4ECFB}" srcOrd="2" destOrd="0" parTransId="{AFE06E8B-AB56-449E-97FC-B1D12C5A2C0B}" sibTransId="{FA3ED0F5-3DA3-4F6B-A8BD-3694C02AA845}"/>
    <dgm:cxn modelId="{ADECEF68-93E8-46C6-A628-EDECA5E069BC}" srcId="{6A518A6D-C92F-47E7-BB1F-F941E2D4ECFB}" destId="{A86C5140-DBB4-4B2A-AA87-D01CFBBCF72E}" srcOrd="0" destOrd="0" parTransId="{F28B52D3-53A1-4193-99D3-623D396DEB89}" sibTransId="{73C288B0-1F7C-4DDB-8AD0-23095215BC05}"/>
    <dgm:cxn modelId="{FA4C4269-DB4E-4019-81D6-FF0C125CBC03}" type="presOf" srcId="{790D4A43-9057-4087-B3E6-D23B801C0A71}" destId="{F0223603-C35D-4DC3-AD1E-37A923A87A66}" srcOrd="0" destOrd="0" presId="urn:microsoft.com/office/officeart/2016/7/layout/VerticalDownArrowProcess"/>
    <dgm:cxn modelId="{C90B7E49-A23E-49A8-87C6-CABE6B50CFA1}" srcId="{790D4A43-9057-4087-B3E6-D23B801C0A71}" destId="{CF68E890-DB65-4AED-9DFB-88DA3C31A3B2}" srcOrd="0" destOrd="0" parTransId="{8CE5DB31-2725-446F-9B1C-0F41C8E101F0}" sibTransId="{0CB12D56-3CAB-4AEC-930B-147467FC5DA2}"/>
    <dgm:cxn modelId="{1366B56B-8001-4414-A15B-857867136825}" type="presOf" srcId="{B1CF102E-ADC9-494A-AF94-28F5B30F767C}" destId="{B2AE8B48-760E-49DF-A869-E84A8B64A1C0}" srcOrd="0" destOrd="0" presId="urn:microsoft.com/office/officeart/2016/7/layout/VerticalDownArrowProcess"/>
    <dgm:cxn modelId="{8DC07B4C-D684-4062-87E1-522A8C1A54DB}" type="presOf" srcId="{AD9B8F5A-D746-434F-831C-CBD74C8C8D44}" destId="{81B7656D-42E1-47C0-87E8-46156C9070AF}" srcOrd="0" destOrd="0" presId="urn:microsoft.com/office/officeart/2016/7/layout/VerticalDownArrowProcess"/>
    <dgm:cxn modelId="{43FBC451-29A3-42F2-BBE4-839AD1112916}" type="presOf" srcId="{C97BD22F-D1AC-44B7-A27C-F2B722C03526}" destId="{693E9240-61FC-4449-B881-33F7C3C41ED4}" srcOrd="0" destOrd="0" presId="urn:microsoft.com/office/officeart/2016/7/layout/VerticalDownArrowProcess"/>
    <dgm:cxn modelId="{BD36625A-9500-451A-BE34-4020B8518F25}" type="presOf" srcId="{A86C5140-DBB4-4B2A-AA87-D01CFBBCF72E}" destId="{2D7B4AC6-A680-42C1-B68E-260C97EFAC05}" srcOrd="0" destOrd="0" presId="urn:microsoft.com/office/officeart/2016/7/layout/VerticalDownArrowProcess"/>
    <dgm:cxn modelId="{7199F37C-1383-41C0-A3C6-48EAB70260CF}" srcId="{9756231A-EAA7-419D-A979-DFFA6EF00C45}" destId="{790D4A43-9057-4087-B3E6-D23B801C0A71}" srcOrd="1" destOrd="0" parTransId="{ED8E56B2-AAE3-421D-AB97-6D010C876338}" sibTransId="{DBAEF3F7-4579-452A-B831-261DE40DD779}"/>
    <dgm:cxn modelId="{26EC5782-25E4-4DA8-B9D4-6B510FC111D2}" srcId="{096C4906-2F96-4345-A892-0E92E4062AB0}" destId="{3DAAF61A-1CC6-48BC-86EB-06F87C75A41C}" srcOrd="0" destOrd="0" parTransId="{D166B160-9552-4CCE-B536-BC040BC53312}" sibTransId="{8573BB2B-4C43-4BE5-94B5-799D67A028E4}"/>
    <dgm:cxn modelId="{CD0E9B8C-B42C-4814-9E7E-D234E1250240}" type="presOf" srcId="{3DAAF61A-1CC6-48BC-86EB-06F87C75A41C}" destId="{0184690A-C250-4FBB-AC3D-6A10A4E97793}" srcOrd="0" destOrd="0" presId="urn:microsoft.com/office/officeart/2016/7/layout/VerticalDownArrowProcess"/>
    <dgm:cxn modelId="{E98F0893-778D-4A8A-B7B5-21927421EBA7}" type="presOf" srcId="{A6639DA3-ACBD-48B6-A932-9CE972BD029F}" destId="{C92F1558-F678-4432-B94D-C8DE57734245}" srcOrd="0" destOrd="0" presId="urn:microsoft.com/office/officeart/2016/7/layout/VerticalDownArrowProcess"/>
    <dgm:cxn modelId="{9C1D7993-7272-438D-A569-80691B8EBDC3}" type="presOf" srcId="{C97BD22F-D1AC-44B7-A27C-F2B722C03526}" destId="{29C20FCE-8311-4B22-8E02-C56A1426C3B6}" srcOrd="1" destOrd="0" presId="urn:microsoft.com/office/officeart/2016/7/layout/VerticalDownArrowProcess"/>
    <dgm:cxn modelId="{7355BB95-3943-47A3-8BD7-B2547351E978}" srcId="{9756231A-EAA7-419D-A979-DFFA6EF00C45}" destId="{582A1903-B4B5-41B2-8D8A-AB3218362393}" srcOrd="3" destOrd="0" parTransId="{CB1A853C-F626-4B26-A61B-610BC8AF45A5}" sibTransId="{7CF8B529-64D0-4AE2-80E6-67D2BFEDA218}"/>
    <dgm:cxn modelId="{10B0E8A5-CCCD-4346-A366-CB5835FA0FBF}" type="presOf" srcId="{096C4906-2F96-4345-A892-0E92E4062AB0}" destId="{8C1B7310-3115-4EAC-9ACB-089280B2074D}" srcOrd="1" destOrd="0" presId="urn:microsoft.com/office/officeart/2016/7/layout/VerticalDownArrowProcess"/>
    <dgm:cxn modelId="{8B6EAAA8-296A-4322-853D-19E28A78D745}" type="presOf" srcId="{582A1903-B4B5-41B2-8D8A-AB3218362393}" destId="{9AAC21C0-9914-4930-83AF-33028DF926B7}" srcOrd="0" destOrd="0" presId="urn:microsoft.com/office/officeart/2016/7/layout/VerticalDownArrowProcess"/>
    <dgm:cxn modelId="{565610AB-3EEE-4A73-8361-18406393C226}" srcId="{B1CF102E-ADC9-494A-AF94-28F5B30F767C}" destId="{A6639DA3-ACBD-48B6-A932-9CE972BD029F}" srcOrd="0" destOrd="0" parTransId="{B1EBF6D7-01D6-463E-BA41-771BCF582321}" sibTransId="{66579EFE-ADA1-4BBB-9B7A-0B681725DBE7}"/>
    <dgm:cxn modelId="{B32D2DB1-EE16-4525-97FB-064E944E47FE}" type="presOf" srcId="{096C4906-2F96-4345-A892-0E92E4062AB0}" destId="{0C8707D6-645B-4DE4-90E4-221C6614A2BA}" srcOrd="0" destOrd="0" presId="urn:microsoft.com/office/officeart/2016/7/layout/VerticalDownArrowProcess"/>
    <dgm:cxn modelId="{EEC6D3B1-7458-4A75-BE54-7E4752D02196}" type="presOf" srcId="{582A1903-B4B5-41B2-8D8A-AB3218362393}" destId="{445F6546-4985-4F54-8B08-4B1BE9D83911}" srcOrd="1" destOrd="0" presId="urn:microsoft.com/office/officeart/2016/7/layout/VerticalDownArrowProcess"/>
    <dgm:cxn modelId="{26912EBA-83FC-4BF6-B637-6D6929C3ED4E}" type="presOf" srcId="{6A518A6D-C92F-47E7-BB1F-F941E2D4ECFB}" destId="{8D1095DD-C141-4DB9-A0ED-4F973022DA99}" srcOrd="0" destOrd="0" presId="urn:microsoft.com/office/officeart/2016/7/layout/VerticalDownArrowProcess"/>
    <dgm:cxn modelId="{03A1FDDE-C766-4E8F-8700-748C524F9D36}" srcId="{9756231A-EAA7-419D-A979-DFFA6EF00C45}" destId="{B1CF102E-ADC9-494A-AF94-28F5B30F767C}" srcOrd="6" destOrd="0" parTransId="{60195C23-3BAA-41E8-A025-C780FD201495}" sibTransId="{466EB68A-CB3A-4783-945B-A647BF6B95C4}"/>
    <dgm:cxn modelId="{06D740E1-B769-43C0-8575-89BB96C8DADC}" type="presOf" srcId="{15EEAAFA-D69E-4173-8250-7AAE5C54B0DD}" destId="{2380965D-9421-41C6-A162-1777E49A59D2}" srcOrd="0" destOrd="0" presId="urn:microsoft.com/office/officeart/2016/7/layout/VerticalDownArrowProcess"/>
    <dgm:cxn modelId="{CA0B46EA-E5B9-496D-A0B5-B5F6BD169054}" srcId="{582A1903-B4B5-41B2-8D8A-AB3218362393}" destId="{AD9B8F5A-D746-434F-831C-CBD74C8C8D44}" srcOrd="0" destOrd="0" parTransId="{A6C333AE-F390-4D24-B8D9-C28389FCB2C7}" sibTransId="{D36B0DEA-1607-4CF2-B0D8-AEC175340A16}"/>
    <dgm:cxn modelId="{3BF70BEB-A0DA-494C-B4AA-8F1BA4227E88}" type="presOf" srcId="{790D4A43-9057-4087-B3E6-D23B801C0A71}" destId="{A9C3BF8F-13C4-4C07-8335-7A830AF1ECD9}" srcOrd="1" destOrd="0" presId="urn:microsoft.com/office/officeart/2016/7/layout/VerticalDownArrowProcess"/>
    <dgm:cxn modelId="{1DFBC3F5-0D8B-4040-8A8B-4EBBF8A2032A}" srcId="{15EEAAFA-D69E-4173-8250-7AAE5C54B0DD}" destId="{B94423F9-006E-45FF-A862-E08C5F179DAB}" srcOrd="0" destOrd="0" parTransId="{B7ECCDDD-FA59-4015-8F0A-08668B545AAB}" sibTransId="{C522329C-8B7E-4BB5-B3B2-A1220CEC1233}"/>
    <dgm:cxn modelId="{0B5B4DFD-32C8-428F-8739-4CD272B168E0}" srcId="{C97BD22F-D1AC-44B7-A27C-F2B722C03526}" destId="{7A23ADC4-57C5-4C29-9679-0DA557639F60}" srcOrd="0" destOrd="0" parTransId="{C80C6557-B1FF-4BF3-AE18-DDC57FD19732}" sibTransId="{A01143F1-936A-4597-8334-D5FEB39F64E9}"/>
    <dgm:cxn modelId="{B363A71F-CA8A-46FD-9B39-5967A4AC4BF3}" type="presParOf" srcId="{78067D8A-C02F-4166-B44F-42BFBE634B78}" destId="{D1774314-2735-44F8-846B-8D0DD4F89BCA}" srcOrd="0" destOrd="0" presId="urn:microsoft.com/office/officeart/2016/7/layout/VerticalDownArrowProcess"/>
    <dgm:cxn modelId="{E54C10B6-961C-45DF-9907-F6A5226CB44C}" type="presParOf" srcId="{D1774314-2735-44F8-846B-8D0DD4F89BCA}" destId="{B2AE8B48-760E-49DF-A869-E84A8B64A1C0}" srcOrd="0" destOrd="0" presId="urn:microsoft.com/office/officeart/2016/7/layout/VerticalDownArrowProcess"/>
    <dgm:cxn modelId="{BEC50D28-4E86-490D-BF14-95BC1FC2A746}" type="presParOf" srcId="{D1774314-2735-44F8-846B-8D0DD4F89BCA}" destId="{C92F1558-F678-4432-B94D-C8DE57734245}" srcOrd="1" destOrd="0" presId="urn:microsoft.com/office/officeart/2016/7/layout/VerticalDownArrowProcess"/>
    <dgm:cxn modelId="{22DBA576-41FE-406A-9225-66EBB428E474}" type="presParOf" srcId="{78067D8A-C02F-4166-B44F-42BFBE634B78}" destId="{11B8DEAB-11F5-44D6-A75A-10C3E12E420E}" srcOrd="1" destOrd="0" presId="urn:microsoft.com/office/officeart/2016/7/layout/VerticalDownArrowProcess"/>
    <dgm:cxn modelId="{ABC1F24D-8E82-42EA-B695-A3F41E1A8743}" type="presParOf" srcId="{78067D8A-C02F-4166-B44F-42BFBE634B78}" destId="{D368AA2C-A980-45A2-B3E9-B08B1404C7CB}" srcOrd="2" destOrd="0" presId="urn:microsoft.com/office/officeart/2016/7/layout/VerticalDownArrowProcess"/>
    <dgm:cxn modelId="{0BC23587-89DB-4407-A47E-79B856BEDEBF}" type="presParOf" srcId="{D368AA2C-A980-45A2-B3E9-B08B1404C7CB}" destId="{0C8707D6-645B-4DE4-90E4-221C6614A2BA}" srcOrd="0" destOrd="0" presId="urn:microsoft.com/office/officeart/2016/7/layout/VerticalDownArrowProcess"/>
    <dgm:cxn modelId="{6A708ECB-F151-4C90-9866-ED1CEA9C610A}" type="presParOf" srcId="{D368AA2C-A980-45A2-B3E9-B08B1404C7CB}" destId="{8C1B7310-3115-4EAC-9ACB-089280B2074D}" srcOrd="1" destOrd="0" presId="urn:microsoft.com/office/officeart/2016/7/layout/VerticalDownArrowProcess"/>
    <dgm:cxn modelId="{DC0F8C09-E87E-44D5-A9DB-2794F3AE58C6}" type="presParOf" srcId="{D368AA2C-A980-45A2-B3E9-B08B1404C7CB}" destId="{0184690A-C250-4FBB-AC3D-6A10A4E97793}" srcOrd="2" destOrd="0" presId="urn:microsoft.com/office/officeart/2016/7/layout/VerticalDownArrowProcess"/>
    <dgm:cxn modelId="{963D0299-EAFB-4AA5-8F97-52AD5CBD7FEA}" type="presParOf" srcId="{78067D8A-C02F-4166-B44F-42BFBE634B78}" destId="{629E7AB1-FF1C-4E0C-A103-284C87D3B6A5}" srcOrd="3" destOrd="0" presId="urn:microsoft.com/office/officeart/2016/7/layout/VerticalDownArrowProcess"/>
    <dgm:cxn modelId="{D6EF0B23-3979-46BA-8978-1CF5AB1E9892}" type="presParOf" srcId="{78067D8A-C02F-4166-B44F-42BFBE634B78}" destId="{A3AC32AF-A565-49E3-9AD3-BDADC526D85E}" srcOrd="4" destOrd="0" presId="urn:microsoft.com/office/officeart/2016/7/layout/VerticalDownArrowProcess"/>
    <dgm:cxn modelId="{A2536D49-77A8-4673-8592-15D1C4CC1A62}" type="presParOf" srcId="{A3AC32AF-A565-49E3-9AD3-BDADC526D85E}" destId="{2380965D-9421-41C6-A162-1777E49A59D2}" srcOrd="0" destOrd="0" presId="urn:microsoft.com/office/officeart/2016/7/layout/VerticalDownArrowProcess"/>
    <dgm:cxn modelId="{EDA42438-1978-4123-A718-7D436F3AD52D}" type="presParOf" srcId="{A3AC32AF-A565-49E3-9AD3-BDADC526D85E}" destId="{8220F73C-8553-4F55-8032-DC78882951C7}" srcOrd="1" destOrd="0" presId="urn:microsoft.com/office/officeart/2016/7/layout/VerticalDownArrowProcess"/>
    <dgm:cxn modelId="{818DAF17-BD3D-4991-BD9B-DFC05653504E}" type="presParOf" srcId="{A3AC32AF-A565-49E3-9AD3-BDADC526D85E}" destId="{023B9357-EAFF-48C2-8E58-EF296B29F303}" srcOrd="2" destOrd="0" presId="urn:microsoft.com/office/officeart/2016/7/layout/VerticalDownArrowProcess"/>
    <dgm:cxn modelId="{333C5312-8FAA-4BF8-BCA2-A382C1168B0A}" type="presParOf" srcId="{78067D8A-C02F-4166-B44F-42BFBE634B78}" destId="{E192120E-2178-4C37-A1AB-BDCE4054839B}" srcOrd="5" destOrd="0" presId="urn:microsoft.com/office/officeart/2016/7/layout/VerticalDownArrowProcess"/>
    <dgm:cxn modelId="{54D192B5-3DC5-4E5C-AB73-E6EAFCDE43BF}" type="presParOf" srcId="{78067D8A-C02F-4166-B44F-42BFBE634B78}" destId="{6C9826C3-9EF9-444F-9BE3-1DAFF0C733B1}" srcOrd="6" destOrd="0" presId="urn:microsoft.com/office/officeart/2016/7/layout/VerticalDownArrowProcess"/>
    <dgm:cxn modelId="{4CDCCEC8-F4BE-4FE9-9581-510BE92FB8DD}" type="presParOf" srcId="{6C9826C3-9EF9-444F-9BE3-1DAFF0C733B1}" destId="{9AAC21C0-9914-4930-83AF-33028DF926B7}" srcOrd="0" destOrd="0" presId="urn:microsoft.com/office/officeart/2016/7/layout/VerticalDownArrowProcess"/>
    <dgm:cxn modelId="{E478B345-AAEE-4ED8-8AD6-07EEF1F7309B}" type="presParOf" srcId="{6C9826C3-9EF9-444F-9BE3-1DAFF0C733B1}" destId="{445F6546-4985-4F54-8B08-4B1BE9D83911}" srcOrd="1" destOrd="0" presId="urn:microsoft.com/office/officeart/2016/7/layout/VerticalDownArrowProcess"/>
    <dgm:cxn modelId="{43389E56-1C67-45E5-BC87-30AD9B069C00}" type="presParOf" srcId="{6C9826C3-9EF9-444F-9BE3-1DAFF0C733B1}" destId="{81B7656D-42E1-47C0-87E8-46156C9070AF}" srcOrd="2" destOrd="0" presId="urn:microsoft.com/office/officeart/2016/7/layout/VerticalDownArrowProcess"/>
    <dgm:cxn modelId="{43778F5A-FD46-4A3C-B79D-9F6CBA111597}" type="presParOf" srcId="{78067D8A-C02F-4166-B44F-42BFBE634B78}" destId="{B67BEE0B-9159-40D4-B8B5-0CDBCF63A1BE}" srcOrd="7" destOrd="0" presId="urn:microsoft.com/office/officeart/2016/7/layout/VerticalDownArrowProcess"/>
    <dgm:cxn modelId="{7D421710-724F-4A9C-8D45-1D57C7305520}" type="presParOf" srcId="{78067D8A-C02F-4166-B44F-42BFBE634B78}" destId="{4BB03352-8B91-433E-80FE-6D2D06921828}" srcOrd="8" destOrd="0" presId="urn:microsoft.com/office/officeart/2016/7/layout/VerticalDownArrowProcess"/>
    <dgm:cxn modelId="{26F60D13-3E73-49EE-8100-A62932C53C82}" type="presParOf" srcId="{4BB03352-8B91-433E-80FE-6D2D06921828}" destId="{8D1095DD-C141-4DB9-A0ED-4F973022DA99}" srcOrd="0" destOrd="0" presId="urn:microsoft.com/office/officeart/2016/7/layout/VerticalDownArrowProcess"/>
    <dgm:cxn modelId="{A8FCB7F5-EDF7-4354-B2DE-27BA4687A2D1}" type="presParOf" srcId="{4BB03352-8B91-433E-80FE-6D2D06921828}" destId="{8AA2CD32-4442-420B-BA3B-20F455EE7A20}" srcOrd="1" destOrd="0" presId="urn:microsoft.com/office/officeart/2016/7/layout/VerticalDownArrowProcess"/>
    <dgm:cxn modelId="{37776DE8-7EED-4776-8D1E-05EAE486E565}" type="presParOf" srcId="{4BB03352-8B91-433E-80FE-6D2D06921828}" destId="{2D7B4AC6-A680-42C1-B68E-260C97EFAC05}" srcOrd="2" destOrd="0" presId="urn:microsoft.com/office/officeart/2016/7/layout/VerticalDownArrowProcess"/>
    <dgm:cxn modelId="{334BB97B-E3A9-4613-BE5A-B73EF1E659A9}" type="presParOf" srcId="{78067D8A-C02F-4166-B44F-42BFBE634B78}" destId="{8456259E-1590-4396-B46C-D24A8732CB16}" srcOrd="9" destOrd="0" presId="urn:microsoft.com/office/officeart/2016/7/layout/VerticalDownArrowProcess"/>
    <dgm:cxn modelId="{D193A89A-79AF-4732-989B-6840084F1CBF}" type="presParOf" srcId="{78067D8A-C02F-4166-B44F-42BFBE634B78}" destId="{604B102C-5B31-44D2-805F-B5EB9E51625A}" srcOrd="10" destOrd="0" presId="urn:microsoft.com/office/officeart/2016/7/layout/VerticalDownArrowProcess"/>
    <dgm:cxn modelId="{3AD09A5A-FA7F-4CB8-8294-E8B694ADE1E9}" type="presParOf" srcId="{604B102C-5B31-44D2-805F-B5EB9E51625A}" destId="{F0223603-C35D-4DC3-AD1E-37A923A87A66}" srcOrd="0" destOrd="0" presId="urn:microsoft.com/office/officeart/2016/7/layout/VerticalDownArrowProcess"/>
    <dgm:cxn modelId="{5B86451D-2BCF-4E20-9BA4-3D9B4E79CC78}" type="presParOf" srcId="{604B102C-5B31-44D2-805F-B5EB9E51625A}" destId="{A9C3BF8F-13C4-4C07-8335-7A830AF1ECD9}" srcOrd="1" destOrd="0" presId="urn:microsoft.com/office/officeart/2016/7/layout/VerticalDownArrowProcess"/>
    <dgm:cxn modelId="{7D367F6A-A2F9-4FE8-B165-81D41AB19812}" type="presParOf" srcId="{604B102C-5B31-44D2-805F-B5EB9E51625A}" destId="{6BF12F45-D759-43FF-AF82-C3EB93B99FBC}" srcOrd="2" destOrd="0" presId="urn:microsoft.com/office/officeart/2016/7/layout/VerticalDownArrowProcess"/>
    <dgm:cxn modelId="{742E0F78-9133-46FB-B1F0-621941348776}" type="presParOf" srcId="{78067D8A-C02F-4166-B44F-42BFBE634B78}" destId="{ED5B9142-75AE-4AD2-8918-8882F7CBAAE2}" srcOrd="11" destOrd="0" presId="urn:microsoft.com/office/officeart/2016/7/layout/VerticalDownArrowProcess"/>
    <dgm:cxn modelId="{A8A4E4B8-8FBB-47AF-ACC0-21A2AEF3342F}" type="presParOf" srcId="{78067D8A-C02F-4166-B44F-42BFBE634B78}" destId="{2989FCD3-C635-4C95-9E6C-17E2BFF13390}" srcOrd="12" destOrd="0" presId="urn:microsoft.com/office/officeart/2016/7/layout/VerticalDownArrowProcess"/>
    <dgm:cxn modelId="{1907A2C3-DBF9-4A6F-A133-1D6CC12A21C1}" type="presParOf" srcId="{2989FCD3-C635-4C95-9E6C-17E2BFF13390}" destId="{693E9240-61FC-4449-B881-33F7C3C41ED4}" srcOrd="0" destOrd="0" presId="urn:microsoft.com/office/officeart/2016/7/layout/VerticalDownArrowProcess"/>
    <dgm:cxn modelId="{6DF15293-202D-44AC-A2E7-8925A7685927}" type="presParOf" srcId="{2989FCD3-C635-4C95-9E6C-17E2BFF13390}" destId="{29C20FCE-8311-4B22-8E02-C56A1426C3B6}" srcOrd="1" destOrd="0" presId="urn:microsoft.com/office/officeart/2016/7/layout/VerticalDownArrowProcess"/>
    <dgm:cxn modelId="{BAA7AFBD-A862-43E9-A054-E8791E8E343C}" type="presParOf" srcId="{2989FCD3-C635-4C95-9E6C-17E2BFF13390}" destId="{482308F0-6CFE-401C-868E-090CFFCAF13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0166264-E5B1-43CB-8F0D-DAAC41AEBB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FFBBDB-2E4E-4660-A3F7-33B4D6831FFE}">
      <dgm:prSet/>
      <dgm:spPr/>
      <dgm:t>
        <a:bodyPr/>
        <a:lstStyle/>
        <a:p>
          <a:r>
            <a:rPr lang="en-US" b="1" i="0" baseline="0"/>
            <a:t>Review vendor notifications</a:t>
          </a:r>
          <a:endParaRPr lang="en-US"/>
        </a:p>
      </dgm:t>
    </dgm:pt>
    <dgm:pt modelId="{B55E747D-BED1-471C-BD1B-ACD9AD5D71AD}" type="parTrans" cxnId="{0E3C027B-81BE-477E-8F63-9A333F4E09A3}">
      <dgm:prSet/>
      <dgm:spPr/>
      <dgm:t>
        <a:bodyPr/>
        <a:lstStyle/>
        <a:p>
          <a:endParaRPr lang="en-US"/>
        </a:p>
      </dgm:t>
    </dgm:pt>
    <dgm:pt modelId="{4CF68CEA-5F4F-4789-BDE3-11076702DFE5}" type="sibTrans" cxnId="{0E3C027B-81BE-477E-8F63-9A333F4E09A3}">
      <dgm:prSet/>
      <dgm:spPr/>
      <dgm:t>
        <a:bodyPr/>
        <a:lstStyle/>
        <a:p>
          <a:endParaRPr lang="en-US"/>
        </a:p>
      </dgm:t>
    </dgm:pt>
    <dgm:pt modelId="{A4298F09-F776-4A9F-B6E1-37E0EA05B711}">
      <dgm:prSet/>
      <dgm:spPr/>
      <dgm:t>
        <a:bodyPr/>
        <a:lstStyle/>
        <a:p>
          <a:r>
            <a:rPr lang="en-US" b="1" i="0" baseline="0"/>
            <a:t>Check update repositories</a:t>
          </a:r>
          <a:endParaRPr lang="en-US"/>
        </a:p>
      </dgm:t>
    </dgm:pt>
    <dgm:pt modelId="{8398E461-ADB0-400C-8263-A9D69D577E5F}" type="parTrans" cxnId="{1EE4940D-AFCF-4FC8-9AF4-85AD8F9EF109}">
      <dgm:prSet/>
      <dgm:spPr/>
      <dgm:t>
        <a:bodyPr/>
        <a:lstStyle/>
        <a:p>
          <a:endParaRPr lang="en-US"/>
        </a:p>
      </dgm:t>
    </dgm:pt>
    <dgm:pt modelId="{6D257DF6-F124-4BB4-AAA9-B150872E9238}" type="sibTrans" cxnId="{1EE4940D-AFCF-4FC8-9AF4-85AD8F9EF109}">
      <dgm:prSet/>
      <dgm:spPr/>
      <dgm:t>
        <a:bodyPr/>
        <a:lstStyle/>
        <a:p>
          <a:endParaRPr lang="en-US"/>
        </a:p>
      </dgm:t>
    </dgm:pt>
    <dgm:pt modelId="{7194CED0-1FE3-44BF-87E0-56A85C715456}">
      <dgm:prSet/>
      <dgm:spPr/>
      <dgm:t>
        <a:bodyPr/>
        <a:lstStyle/>
        <a:p>
          <a:r>
            <a:rPr lang="en-US" b="1" i="0" baseline="0" dirty="0"/>
            <a:t>Use centralized patch management systems</a:t>
          </a:r>
          <a:endParaRPr lang="en-US" dirty="0"/>
        </a:p>
      </dgm:t>
    </dgm:pt>
    <dgm:pt modelId="{801A80DC-AA48-4C32-8BFA-5274CF00D05B}" type="parTrans" cxnId="{4B79239C-0380-4537-A71B-6DE5701EC714}">
      <dgm:prSet/>
      <dgm:spPr/>
      <dgm:t>
        <a:bodyPr/>
        <a:lstStyle/>
        <a:p>
          <a:endParaRPr lang="en-US"/>
        </a:p>
      </dgm:t>
    </dgm:pt>
    <dgm:pt modelId="{6100D09B-BC80-4A91-B200-AE4829CEAF6C}" type="sibTrans" cxnId="{4B79239C-0380-4537-A71B-6DE5701EC714}">
      <dgm:prSet/>
      <dgm:spPr/>
      <dgm:t>
        <a:bodyPr/>
        <a:lstStyle/>
        <a:p>
          <a:endParaRPr lang="en-US"/>
        </a:p>
      </dgm:t>
    </dgm:pt>
    <dgm:pt modelId="{9EFC3A6B-71AF-4DD7-A086-5363AA6A1950}">
      <dgm:prSet/>
      <dgm:spPr/>
      <dgm:t>
        <a:bodyPr/>
        <a:lstStyle/>
        <a:p>
          <a:r>
            <a:rPr lang="en-US" b="1" i="0" baseline="0"/>
            <a:t>Identify patches for operating systems, applications, and supported software</a:t>
          </a:r>
          <a:endParaRPr lang="en-US"/>
        </a:p>
      </dgm:t>
    </dgm:pt>
    <dgm:pt modelId="{DA76E45B-98DE-4DE5-93E1-7C41491CA88C}" type="parTrans" cxnId="{DE1B16FF-3B96-4F99-97CA-A407B778AD25}">
      <dgm:prSet/>
      <dgm:spPr/>
      <dgm:t>
        <a:bodyPr/>
        <a:lstStyle/>
        <a:p>
          <a:endParaRPr lang="en-US"/>
        </a:p>
      </dgm:t>
    </dgm:pt>
    <dgm:pt modelId="{62A3AA27-C380-4C67-91F2-B7B5B598AF91}" type="sibTrans" cxnId="{DE1B16FF-3B96-4F99-97CA-A407B778AD25}">
      <dgm:prSet/>
      <dgm:spPr/>
      <dgm:t>
        <a:bodyPr/>
        <a:lstStyle/>
        <a:p>
          <a:endParaRPr lang="en-US"/>
        </a:p>
      </dgm:t>
    </dgm:pt>
    <dgm:pt modelId="{93F956ED-174F-424A-A3E9-81C0498F2BF6}">
      <dgm:prSet/>
      <dgm:spPr/>
      <dgm:t>
        <a:bodyPr/>
        <a:lstStyle/>
        <a:p>
          <a:r>
            <a:rPr lang="en-US" b="1" i="0" baseline="0"/>
            <a:t>Determine the purpose, severity, and affected systems</a:t>
          </a:r>
          <a:endParaRPr lang="en-US"/>
        </a:p>
      </dgm:t>
    </dgm:pt>
    <dgm:pt modelId="{5695BC41-8E0C-4664-BC95-0C18F9506AF0}" type="parTrans" cxnId="{D020DDC4-6332-42BC-ADE6-E1114A414BDB}">
      <dgm:prSet/>
      <dgm:spPr/>
      <dgm:t>
        <a:bodyPr/>
        <a:lstStyle/>
        <a:p>
          <a:endParaRPr lang="en-US"/>
        </a:p>
      </dgm:t>
    </dgm:pt>
    <dgm:pt modelId="{CB11CFBE-CB7C-4B84-803F-CFC04D7F96E0}" type="sibTrans" cxnId="{D020DDC4-6332-42BC-ADE6-E1114A414BDB}">
      <dgm:prSet/>
      <dgm:spPr/>
      <dgm:t>
        <a:bodyPr/>
        <a:lstStyle/>
        <a:p>
          <a:endParaRPr lang="en-US"/>
        </a:p>
      </dgm:t>
    </dgm:pt>
    <dgm:pt modelId="{41A7368E-4BE5-4D56-ABDA-492DCE06D522}" type="pres">
      <dgm:prSet presAssocID="{80166264-E5B1-43CB-8F0D-DAAC41AEBB5A}" presName="root" presStyleCnt="0">
        <dgm:presLayoutVars>
          <dgm:dir/>
          <dgm:resizeHandles val="exact"/>
        </dgm:presLayoutVars>
      </dgm:prSet>
      <dgm:spPr/>
    </dgm:pt>
    <dgm:pt modelId="{FC0BDF2F-90EB-4BF7-8F9D-6F1F5CDC271B}" type="pres">
      <dgm:prSet presAssocID="{B0FFBBDB-2E4E-4660-A3F7-33B4D6831FFE}" presName="compNode" presStyleCnt="0"/>
      <dgm:spPr/>
    </dgm:pt>
    <dgm:pt modelId="{C4CD6209-3C34-48D1-998C-89C061B7C902}" type="pres">
      <dgm:prSet presAssocID="{B0FFBBDB-2E4E-4660-A3F7-33B4D6831FFE}" presName="bgRect" presStyleLbl="bgShp" presStyleIdx="0" presStyleCnt="5"/>
      <dgm:spPr/>
    </dgm:pt>
    <dgm:pt modelId="{D1206F84-5B0D-4DBB-84BE-444CC2BA1C94}" type="pres">
      <dgm:prSet presAssocID="{B0FFBBDB-2E4E-4660-A3F7-33B4D6831FF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CEF339-2680-47E6-924A-4E66A45F8406}" type="pres">
      <dgm:prSet presAssocID="{B0FFBBDB-2E4E-4660-A3F7-33B4D6831FFE}" presName="spaceRect" presStyleCnt="0"/>
      <dgm:spPr/>
    </dgm:pt>
    <dgm:pt modelId="{B70A25AA-E603-4EF6-BA67-8E1ABE34795B}" type="pres">
      <dgm:prSet presAssocID="{B0FFBBDB-2E4E-4660-A3F7-33B4D6831FFE}" presName="parTx" presStyleLbl="revTx" presStyleIdx="0" presStyleCnt="5">
        <dgm:presLayoutVars>
          <dgm:chMax val="0"/>
          <dgm:chPref val="0"/>
        </dgm:presLayoutVars>
      </dgm:prSet>
      <dgm:spPr/>
    </dgm:pt>
    <dgm:pt modelId="{E85EB811-BBC2-4FC4-990C-CF6E5F96271D}" type="pres">
      <dgm:prSet presAssocID="{4CF68CEA-5F4F-4789-BDE3-11076702DFE5}" presName="sibTrans" presStyleCnt="0"/>
      <dgm:spPr/>
    </dgm:pt>
    <dgm:pt modelId="{7460C82C-7045-4862-B652-D193A30E5955}" type="pres">
      <dgm:prSet presAssocID="{A4298F09-F776-4A9F-B6E1-37E0EA05B711}" presName="compNode" presStyleCnt="0"/>
      <dgm:spPr/>
    </dgm:pt>
    <dgm:pt modelId="{7DA09E93-8AA7-4086-B1DD-73659AD4FD3B}" type="pres">
      <dgm:prSet presAssocID="{A4298F09-F776-4A9F-B6E1-37E0EA05B711}" presName="bgRect" presStyleLbl="bgShp" presStyleIdx="1" presStyleCnt="5"/>
      <dgm:spPr/>
    </dgm:pt>
    <dgm:pt modelId="{0920503B-8DEB-4D45-82C7-F69BBDA1D483}" type="pres">
      <dgm:prSet presAssocID="{A4298F09-F776-4A9F-B6E1-37E0EA05B71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A0FFFA-8EFF-474F-9488-8991AC092485}" type="pres">
      <dgm:prSet presAssocID="{A4298F09-F776-4A9F-B6E1-37E0EA05B711}" presName="spaceRect" presStyleCnt="0"/>
      <dgm:spPr/>
    </dgm:pt>
    <dgm:pt modelId="{F7299A7F-3809-4048-B508-DC7C5F80824D}" type="pres">
      <dgm:prSet presAssocID="{A4298F09-F776-4A9F-B6E1-37E0EA05B711}" presName="parTx" presStyleLbl="revTx" presStyleIdx="1" presStyleCnt="5">
        <dgm:presLayoutVars>
          <dgm:chMax val="0"/>
          <dgm:chPref val="0"/>
        </dgm:presLayoutVars>
      </dgm:prSet>
      <dgm:spPr/>
    </dgm:pt>
    <dgm:pt modelId="{417A2DA1-A80A-4D07-9668-A009C658F7D5}" type="pres">
      <dgm:prSet presAssocID="{6D257DF6-F124-4BB4-AAA9-B150872E9238}" presName="sibTrans" presStyleCnt="0"/>
      <dgm:spPr/>
    </dgm:pt>
    <dgm:pt modelId="{97D3279C-7D28-45C5-BC85-BD51E126311F}" type="pres">
      <dgm:prSet presAssocID="{7194CED0-1FE3-44BF-87E0-56A85C715456}" presName="compNode" presStyleCnt="0"/>
      <dgm:spPr/>
    </dgm:pt>
    <dgm:pt modelId="{5FF5F654-D72B-46D9-8C2C-8B620F39E056}" type="pres">
      <dgm:prSet presAssocID="{7194CED0-1FE3-44BF-87E0-56A85C715456}" presName="bgRect" presStyleLbl="bgShp" presStyleIdx="2" presStyleCnt="5"/>
      <dgm:spPr/>
    </dgm:pt>
    <dgm:pt modelId="{9E6160A7-092B-446F-B7D3-5B69C59BC0CF}" type="pres">
      <dgm:prSet presAssocID="{7194CED0-1FE3-44BF-87E0-56A85C71545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9937836-5A6E-4871-86BA-1B13C1F81654}" type="pres">
      <dgm:prSet presAssocID="{7194CED0-1FE3-44BF-87E0-56A85C715456}" presName="spaceRect" presStyleCnt="0"/>
      <dgm:spPr/>
    </dgm:pt>
    <dgm:pt modelId="{CB012290-C7EA-4241-9A0D-003BBA3B2D80}" type="pres">
      <dgm:prSet presAssocID="{7194CED0-1FE3-44BF-87E0-56A85C715456}" presName="parTx" presStyleLbl="revTx" presStyleIdx="2" presStyleCnt="5">
        <dgm:presLayoutVars>
          <dgm:chMax val="0"/>
          <dgm:chPref val="0"/>
        </dgm:presLayoutVars>
      </dgm:prSet>
      <dgm:spPr/>
    </dgm:pt>
    <dgm:pt modelId="{D5C046B1-BCE9-418C-B8F7-0A252E70AB02}" type="pres">
      <dgm:prSet presAssocID="{6100D09B-BC80-4A91-B200-AE4829CEAF6C}" presName="sibTrans" presStyleCnt="0"/>
      <dgm:spPr/>
    </dgm:pt>
    <dgm:pt modelId="{BB30D730-3574-4EEF-AE4F-603597449224}" type="pres">
      <dgm:prSet presAssocID="{9EFC3A6B-71AF-4DD7-A086-5363AA6A1950}" presName="compNode" presStyleCnt="0"/>
      <dgm:spPr/>
    </dgm:pt>
    <dgm:pt modelId="{4E2D89C6-FB5B-45DE-A916-E0DB83B71361}" type="pres">
      <dgm:prSet presAssocID="{9EFC3A6B-71AF-4DD7-A086-5363AA6A1950}" presName="bgRect" presStyleLbl="bgShp" presStyleIdx="3" presStyleCnt="5"/>
      <dgm:spPr/>
    </dgm:pt>
    <dgm:pt modelId="{B7C03A64-4724-4D2E-8C59-D7DE27660188}" type="pres">
      <dgm:prSet presAssocID="{9EFC3A6B-71AF-4DD7-A086-5363AA6A195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997058B-8189-4797-8EBC-72F30B493AAA}" type="pres">
      <dgm:prSet presAssocID="{9EFC3A6B-71AF-4DD7-A086-5363AA6A1950}" presName="spaceRect" presStyleCnt="0"/>
      <dgm:spPr/>
    </dgm:pt>
    <dgm:pt modelId="{9E6E642D-765F-4484-B6E3-5CAC4865FE39}" type="pres">
      <dgm:prSet presAssocID="{9EFC3A6B-71AF-4DD7-A086-5363AA6A1950}" presName="parTx" presStyleLbl="revTx" presStyleIdx="3" presStyleCnt="5">
        <dgm:presLayoutVars>
          <dgm:chMax val="0"/>
          <dgm:chPref val="0"/>
        </dgm:presLayoutVars>
      </dgm:prSet>
      <dgm:spPr/>
    </dgm:pt>
    <dgm:pt modelId="{AFD2C5C9-FF99-436C-8CBB-8B2700EA98D7}" type="pres">
      <dgm:prSet presAssocID="{62A3AA27-C380-4C67-91F2-B7B5B598AF91}" presName="sibTrans" presStyleCnt="0"/>
      <dgm:spPr/>
    </dgm:pt>
    <dgm:pt modelId="{0CAE6BE4-CFAF-4736-A647-21FC19CD1429}" type="pres">
      <dgm:prSet presAssocID="{93F956ED-174F-424A-A3E9-81C0498F2BF6}" presName="compNode" presStyleCnt="0"/>
      <dgm:spPr/>
    </dgm:pt>
    <dgm:pt modelId="{5609F4D5-79ED-430A-88EC-44B8EA03C44A}" type="pres">
      <dgm:prSet presAssocID="{93F956ED-174F-424A-A3E9-81C0498F2BF6}" presName="bgRect" presStyleLbl="bgShp" presStyleIdx="4" presStyleCnt="5"/>
      <dgm:spPr/>
    </dgm:pt>
    <dgm:pt modelId="{4951F0CE-334B-4FAE-BA4F-CB37A619B06A}" type="pres">
      <dgm:prSet presAssocID="{93F956ED-174F-424A-A3E9-81C0498F2BF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B57476F-1755-4B8D-8D30-3148FEEA28B0}" type="pres">
      <dgm:prSet presAssocID="{93F956ED-174F-424A-A3E9-81C0498F2BF6}" presName="spaceRect" presStyleCnt="0"/>
      <dgm:spPr/>
    </dgm:pt>
    <dgm:pt modelId="{3CD6F0A4-F52B-4A9C-B847-CFFD2A99D94B}" type="pres">
      <dgm:prSet presAssocID="{93F956ED-174F-424A-A3E9-81C0498F2BF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EE4940D-AFCF-4FC8-9AF4-85AD8F9EF109}" srcId="{80166264-E5B1-43CB-8F0D-DAAC41AEBB5A}" destId="{A4298F09-F776-4A9F-B6E1-37E0EA05B711}" srcOrd="1" destOrd="0" parTransId="{8398E461-ADB0-400C-8263-A9D69D577E5F}" sibTransId="{6D257DF6-F124-4BB4-AAA9-B150872E9238}"/>
    <dgm:cxn modelId="{7E394711-F014-4197-8AE0-68A9A5337F1A}" type="presOf" srcId="{93F956ED-174F-424A-A3E9-81C0498F2BF6}" destId="{3CD6F0A4-F52B-4A9C-B847-CFFD2A99D94B}" srcOrd="0" destOrd="0" presId="urn:microsoft.com/office/officeart/2018/2/layout/IconVerticalSolidList"/>
    <dgm:cxn modelId="{20D8713C-DD95-44A7-A2E9-9C55B51003D0}" type="presOf" srcId="{9EFC3A6B-71AF-4DD7-A086-5363AA6A1950}" destId="{9E6E642D-765F-4484-B6E3-5CAC4865FE39}" srcOrd="0" destOrd="0" presId="urn:microsoft.com/office/officeart/2018/2/layout/IconVerticalSolidList"/>
    <dgm:cxn modelId="{11F5F96A-4126-46FC-9E3E-EB2375812642}" type="presOf" srcId="{B0FFBBDB-2E4E-4660-A3F7-33B4D6831FFE}" destId="{B70A25AA-E603-4EF6-BA67-8E1ABE34795B}" srcOrd="0" destOrd="0" presId="urn:microsoft.com/office/officeart/2018/2/layout/IconVerticalSolidList"/>
    <dgm:cxn modelId="{9DEC644D-7ACD-4C2C-8FE6-18ACE683E184}" type="presOf" srcId="{A4298F09-F776-4A9F-B6E1-37E0EA05B711}" destId="{F7299A7F-3809-4048-B508-DC7C5F80824D}" srcOrd="0" destOrd="0" presId="urn:microsoft.com/office/officeart/2018/2/layout/IconVerticalSolidList"/>
    <dgm:cxn modelId="{0E3C027B-81BE-477E-8F63-9A333F4E09A3}" srcId="{80166264-E5B1-43CB-8F0D-DAAC41AEBB5A}" destId="{B0FFBBDB-2E4E-4660-A3F7-33B4D6831FFE}" srcOrd="0" destOrd="0" parTransId="{B55E747D-BED1-471C-BD1B-ACD9AD5D71AD}" sibTransId="{4CF68CEA-5F4F-4789-BDE3-11076702DFE5}"/>
    <dgm:cxn modelId="{E246E18F-690A-4CE6-9AFD-73CE97A07A62}" type="presOf" srcId="{80166264-E5B1-43CB-8F0D-DAAC41AEBB5A}" destId="{41A7368E-4BE5-4D56-ABDA-492DCE06D522}" srcOrd="0" destOrd="0" presId="urn:microsoft.com/office/officeart/2018/2/layout/IconVerticalSolidList"/>
    <dgm:cxn modelId="{4B79239C-0380-4537-A71B-6DE5701EC714}" srcId="{80166264-E5B1-43CB-8F0D-DAAC41AEBB5A}" destId="{7194CED0-1FE3-44BF-87E0-56A85C715456}" srcOrd="2" destOrd="0" parTransId="{801A80DC-AA48-4C32-8BFA-5274CF00D05B}" sibTransId="{6100D09B-BC80-4A91-B200-AE4829CEAF6C}"/>
    <dgm:cxn modelId="{D020DDC4-6332-42BC-ADE6-E1114A414BDB}" srcId="{80166264-E5B1-43CB-8F0D-DAAC41AEBB5A}" destId="{93F956ED-174F-424A-A3E9-81C0498F2BF6}" srcOrd="4" destOrd="0" parTransId="{5695BC41-8E0C-4664-BC95-0C18F9506AF0}" sibTransId="{CB11CFBE-CB7C-4B84-803F-CFC04D7F96E0}"/>
    <dgm:cxn modelId="{0B509FD1-8949-49A2-8FD5-EFAEC2705968}" type="presOf" srcId="{7194CED0-1FE3-44BF-87E0-56A85C715456}" destId="{CB012290-C7EA-4241-9A0D-003BBA3B2D80}" srcOrd="0" destOrd="0" presId="urn:microsoft.com/office/officeart/2018/2/layout/IconVerticalSolidList"/>
    <dgm:cxn modelId="{DE1B16FF-3B96-4F99-97CA-A407B778AD25}" srcId="{80166264-E5B1-43CB-8F0D-DAAC41AEBB5A}" destId="{9EFC3A6B-71AF-4DD7-A086-5363AA6A1950}" srcOrd="3" destOrd="0" parTransId="{DA76E45B-98DE-4DE5-93E1-7C41491CA88C}" sibTransId="{62A3AA27-C380-4C67-91F2-B7B5B598AF91}"/>
    <dgm:cxn modelId="{C8236813-3454-4373-A13B-FEC1637D91A4}" type="presParOf" srcId="{41A7368E-4BE5-4D56-ABDA-492DCE06D522}" destId="{FC0BDF2F-90EB-4BF7-8F9D-6F1F5CDC271B}" srcOrd="0" destOrd="0" presId="urn:microsoft.com/office/officeart/2018/2/layout/IconVerticalSolidList"/>
    <dgm:cxn modelId="{D4CBF4E3-21CF-4184-B38D-F9271D037ACA}" type="presParOf" srcId="{FC0BDF2F-90EB-4BF7-8F9D-6F1F5CDC271B}" destId="{C4CD6209-3C34-48D1-998C-89C061B7C902}" srcOrd="0" destOrd="0" presId="urn:microsoft.com/office/officeart/2018/2/layout/IconVerticalSolidList"/>
    <dgm:cxn modelId="{E1623D68-B7C6-4462-B5E2-14EFE2739685}" type="presParOf" srcId="{FC0BDF2F-90EB-4BF7-8F9D-6F1F5CDC271B}" destId="{D1206F84-5B0D-4DBB-84BE-444CC2BA1C94}" srcOrd="1" destOrd="0" presId="urn:microsoft.com/office/officeart/2018/2/layout/IconVerticalSolidList"/>
    <dgm:cxn modelId="{A5416C4E-810C-47BF-95DC-9318812AA0C2}" type="presParOf" srcId="{FC0BDF2F-90EB-4BF7-8F9D-6F1F5CDC271B}" destId="{23CEF339-2680-47E6-924A-4E66A45F8406}" srcOrd="2" destOrd="0" presId="urn:microsoft.com/office/officeart/2018/2/layout/IconVerticalSolidList"/>
    <dgm:cxn modelId="{26052CFD-6418-4339-A58A-D1F69A215F4D}" type="presParOf" srcId="{FC0BDF2F-90EB-4BF7-8F9D-6F1F5CDC271B}" destId="{B70A25AA-E603-4EF6-BA67-8E1ABE34795B}" srcOrd="3" destOrd="0" presId="urn:microsoft.com/office/officeart/2018/2/layout/IconVerticalSolidList"/>
    <dgm:cxn modelId="{D1588014-A738-4FF1-B7D8-94EA7FA39982}" type="presParOf" srcId="{41A7368E-4BE5-4D56-ABDA-492DCE06D522}" destId="{E85EB811-BBC2-4FC4-990C-CF6E5F96271D}" srcOrd="1" destOrd="0" presId="urn:microsoft.com/office/officeart/2018/2/layout/IconVerticalSolidList"/>
    <dgm:cxn modelId="{BAE0290C-8A94-4C30-BB04-2D260029411A}" type="presParOf" srcId="{41A7368E-4BE5-4D56-ABDA-492DCE06D522}" destId="{7460C82C-7045-4862-B652-D193A30E5955}" srcOrd="2" destOrd="0" presId="urn:microsoft.com/office/officeart/2018/2/layout/IconVerticalSolidList"/>
    <dgm:cxn modelId="{28465674-39E3-4033-9143-E2930C0701C1}" type="presParOf" srcId="{7460C82C-7045-4862-B652-D193A30E5955}" destId="{7DA09E93-8AA7-4086-B1DD-73659AD4FD3B}" srcOrd="0" destOrd="0" presId="urn:microsoft.com/office/officeart/2018/2/layout/IconVerticalSolidList"/>
    <dgm:cxn modelId="{BC2DFF96-89E8-4780-9E35-9EA3D174C31D}" type="presParOf" srcId="{7460C82C-7045-4862-B652-D193A30E5955}" destId="{0920503B-8DEB-4D45-82C7-F69BBDA1D483}" srcOrd="1" destOrd="0" presId="urn:microsoft.com/office/officeart/2018/2/layout/IconVerticalSolidList"/>
    <dgm:cxn modelId="{261B39CB-BBF1-4E23-8F31-637B55CBC43A}" type="presParOf" srcId="{7460C82C-7045-4862-B652-D193A30E5955}" destId="{28A0FFFA-8EFF-474F-9488-8991AC092485}" srcOrd="2" destOrd="0" presId="urn:microsoft.com/office/officeart/2018/2/layout/IconVerticalSolidList"/>
    <dgm:cxn modelId="{C4FF8947-9AF5-4EED-A0D4-A5B7FB4425DC}" type="presParOf" srcId="{7460C82C-7045-4862-B652-D193A30E5955}" destId="{F7299A7F-3809-4048-B508-DC7C5F80824D}" srcOrd="3" destOrd="0" presId="urn:microsoft.com/office/officeart/2018/2/layout/IconVerticalSolidList"/>
    <dgm:cxn modelId="{8F123295-6508-4042-9F78-C298A10574FE}" type="presParOf" srcId="{41A7368E-4BE5-4D56-ABDA-492DCE06D522}" destId="{417A2DA1-A80A-4D07-9668-A009C658F7D5}" srcOrd="3" destOrd="0" presId="urn:microsoft.com/office/officeart/2018/2/layout/IconVerticalSolidList"/>
    <dgm:cxn modelId="{426CF58C-C110-4860-8498-CD71B0C36F43}" type="presParOf" srcId="{41A7368E-4BE5-4D56-ABDA-492DCE06D522}" destId="{97D3279C-7D28-45C5-BC85-BD51E126311F}" srcOrd="4" destOrd="0" presId="urn:microsoft.com/office/officeart/2018/2/layout/IconVerticalSolidList"/>
    <dgm:cxn modelId="{4D029BDA-1075-496A-8F9E-B26EC48EDEB8}" type="presParOf" srcId="{97D3279C-7D28-45C5-BC85-BD51E126311F}" destId="{5FF5F654-D72B-46D9-8C2C-8B620F39E056}" srcOrd="0" destOrd="0" presId="urn:microsoft.com/office/officeart/2018/2/layout/IconVerticalSolidList"/>
    <dgm:cxn modelId="{0137BAF6-143F-4033-99B6-7F5899FD3387}" type="presParOf" srcId="{97D3279C-7D28-45C5-BC85-BD51E126311F}" destId="{9E6160A7-092B-446F-B7D3-5B69C59BC0CF}" srcOrd="1" destOrd="0" presId="urn:microsoft.com/office/officeart/2018/2/layout/IconVerticalSolidList"/>
    <dgm:cxn modelId="{EA9677AD-7361-4F08-8D50-63B082F96AA5}" type="presParOf" srcId="{97D3279C-7D28-45C5-BC85-BD51E126311F}" destId="{C9937836-5A6E-4871-86BA-1B13C1F81654}" srcOrd="2" destOrd="0" presId="urn:microsoft.com/office/officeart/2018/2/layout/IconVerticalSolidList"/>
    <dgm:cxn modelId="{F9634006-0FB6-4EAD-A8C1-EB79D17BE8AA}" type="presParOf" srcId="{97D3279C-7D28-45C5-BC85-BD51E126311F}" destId="{CB012290-C7EA-4241-9A0D-003BBA3B2D80}" srcOrd="3" destOrd="0" presId="urn:microsoft.com/office/officeart/2018/2/layout/IconVerticalSolidList"/>
    <dgm:cxn modelId="{E035B199-71DD-4B81-8DD1-D1A46533B116}" type="presParOf" srcId="{41A7368E-4BE5-4D56-ABDA-492DCE06D522}" destId="{D5C046B1-BCE9-418C-B8F7-0A252E70AB02}" srcOrd="5" destOrd="0" presId="urn:microsoft.com/office/officeart/2018/2/layout/IconVerticalSolidList"/>
    <dgm:cxn modelId="{33AA26F3-E0AF-4B8C-9615-8C054F73AA2F}" type="presParOf" srcId="{41A7368E-4BE5-4D56-ABDA-492DCE06D522}" destId="{BB30D730-3574-4EEF-AE4F-603597449224}" srcOrd="6" destOrd="0" presId="urn:microsoft.com/office/officeart/2018/2/layout/IconVerticalSolidList"/>
    <dgm:cxn modelId="{F88597C4-5222-4F7C-9927-4A60A9ACCBF7}" type="presParOf" srcId="{BB30D730-3574-4EEF-AE4F-603597449224}" destId="{4E2D89C6-FB5B-45DE-A916-E0DB83B71361}" srcOrd="0" destOrd="0" presId="urn:microsoft.com/office/officeart/2018/2/layout/IconVerticalSolidList"/>
    <dgm:cxn modelId="{3B2C66FF-65F7-4E8F-AD7F-09C7F75E16B7}" type="presParOf" srcId="{BB30D730-3574-4EEF-AE4F-603597449224}" destId="{B7C03A64-4724-4D2E-8C59-D7DE27660188}" srcOrd="1" destOrd="0" presId="urn:microsoft.com/office/officeart/2018/2/layout/IconVerticalSolidList"/>
    <dgm:cxn modelId="{25A3F3BD-DC77-45F6-9A0F-E8C3E6FCA544}" type="presParOf" srcId="{BB30D730-3574-4EEF-AE4F-603597449224}" destId="{0997058B-8189-4797-8EBC-72F30B493AAA}" srcOrd="2" destOrd="0" presId="urn:microsoft.com/office/officeart/2018/2/layout/IconVerticalSolidList"/>
    <dgm:cxn modelId="{2A7001A7-75E2-44F6-9DB4-8B23E66E0B9A}" type="presParOf" srcId="{BB30D730-3574-4EEF-AE4F-603597449224}" destId="{9E6E642D-765F-4484-B6E3-5CAC4865FE39}" srcOrd="3" destOrd="0" presId="urn:microsoft.com/office/officeart/2018/2/layout/IconVerticalSolidList"/>
    <dgm:cxn modelId="{C77CAE09-8733-49BD-A8E3-B44634998F0A}" type="presParOf" srcId="{41A7368E-4BE5-4D56-ABDA-492DCE06D522}" destId="{AFD2C5C9-FF99-436C-8CBB-8B2700EA98D7}" srcOrd="7" destOrd="0" presId="urn:microsoft.com/office/officeart/2018/2/layout/IconVerticalSolidList"/>
    <dgm:cxn modelId="{05702FA2-E4D2-4538-92C0-7E778DC6ABCB}" type="presParOf" srcId="{41A7368E-4BE5-4D56-ABDA-492DCE06D522}" destId="{0CAE6BE4-CFAF-4736-A647-21FC19CD1429}" srcOrd="8" destOrd="0" presId="urn:microsoft.com/office/officeart/2018/2/layout/IconVerticalSolidList"/>
    <dgm:cxn modelId="{DBFCC51B-0B4F-4126-BE1E-0B45F17775D1}" type="presParOf" srcId="{0CAE6BE4-CFAF-4736-A647-21FC19CD1429}" destId="{5609F4D5-79ED-430A-88EC-44B8EA03C44A}" srcOrd="0" destOrd="0" presId="urn:microsoft.com/office/officeart/2018/2/layout/IconVerticalSolidList"/>
    <dgm:cxn modelId="{A72C6A6B-6CEE-46C7-BEBC-1EE0EE04805D}" type="presParOf" srcId="{0CAE6BE4-CFAF-4736-A647-21FC19CD1429}" destId="{4951F0CE-334B-4FAE-BA4F-CB37A619B06A}" srcOrd="1" destOrd="0" presId="urn:microsoft.com/office/officeart/2018/2/layout/IconVerticalSolidList"/>
    <dgm:cxn modelId="{7727DF80-8CB7-46B0-969B-CEC6F7A29B64}" type="presParOf" srcId="{0CAE6BE4-CFAF-4736-A647-21FC19CD1429}" destId="{DB57476F-1755-4B8D-8D30-3148FEEA28B0}" srcOrd="2" destOrd="0" presId="urn:microsoft.com/office/officeart/2018/2/layout/IconVerticalSolidList"/>
    <dgm:cxn modelId="{89055EE5-A6B9-4DE5-A542-7622846BCB0F}" type="presParOf" srcId="{0CAE6BE4-CFAF-4736-A647-21FC19CD1429}" destId="{3CD6F0A4-F52B-4A9C-B847-CFFD2A99D9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0D1A7BA-D2E8-4BD1-9122-831D21FD61F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E8326C-95D8-479D-9443-DF54CB1005C9}">
      <dgm:prSet/>
      <dgm:spPr/>
      <dgm:t>
        <a:bodyPr/>
        <a:lstStyle/>
        <a:p>
          <a:r>
            <a:rPr lang="en-US" b="1" i="0" baseline="0"/>
            <a:t>Review vendor release notes</a:t>
          </a:r>
          <a:endParaRPr lang="en-US"/>
        </a:p>
      </dgm:t>
    </dgm:pt>
    <dgm:pt modelId="{F75FF70F-E33D-476C-9A53-1F5303E3C4C0}" type="parTrans" cxnId="{9949C1B9-8987-45AF-A7F8-42EE3A8193F7}">
      <dgm:prSet/>
      <dgm:spPr/>
      <dgm:t>
        <a:bodyPr/>
        <a:lstStyle/>
        <a:p>
          <a:endParaRPr lang="en-US"/>
        </a:p>
      </dgm:t>
    </dgm:pt>
    <dgm:pt modelId="{9972F886-789B-4EB7-A438-CAB25E6E78B0}" type="sibTrans" cxnId="{9949C1B9-8987-45AF-A7F8-42EE3A8193F7}">
      <dgm:prSet/>
      <dgm:spPr/>
      <dgm:t>
        <a:bodyPr/>
        <a:lstStyle/>
        <a:p>
          <a:endParaRPr lang="en-US"/>
        </a:p>
      </dgm:t>
    </dgm:pt>
    <dgm:pt modelId="{086F8209-EB62-4188-BCD9-182D9E132BAE}">
      <dgm:prSet/>
      <dgm:spPr/>
      <dgm:t>
        <a:bodyPr/>
        <a:lstStyle/>
        <a:p>
          <a:r>
            <a:rPr lang="en-US" b="1" i="0" baseline="0"/>
            <a:t>Identify issues addressed by the patch</a:t>
          </a:r>
          <a:endParaRPr lang="en-US"/>
        </a:p>
      </dgm:t>
    </dgm:pt>
    <dgm:pt modelId="{A29DECA4-91E5-4B43-AA07-3D52DF5C0CA7}" type="parTrans" cxnId="{2D9AE6CD-FEFD-42A9-8FDB-B2A05B649C4B}">
      <dgm:prSet/>
      <dgm:spPr/>
      <dgm:t>
        <a:bodyPr/>
        <a:lstStyle/>
        <a:p>
          <a:endParaRPr lang="en-US"/>
        </a:p>
      </dgm:t>
    </dgm:pt>
    <dgm:pt modelId="{1ABD8085-C193-46DE-B997-A3AAE2A0A75E}" type="sibTrans" cxnId="{2D9AE6CD-FEFD-42A9-8FDB-B2A05B649C4B}">
      <dgm:prSet/>
      <dgm:spPr/>
      <dgm:t>
        <a:bodyPr/>
        <a:lstStyle/>
        <a:p>
          <a:endParaRPr lang="en-US"/>
        </a:p>
      </dgm:t>
    </dgm:pt>
    <dgm:pt modelId="{2C7F103B-597F-454E-AB4C-4A5C67656B7B}">
      <dgm:prSet/>
      <dgm:spPr/>
      <dgm:t>
        <a:bodyPr/>
        <a:lstStyle/>
        <a:p>
          <a:r>
            <a:rPr lang="en-US" b="1" i="0" baseline="0"/>
            <a:t>Check affected systems and software versions</a:t>
          </a:r>
          <a:endParaRPr lang="en-US"/>
        </a:p>
      </dgm:t>
    </dgm:pt>
    <dgm:pt modelId="{6A4C0031-133E-4388-A4FD-B05DB742CC72}" type="parTrans" cxnId="{71AEDF9A-D17F-4D72-9E74-954988934A9E}">
      <dgm:prSet/>
      <dgm:spPr/>
      <dgm:t>
        <a:bodyPr/>
        <a:lstStyle/>
        <a:p>
          <a:endParaRPr lang="en-US"/>
        </a:p>
      </dgm:t>
    </dgm:pt>
    <dgm:pt modelId="{87FDC4CA-D50D-418F-AF45-DCAEFEC4714C}" type="sibTrans" cxnId="{71AEDF9A-D17F-4D72-9E74-954988934A9E}">
      <dgm:prSet/>
      <dgm:spPr/>
      <dgm:t>
        <a:bodyPr/>
        <a:lstStyle/>
        <a:p>
          <a:endParaRPr lang="en-US"/>
        </a:p>
      </dgm:t>
    </dgm:pt>
    <dgm:pt modelId="{AF9DA7F3-1D2D-4678-9B3C-C20EC3161D22}">
      <dgm:prSet/>
      <dgm:spPr/>
      <dgm:t>
        <a:bodyPr/>
        <a:lstStyle/>
        <a:p>
          <a:r>
            <a:rPr lang="en-US" b="1" i="0" baseline="0"/>
            <a:t>Look for compatibility concerns</a:t>
          </a:r>
          <a:endParaRPr lang="en-US"/>
        </a:p>
      </dgm:t>
    </dgm:pt>
    <dgm:pt modelId="{C1796D55-5ABA-413C-B398-72CF8573C180}" type="parTrans" cxnId="{DC2786A6-820E-4B52-B97E-823BDEF765A1}">
      <dgm:prSet/>
      <dgm:spPr/>
      <dgm:t>
        <a:bodyPr/>
        <a:lstStyle/>
        <a:p>
          <a:endParaRPr lang="en-US"/>
        </a:p>
      </dgm:t>
    </dgm:pt>
    <dgm:pt modelId="{55A92203-C131-4345-880A-299BB6D44D04}" type="sibTrans" cxnId="{DC2786A6-820E-4B52-B97E-823BDEF765A1}">
      <dgm:prSet/>
      <dgm:spPr/>
      <dgm:t>
        <a:bodyPr/>
        <a:lstStyle/>
        <a:p>
          <a:endParaRPr lang="en-US"/>
        </a:p>
      </dgm:t>
    </dgm:pt>
    <dgm:pt modelId="{94C48103-B8B8-4193-A78F-86927B688D26}">
      <dgm:prSet/>
      <dgm:spPr/>
      <dgm:t>
        <a:bodyPr/>
        <a:lstStyle/>
        <a:p>
          <a:r>
            <a:rPr lang="en-US" b="1" i="0" baseline="0"/>
            <a:t>Determine whether a restart is required</a:t>
          </a:r>
          <a:endParaRPr lang="en-US"/>
        </a:p>
      </dgm:t>
    </dgm:pt>
    <dgm:pt modelId="{73104A71-9B1D-4CC5-97E4-0257F89CC726}" type="parTrans" cxnId="{49272287-0826-42CC-BDFE-6ED2DFD91A49}">
      <dgm:prSet/>
      <dgm:spPr/>
      <dgm:t>
        <a:bodyPr/>
        <a:lstStyle/>
        <a:p>
          <a:endParaRPr lang="en-US"/>
        </a:p>
      </dgm:t>
    </dgm:pt>
    <dgm:pt modelId="{C4CECE6D-CFF6-4069-8E5E-48F7760B7AE3}" type="sibTrans" cxnId="{49272287-0826-42CC-BDFE-6ED2DFD91A49}">
      <dgm:prSet/>
      <dgm:spPr/>
      <dgm:t>
        <a:bodyPr/>
        <a:lstStyle/>
        <a:p>
          <a:endParaRPr lang="en-US"/>
        </a:p>
      </dgm:t>
    </dgm:pt>
    <dgm:pt modelId="{B1E266FE-F5A4-4A13-8BEB-835D92A31A05}">
      <dgm:prSet/>
      <dgm:spPr/>
      <dgm:t>
        <a:bodyPr/>
        <a:lstStyle/>
        <a:p>
          <a:r>
            <a:rPr lang="en-US" b="1" i="0" baseline="0"/>
            <a:t>Prioritize patches based on risk and business impact</a:t>
          </a:r>
          <a:endParaRPr lang="en-US"/>
        </a:p>
      </dgm:t>
    </dgm:pt>
    <dgm:pt modelId="{0260AF37-7DAE-4AA7-B552-51BE41040144}" type="parTrans" cxnId="{62867957-61DF-47B6-86F2-85E4E891FAB1}">
      <dgm:prSet/>
      <dgm:spPr/>
      <dgm:t>
        <a:bodyPr/>
        <a:lstStyle/>
        <a:p>
          <a:endParaRPr lang="en-US"/>
        </a:p>
      </dgm:t>
    </dgm:pt>
    <dgm:pt modelId="{B0755B9B-B456-4395-859F-90CD8B1DA6F0}" type="sibTrans" cxnId="{62867957-61DF-47B6-86F2-85E4E891FAB1}">
      <dgm:prSet/>
      <dgm:spPr/>
      <dgm:t>
        <a:bodyPr/>
        <a:lstStyle/>
        <a:p>
          <a:endParaRPr lang="en-US"/>
        </a:p>
      </dgm:t>
    </dgm:pt>
    <dgm:pt modelId="{3528636C-AA07-47D9-9FCA-1DAF3B3670B7}" type="pres">
      <dgm:prSet presAssocID="{90D1A7BA-D2E8-4BD1-9122-831D21FD61F5}" presName="Name0" presStyleCnt="0">
        <dgm:presLayoutVars>
          <dgm:dir/>
          <dgm:resizeHandles val="exact"/>
        </dgm:presLayoutVars>
      </dgm:prSet>
      <dgm:spPr/>
    </dgm:pt>
    <dgm:pt modelId="{EE8093FF-AB82-4152-B9D1-302C504BEB7D}" type="pres">
      <dgm:prSet presAssocID="{CAE8326C-95D8-479D-9443-DF54CB1005C9}" presName="node" presStyleLbl="node1" presStyleIdx="0" presStyleCnt="6">
        <dgm:presLayoutVars>
          <dgm:bulletEnabled val="1"/>
        </dgm:presLayoutVars>
      </dgm:prSet>
      <dgm:spPr/>
    </dgm:pt>
    <dgm:pt modelId="{82FEF6BF-F5B6-4023-B1D7-0056D459C8DB}" type="pres">
      <dgm:prSet presAssocID="{9972F886-789B-4EB7-A438-CAB25E6E78B0}" presName="sibTrans" presStyleLbl="sibTrans1D1" presStyleIdx="0" presStyleCnt="5"/>
      <dgm:spPr/>
    </dgm:pt>
    <dgm:pt modelId="{18C7A16E-5481-4FEC-8A14-4E0B39C96E6B}" type="pres">
      <dgm:prSet presAssocID="{9972F886-789B-4EB7-A438-CAB25E6E78B0}" presName="connectorText" presStyleLbl="sibTrans1D1" presStyleIdx="0" presStyleCnt="5"/>
      <dgm:spPr/>
    </dgm:pt>
    <dgm:pt modelId="{D9564E90-107D-405D-8A4B-9169103B0C7A}" type="pres">
      <dgm:prSet presAssocID="{086F8209-EB62-4188-BCD9-182D9E132BAE}" presName="node" presStyleLbl="node1" presStyleIdx="1" presStyleCnt="6">
        <dgm:presLayoutVars>
          <dgm:bulletEnabled val="1"/>
        </dgm:presLayoutVars>
      </dgm:prSet>
      <dgm:spPr/>
    </dgm:pt>
    <dgm:pt modelId="{09E8B03A-F315-4074-8F2A-E8CF4DCEA59A}" type="pres">
      <dgm:prSet presAssocID="{1ABD8085-C193-46DE-B997-A3AAE2A0A75E}" presName="sibTrans" presStyleLbl="sibTrans1D1" presStyleIdx="1" presStyleCnt="5"/>
      <dgm:spPr/>
    </dgm:pt>
    <dgm:pt modelId="{A9215074-BA16-48A5-A428-7538D505B469}" type="pres">
      <dgm:prSet presAssocID="{1ABD8085-C193-46DE-B997-A3AAE2A0A75E}" presName="connectorText" presStyleLbl="sibTrans1D1" presStyleIdx="1" presStyleCnt="5"/>
      <dgm:spPr/>
    </dgm:pt>
    <dgm:pt modelId="{F74D46BE-5E0F-4E1B-B2B1-49529D4EC3C6}" type="pres">
      <dgm:prSet presAssocID="{2C7F103B-597F-454E-AB4C-4A5C67656B7B}" presName="node" presStyleLbl="node1" presStyleIdx="2" presStyleCnt="6">
        <dgm:presLayoutVars>
          <dgm:bulletEnabled val="1"/>
        </dgm:presLayoutVars>
      </dgm:prSet>
      <dgm:spPr/>
    </dgm:pt>
    <dgm:pt modelId="{941B3DF0-D74A-448F-B9E3-1E9E8008253B}" type="pres">
      <dgm:prSet presAssocID="{87FDC4CA-D50D-418F-AF45-DCAEFEC4714C}" presName="sibTrans" presStyleLbl="sibTrans1D1" presStyleIdx="2" presStyleCnt="5"/>
      <dgm:spPr/>
    </dgm:pt>
    <dgm:pt modelId="{A78E0479-45C4-4246-B6A6-CE45A8D31CC8}" type="pres">
      <dgm:prSet presAssocID="{87FDC4CA-D50D-418F-AF45-DCAEFEC4714C}" presName="connectorText" presStyleLbl="sibTrans1D1" presStyleIdx="2" presStyleCnt="5"/>
      <dgm:spPr/>
    </dgm:pt>
    <dgm:pt modelId="{4D6113B5-E456-4C10-9718-4B9CBEFD091D}" type="pres">
      <dgm:prSet presAssocID="{AF9DA7F3-1D2D-4678-9B3C-C20EC3161D22}" presName="node" presStyleLbl="node1" presStyleIdx="3" presStyleCnt="6">
        <dgm:presLayoutVars>
          <dgm:bulletEnabled val="1"/>
        </dgm:presLayoutVars>
      </dgm:prSet>
      <dgm:spPr/>
    </dgm:pt>
    <dgm:pt modelId="{D32CB6E5-9FBD-445C-BB15-85ED8D8D72D3}" type="pres">
      <dgm:prSet presAssocID="{55A92203-C131-4345-880A-299BB6D44D04}" presName="sibTrans" presStyleLbl="sibTrans1D1" presStyleIdx="3" presStyleCnt="5"/>
      <dgm:spPr/>
    </dgm:pt>
    <dgm:pt modelId="{AAE9F43B-C667-40B0-A4FE-FFB7994B39F0}" type="pres">
      <dgm:prSet presAssocID="{55A92203-C131-4345-880A-299BB6D44D04}" presName="connectorText" presStyleLbl="sibTrans1D1" presStyleIdx="3" presStyleCnt="5"/>
      <dgm:spPr/>
    </dgm:pt>
    <dgm:pt modelId="{782DB9D4-E651-4480-988F-D34E70AA3E5B}" type="pres">
      <dgm:prSet presAssocID="{94C48103-B8B8-4193-A78F-86927B688D26}" presName="node" presStyleLbl="node1" presStyleIdx="4" presStyleCnt="6">
        <dgm:presLayoutVars>
          <dgm:bulletEnabled val="1"/>
        </dgm:presLayoutVars>
      </dgm:prSet>
      <dgm:spPr/>
    </dgm:pt>
    <dgm:pt modelId="{20AF3CBE-1446-4862-B40D-AFCAA53AC1AB}" type="pres">
      <dgm:prSet presAssocID="{C4CECE6D-CFF6-4069-8E5E-48F7760B7AE3}" presName="sibTrans" presStyleLbl="sibTrans1D1" presStyleIdx="4" presStyleCnt="5"/>
      <dgm:spPr/>
    </dgm:pt>
    <dgm:pt modelId="{2736697B-3DF4-4C19-AB26-D3F409ED1904}" type="pres">
      <dgm:prSet presAssocID="{C4CECE6D-CFF6-4069-8E5E-48F7760B7AE3}" presName="connectorText" presStyleLbl="sibTrans1D1" presStyleIdx="4" presStyleCnt="5"/>
      <dgm:spPr/>
    </dgm:pt>
    <dgm:pt modelId="{F5E23842-FD64-4B57-97A4-B77523C91566}" type="pres">
      <dgm:prSet presAssocID="{B1E266FE-F5A4-4A13-8BEB-835D92A31A05}" presName="node" presStyleLbl="node1" presStyleIdx="5" presStyleCnt="6">
        <dgm:presLayoutVars>
          <dgm:bulletEnabled val="1"/>
        </dgm:presLayoutVars>
      </dgm:prSet>
      <dgm:spPr/>
    </dgm:pt>
  </dgm:ptLst>
  <dgm:cxnLst>
    <dgm:cxn modelId="{73760309-C9A3-4109-B54F-E9B18812B058}" type="presOf" srcId="{2C7F103B-597F-454E-AB4C-4A5C67656B7B}" destId="{F74D46BE-5E0F-4E1B-B2B1-49529D4EC3C6}" srcOrd="0" destOrd="0" presId="urn:microsoft.com/office/officeart/2016/7/layout/RepeatingBendingProcessNew"/>
    <dgm:cxn modelId="{5505E62A-9935-499C-9254-A12DF53D7FE6}" type="presOf" srcId="{55A92203-C131-4345-880A-299BB6D44D04}" destId="{D32CB6E5-9FBD-445C-BB15-85ED8D8D72D3}" srcOrd="0" destOrd="0" presId="urn:microsoft.com/office/officeart/2016/7/layout/RepeatingBendingProcessNew"/>
    <dgm:cxn modelId="{C4E85940-020B-4F19-957F-3ABA27B98B1A}" type="presOf" srcId="{086F8209-EB62-4188-BCD9-182D9E132BAE}" destId="{D9564E90-107D-405D-8A4B-9169103B0C7A}" srcOrd="0" destOrd="0" presId="urn:microsoft.com/office/officeart/2016/7/layout/RepeatingBendingProcessNew"/>
    <dgm:cxn modelId="{CE70385B-FEED-4738-A340-49E261D8D4E9}" type="presOf" srcId="{CAE8326C-95D8-479D-9443-DF54CB1005C9}" destId="{EE8093FF-AB82-4152-B9D1-302C504BEB7D}" srcOrd="0" destOrd="0" presId="urn:microsoft.com/office/officeart/2016/7/layout/RepeatingBendingProcessNew"/>
    <dgm:cxn modelId="{A6AE8E43-E538-48D0-92E2-46F95A93E086}" type="presOf" srcId="{9972F886-789B-4EB7-A438-CAB25E6E78B0}" destId="{18C7A16E-5481-4FEC-8A14-4E0B39C96E6B}" srcOrd="1" destOrd="0" presId="urn:microsoft.com/office/officeart/2016/7/layout/RepeatingBendingProcessNew"/>
    <dgm:cxn modelId="{78239864-58A8-4150-A729-C6E8400E9229}" type="presOf" srcId="{94C48103-B8B8-4193-A78F-86927B688D26}" destId="{782DB9D4-E651-4480-988F-D34E70AA3E5B}" srcOrd="0" destOrd="0" presId="urn:microsoft.com/office/officeart/2016/7/layout/RepeatingBendingProcessNew"/>
    <dgm:cxn modelId="{6AAAF84B-5761-49DA-9F81-441540ED86A6}" type="presOf" srcId="{90D1A7BA-D2E8-4BD1-9122-831D21FD61F5}" destId="{3528636C-AA07-47D9-9FCA-1DAF3B3670B7}" srcOrd="0" destOrd="0" presId="urn:microsoft.com/office/officeart/2016/7/layout/RepeatingBendingProcessNew"/>
    <dgm:cxn modelId="{3907606D-9EA5-4423-AF40-F793F75884B8}" type="presOf" srcId="{1ABD8085-C193-46DE-B997-A3AAE2A0A75E}" destId="{A9215074-BA16-48A5-A428-7538D505B469}" srcOrd="1" destOrd="0" presId="urn:microsoft.com/office/officeart/2016/7/layout/RepeatingBendingProcessNew"/>
    <dgm:cxn modelId="{2E91724D-795A-43DC-9CF0-6B9542543E7D}" type="presOf" srcId="{B1E266FE-F5A4-4A13-8BEB-835D92A31A05}" destId="{F5E23842-FD64-4B57-97A4-B77523C91566}" srcOrd="0" destOrd="0" presId="urn:microsoft.com/office/officeart/2016/7/layout/RepeatingBendingProcessNew"/>
    <dgm:cxn modelId="{A1432955-248B-40DE-8E0E-40B2E1172230}" type="presOf" srcId="{87FDC4CA-D50D-418F-AF45-DCAEFEC4714C}" destId="{941B3DF0-D74A-448F-B9E3-1E9E8008253B}" srcOrd="0" destOrd="0" presId="urn:microsoft.com/office/officeart/2016/7/layout/RepeatingBendingProcessNew"/>
    <dgm:cxn modelId="{62867957-61DF-47B6-86F2-85E4E891FAB1}" srcId="{90D1A7BA-D2E8-4BD1-9122-831D21FD61F5}" destId="{B1E266FE-F5A4-4A13-8BEB-835D92A31A05}" srcOrd="5" destOrd="0" parTransId="{0260AF37-7DAE-4AA7-B552-51BE41040144}" sibTransId="{B0755B9B-B456-4395-859F-90CD8B1DA6F0}"/>
    <dgm:cxn modelId="{49272287-0826-42CC-BDFE-6ED2DFD91A49}" srcId="{90D1A7BA-D2E8-4BD1-9122-831D21FD61F5}" destId="{94C48103-B8B8-4193-A78F-86927B688D26}" srcOrd="4" destOrd="0" parTransId="{73104A71-9B1D-4CC5-97E4-0257F89CC726}" sibTransId="{C4CECE6D-CFF6-4069-8E5E-48F7760B7AE3}"/>
    <dgm:cxn modelId="{71AEDF9A-D17F-4D72-9E74-954988934A9E}" srcId="{90D1A7BA-D2E8-4BD1-9122-831D21FD61F5}" destId="{2C7F103B-597F-454E-AB4C-4A5C67656B7B}" srcOrd="2" destOrd="0" parTransId="{6A4C0031-133E-4388-A4FD-B05DB742CC72}" sibTransId="{87FDC4CA-D50D-418F-AF45-DCAEFEC4714C}"/>
    <dgm:cxn modelId="{A88EE0A1-FD45-472C-9B60-6CC1A171ADFF}" type="presOf" srcId="{9972F886-789B-4EB7-A438-CAB25E6E78B0}" destId="{82FEF6BF-F5B6-4023-B1D7-0056D459C8DB}" srcOrd="0" destOrd="0" presId="urn:microsoft.com/office/officeart/2016/7/layout/RepeatingBendingProcessNew"/>
    <dgm:cxn modelId="{DC2786A6-820E-4B52-B97E-823BDEF765A1}" srcId="{90D1A7BA-D2E8-4BD1-9122-831D21FD61F5}" destId="{AF9DA7F3-1D2D-4678-9B3C-C20EC3161D22}" srcOrd="3" destOrd="0" parTransId="{C1796D55-5ABA-413C-B398-72CF8573C180}" sibTransId="{55A92203-C131-4345-880A-299BB6D44D04}"/>
    <dgm:cxn modelId="{094F4BB7-C5BB-4E71-90E3-4628B1F5CFD2}" type="presOf" srcId="{1ABD8085-C193-46DE-B997-A3AAE2A0A75E}" destId="{09E8B03A-F315-4074-8F2A-E8CF4DCEA59A}" srcOrd="0" destOrd="0" presId="urn:microsoft.com/office/officeart/2016/7/layout/RepeatingBendingProcessNew"/>
    <dgm:cxn modelId="{9949C1B9-8987-45AF-A7F8-42EE3A8193F7}" srcId="{90D1A7BA-D2E8-4BD1-9122-831D21FD61F5}" destId="{CAE8326C-95D8-479D-9443-DF54CB1005C9}" srcOrd="0" destOrd="0" parTransId="{F75FF70F-E33D-476C-9A53-1F5303E3C4C0}" sibTransId="{9972F886-789B-4EB7-A438-CAB25E6E78B0}"/>
    <dgm:cxn modelId="{E8B97BC6-CDBF-404D-AA8F-66E791EEC7B4}" type="presOf" srcId="{AF9DA7F3-1D2D-4678-9B3C-C20EC3161D22}" destId="{4D6113B5-E456-4C10-9718-4B9CBEFD091D}" srcOrd="0" destOrd="0" presId="urn:microsoft.com/office/officeart/2016/7/layout/RepeatingBendingProcessNew"/>
    <dgm:cxn modelId="{2D9AE6CD-FEFD-42A9-8FDB-B2A05B649C4B}" srcId="{90D1A7BA-D2E8-4BD1-9122-831D21FD61F5}" destId="{086F8209-EB62-4188-BCD9-182D9E132BAE}" srcOrd="1" destOrd="0" parTransId="{A29DECA4-91E5-4B43-AA07-3D52DF5C0CA7}" sibTransId="{1ABD8085-C193-46DE-B997-A3AAE2A0A75E}"/>
    <dgm:cxn modelId="{F7CE36D1-8811-4947-BA1B-DBE4F6A675F2}" type="presOf" srcId="{87FDC4CA-D50D-418F-AF45-DCAEFEC4714C}" destId="{A78E0479-45C4-4246-B6A6-CE45A8D31CC8}" srcOrd="1" destOrd="0" presId="urn:microsoft.com/office/officeart/2016/7/layout/RepeatingBendingProcessNew"/>
    <dgm:cxn modelId="{56FED9D4-DAA6-4EC0-B2DF-223987F66861}" type="presOf" srcId="{55A92203-C131-4345-880A-299BB6D44D04}" destId="{AAE9F43B-C667-40B0-A4FE-FFB7994B39F0}" srcOrd="1" destOrd="0" presId="urn:microsoft.com/office/officeart/2016/7/layout/RepeatingBendingProcessNew"/>
    <dgm:cxn modelId="{C1126DF7-7963-4C3F-A8A2-2FF53D51B72E}" type="presOf" srcId="{C4CECE6D-CFF6-4069-8E5E-48F7760B7AE3}" destId="{2736697B-3DF4-4C19-AB26-D3F409ED1904}" srcOrd="1" destOrd="0" presId="urn:microsoft.com/office/officeart/2016/7/layout/RepeatingBendingProcessNew"/>
    <dgm:cxn modelId="{8DC3FDFF-EFBA-47BE-AD93-6446C7608DAF}" type="presOf" srcId="{C4CECE6D-CFF6-4069-8E5E-48F7760B7AE3}" destId="{20AF3CBE-1446-4862-B40D-AFCAA53AC1AB}" srcOrd="0" destOrd="0" presId="urn:microsoft.com/office/officeart/2016/7/layout/RepeatingBendingProcessNew"/>
    <dgm:cxn modelId="{4B581333-22AF-4D8B-8874-D7A13202D5AA}" type="presParOf" srcId="{3528636C-AA07-47D9-9FCA-1DAF3B3670B7}" destId="{EE8093FF-AB82-4152-B9D1-302C504BEB7D}" srcOrd="0" destOrd="0" presId="urn:microsoft.com/office/officeart/2016/7/layout/RepeatingBendingProcessNew"/>
    <dgm:cxn modelId="{EF54ECC8-0B4C-46E2-A4F2-4EECFBBA08DA}" type="presParOf" srcId="{3528636C-AA07-47D9-9FCA-1DAF3B3670B7}" destId="{82FEF6BF-F5B6-4023-B1D7-0056D459C8DB}" srcOrd="1" destOrd="0" presId="urn:microsoft.com/office/officeart/2016/7/layout/RepeatingBendingProcessNew"/>
    <dgm:cxn modelId="{3E23F973-58A2-4E77-984C-ED7730FE0884}" type="presParOf" srcId="{82FEF6BF-F5B6-4023-B1D7-0056D459C8DB}" destId="{18C7A16E-5481-4FEC-8A14-4E0B39C96E6B}" srcOrd="0" destOrd="0" presId="urn:microsoft.com/office/officeart/2016/7/layout/RepeatingBendingProcessNew"/>
    <dgm:cxn modelId="{8A098DFF-5265-49F9-A17F-DD9F2AABCCB2}" type="presParOf" srcId="{3528636C-AA07-47D9-9FCA-1DAF3B3670B7}" destId="{D9564E90-107D-405D-8A4B-9169103B0C7A}" srcOrd="2" destOrd="0" presId="urn:microsoft.com/office/officeart/2016/7/layout/RepeatingBendingProcessNew"/>
    <dgm:cxn modelId="{BB524E1A-4370-47CF-8E6F-3F6FB539C821}" type="presParOf" srcId="{3528636C-AA07-47D9-9FCA-1DAF3B3670B7}" destId="{09E8B03A-F315-4074-8F2A-E8CF4DCEA59A}" srcOrd="3" destOrd="0" presId="urn:microsoft.com/office/officeart/2016/7/layout/RepeatingBendingProcessNew"/>
    <dgm:cxn modelId="{58DEEA66-AF9D-40B8-969E-14E27F5B6943}" type="presParOf" srcId="{09E8B03A-F315-4074-8F2A-E8CF4DCEA59A}" destId="{A9215074-BA16-48A5-A428-7538D505B469}" srcOrd="0" destOrd="0" presId="urn:microsoft.com/office/officeart/2016/7/layout/RepeatingBendingProcessNew"/>
    <dgm:cxn modelId="{27DB8724-5CF5-46A6-8730-BEE0868700B1}" type="presParOf" srcId="{3528636C-AA07-47D9-9FCA-1DAF3B3670B7}" destId="{F74D46BE-5E0F-4E1B-B2B1-49529D4EC3C6}" srcOrd="4" destOrd="0" presId="urn:microsoft.com/office/officeart/2016/7/layout/RepeatingBendingProcessNew"/>
    <dgm:cxn modelId="{637CE092-3F58-4899-AFC4-FCE065D7DA2C}" type="presParOf" srcId="{3528636C-AA07-47D9-9FCA-1DAF3B3670B7}" destId="{941B3DF0-D74A-448F-B9E3-1E9E8008253B}" srcOrd="5" destOrd="0" presId="urn:microsoft.com/office/officeart/2016/7/layout/RepeatingBendingProcessNew"/>
    <dgm:cxn modelId="{8965947E-0455-4479-AD94-B8D832824E12}" type="presParOf" srcId="{941B3DF0-D74A-448F-B9E3-1E9E8008253B}" destId="{A78E0479-45C4-4246-B6A6-CE45A8D31CC8}" srcOrd="0" destOrd="0" presId="urn:microsoft.com/office/officeart/2016/7/layout/RepeatingBendingProcessNew"/>
    <dgm:cxn modelId="{223D2F17-FDF9-4003-AD6C-B76916813C1C}" type="presParOf" srcId="{3528636C-AA07-47D9-9FCA-1DAF3B3670B7}" destId="{4D6113B5-E456-4C10-9718-4B9CBEFD091D}" srcOrd="6" destOrd="0" presId="urn:microsoft.com/office/officeart/2016/7/layout/RepeatingBendingProcessNew"/>
    <dgm:cxn modelId="{1AC1DAD3-8783-4CEC-A409-31177302672F}" type="presParOf" srcId="{3528636C-AA07-47D9-9FCA-1DAF3B3670B7}" destId="{D32CB6E5-9FBD-445C-BB15-85ED8D8D72D3}" srcOrd="7" destOrd="0" presId="urn:microsoft.com/office/officeart/2016/7/layout/RepeatingBendingProcessNew"/>
    <dgm:cxn modelId="{401B2952-141D-40F6-955E-94700829D080}" type="presParOf" srcId="{D32CB6E5-9FBD-445C-BB15-85ED8D8D72D3}" destId="{AAE9F43B-C667-40B0-A4FE-FFB7994B39F0}" srcOrd="0" destOrd="0" presId="urn:microsoft.com/office/officeart/2016/7/layout/RepeatingBendingProcessNew"/>
    <dgm:cxn modelId="{8FE45D3C-9709-4748-81FC-4C3009FD3779}" type="presParOf" srcId="{3528636C-AA07-47D9-9FCA-1DAF3B3670B7}" destId="{782DB9D4-E651-4480-988F-D34E70AA3E5B}" srcOrd="8" destOrd="0" presId="urn:microsoft.com/office/officeart/2016/7/layout/RepeatingBendingProcessNew"/>
    <dgm:cxn modelId="{9A8E9A1C-7F22-43BD-9051-6710B6B666E5}" type="presParOf" srcId="{3528636C-AA07-47D9-9FCA-1DAF3B3670B7}" destId="{20AF3CBE-1446-4862-B40D-AFCAA53AC1AB}" srcOrd="9" destOrd="0" presId="urn:microsoft.com/office/officeart/2016/7/layout/RepeatingBendingProcessNew"/>
    <dgm:cxn modelId="{94EF6000-6041-4487-9B14-FE2A4F365A8A}" type="presParOf" srcId="{20AF3CBE-1446-4862-B40D-AFCAA53AC1AB}" destId="{2736697B-3DF4-4C19-AB26-D3F409ED1904}" srcOrd="0" destOrd="0" presId="urn:microsoft.com/office/officeart/2016/7/layout/RepeatingBendingProcessNew"/>
    <dgm:cxn modelId="{69B7BABE-9457-4E75-BE2F-7389C55CFD23}" type="presParOf" srcId="{3528636C-AA07-47D9-9FCA-1DAF3B3670B7}" destId="{F5E23842-FD64-4B57-97A4-B77523C9156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4CF4F63-9413-4A51-9BE6-ACC3B8F40EE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4C5BA0-A551-4D3B-992C-3C2D2A8725DB}">
      <dgm:prSet/>
      <dgm:spPr/>
      <dgm:t>
        <a:bodyPr/>
        <a:lstStyle/>
        <a:p>
          <a:r>
            <a:rPr lang="en-US" b="1" i="0" baseline="0"/>
            <a:t>Test patches in a controlled environment whenever practical</a:t>
          </a:r>
          <a:endParaRPr lang="en-US"/>
        </a:p>
      </dgm:t>
    </dgm:pt>
    <dgm:pt modelId="{F1670487-F5EE-4FB0-83E8-03F9457A9A30}" type="parTrans" cxnId="{EC264091-F5A9-4B0F-BBAD-DC4DD44D9034}">
      <dgm:prSet/>
      <dgm:spPr/>
      <dgm:t>
        <a:bodyPr/>
        <a:lstStyle/>
        <a:p>
          <a:endParaRPr lang="en-US"/>
        </a:p>
      </dgm:t>
    </dgm:pt>
    <dgm:pt modelId="{AD746B4F-2700-4A2C-93FD-AA3ADAA097A6}" type="sibTrans" cxnId="{EC264091-F5A9-4B0F-BBAD-DC4DD44D9034}">
      <dgm:prSet/>
      <dgm:spPr/>
      <dgm:t>
        <a:bodyPr/>
        <a:lstStyle/>
        <a:p>
          <a:endParaRPr lang="en-US"/>
        </a:p>
      </dgm:t>
    </dgm:pt>
    <dgm:pt modelId="{82B4247C-5F6E-416C-B7FB-3043FDA1DC2B}">
      <dgm:prSet/>
      <dgm:spPr/>
      <dgm:t>
        <a:bodyPr/>
        <a:lstStyle/>
        <a:p>
          <a:r>
            <a:rPr lang="en-US" b="1" i="0" baseline="0"/>
            <a:t>Verify application compatibility</a:t>
          </a:r>
          <a:endParaRPr lang="en-US"/>
        </a:p>
      </dgm:t>
    </dgm:pt>
    <dgm:pt modelId="{ECB01E1F-9744-41B0-B835-4A1AB91CE76A}" type="parTrans" cxnId="{2D9703F2-E40E-4ED8-8E18-62108C4C5CB8}">
      <dgm:prSet/>
      <dgm:spPr/>
      <dgm:t>
        <a:bodyPr/>
        <a:lstStyle/>
        <a:p>
          <a:endParaRPr lang="en-US"/>
        </a:p>
      </dgm:t>
    </dgm:pt>
    <dgm:pt modelId="{AB2051C3-D39E-4B22-A74C-C6D6F52B7A64}" type="sibTrans" cxnId="{2D9703F2-E40E-4ED8-8E18-62108C4C5CB8}">
      <dgm:prSet/>
      <dgm:spPr/>
      <dgm:t>
        <a:bodyPr/>
        <a:lstStyle/>
        <a:p>
          <a:endParaRPr lang="en-US"/>
        </a:p>
      </dgm:t>
    </dgm:pt>
    <dgm:pt modelId="{2428A689-2F63-450E-AF17-3D412A0E2BAB}">
      <dgm:prSet/>
      <dgm:spPr/>
      <dgm:t>
        <a:bodyPr/>
        <a:lstStyle/>
        <a:p>
          <a:r>
            <a:rPr lang="en-US" b="1" i="0" baseline="0"/>
            <a:t>Verify server roles and services</a:t>
          </a:r>
          <a:endParaRPr lang="en-US"/>
        </a:p>
      </dgm:t>
    </dgm:pt>
    <dgm:pt modelId="{D9CEC869-4804-4FD5-9C20-DA85B4C239F7}" type="parTrans" cxnId="{E5703637-668F-409C-8B7B-3B11035EB29A}">
      <dgm:prSet/>
      <dgm:spPr/>
      <dgm:t>
        <a:bodyPr/>
        <a:lstStyle/>
        <a:p>
          <a:endParaRPr lang="en-US"/>
        </a:p>
      </dgm:t>
    </dgm:pt>
    <dgm:pt modelId="{4B485C6A-FC6C-4333-8EE7-0DDAE70F13FA}" type="sibTrans" cxnId="{E5703637-668F-409C-8B7B-3B11035EB29A}">
      <dgm:prSet/>
      <dgm:spPr/>
      <dgm:t>
        <a:bodyPr/>
        <a:lstStyle/>
        <a:p>
          <a:endParaRPr lang="en-US"/>
        </a:p>
      </dgm:t>
    </dgm:pt>
    <dgm:pt modelId="{AF3BC727-981A-49AD-8D80-29A082C5442D}">
      <dgm:prSet/>
      <dgm:spPr/>
      <dgm:t>
        <a:bodyPr/>
        <a:lstStyle/>
        <a:p>
          <a:r>
            <a:rPr lang="en-US" b="1" i="0" baseline="0"/>
            <a:t>Check dependencies and performance</a:t>
          </a:r>
          <a:endParaRPr lang="en-US"/>
        </a:p>
      </dgm:t>
    </dgm:pt>
    <dgm:pt modelId="{1E25B407-64C7-4077-BD39-7E8A552AFDEC}" type="parTrans" cxnId="{39F7C1DC-3E03-4AE3-A187-2AA9D56D42B0}">
      <dgm:prSet/>
      <dgm:spPr/>
      <dgm:t>
        <a:bodyPr/>
        <a:lstStyle/>
        <a:p>
          <a:endParaRPr lang="en-US"/>
        </a:p>
      </dgm:t>
    </dgm:pt>
    <dgm:pt modelId="{F7255348-2CA4-43C1-B55D-8CC09C8D6130}" type="sibTrans" cxnId="{39F7C1DC-3E03-4AE3-A187-2AA9D56D42B0}">
      <dgm:prSet/>
      <dgm:spPr/>
      <dgm:t>
        <a:bodyPr/>
        <a:lstStyle/>
        <a:p>
          <a:endParaRPr lang="en-US"/>
        </a:p>
      </dgm:t>
    </dgm:pt>
    <dgm:pt modelId="{A5CE6E77-12E7-4FAD-BF84-2519E1E18406}">
      <dgm:prSet/>
      <dgm:spPr/>
      <dgm:t>
        <a:bodyPr/>
        <a:lstStyle/>
        <a:p>
          <a:r>
            <a:rPr lang="en-US" b="1" i="0" baseline="0"/>
            <a:t>Look for unexpected errors</a:t>
          </a:r>
          <a:endParaRPr lang="en-US"/>
        </a:p>
      </dgm:t>
    </dgm:pt>
    <dgm:pt modelId="{F4FD50CC-09CA-4E75-A03D-43B3C221A5B8}" type="parTrans" cxnId="{73762D29-65EB-4771-B40C-A28E37B0D12A}">
      <dgm:prSet/>
      <dgm:spPr/>
      <dgm:t>
        <a:bodyPr/>
        <a:lstStyle/>
        <a:p>
          <a:endParaRPr lang="en-US"/>
        </a:p>
      </dgm:t>
    </dgm:pt>
    <dgm:pt modelId="{F4D4A291-5EB9-4F04-A01C-93F0F1228197}" type="sibTrans" cxnId="{73762D29-65EB-4771-B40C-A28E37B0D12A}">
      <dgm:prSet/>
      <dgm:spPr/>
      <dgm:t>
        <a:bodyPr/>
        <a:lstStyle/>
        <a:p>
          <a:endParaRPr lang="en-US"/>
        </a:p>
      </dgm:t>
    </dgm:pt>
    <dgm:pt modelId="{C2BC879F-07C0-4E2A-A02C-72D6EEC70DA1}">
      <dgm:prSet/>
      <dgm:spPr/>
      <dgm:t>
        <a:bodyPr/>
        <a:lstStyle/>
        <a:p>
          <a:r>
            <a:rPr lang="en-US" b="1" i="0" baseline="0"/>
            <a:t>Goal: find problems before production users are affected</a:t>
          </a:r>
          <a:endParaRPr lang="en-US"/>
        </a:p>
      </dgm:t>
    </dgm:pt>
    <dgm:pt modelId="{9891E668-F663-4000-BF18-AE4DAB188E2F}" type="parTrans" cxnId="{5B78F1FA-5B58-487C-A628-8F56B986B215}">
      <dgm:prSet/>
      <dgm:spPr/>
      <dgm:t>
        <a:bodyPr/>
        <a:lstStyle/>
        <a:p>
          <a:endParaRPr lang="en-US"/>
        </a:p>
      </dgm:t>
    </dgm:pt>
    <dgm:pt modelId="{B9F554E0-E95F-4546-832B-FFDFFFA5E5F8}" type="sibTrans" cxnId="{5B78F1FA-5B58-487C-A628-8F56B986B215}">
      <dgm:prSet/>
      <dgm:spPr/>
      <dgm:t>
        <a:bodyPr/>
        <a:lstStyle/>
        <a:p>
          <a:endParaRPr lang="en-US"/>
        </a:p>
      </dgm:t>
    </dgm:pt>
    <dgm:pt modelId="{8A9EF453-97E9-45FF-81BC-EF614766D2CF}" type="pres">
      <dgm:prSet presAssocID="{D4CF4F63-9413-4A51-9BE6-ACC3B8F40EE0}" presName="Name0" presStyleCnt="0">
        <dgm:presLayoutVars>
          <dgm:dir/>
          <dgm:resizeHandles val="exact"/>
        </dgm:presLayoutVars>
      </dgm:prSet>
      <dgm:spPr/>
    </dgm:pt>
    <dgm:pt modelId="{F246F2B1-EEA1-477B-B5A6-5597C5D4F031}" type="pres">
      <dgm:prSet presAssocID="{404C5BA0-A551-4D3B-992C-3C2D2A8725DB}" presName="node" presStyleLbl="node1" presStyleIdx="0" presStyleCnt="6">
        <dgm:presLayoutVars>
          <dgm:bulletEnabled val="1"/>
        </dgm:presLayoutVars>
      </dgm:prSet>
      <dgm:spPr/>
    </dgm:pt>
    <dgm:pt modelId="{67507B82-A986-4999-8449-A0E26C414205}" type="pres">
      <dgm:prSet presAssocID="{AD746B4F-2700-4A2C-93FD-AA3ADAA097A6}" presName="sibTrans" presStyleLbl="sibTrans1D1" presStyleIdx="0" presStyleCnt="5"/>
      <dgm:spPr/>
    </dgm:pt>
    <dgm:pt modelId="{D40A9D78-D5A5-4B88-A714-6E0B648A7B1C}" type="pres">
      <dgm:prSet presAssocID="{AD746B4F-2700-4A2C-93FD-AA3ADAA097A6}" presName="connectorText" presStyleLbl="sibTrans1D1" presStyleIdx="0" presStyleCnt="5"/>
      <dgm:spPr/>
    </dgm:pt>
    <dgm:pt modelId="{9D9007D1-76AA-4341-A3A8-F5D7AEED5D15}" type="pres">
      <dgm:prSet presAssocID="{82B4247C-5F6E-416C-B7FB-3043FDA1DC2B}" presName="node" presStyleLbl="node1" presStyleIdx="1" presStyleCnt="6">
        <dgm:presLayoutVars>
          <dgm:bulletEnabled val="1"/>
        </dgm:presLayoutVars>
      </dgm:prSet>
      <dgm:spPr/>
    </dgm:pt>
    <dgm:pt modelId="{EB3C540E-E2AF-4DF5-AFAE-7C196A49E168}" type="pres">
      <dgm:prSet presAssocID="{AB2051C3-D39E-4B22-A74C-C6D6F52B7A64}" presName="sibTrans" presStyleLbl="sibTrans1D1" presStyleIdx="1" presStyleCnt="5"/>
      <dgm:spPr/>
    </dgm:pt>
    <dgm:pt modelId="{585DAEA3-301E-4524-B6E1-3B3DFCC70B26}" type="pres">
      <dgm:prSet presAssocID="{AB2051C3-D39E-4B22-A74C-C6D6F52B7A64}" presName="connectorText" presStyleLbl="sibTrans1D1" presStyleIdx="1" presStyleCnt="5"/>
      <dgm:spPr/>
    </dgm:pt>
    <dgm:pt modelId="{4FB04A03-99B3-473C-8B15-4E4789DE2B8A}" type="pres">
      <dgm:prSet presAssocID="{2428A689-2F63-450E-AF17-3D412A0E2BAB}" presName="node" presStyleLbl="node1" presStyleIdx="2" presStyleCnt="6">
        <dgm:presLayoutVars>
          <dgm:bulletEnabled val="1"/>
        </dgm:presLayoutVars>
      </dgm:prSet>
      <dgm:spPr/>
    </dgm:pt>
    <dgm:pt modelId="{A21CC8E7-89A5-4D73-BC95-A9BD65D5AB82}" type="pres">
      <dgm:prSet presAssocID="{4B485C6A-FC6C-4333-8EE7-0DDAE70F13FA}" presName="sibTrans" presStyleLbl="sibTrans1D1" presStyleIdx="2" presStyleCnt="5"/>
      <dgm:spPr/>
    </dgm:pt>
    <dgm:pt modelId="{E8567ADA-95A2-4E47-B0DC-68829198989B}" type="pres">
      <dgm:prSet presAssocID="{4B485C6A-FC6C-4333-8EE7-0DDAE70F13FA}" presName="connectorText" presStyleLbl="sibTrans1D1" presStyleIdx="2" presStyleCnt="5"/>
      <dgm:spPr/>
    </dgm:pt>
    <dgm:pt modelId="{0CEDB0BC-EC8D-4D40-877E-F2F1A73CCB60}" type="pres">
      <dgm:prSet presAssocID="{AF3BC727-981A-49AD-8D80-29A082C5442D}" presName="node" presStyleLbl="node1" presStyleIdx="3" presStyleCnt="6">
        <dgm:presLayoutVars>
          <dgm:bulletEnabled val="1"/>
        </dgm:presLayoutVars>
      </dgm:prSet>
      <dgm:spPr/>
    </dgm:pt>
    <dgm:pt modelId="{183C5AD5-4FF3-4DDC-AAD7-CA9FDE100D1A}" type="pres">
      <dgm:prSet presAssocID="{F7255348-2CA4-43C1-B55D-8CC09C8D6130}" presName="sibTrans" presStyleLbl="sibTrans1D1" presStyleIdx="3" presStyleCnt="5"/>
      <dgm:spPr/>
    </dgm:pt>
    <dgm:pt modelId="{DFE07C53-54B1-4945-B71F-00288FDEB677}" type="pres">
      <dgm:prSet presAssocID="{F7255348-2CA4-43C1-B55D-8CC09C8D6130}" presName="connectorText" presStyleLbl="sibTrans1D1" presStyleIdx="3" presStyleCnt="5"/>
      <dgm:spPr/>
    </dgm:pt>
    <dgm:pt modelId="{A68DEB39-3A2A-4669-90E5-38EDD1DD40AE}" type="pres">
      <dgm:prSet presAssocID="{A5CE6E77-12E7-4FAD-BF84-2519E1E18406}" presName="node" presStyleLbl="node1" presStyleIdx="4" presStyleCnt="6">
        <dgm:presLayoutVars>
          <dgm:bulletEnabled val="1"/>
        </dgm:presLayoutVars>
      </dgm:prSet>
      <dgm:spPr/>
    </dgm:pt>
    <dgm:pt modelId="{8E861EDA-CC9F-46C6-AF25-6D5FFF83E74B}" type="pres">
      <dgm:prSet presAssocID="{F4D4A291-5EB9-4F04-A01C-93F0F1228197}" presName="sibTrans" presStyleLbl="sibTrans1D1" presStyleIdx="4" presStyleCnt="5"/>
      <dgm:spPr/>
    </dgm:pt>
    <dgm:pt modelId="{8C557490-9774-4668-929D-A62B76BA6FE8}" type="pres">
      <dgm:prSet presAssocID="{F4D4A291-5EB9-4F04-A01C-93F0F1228197}" presName="connectorText" presStyleLbl="sibTrans1D1" presStyleIdx="4" presStyleCnt="5"/>
      <dgm:spPr/>
    </dgm:pt>
    <dgm:pt modelId="{CBC698C5-3E3B-478A-B84A-6204BC0024C0}" type="pres">
      <dgm:prSet presAssocID="{C2BC879F-07C0-4E2A-A02C-72D6EEC70DA1}" presName="node" presStyleLbl="node1" presStyleIdx="5" presStyleCnt="6">
        <dgm:presLayoutVars>
          <dgm:bulletEnabled val="1"/>
        </dgm:presLayoutVars>
      </dgm:prSet>
      <dgm:spPr/>
    </dgm:pt>
  </dgm:ptLst>
  <dgm:cxnLst>
    <dgm:cxn modelId="{73762D29-65EB-4771-B40C-A28E37B0D12A}" srcId="{D4CF4F63-9413-4A51-9BE6-ACC3B8F40EE0}" destId="{A5CE6E77-12E7-4FAD-BF84-2519E1E18406}" srcOrd="4" destOrd="0" parTransId="{F4FD50CC-09CA-4E75-A03D-43B3C221A5B8}" sibTransId="{F4D4A291-5EB9-4F04-A01C-93F0F1228197}"/>
    <dgm:cxn modelId="{CC687333-B980-4944-BD97-74853456D7B7}" type="presOf" srcId="{4B485C6A-FC6C-4333-8EE7-0DDAE70F13FA}" destId="{E8567ADA-95A2-4E47-B0DC-68829198989B}" srcOrd="1" destOrd="0" presId="urn:microsoft.com/office/officeart/2016/7/layout/RepeatingBendingProcessNew"/>
    <dgm:cxn modelId="{7DB88E35-C8FC-4925-B108-969AE38BDEA8}" type="presOf" srcId="{C2BC879F-07C0-4E2A-A02C-72D6EEC70DA1}" destId="{CBC698C5-3E3B-478A-B84A-6204BC0024C0}" srcOrd="0" destOrd="0" presId="urn:microsoft.com/office/officeart/2016/7/layout/RepeatingBendingProcessNew"/>
    <dgm:cxn modelId="{E5703637-668F-409C-8B7B-3B11035EB29A}" srcId="{D4CF4F63-9413-4A51-9BE6-ACC3B8F40EE0}" destId="{2428A689-2F63-450E-AF17-3D412A0E2BAB}" srcOrd="2" destOrd="0" parTransId="{D9CEC869-4804-4FD5-9C20-DA85B4C239F7}" sibTransId="{4B485C6A-FC6C-4333-8EE7-0DDAE70F13FA}"/>
    <dgm:cxn modelId="{3E454462-A216-4219-AA5E-8F8055072DDF}" type="presOf" srcId="{AB2051C3-D39E-4B22-A74C-C6D6F52B7A64}" destId="{585DAEA3-301E-4524-B6E1-3B3DFCC70B26}" srcOrd="1" destOrd="0" presId="urn:microsoft.com/office/officeart/2016/7/layout/RepeatingBendingProcessNew"/>
    <dgm:cxn modelId="{6B625442-E1B5-4E8E-BED9-8BA670C85D20}" type="presOf" srcId="{2428A689-2F63-450E-AF17-3D412A0E2BAB}" destId="{4FB04A03-99B3-473C-8B15-4E4789DE2B8A}" srcOrd="0" destOrd="0" presId="urn:microsoft.com/office/officeart/2016/7/layout/RepeatingBendingProcessNew"/>
    <dgm:cxn modelId="{2346D477-ACAF-40E7-A947-24F71688C4A7}" type="presOf" srcId="{4B485C6A-FC6C-4333-8EE7-0DDAE70F13FA}" destId="{A21CC8E7-89A5-4D73-BC95-A9BD65D5AB82}" srcOrd="0" destOrd="0" presId="urn:microsoft.com/office/officeart/2016/7/layout/RepeatingBendingProcessNew"/>
    <dgm:cxn modelId="{AB551558-5D7C-479C-BC64-0D92FA968B4F}" type="presOf" srcId="{D4CF4F63-9413-4A51-9BE6-ACC3B8F40EE0}" destId="{8A9EF453-97E9-45FF-81BC-EF614766D2CF}" srcOrd="0" destOrd="0" presId="urn:microsoft.com/office/officeart/2016/7/layout/RepeatingBendingProcessNew"/>
    <dgm:cxn modelId="{6217B67D-3386-4F39-9FCD-11AF75035BA4}" type="presOf" srcId="{A5CE6E77-12E7-4FAD-BF84-2519E1E18406}" destId="{A68DEB39-3A2A-4669-90E5-38EDD1DD40AE}" srcOrd="0" destOrd="0" presId="urn:microsoft.com/office/officeart/2016/7/layout/RepeatingBendingProcessNew"/>
    <dgm:cxn modelId="{92BFFA8D-7772-4BDF-95F8-85B16688F8FE}" type="presOf" srcId="{AB2051C3-D39E-4B22-A74C-C6D6F52B7A64}" destId="{EB3C540E-E2AF-4DF5-AFAE-7C196A49E168}" srcOrd="0" destOrd="0" presId="urn:microsoft.com/office/officeart/2016/7/layout/RepeatingBendingProcessNew"/>
    <dgm:cxn modelId="{EC264091-F5A9-4B0F-BBAD-DC4DD44D9034}" srcId="{D4CF4F63-9413-4A51-9BE6-ACC3B8F40EE0}" destId="{404C5BA0-A551-4D3B-992C-3C2D2A8725DB}" srcOrd="0" destOrd="0" parTransId="{F1670487-F5EE-4FB0-83E8-03F9457A9A30}" sibTransId="{AD746B4F-2700-4A2C-93FD-AA3ADAA097A6}"/>
    <dgm:cxn modelId="{166B849A-2B12-4906-90A4-A96D06AD5A7B}" type="presOf" srcId="{AF3BC727-981A-49AD-8D80-29A082C5442D}" destId="{0CEDB0BC-EC8D-4D40-877E-F2F1A73CCB60}" srcOrd="0" destOrd="0" presId="urn:microsoft.com/office/officeart/2016/7/layout/RepeatingBendingProcessNew"/>
    <dgm:cxn modelId="{A329ADAA-82F9-432C-B6E3-CCB232ECAF80}" type="presOf" srcId="{F4D4A291-5EB9-4F04-A01C-93F0F1228197}" destId="{8C557490-9774-4668-929D-A62B76BA6FE8}" srcOrd="1" destOrd="0" presId="urn:microsoft.com/office/officeart/2016/7/layout/RepeatingBendingProcessNew"/>
    <dgm:cxn modelId="{E91BCCB3-4BF4-4878-8CBC-F1E2F330B24C}" type="presOf" srcId="{AD746B4F-2700-4A2C-93FD-AA3ADAA097A6}" destId="{67507B82-A986-4999-8449-A0E26C414205}" srcOrd="0" destOrd="0" presId="urn:microsoft.com/office/officeart/2016/7/layout/RepeatingBendingProcessNew"/>
    <dgm:cxn modelId="{A11B8AC1-F1C9-4CC3-9C58-1B5AE064BB1C}" type="presOf" srcId="{AD746B4F-2700-4A2C-93FD-AA3ADAA097A6}" destId="{D40A9D78-D5A5-4B88-A714-6E0B648A7B1C}" srcOrd="1" destOrd="0" presId="urn:microsoft.com/office/officeart/2016/7/layout/RepeatingBendingProcessNew"/>
    <dgm:cxn modelId="{DD2DC7D2-7811-40DC-9230-E9D652A132C7}" type="presOf" srcId="{F7255348-2CA4-43C1-B55D-8CC09C8D6130}" destId="{183C5AD5-4FF3-4DDC-AAD7-CA9FDE100D1A}" srcOrd="0" destOrd="0" presId="urn:microsoft.com/office/officeart/2016/7/layout/RepeatingBendingProcessNew"/>
    <dgm:cxn modelId="{76515CD8-39AD-4A60-8813-EF9036EA5F6B}" type="presOf" srcId="{F4D4A291-5EB9-4F04-A01C-93F0F1228197}" destId="{8E861EDA-CC9F-46C6-AF25-6D5FFF83E74B}" srcOrd="0" destOrd="0" presId="urn:microsoft.com/office/officeart/2016/7/layout/RepeatingBendingProcessNew"/>
    <dgm:cxn modelId="{39F7C1DC-3E03-4AE3-A187-2AA9D56D42B0}" srcId="{D4CF4F63-9413-4A51-9BE6-ACC3B8F40EE0}" destId="{AF3BC727-981A-49AD-8D80-29A082C5442D}" srcOrd="3" destOrd="0" parTransId="{1E25B407-64C7-4077-BD39-7E8A552AFDEC}" sibTransId="{F7255348-2CA4-43C1-B55D-8CC09C8D6130}"/>
    <dgm:cxn modelId="{E29B13E1-C858-48B0-8ACB-48313D6BE5AB}" type="presOf" srcId="{F7255348-2CA4-43C1-B55D-8CC09C8D6130}" destId="{DFE07C53-54B1-4945-B71F-00288FDEB677}" srcOrd="1" destOrd="0" presId="urn:microsoft.com/office/officeart/2016/7/layout/RepeatingBendingProcessNew"/>
    <dgm:cxn modelId="{DB385DEA-8560-4E41-AD4B-F8A06B7C7A95}" type="presOf" srcId="{404C5BA0-A551-4D3B-992C-3C2D2A8725DB}" destId="{F246F2B1-EEA1-477B-B5A6-5597C5D4F031}" srcOrd="0" destOrd="0" presId="urn:microsoft.com/office/officeart/2016/7/layout/RepeatingBendingProcessNew"/>
    <dgm:cxn modelId="{2D9703F2-E40E-4ED8-8E18-62108C4C5CB8}" srcId="{D4CF4F63-9413-4A51-9BE6-ACC3B8F40EE0}" destId="{82B4247C-5F6E-416C-B7FB-3043FDA1DC2B}" srcOrd="1" destOrd="0" parTransId="{ECB01E1F-9744-41B0-B835-4A1AB91CE76A}" sibTransId="{AB2051C3-D39E-4B22-A74C-C6D6F52B7A64}"/>
    <dgm:cxn modelId="{D413DAF2-E353-4E3E-B2F8-2419047F3A99}" type="presOf" srcId="{82B4247C-5F6E-416C-B7FB-3043FDA1DC2B}" destId="{9D9007D1-76AA-4341-A3A8-F5D7AEED5D15}" srcOrd="0" destOrd="0" presId="urn:microsoft.com/office/officeart/2016/7/layout/RepeatingBendingProcessNew"/>
    <dgm:cxn modelId="{5B78F1FA-5B58-487C-A628-8F56B986B215}" srcId="{D4CF4F63-9413-4A51-9BE6-ACC3B8F40EE0}" destId="{C2BC879F-07C0-4E2A-A02C-72D6EEC70DA1}" srcOrd="5" destOrd="0" parTransId="{9891E668-F663-4000-BF18-AE4DAB188E2F}" sibTransId="{B9F554E0-E95F-4546-832B-FFDFFFA5E5F8}"/>
    <dgm:cxn modelId="{4B3D82A6-C380-428A-B2E5-58F679E23FEF}" type="presParOf" srcId="{8A9EF453-97E9-45FF-81BC-EF614766D2CF}" destId="{F246F2B1-EEA1-477B-B5A6-5597C5D4F031}" srcOrd="0" destOrd="0" presId="urn:microsoft.com/office/officeart/2016/7/layout/RepeatingBendingProcessNew"/>
    <dgm:cxn modelId="{B04267A1-63EF-4FEE-8885-4E0962378192}" type="presParOf" srcId="{8A9EF453-97E9-45FF-81BC-EF614766D2CF}" destId="{67507B82-A986-4999-8449-A0E26C414205}" srcOrd="1" destOrd="0" presId="urn:microsoft.com/office/officeart/2016/7/layout/RepeatingBendingProcessNew"/>
    <dgm:cxn modelId="{5A62CBA1-7655-4CC1-9579-66341D73072B}" type="presParOf" srcId="{67507B82-A986-4999-8449-A0E26C414205}" destId="{D40A9D78-D5A5-4B88-A714-6E0B648A7B1C}" srcOrd="0" destOrd="0" presId="urn:microsoft.com/office/officeart/2016/7/layout/RepeatingBendingProcessNew"/>
    <dgm:cxn modelId="{093A38CA-0C35-4D23-B3B3-D0BC2522E453}" type="presParOf" srcId="{8A9EF453-97E9-45FF-81BC-EF614766D2CF}" destId="{9D9007D1-76AA-4341-A3A8-F5D7AEED5D15}" srcOrd="2" destOrd="0" presId="urn:microsoft.com/office/officeart/2016/7/layout/RepeatingBendingProcessNew"/>
    <dgm:cxn modelId="{626951C6-4B20-4C04-A766-1E62694A69E3}" type="presParOf" srcId="{8A9EF453-97E9-45FF-81BC-EF614766D2CF}" destId="{EB3C540E-E2AF-4DF5-AFAE-7C196A49E168}" srcOrd="3" destOrd="0" presId="urn:microsoft.com/office/officeart/2016/7/layout/RepeatingBendingProcessNew"/>
    <dgm:cxn modelId="{7C62B92F-9ED0-4798-B303-FAD1DFA7FBCF}" type="presParOf" srcId="{EB3C540E-E2AF-4DF5-AFAE-7C196A49E168}" destId="{585DAEA3-301E-4524-B6E1-3B3DFCC70B26}" srcOrd="0" destOrd="0" presId="urn:microsoft.com/office/officeart/2016/7/layout/RepeatingBendingProcessNew"/>
    <dgm:cxn modelId="{989DEF65-A282-42A1-8924-8BD945777B1E}" type="presParOf" srcId="{8A9EF453-97E9-45FF-81BC-EF614766D2CF}" destId="{4FB04A03-99B3-473C-8B15-4E4789DE2B8A}" srcOrd="4" destOrd="0" presId="urn:microsoft.com/office/officeart/2016/7/layout/RepeatingBendingProcessNew"/>
    <dgm:cxn modelId="{E6117948-501C-4BAF-94F2-586499F09C3A}" type="presParOf" srcId="{8A9EF453-97E9-45FF-81BC-EF614766D2CF}" destId="{A21CC8E7-89A5-4D73-BC95-A9BD65D5AB82}" srcOrd="5" destOrd="0" presId="urn:microsoft.com/office/officeart/2016/7/layout/RepeatingBendingProcessNew"/>
    <dgm:cxn modelId="{86F33B45-0817-4AF4-BD29-717B012E5BBE}" type="presParOf" srcId="{A21CC8E7-89A5-4D73-BC95-A9BD65D5AB82}" destId="{E8567ADA-95A2-4E47-B0DC-68829198989B}" srcOrd="0" destOrd="0" presId="urn:microsoft.com/office/officeart/2016/7/layout/RepeatingBendingProcessNew"/>
    <dgm:cxn modelId="{3E2A3343-DDDC-4209-866D-961E07E3D96B}" type="presParOf" srcId="{8A9EF453-97E9-45FF-81BC-EF614766D2CF}" destId="{0CEDB0BC-EC8D-4D40-877E-F2F1A73CCB60}" srcOrd="6" destOrd="0" presId="urn:microsoft.com/office/officeart/2016/7/layout/RepeatingBendingProcessNew"/>
    <dgm:cxn modelId="{20D2CC3F-7D61-4A8A-ABBF-F6AA76699E59}" type="presParOf" srcId="{8A9EF453-97E9-45FF-81BC-EF614766D2CF}" destId="{183C5AD5-4FF3-4DDC-AAD7-CA9FDE100D1A}" srcOrd="7" destOrd="0" presId="urn:microsoft.com/office/officeart/2016/7/layout/RepeatingBendingProcessNew"/>
    <dgm:cxn modelId="{DAB43AD2-73CA-4369-9F04-3FE158D8A8EA}" type="presParOf" srcId="{183C5AD5-4FF3-4DDC-AAD7-CA9FDE100D1A}" destId="{DFE07C53-54B1-4945-B71F-00288FDEB677}" srcOrd="0" destOrd="0" presId="urn:microsoft.com/office/officeart/2016/7/layout/RepeatingBendingProcessNew"/>
    <dgm:cxn modelId="{003D0344-3228-45FC-8347-8B5B90C92B6F}" type="presParOf" srcId="{8A9EF453-97E9-45FF-81BC-EF614766D2CF}" destId="{A68DEB39-3A2A-4669-90E5-38EDD1DD40AE}" srcOrd="8" destOrd="0" presId="urn:microsoft.com/office/officeart/2016/7/layout/RepeatingBendingProcessNew"/>
    <dgm:cxn modelId="{A0C0F897-D2F1-42DC-AF56-7BE3BADA55DE}" type="presParOf" srcId="{8A9EF453-97E9-45FF-81BC-EF614766D2CF}" destId="{8E861EDA-CC9F-46C6-AF25-6D5FFF83E74B}" srcOrd="9" destOrd="0" presId="urn:microsoft.com/office/officeart/2016/7/layout/RepeatingBendingProcessNew"/>
    <dgm:cxn modelId="{4DE23674-CE7A-44A9-BBCD-F77CE10A765D}" type="presParOf" srcId="{8E861EDA-CC9F-46C6-AF25-6D5FFF83E74B}" destId="{8C557490-9774-4668-929D-A62B76BA6FE8}" srcOrd="0" destOrd="0" presId="urn:microsoft.com/office/officeart/2016/7/layout/RepeatingBendingProcessNew"/>
    <dgm:cxn modelId="{74F625CC-9AFE-4236-A1E0-7469DA9815DD}" type="presParOf" srcId="{8A9EF453-97E9-45FF-81BC-EF614766D2CF}" destId="{CBC698C5-3E3B-478A-B84A-6204BC0024C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B647973-BF80-4604-B057-C5F3BC7CBD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545A65-7304-4140-9569-100E3A7ABF29}">
      <dgm:prSet/>
      <dgm:spPr/>
      <dgm:t>
        <a:bodyPr/>
        <a:lstStyle/>
        <a:p>
          <a:r>
            <a:rPr lang="en-US" b="1" i="0" baseline="0"/>
            <a:t>Deploy during an appropriate maintenance window</a:t>
          </a:r>
          <a:endParaRPr lang="en-US"/>
        </a:p>
      </dgm:t>
    </dgm:pt>
    <dgm:pt modelId="{2193F115-1B99-43E6-B3B3-80FD19EF51A3}" type="parTrans" cxnId="{C2AF0E9E-8ABE-4015-A221-0FB84C417B43}">
      <dgm:prSet/>
      <dgm:spPr/>
      <dgm:t>
        <a:bodyPr/>
        <a:lstStyle/>
        <a:p>
          <a:endParaRPr lang="en-US"/>
        </a:p>
      </dgm:t>
    </dgm:pt>
    <dgm:pt modelId="{6F75257F-A896-43D0-A3C2-B880D0DAE460}" type="sibTrans" cxnId="{C2AF0E9E-8ABE-4015-A221-0FB84C417B43}">
      <dgm:prSet/>
      <dgm:spPr/>
      <dgm:t>
        <a:bodyPr/>
        <a:lstStyle/>
        <a:p>
          <a:endParaRPr lang="en-US"/>
        </a:p>
      </dgm:t>
    </dgm:pt>
    <dgm:pt modelId="{10F02E73-EDB7-49D6-8198-BC58BF73DE4F}">
      <dgm:prSet/>
      <dgm:spPr/>
      <dgm:t>
        <a:bodyPr/>
        <a:lstStyle/>
        <a:p>
          <a:r>
            <a:rPr lang="en-US" b="1" i="0" baseline="0"/>
            <a:t>Consider server usage and expected downtime</a:t>
          </a:r>
          <a:endParaRPr lang="en-US"/>
        </a:p>
      </dgm:t>
    </dgm:pt>
    <dgm:pt modelId="{44776A43-A649-4E5E-B8EE-48F22170362A}" type="parTrans" cxnId="{21B5666B-3523-4ED8-B12E-B49FF72EFDE2}">
      <dgm:prSet/>
      <dgm:spPr/>
      <dgm:t>
        <a:bodyPr/>
        <a:lstStyle/>
        <a:p>
          <a:endParaRPr lang="en-US"/>
        </a:p>
      </dgm:t>
    </dgm:pt>
    <dgm:pt modelId="{ADBD2D70-E77B-4CC1-91F0-3C6ED84D27C2}" type="sibTrans" cxnId="{21B5666B-3523-4ED8-B12E-B49FF72EFDE2}">
      <dgm:prSet/>
      <dgm:spPr/>
      <dgm:t>
        <a:bodyPr/>
        <a:lstStyle/>
        <a:p>
          <a:endParaRPr lang="en-US"/>
        </a:p>
      </dgm:t>
    </dgm:pt>
    <dgm:pt modelId="{FC7A15E7-3234-46CF-91CF-84D5FC45DA06}">
      <dgm:prSet/>
      <dgm:spPr/>
      <dgm:t>
        <a:bodyPr/>
        <a:lstStyle/>
        <a:p>
          <a:r>
            <a:rPr lang="en-US" b="1" i="0" baseline="0"/>
            <a:t>Check restart requirements</a:t>
          </a:r>
          <a:endParaRPr lang="en-US"/>
        </a:p>
      </dgm:t>
    </dgm:pt>
    <dgm:pt modelId="{D2E710E1-F146-43CF-9645-FFC800E0ADF6}" type="parTrans" cxnId="{5FBAFA0D-6C12-4723-8E68-728B3FBE39DF}">
      <dgm:prSet/>
      <dgm:spPr/>
      <dgm:t>
        <a:bodyPr/>
        <a:lstStyle/>
        <a:p>
          <a:endParaRPr lang="en-US"/>
        </a:p>
      </dgm:t>
    </dgm:pt>
    <dgm:pt modelId="{08364D2D-295B-4584-AD69-565619D30929}" type="sibTrans" cxnId="{5FBAFA0D-6C12-4723-8E68-728B3FBE39DF}">
      <dgm:prSet/>
      <dgm:spPr/>
      <dgm:t>
        <a:bodyPr/>
        <a:lstStyle/>
        <a:p>
          <a:endParaRPr lang="en-US"/>
        </a:p>
      </dgm:t>
    </dgm:pt>
    <dgm:pt modelId="{D2B66D71-5843-4F95-BA90-8A684ECA01F1}">
      <dgm:prSet/>
      <dgm:spPr/>
      <dgm:t>
        <a:bodyPr/>
        <a:lstStyle/>
        <a:p>
          <a:r>
            <a:rPr lang="en-US" b="1" i="0" baseline="0"/>
            <a:t>Consider business impact</a:t>
          </a:r>
          <a:endParaRPr lang="en-US"/>
        </a:p>
      </dgm:t>
    </dgm:pt>
    <dgm:pt modelId="{E08F0762-2861-41CF-9FCD-A4E5E9389488}" type="parTrans" cxnId="{3C1F2123-4DF6-4922-BB5D-23B2AD54DE50}">
      <dgm:prSet/>
      <dgm:spPr/>
      <dgm:t>
        <a:bodyPr/>
        <a:lstStyle/>
        <a:p>
          <a:endParaRPr lang="en-US"/>
        </a:p>
      </dgm:t>
    </dgm:pt>
    <dgm:pt modelId="{642D3193-1524-49DC-BFED-F21A3A98186F}" type="sibTrans" cxnId="{3C1F2123-4DF6-4922-BB5D-23B2AD54DE50}">
      <dgm:prSet/>
      <dgm:spPr/>
      <dgm:t>
        <a:bodyPr/>
        <a:lstStyle/>
        <a:p>
          <a:endParaRPr lang="en-US"/>
        </a:p>
      </dgm:t>
    </dgm:pt>
    <dgm:pt modelId="{3CFC70AF-1CEF-4DF8-9014-6E2D4996923B}">
      <dgm:prSet/>
      <dgm:spPr/>
      <dgm:t>
        <a:bodyPr/>
        <a:lstStyle/>
        <a:p>
          <a:r>
            <a:rPr lang="en-US" b="1" i="0" baseline="0"/>
            <a:t>Ensure recent backups are available</a:t>
          </a:r>
          <a:endParaRPr lang="en-US"/>
        </a:p>
      </dgm:t>
    </dgm:pt>
    <dgm:pt modelId="{8ADDB253-1C07-4E86-9BC9-2BC0EFEDD292}" type="parTrans" cxnId="{CB51F80A-0DF1-498B-BEEB-B27B60F51F59}">
      <dgm:prSet/>
      <dgm:spPr/>
      <dgm:t>
        <a:bodyPr/>
        <a:lstStyle/>
        <a:p>
          <a:endParaRPr lang="en-US"/>
        </a:p>
      </dgm:t>
    </dgm:pt>
    <dgm:pt modelId="{BC44B5F2-FA77-47EE-91DC-5B8EC16F673B}" type="sibTrans" cxnId="{CB51F80A-0DF1-498B-BEEB-B27B60F51F59}">
      <dgm:prSet/>
      <dgm:spPr/>
      <dgm:t>
        <a:bodyPr/>
        <a:lstStyle/>
        <a:p>
          <a:endParaRPr lang="en-US"/>
        </a:p>
      </dgm:t>
    </dgm:pt>
    <dgm:pt modelId="{B09742E5-A4A7-4155-87E7-A4B8ABA09C84}">
      <dgm:prSet/>
      <dgm:spPr/>
      <dgm:t>
        <a:bodyPr/>
        <a:lstStyle/>
        <a:p>
          <a:r>
            <a:rPr lang="en-US" b="1" i="0" baseline="0"/>
            <a:t>Prepare a rollback or recovery plan</a:t>
          </a:r>
          <a:endParaRPr lang="en-US"/>
        </a:p>
      </dgm:t>
    </dgm:pt>
    <dgm:pt modelId="{833ACD03-FD68-44D1-9F9E-F2FF9C54A1FE}" type="parTrans" cxnId="{96B74082-8B6D-4399-8D35-30C74448EFA3}">
      <dgm:prSet/>
      <dgm:spPr/>
      <dgm:t>
        <a:bodyPr/>
        <a:lstStyle/>
        <a:p>
          <a:endParaRPr lang="en-US"/>
        </a:p>
      </dgm:t>
    </dgm:pt>
    <dgm:pt modelId="{35FA974D-1FEA-4BD5-BEE7-EAB0F8AFD235}" type="sibTrans" cxnId="{96B74082-8B6D-4399-8D35-30C74448EFA3}">
      <dgm:prSet/>
      <dgm:spPr/>
      <dgm:t>
        <a:bodyPr/>
        <a:lstStyle/>
        <a:p>
          <a:endParaRPr lang="en-US"/>
        </a:p>
      </dgm:t>
    </dgm:pt>
    <dgm:pt modelId="{FF75EF82-1EB8-47D5-8602-561E43DC4772}" type="pres">
      <dgm:prSet presAssocID="{1B647973-BF80-4604-B057-C5F3BC7CBDF3}" presName="root" presStyleCnt="0">
        <dgm:presLayoutVars>
          <dgm:dir/>
          <dgm:resizeHandles val="exact"/>
        </dgm:presLayoutVars>
      </dgm:prSet>
      <dgm:spPr/>
    </dgm:pt>
    <dgm:pt modelId="{F45B5A57-C19F-465A-8607-B89A53F96724}" type="pres">
      <dgm:prSet presAssocID="{89545A65-7304-4140-9569-100E3A7ABF29}" presName="compNode" presStyleCnt="0"/>
      <dgm:spPr/>
    </dgm:pt>
    <dgm:pt modelId="{0CC6EB32-B674-41FE-901D-C8C437864DF8}" type="pres">
      <dgm:prSet presAssocID="{89545A65-7304-4140-9569-100E3A7ABF29}" presName="bgRect" presStyleLbl="bgShp" presStyleIdx="0" presStyleCnt="6"/>
      <dgm:spPr/>
    </dgm:pt>
    <dgm:pt modelId="{266C2F17-79FD-44F7-9D0B-4A2936E50146}" type="pres">
      <dgm:prSet presAssocID="{89545A65-7304-4140-9569-100E3A7ABF29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67C1294-08DB-4592-8899-FD5455167AE1}" type="pres">
      <dgm:prSet presAssocID="{89545A65-7304-4140-9569-100E3A7ABF29}" presName="spaceRect" presStyleCnt="0"/>
      <dgm:spPr/>
    </dgm:pt>
    <dgm:pt modelId="{14EB1836-69E7-4C06-B086-CB131C8A8715}" type="pres">
      <dgm:prSet presAssocID="{89545A65-7304-4140-9569-100E3A7ABF29}" presName="parTx" presStyleLbl="revTx" presStyleIdx="0" presStyleCnt="6">
        <dgm:presLayoutVars>
          <dgm:chMax val="0"/>
          <dgm:chPref val="0"/>
        </dgm:presLayoutVars>
      </dgm:prSet>
      <dgm:spPr/>
    </dgm:pt>
    <dgm:pt modelId="{A871749E-C520-415A-8316-7F45E2CAF422}" type="pres">
      <dgm:prSet presAssocID="{6F75257F-A896-43D0-A3C2-B880D0DAE460}" presName="sibTrans" presStyleCnt="0"/>
      <dgm:spPr/>
    </dgm:pt>
    <dgm:pt modelId="{05C6A853-EF11-46ED-9913-686E81A38DBB}" type="pres">
      <dgm:prSet presAssocID="{10F02E73-EDB7-49D6-8198-BC58BF73DE4F}" presName="compNode" presStyleCnt="0"/>
      <dgm:spPr/>
    </dgm:pt>
    <dgm:pt modelId="{6C2758D0-C5C2-455E-83D2-541A6103C7E2}" type="pres">
      <dgm:prSet presAssocID="{10F02E73-EDB7-49D6-8198-BC58BF73DE4F}" presName="bgRect" presStyleLbl="bgShp" presStyleIdx="1" presStyleCnt="6"/>
      <dgm:spPr/>
    </dgm:pt>
    <dgm:pt modelId="{6B78F743-51BD-43FF-98F4-D98883A62927}" type="pres">
      <dgm:prSet presAssocID="{10F02E73-EDB7-49D6-8198-BC58BF73DE4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9E925FC-1F31-445C-BC7A-5A9D970EE9D1}" type="pres">
      <dgm:prSet presAssocID="{10F02E73-EDB7-49D6-8198-BC58BF73DE4F}" presName="spaceRect" presStyleCnt="0"/>
      <dgm:spPr/>
    </dgm:pt>
    <dgm:pt modelId="{3678F853-37B2-41F4-9973-6F5F91A7ED3A}" type="pres">
      <dgm:prSet presAssocID="{10F02E73-EDB7-49D6-8198-BC58BF73DE4F}" presName="parTx" presStyleLbl="revTx" presStyleIdx="1" presStyleCnt="6">
        <dgm:presLayoutVars>
          <dgm:chMax val="0"/>
          <dgm:chPref val="0"/>
        </dgm:presLayoutVars>
      </dgm:prSet>
      <dgm:spPr/>
    </dgm:pt>
    <dgm:pt modelId="{E8D4F266-9E66-4F8E-BB1C-1F5676811674}" type="pres">
      <dgm:prSet presAssocID="{ADBD2D70-E77B-4CC1-91F0-3C6ED84D27C2}" presName="sibTrans" presStyleCnt="0"/>
      <dgm:spPr/>
    </dgm:pt>
    <dgm:pt modelId="{0B514DB7-3D29-4CDE-9D97-F023CC0404E9}" type="pres">
      <dgm:prSet presAssocID="{FC7A15E7-3234-46CF-91CF-84D5FC45DA06}" presName="compNode" presStyleCnt="0"/>
      <dgm:spPr/>
    </dgm:pt>
    <dgm:pt modelId="{5E87BA77-3277-4918-A8CC-03BF4061DC91}" type="pres">
      <dgm:prSet presAssocID="{FC7A15E7-3234-46CF-91CF-84D5FC45DA06}" presName="bgRect" presStyleLbl="bgShp" presStyleIdx="2" presStyleCnt="6"/>
      <dgm:spPr/>
    </dgm:pt>
    <dgm:pt modelId="{52F38215-81A0-406C-AC0C-501B5B8DF030}" type="pres">
      <dgm:prSet presAssocID="{FC7A15E7-3234-46CF-91CF-84D5FC45DA0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C3F389-A32A-4756-B554-D2C47AE6933D}" type="pres">
      <dgm:prSet presAssocID="{FC7A15E7-3234-46CF-91CF-84D5FC45DA06}" presName="spaceRect" presStyleCnt="0"/>
      <dgm:spPr/>
    </dgm:pt>
    <dgm:pt modelId="{9C4C6166-26C7-413B-B91F-2BEFE855346A}" type="pres">
      <dgm:prSet presAssocID="{FC7A15E7-3234-46CF-91CF-84D5FC45DA06}" presName="parTx" presStyleLbl="revTx" presStyleIdx="2" presStyleCnt="6">
        <dgm:presLayoutVars>
          <dgm:chMax val="0"/>
          <dgm:chPref val="0"/>
        </dgm:presLayoutVars>
      </dgm:prSet>
      <dgm:spPr/>
    </dgm:pt>
    <dgm:pt modelId="{6F7B7488-4BE8-4C0C-ADC3-8ADE6489A587}" type="pres">
      <dgm:prSet presAssocID="{08364D2D-295B-4584-AD69-565619D30929}" presName="sibTrans" presStyleCnt="0"/>
      <dgm:spPr/>
    </dgm:pt>
    <dgm:pt modelId="{092047EB-095B-44B9-9A13-5EE2C83098FD}" type="pres">
      <dgm:prSet presAssocID="{D2B66D71-5843-4F95-BA90-8A684ECA01F1}" presName="compNode" presStyleCnt="0"/>
      <dgm:spPr/>
    </dgm:pt>
    <dgm:pt modelId="{A0BD6812-6A67-4746-8B6D-36931F127D6E}" type="pres">
      <dgm:prSet presAssocID="{D2B66D71-5843-4F95-BA90-8A684ECA01F1}" presName="bgRect" presStyleLbl="bgShp" presStyleIdx="3" presStyleCnt="6"/>
      <dgm:spPr/>
    </dgm:pt>
    <dgm:pt modelId="{FA3A69AF-CC37-4145-A97B-23960468749D}" type="pres">
      <dgm:prSet presAssocID="{D2B66D71-5843-4F95-BA90-8A684ECA01F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FB75E53-0087-4BFE-AEB3-B4D95E7AAA39}" type="pres">
      <dgm:prSet presAssocID="{D2B66D71-5843-4F95-BA90-8A684ECA01F1}" presName="spaceRect" presStyleCnt="0"/>
      <dgm:spPr/>
    </dgm:pt>
    <dgm:pt modelId="{64389D10-56E1-490F-8D60-E065028FA3B7}" type="pres">
      <dgm:prSet presAssocID="{D2B66D71-5843-4F95-BA90-8A684ECA01F1}" presName="parTx" presStyleLbl="revTx" presStyleIdx="3" presStyleCnt="6">
        <dgm:presLayoutVars>
          <dgm:chMax val="0"/>
          <dgm:chPref val="0"/>
        </dgm:presLayoutVars>
      </dgm:prSet>
      <dgm:spPr/>
    </dgm:pt>
    <dgm:pt modelId="{DA3770DE-BB1B-4667-9D52-55B59FB1E822}" type="pres">
      <dgm:prSet presAssocID="{642D3193-1524-49DC-BFED-F21A3A98186F}" presName="sibTrans" presStyleCnt="0"/>
      <dgm:spPr/>
    </dgm:pt>
    <dgm:pt modelId="{7155438A-70BA-49F6-BA28-6D7BB43BE4FE}" type="pres">
      <dgm:prSet presAssocID="{3CFC70AF-1CEF-4DF8-9014-6E2D4996923B}" presName="compNode" presStyleCnt="0"/>
      <dgm:spPr/>
    </dgm:pt>
    <dgm:pt modelId="{BE6B473C-434E-42EC-BD17-443F53F198EE}" type="pres">
      <dgm:prSet presAssocID="{3CFC70AF-1CEF-4DF8-9014-6E2D4996923B}" presName="bgRect" presStyleLbl="bgShp" presStyleIdx="4" presStyleCnt="6"/>
      <dgm:spPr/>
    </dgm:pt>
    <dgm:pt modelId="{2ED0181C-1270-43A7-B195-672740067679}" type="pres">
      <dgm:prSet presAssocID="{3CFC70AF-1CEF-4DF8-9014-6E2D4996923B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CEE78F94-8ECB-4BFA-BE5A-FDA3F45A890E}" type="pres">
      <dgm:prSet presAssocID="{3CFC70AF-1CEF-4DF8-9014-6E2D4996923B}" presName="spaceRect" presStyleCnt="0"/>
      <dgm:spPr/>
    </dgm:pt>
    <dgm:pt modelId="{9BDA9A53-95AA-4D60-9B95-8AF6095A6E16}" type="pres">
      <dgm:prSet presAssocID="{3CFC70AF-1CEF-4DF8-9014-6E2D4996923B}" presName="parTx" presStyleLbl="revTx" presStyleIdx="4" presStyleCnt="6">
        <dgm:presLayoutVars>
          <dgm:chMax val="0"/>
          <dgm:chPref val="0"/>
        </dgm:presLayoutVars>
      </dgm:prSet>
      <dgm:spPr/>
    </dgm:pt>
    <dgm:pt modelId="{F3F2A63E-2914-40F4-B786-195010EBD0F6}" type="pres">
      <dgm:prSet presAssocID="{BC44B5F2-FA77-47EE-91DC-5B8EC16F673B}" presName="sibTrans" presStyleCnt="0"/>
      <dgm:spPr/>
    </dgm:pt>
    <dgm:pt modelId="{E8DF60F4-DBCC-41F3-8BF0-4D344429859B}" type="pres">
      <dgm:prSet presAssocID="{B09742E5-A4A7-4155-87E7-A4B8ABA09C84}" presName="compNode" presStyleCnt="0"/>
      <dgm:spPr/>
    </dgm:pt>
    <dgm:pt modelId="{1545D108-BF95-474B-89A0-085CC919A083}" type="pres">
      <dgm:prSet presAssocID="{B09742E5-A4A7-4155-87E7-A4B8ABA09C84}" presName="bgRect" presStyleLbl="bgShp" presStyleIdx="5" presStyleCnt="6"/>
      <dgm:spPr/>
    </dgm:pt>
    <dgm:pt modelId="{354C7FA0-5942-40B9-B761-9815685F6D3E}" type="pres">
      <dgm:prSet presAssocID="{B09742E5-A4A7-4155-87E7-A4B8ABA09C84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FBD26113-7481-432D-BDCF-6E53003533CA}" type="pres">
      <dgm:prSet presAssocID="{B09742E5-A4A7-4155-87E7-A4B8ABA09C84}" presName="spaceRect" presStyleCnt="0"/>
      <dgm:spPr/>
    </dgm:pt>
    <dgm:pt modelId="{ED9738AE-13C0-4855-A870-F1ADABE1E969}" type="pres">
      <dgm:prSet presAssocID="{B09742E5-A4A7-4155-87E7-A4B8ABA09C8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B51F80A-0DF1-498B-BEEB-B27B60F51F59}" srcId="{1B647973-BF80-4604-B057-C5F3BC7CBDF3}" destId="{3CFC70AF-1CEF-4DF8-9014-6E2D4996923B}" srcOrd="4" destOrd="0" parTransId="{8ADDB253-1C07-4E86-9BC9-2BC0EFEDD292}" sibTransId="{BC44B5F2-FA77-47EE-91DC-5B8EC16F673B}"/>
    <dgm:cxn modelId="{D2EFE00C-23EF-4D37-95B9-BAF706EA6954}" type="presOf" srcId="{3CFC70AF-1CEF-4DF8-9014-6E2D4996923B}" destId="{9BDA9A53-95AA-4D60-9B95-8AF6095A6E16}" srcOrd="0" destOrd="0" presId="urn:microsoft.com/office/officeart/2018/2/layout/IconVerticalSolidList"/>
    <dgm:cxn modelId="{5FBAFA0D-6C12-4723-8E68-728B3FBE39DF}" srcId="{1B647973-BF80-4604-B057-C5F3BC7CBDF3}" destId="{FC7A15E7-3234-46CF-91CF-84D5FC45DA06}" srcOrd="2" destOrd="0" parTransId="{D2E710E1-F146-43CF-9645-FFC800E0ADF6}" sibTransId="{08364D2D-295B-4584-AD69-565619D30929}"/>
    <dgm:cxn modelId="{3C1F2123-4DF6-4922-BB5D-23B2AD54DE50}" srcId="{1B647973-BF80-4604-B057-C5F3BC7CBDF3}" destId="{D2B66D71-5843-4F95-BA90-8A684ECA01F1}" srcOrd="3" destOrd="0" parTransId="{E08F0762-2861-41CF-9FCD-A4E5E9389488}" sibTransId="{642D3193-1524-49DC-BFED-F21A3A98186F}"/>
    <dgm:cxn modelId="{5ACC513B-AFFF-455F-8BD1-733EB14ECD11}" type="presOf" srcId="{89545A65-7304-4140-9569-100E3A7ABF29}" destId="{14EB1836-69E7-4C06-B086-CB131C8A8715}" srcOrd="0" destOrd="0" presId="urn:microsoft.com/office/officeart/2018/2/layout/IconVerticalSolidList"/>
    <dgm:cxn modelId="{4D80054A-7C92-4A40-AB00-526C6DE34D8F}" type="presOf" srcId="{10F02E73-EDB7-49D6-8198-BC58BF73DE4F}" destId="{3678F853-37B2-41F4-9973-6F5F91A7ED3A}" srcOrd="0" destOrd="0" presId="urn:microsoft.com/office/officeart/2018/2/layout/IconVerticalSolidList"/>
    <dgm:cxn modelId="{21B5666B-3523-4ED8-B12E-B49FF72EFDE2}" srcId="{1B647973-BF80-4604-B057-C5F3BC7CBDF3}" destId="{10F02E73-EDB7-49D6-8198-BC58BF73DE4F}" srcOrd="1" destOrd="0" parTransId="{44776A43-A649-4E5E-B8EE-48F22170362A}" sibTransId="{ADBD2D70-E77B-4CC1-91F0-3C6ED84D27C2}"/>
    <dgm:cxn modelId="{482EFA6C-1642-4C91-A976-933B01B45203}" type="presOf" srcId="{B09742E5-A4A7-4155-87E7-A4B8ABA09C84}" destId="{ED9738AE-13C0-4855-A870-F1ADABE1E969}" srcOrd="0" destOrd="0" presId="urn:microsoft.com/office/officeart/2018/2/layout/IconVerticalSolidList"/>
    <dgm:cxn modelId="{01712053-CC08-4E57-90DE-956B7752A4E2}" type="presOf" srcId="{FC7A15E7-3234-46CF-91CF-84D5FC45DA06}" destId="{9C4C6166-26C7-413B-B91F-2BEFE855346A}" srcOrd="0" destOrd="0" presId="urn:microsoft.com/office/officeart/2018/2/layout/IconVerticalSolidList"/>
    <dgm:cxn modelId="{CEAE4958-8AB7-4A75-B3E9-0DFBF5B90259}" type="presOf" srcId="{1B647973-BF80-4604-B057-C5F3BC7CBDF3}" destId="{FF75EF82-1EB8-47D5-8602-561E43DC4772}" srcOrd="0" destOrd="0" presId="urn:microsoft.com/office/officeart/2018/2/layout/IconVerticalSolidList"/>
    <dgm:cxn modelId="{96B74082-8B6D-4399-8D35-30C74448EFA3}" srcId="{1B647973-BF80-4604-B057-C5F3BC7CBDF3}" destId="{B09742E5-A4A7-4155-87E7-A4B8ABA09C84}" srcOrd="5" destOrd="0" parTransId="{833ACD03-FD68-44D1-9F9E-F2FF9C54A1FE}" sibTransId="{35FA974D-1FEA-4BD5-BEE7-EAB0F8AFD235}"/>
    <dgm:cxn modelId="{C2AF0E9E-8ABE-4015-A221-0FB84C417B43}" srcId="{1B647973-BF80-4604-B057-C5F3BC7CBDF3}" destId="{89545A65-7304-4140-9569-100E3A7ABF29}" srcOrd="0" destOrd="0" parTransId="{2193F115-1B99-43E6-B3B3-80FD19EF51A3}" sibTransId="{6F75257F-A896-43D0-A3C2-B880D0DAE460}"/>
    <dgm:cxn modelId="{B2C3A99F-C3CE-49A7-AF34-F921157FBC53}" type="presOf" srcId="{D2B66D71-5843-4F95-BA90-8A684ECA01F1}" destId="{64389D10-56E1-490F-8D60-E065028FA3B7}" srcOrd="0" destOrd="0" presId="urn:microsoft.com/office/officeart/2018/2/layout/IconVerticalSolidList"/>
    <dgm:cxn modelId="{7CC204ED-877F-4063-8407-0820A3E6555B}" type="presParOf" srcId="{FF75EF82-1EB8-47D5-8602-561E43DC4772}" destId="{F45B5A57-C19F-465A-8607-B89A53F96724}" srcOrd="0" destOrd="0" presId="urn:microsoft.com/office/officeart/2018/2/layout/IconVerticalSolidList"/>
    <dgm:cxn modelId="{4867433A-B2D6-4C06-AA0F-ECAE5F6B62E9}" type="presParOf" srcId="{F45B5A57-C19F-465A-8607-B89A53F96724}" destId="{0CC6EB32-B674-41FE-901D-C8C437864DF8}" srcOrd="0" destOrd="0" presId="urn:microsoft.com/office/officeart/2018/2/layout/IconVerticalSolidList"/>
    <dgm:cxn modelId="{F9F6B4B9-2A5A-490B-9258-26C55EC9AC25}" type="presParOf" srcId="{F45B5A57-C19F-465A-8607-B89A53F96724}" destId="{266C2F17-79FD-44F7-9D0B-4A2936E50146}" srcOrd="1" destOrd="0" presId="urn:microsoft.com/office/officeart/2018/2/layout/IconVerticalSolidList"/>
    <dgm:cxn modelId="{DC9BC929-6439-43FA-A543-A54128BC13B8}" type="presParOf" srcId="{F45B5A57-C19F-465A-8607-B89A53F96724}" destId="{767C1294-08DB-4592-8899-FD5455167AE1}" srcOrd="2" destOrd="0" presId="urn:microsoft.com/office/officeart/2018/2/layout/IconVerticalSolidList"/>
    <dgm:cxn modelId="{646074EC-9299-4F8F-9E4D-CFCD7E764931}" type="presParOf" srcId="{F45B5A57-C19F-465A-8607-B89A53F96724}" destId="{14EB1836-69E7-4C06-B086-CB131C8A8715}" srcOrd="3" destOrd="0" presId="urn:microsoft.com/office/officeart/2018/2/layout/IconVerticalSolidList"/>
    <dgm:cxn modelId="{1A8D7199-D38A-40E9-BBCF-4B0823B8CB66}" type="presParOf" srcId="{FF75EF82-1EB8-47D5-8602-561E43DC4772}" destId="{A871749E-C520-415A-8316-7F45E2CAF422}" srcOrd="1" destOrd="0" presId="urn:microsoft.com/office/officeart/2018/2/layout/IconVerticalSolidList"/>
    <dgm:cxn modelId="{7D984C24-936D-4914-9A6B-3767EC7FCA1C}" type="presParOf" srcId="{FF75EF82-1EB8-47D5-8602-561E43DC4772}" destId="{05C6A853-EF11-46ED-9913-686E81A38DBB}" srcOrd="2" destOrd="0" presId="urn:microsoft.com/office/officeart/2018/2/layout/IconVerticalSolidList"/>
    <dgm:cxn modelId="{D260742D-B021-4ADA-8AB0-6C3ABEC305A1}" type="presParOf" srcId="{05C6A853-EF11-46ED-9913-686E81A38DBB}" destId="{6C2758D0-C5C2-455E-83D2-541A6103C7E2}" srcOrd="0" destOrd="0" presId="urn:microsoft.com/office/officeart/2018/2/layout/IconVerticalSolidList"/>
    <dgm:cxn modelId="{9DE1E5F4-FCAA-416E-BB8C-8B447271EFA1}" type="presParOf" srcId="{05C6A853-EF11-46ED-9913-686E81A38DBB}" destId="{6B78F743-51BD-43FF-98F4-D98883A62927}" srcOrd="1" destOrd="0" presId="urn:microsoft.com/office/officeart/2018/2/layout/IconVerticalSolidList"/>
    <dgm:cxn modelId="{C331221F-3396-47FA-8021-4864E6949AFD}" type="presParOf" srcId="{05C6A853-EF11-46ED-9913-686E81A38DBB}" destId="{99E925FC-1F31-445C-BC7A-5A9D970EE9D1}" srcOrd="2" destOrd="0" presId="urn:microsoft.com/office/officeart/2018/2/layout/IconVerticalSolidList"/>
    <dgm:cxn modelId="{2F15843A-240C-403F-B0A4-7F39C98748A1}" type="presParOf" srcId="{05C6A853-EF11-46ED-9913-686E81A38DBB}" destId="{3678F853-37B2-41F4-9973-6F5F91A7ED3A}" srcOrd="3" destOrd="0" presId="urn:microsoft.com/office/officeart/2018/2/layout/IconVerticalSolidList"/>
    <dgm:cxn modelId="{19923A91-A648-4C87-BF45-83047B297141}" type="presParOf" srcId="{FF75EF82-1EB8-47D5-8602-561E43DC4772}" destId="{E8D4F266-9E66-4F8E-BB1C-1F5676811674}" srcOrd="3" destOrd="0" presId="urn:microsoft.com/office/officeart/2018/2/layout/IconVerticalSolidList"/>
    <dgm:cxn modelId="{881B3CDB-9EFB-4552-BDCD-1E5896752A82}" type="presParOf" srcId="{FF75EF82-1EB8-47D5-8602-561E43DC4772}" destId="{0B514DB7-3D29-4CDE-9D97-F023CC0404E9}" srcOrd="4" destOrd="0" presId="urn:microsoft.com/office/officeart/2018/2/layout/IconVerticalSolidList"/>
    <dgm:cxn modelId="{6F203C48-7570-435E-80C5-4E6639149392}" type="presParOf" srcId="{0B514DB7-3D29-4CDE-9D97-F023CC0404E9}" destId="{5E87BA77-3277-4918-A8CC-03BF4061DC91}" srcOrd="0" destOrd="0" presId="urn:microsoft.com/office/officeart/2018/2/layout/IconVerticalSolidList"/>
    <dgm:cxn modelId="{13CECC4A-AC04-436A-B775-AB1EB5411C0E}" type="presParOf" srcId="{0B514DB7-3D29-4CDE-9D97-F023CC0404E9}" destId="{52F38215-81A0-406C-AC0C-501B5B8DF030}" srcOrd="1" destOrd="0" presId="urn:microsoft.com/office/officeart/2018/2/layout/IconVerticalSolidList"/>
    <dgm:cxn modelId="{654A1E85-18F5-4175-8405-2DA48B3B224D}" type="presParOf" srcId="{0B514DB7-3D29-4CDE-9D97-F023CC0404E9}" destId="{23C3F389-A32A-4756-B554-D2C47AE6933D}" srcOrd="2" destOrd="0" presId="urn:microsoft.com/office/officeart/2018/2/layout/IconVerticalSolidList"/>
    <dgm:cxn modelId="{0276D372-B21D-4A7F-9153-69A1794F5351}" type="presParOf" srcId="{0B514DB7-3D29-4CDE-9D97-F023CC0404E9}" destId="{9C4C6166-26C7-413B-B91F-2BEFE855346A}" srcOrd="3" destOrd="0" presId="urn:microsoft.com/office/officeart/2018/2/layout/IconVerticalSolidList"/>
    <dgm:cxn modelId="{45E09F5E-7C41-427C-9B04-30AA8BABF662}" type="presParOf" srcId="{FF75EF82-1EB8-47D5-8602-561E43DC4772}" destId="{6F7B7488-4BE8-4C0C-ADC3-8ADE6489A587}" srcOrd="5" destOrd="0" presId="urn:microsoft.com/office/officeart/2018/2/layout/IconVerticalSolidList"/>
    <dgm:cxn modelId="{698F0842-BBE8-4E73-B77E-248DD98D92C6}" type="presParOf" srcId="{FF75EF82-1EB8-47D5-8602-561E43DC4772}" destId="{092047EB-095B-44B9-9A13-5EE2C83098FD}" srcOrd="6" destOrd="0" presId="urn:microsoft.com/office/officeart/2018/2/layout/IconVerticalSolidList"/>
    <dgm:cxn modelId="{14DAB233-F38C-447F-A65F-358CE220D4CC}" type="presParOf" srcId="{092047EB-095B-44B9-9A13-5EE2C83098FD}" destId="{A0BD6812-6A67-4746-8B6D-36931F127D6E}" srcOrd="0" destOrd="0" presId="urn:microsoft.com/office/officeart/2018/2/layout/IconVerticalSolidList"/>
    <dgm:cxn modelId="{FE934D7E-758A-4FC5-B46C-C8D4F6EF6055}" type="presParOf" srcId="{092047EB-095B-44B9-9A13-5EE2C83098FD}" destId="{FA3A69AF-CC37-4145-A97B-23960468749D}" srcOrd="1" destOrd="0" presId="urn:microsoft.com/office/officeart/2018/2/layout/IconVerticalSolidList"/>
    <dgm:cxn modelId="{A12914A4-3234-4FF6-9FC8-0CB168323D08}" type="presParOf" srcId="{092047EB-095B-44B9-9A13-5EE2C83098FD}" destId="{BFB75E53-0087-4BFE-AEB3-B4D95E7AAA39}" srcOrd="2" destOrd="0" presId="urn:microsoft.com/office/officeart/2018/2/layout/IconVerticalSolidList"/>
    <dgm:cxn modelId="{A2B86E05-8806-4505-BE24-9CFBA2E2B8BC}" type="presParOf" srcId="{092047EB-095B-44B9-9A13-5EE2C83098FD}" destId="{64389D10-56E1-490F-8D60-E065028FA3B7}" srcOrd="3" destOrd="0" presId="urn:microsoft.com/office/officeart/2018/2/layout/IconVerticalSolidList"/>
    <dgm:cxn modelId="{217F9AF9-13CB-4E6A-BBD8-8EA181238C4C}" type="presParOf" srcId="{FF75EF82-1EB8-47D5-8602-561E43DC4772}" destId="{DA3770DE-BB1B-4667-9D52-55B59FB1E822}" srcOrd="7" destOrd="0" presId="urn:microsoft.com/office/officeart/2018/2/layout/IconVerticalSolidList"/>
    <dgm:cxn modelId="{62FF1CF2-EC95-4DB8-9697-6641982F4C3E}" type="presParOf" srcId="{FF75EF82-1EB8-47D5-8602-561E43DC4772}" destId="{7155438A-70BA-49F6-BA28-6D7BB43BE4FE}" srcOrd="8" destOrd="0" presId="urn:microsoft.com/office/officeart/2018/2/layout/IconVerticalSolidList"/>
    <dgm:cxn modelId="{336799CD-C093-4478-9C7E-89E21699FBFD}" type="presParOf" srcId="{7155438A-70BA-49F6-BA28-6D7BB43BE4FE}" destId="{BE6B473C-434E-42EC-BD17-443F53F198EE}" srcOrd="0" destOrd="0" presId="urn:microsoft.com/office/officeart/2018/2/layout/IconVerticalSolidList"/>
    <dgm:cxn modelId="{A8BB1E95-AB27-4751-A266-E4C0084A75D0}" type="presParOf" srcId="{7155438A-70BA-49F6-BA28-6D7BB43BE4FE}" destId="{2ED0181C-1270-43A7-B195-672740067679}" srcOrd="1" destOrd="0" presId="urn:microsoft.com/office/officeart/2018/2/layout/IconVerticalSolidList"/>
    <dgm:cxn modelId="{7CF36611-3668-4299-8896-B54312107515}" type="presParOf" srcId="{7155438A-70BA-49F6-BA28-6D7BB43BE4FE}" destId="{CEE78F94-8ECB-4BFA-BE5A-FDA3F45A890E}" srcOrd="2" destOrd="0" presId="urn:microsoft.com/office/officeart/2018/2/layout/IconVerticalSolidList"/>
    <dgm:cxn modelId="{FC592DBF-7FAF-4D11-AD58-4495338DFD0D}" type="presParOf" srcId="{7155438A-70BA-49F6-BA28-6D7BB43BE4FE}" destId="{9BDA9A53-95AA-4D60-9B95-8AF6095A6E16}" srcOrd="3" destOrd="0" presId="urn:microsoft.com/office/officeart/2018/2/layout/IconVerticalSolidList"/>
    <dgm:cxn modelId="{6B104175-4784-4512-B28F-BAECF2809C52}" type="presParOf" srcId="{FF75EF82-1EB8-47D5-8602-561E43DC4772}" destId="{F3F2A63E-2914-40F4-B786-195010EBD0F6}" srcOrd="9" destOrd="0" presId="urn:microsoft.com/office/officeart/2018/2/layout/IconVerticalSolidList"/>
    <dgm:cxn modelId="{C02EA6EC-63D1-4626-860D-8451FE3B9A22}" type="presParOf" srcId="{FF75EF82-1EB8-47D5-8602-561E43DC4772}" destId="{E8DF60F4-DBCC-41F3-8BF0-4D344429859B}" srcOrd="10" destOrd="0" presId="urn:microsoft.com/office/officeart/2018/2/layout/IconVerticalSolidList"/>
    <dgm:cxn modelId="{8274D434-8E6A-4527-943D-6BC65C87D429}" type="presParOf" srcId="{E8DF60F4-DBCC-41F3-8BF0-4D344429859B}" destId="{1545D108-BF95-474B-89A0-085CC919A083}" srcOrd="0" destOrd="0" presId="urn:microsoft.com/office/officeart/2018/2/layout/IconVerticalSolidList"/>
    <dgm:cxn modelId="{AE2BC97A-9AE9-4322-B394-ED2B93FDC269}" type="presParOf" srcId="{E8DF60F4-DBCC-41F3-8BF0-4D344429859B}" destId="{354C7FA0-5942-40B9-B761-9815685F6D3E}" srcOrd="1" destOrd="0" presId="urn:microsoft.com/office/officeart/2018/2/layout/IconVerticalSolidList"/>
    <dgm:cxn modelId="{56CE3878-254C-4E04-A5F3-5CBD40455F89}" type="presParOf" srcId="{E8DF60F4-DBCC-41F3-8BF0-4D344429859B}" destId="{FBD26113-7481-432D-BDCF-6E53003533CA}" srcOrd="2" destOrd="0" presId="urn:microsoft.com/office/officeart/2018/2/layout/IconVerticalSolidList"/>
    <dgm:cxn modelId="{EFEAD827-A35D-4C43-9A74-6E9465EF5421}" type="presParOf" srcId="{E8DF60F4-DBCC-41F3-8BF0-4D344429859B}" destId="{ED9738AE-13C0-4855-A870-F1ADABE1E9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FC82055F-338A-402E-ABD8-20F86F6DF3C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487FA8-B088-4BC9-BEED-13159FFDC776}">
      <dgm:prSet/>
      <dgm:spPr/>
      <dgm:t>
        <a:bodyPr/>
        <a:lstStyle/>
        <a:p>
          <a:r>
            <a:rPr lang="en-US" b="1" i="0" baseline="0"/>
            <a:t>Use the operating system update mechanism or centralized patch management solution</a:t>
          </a:r>
          <a:endParaRPr lang="en-US"/>
        </a:p>
      </dgm:t>
    </dgm:pt>
    <dgm:pt modelId="{15DD9460-0B33-4105-A23D-111EE679EFE4}" type="parTrans" cxnId="{F06A5A75-2537-4064-BEF4-6C5E4597D21F}">
      <dgm:prSet/>
      <dgm:spPr/>
      <dgm:t>
        <a:bodyPr/>
        <a:lstStyle/>
        <a:p>
          <a:endParaRPr lang="en-US"/>
        </a:p>
      </dgm:t>
    </dgm:pt>
    <dgm:pt modelId="{D6DB1EB5-5A7D-44DD-A663-EF88E788FDDA}" type="sibTrans" cxnId="{F06A5A75-2537-4064-BEF4-6C5E4597D21F}">
      <dgm:prSet/>
      <dgm:spPr/>
      <dgm:t>
        <a:bodyPr/>
        <a:lstStyle/>
        <a:p>
          <a:endParaRPr lang="en-US"/>
        </a:p>
      </dgm:t>
    </dgm:pt>
    <dgm:pt modelId="{52C380B3-9E18-4C60-A0B7-4BCFCEE8BF8B}">
      <dgm:prSet/>
      <dgm:spPr/>
      <dgm:t>
        <a:bodyPr/>
        <a:lstStyle/>
        <a:p>
          <a:r>
            <a:rPr lang="en-US" b="1" i="0" baseline="0"/>
            <a:t>Monitor the installation process</a:t>
          </a:r>
          <a:endParaRPr lang="en-US"/>
        </a:p>
      </dgm:t>
    </dgm:pt>
    <dgm:pt modelId="{66202D7A-18AF-4499-BF7E-1D4B348F1852}" type="parTrans" cxnId="{62725DE3-5079-47FA-A484-4E327413DBB4}">
      <dgm:prSet/>
      <dgm:spPr/>
      <dgm:t>
        <a:bodyPr/>
        <a:lstStyle/>
        <a:p>
          <a:endParaRPr lang="en-US"/>
        </a:p>
      </dgm:t>
    </dgm:pt>
    <dgm:pt modelId="{EEA22A0B-F2BD-4320-8252-ABDC46FF7196}" type="sibTrans" cxnId="{62725DE3-5079-47FA-A484-4E327413DBB4}">
      <dgm:prSet/>
      <dgm:spPr/>
      <dgm:t>
        <a:bodyPr/>
        <a:lstStyle/>
        <a:p>
          <a:endParaRPr lang="en-US"/>
        </a:p>
      </dgm:t>
    </dgm:pt>
    <dgm:pt modelId="{94F3731E-B17E-4EBF-92CF-16A41273A865}">
      <dgm:prSet/>
      <dgm:spPr/>
      <dgm:t>
        <a:bodyPr/>
        <a:lstStyle/>
        <a:p>
          <a:r>
            <a:rPr lang="en-US" b="1" i="0" baseline="0"/>
            <a:t>Check for installation errors</a:t>
          </a:r>
          <a:endParaRPr lang="en-US"/>
        </a:p>
      </dgm:t>
    </dgm:pt>
    <dgm:pt modelId="{12E6EBC5-6205-4D77-B664-90B52D110171}" type="parTrans" cxnId="{4A2B1C08-5B93-490E-9C8D-AC39EC9F237C}">
      <dgm:prSet/>
      <dgm:spPr/>
      <dgm:t>
        <a:bodyPr/>
        <a:lstStyle/>
        <a:p>
          <a:endParaRPr lang="en-US"/>
        </a:p>
      </dgm:t>
    </dgm:pt>
    <dgm:pt modelId="{9FDCB0E7-AD59-444E-A85F-E0EF70FEC86D}" type="sibTrans" cxnId="{4A2B1C08-5B93-490E-9C8D-AC39EC9F237C}">
      <dgm:prSet/>
      <dgm:spPr/>
      <dgm:t>
        <a:bodyPr/>
        <a:lstStyle/>
        <a:p>
          <a:endParaRPr lang="en-US"/>
        </a:p>
      </dgm:t>
    </dgm:pt>
    <dgm:pt modelId="{43B70FDA-3223-4861-AF46-19FEDE52EF09}">
      <dgm:prSet/>
      <dgm:spPr/>
      <dgm:t>
        <a:bodyPr/>
        <a:lstStyle/>
        <a:p>
          <a:r>
            <a:rPr lang="en-US" b="1" i="0" baseline="0"/>
            <a:t>Perform required system restarts</a:t>
          </a:r>
          <a:endParaRPr lang="en-US"/>
        </a:p>
      </dgm:t>
    </dgm:pt>
    <dgm:pt modelId="{6A7725C0-45C1-493F-9807-FFF89A46D4E3}" type="parTrans" cxnId="{A8F2F008-D1F8-47A7-9D38-F0AF30ED5745}">
      <dgm:prSet/>
      <dgm:spPr/>
      <dgm:t>
        <a:bodyPr/>
        <a:lstStyle/>
        <a:p>
          <a:endParaRPr lang="en-US"/>
        </a:p>
      </dgm:t>
    </dgm:pt>
    <dgm:pt modelId="{5ED3BA80-D2E1-4564-A4F8-153C84347F5B}" type="sibTrans" cxnId="{A8F2F008-D1F8-47A7-9D38-F0AF30ED5745}">
      <dgm:prSet/>
      <dgm:spPr/>
      <dgm:t>
        <a:bodyPr/>
        <a:lstStyle/>
        <a:p>
          <a:endParaRPr lang="en-US"/>
        </a:p>
      </dgm:t>
    </dgm:pt>
    <dgm:pt modelId="{B7F3B6E4-26FA-4E64-B644-10DE00645220}">
      <dgm:prSet/>
      <dgm:spPr/>
      <dgm:t>
        <a:bodyPr/>
        <a:lstStyle/>
        <a:p>
          <a:r>
            <a:rPr lang="en-US" b="1" i="0" baseline="0"/>
            <a:t>Monitor server health after installation</a:t>
          </a:r>
          <a:endParaRPr lang="en-US"/>
        </a:p>
      </dgm:t>
    </dgm:pt>
    <dgm:pt modelId="{A66D5CFE-9F00-4D21-BB30-ECFF9CC4B6AE}" type="parTrans" cxnId="{797B46C1-3E3C-499D-A75D-9E05BE30C60A}">
      <dgm:prSet/>
      <dgm:spPr/>
      <dgm:t>
        <a:bodyPr/>
        <a:lstStyle/>
        <a:p>
          <a:endParaRPr lang="en-US"/>
        </a:p>
      </dgm:t>
    </dgm:pt>
    <dgm:pt modelId="{422CF127-069B-46A8-AFC0-27A4E1CECC18}" type="sibTrans" cxnId="{797B46C1-3E3C-499D-A75D-9E05BE30C60A}">
      <dgm:prSet/>
      <dgm:spPr/>
      <dgm:t>
        <a:bodyPr/>
        <a:lstStyle/>
        <a:p>
          <a:endParaRPr lang="en-US"/>
        </a:p>
      </dgm:t>
    </dgm:pt>
    <dgm:pt modelId="{F8E70FAC-82F7-4A7F-9A2F-9412BF19948E}" type="pres">
      <dgm:prSet presAssocID="{FC82055F-338A-402E-ABD8-20F86F6DF3C8}" presName="Name0" presStyleCnt="0">
        <dgm:presLayoutVars>
          <dgm:dir/>
          <dgm:resizeHandles val="exact"/>
        </dgm:presLayoutVars>
      </dgm:prSet>
      <dgm:spPr/>
    </dgm:pt>
    <dgm:pt modelId="{6CBBDF29-B4BE-49C3-980B-5800673C86F5}" type="pres">
      <dgm:prSet presAssocID="{24487FA8-B088-4BC9-BEED-13159FFDC776}" presName="node" presStyleLbl="node1" presStyleIdx="0" presStyleCnt="5">
        <dgm:presLayoutVars>
          <dgm:bulletEnabled val="1"/>
        </dgm:presLayoutVars>
      </dgm:prSet>
      <dgm:spPr/>
    </dgm:pt>
    <dgm:pt modelId="{1F1A33E9-D9F3-4170-BDEE-8238F23086B8}" type="pres">
      <dgm:prSet presAssocID="{D6DB1EB5-5A7D-44DD-A663-EF88E788FDDA}" presName="sibTrans" presStyleLbl="sibTrans1D1" presStyleIdx="0" presStyleCnt="4"/>
      <dgm:spPr/>
    </dgm:pt>
    <dgm:pt modelId="{06EF41C7-05B2-4751-8285-40663A82E9F1}" type="pres">
      <dgm:prSet presAssocID="{D6DB1EB5-5A7D-44DD-A663-EF88E788FDDA}" presName="connectorText" presStyleLbl="sibTrans1D1" presStyleIdx="0" presStyleCnt="4"/>
      <dgm:spPr/>
    </dgm:pt>
    <dgm:pt modelId="{6BFD0700-1142-4E80-83C7-EC700B1680EF}" type="pres">
      <dgm:prSet presAssocID="{52C380B3-9E18-4C60-A0B7-4BCFCEE8BF8B}" presName="node" presStyleLbl="node1" presStyleIdx="1" presStyleCnt="5">
        <dgm:presLayoutVars>
          <dgm:bulletEnabled val="1"/>
        </dgm:presLayoutVars>
      </dgm:prSet>
      <dgm:spPr/>
    </dgm:pt>
    <dgm:pt modelId="{CDB553DF-81A0-4037-AE46-365A6E4BF189}" type="pres">
      <dgm:prSet presAssocID="{EEA22A0B-F2BD-4320-8252-ABDC46FF7196}" presName="sibTrans" presStyleLbl="sibTrans1D1" presStyleIdx="1" presStyleCnt="4"/>
      <dgm:spPr/>
    </dgm:pt>
    <dgm:pt modelId="{51CC6A98-71C9-47D3-8F76-54C8E1FEEC23}" type="pres">
      <dgm:prSet presAssocID="{EEA22A0B-F2BD-4320-8252-ABDC46FF7196}" presName="connectorText" presStyleLbl="sibTrans1D1" presStyleIdx="1" presStyleCnt="4"/>
      <dgm:spPr/>
    </dgm:pt>
    <dgm:pt modelId="{7CE84FF7-E28D-4AF6-836A-FCA2ADB35CCD}" type="pres">
      <dgm:prSet presAssocID="{94F3731E-B17E-4EBF-92CF-16A41273A865}" presName="node" presStyleLbl="node1" presStyleIdx="2" presStyleCnt="5">
        <dgm:presLayoutVars>
          <dgm:bulletEnabled val="1"/>
        </dgm:presLayoutVars>
      </dgm:prSet>
      <dgm:spPr/>
    </dgm:pt>
    <dgm:pt modelId="{7973FCD1-B775-4C12-B50A-B7D0C9BBEA70}" type="pres">
      <dgm:prSet presAssocID="{9FDCB0E7-AD59-444E-A85F-E0EF70FEC86D}" presName="sibTrans" presStyleLbl="sibTrans1D1" presStyleIdx="2" presStyleCnt="4"/>
      <dgm:spPr/>
    </dgm:pt>
    <dgm:pt modelId="{5419567F-D3ED-469A-AF71-BBE4E2147341}" type="pres">
      <dgm:prSet presAssocID="{9FDCB0E7-AD59-444E-A85F-E0EF70FEC86D}" presName="connectorText" presStyleLbl="sibTrans1D1" presStyleIdx="2" presStyleCnt="4"/>
      <dgm:spPr/>
    </dgm:pt>
    <dgm:pt modelId="{3F0D9B2F-D505-462A-9BFE-BD6FBA0C816E}" type="pres">
      <dgm:prSet presAssocID="{43B70FDA-3223-4861-AF46-19FEDE52EF09}" presName="node" presStyleLbl="node1" presStyleIdx="3" presStyleCnt="5">
        <dgm:presLayoutVars>
          <dgm:bulletEnabled val="1"/>
        </dgm:presLayoutVars>
      </dgm:prSet>
      <dgm:spPr/>
    </dgm:pt>
    <dgm:pt modelId="{ABEE991E-F630-4E63-A841-B7ED75CBA54B}" type="pres">
      <dgm:prSet presAssocID="{5ED3BA80-D2E1-4564-A4F8-153C84347F5B}" presName="sibTrans" presStyleLbl="sibTrans1D1" presStyleIdx="3" presStyleCnt="4"/>
      <dgm:spPr/>
    </dgm:pt>
    <dgm:pt modelId="{13AD10E8-6EC3-4C52-B226-C3DC466B59D0}" type="pres">
      <dgm:prSet presAssocID="{5ED3BA80-D2E1-4564-A4F8-153C84347F5B}" presName="connectorText" presStyleLbl="sibTrans1D1" presStyleIdx="3" presStyleCnt="4"/>
      <dgm:spPr/>
    </dgm:pt>
    <dgm:pt modelId="{1E6E1ED9-3D91-42D0-8ED0-36940B409418}" type="pres">
      <dgm:prSet presAssocID="{B7F3B6E4-26FA-4E64-B644-10DE00645220}" presName="node" presStyleLbl="node1" presStyleIdx="4" presStyleCnt="5">
        <dgm:presLayoutVars>
          <dgm:bulletEnabled val="1"/>
        </dgm:presLayoutVars>
      </dgm:prSet>
      <dgm:spPr/>
    </dgm:pt>
  </dgm:ptLst>
  <dgm:cxnLst>
    <dgm:cxn modelId="{26B4D601-AE84-4942-BB83-59825F255757}" type="presOf" srcId="{94F3731E-B17E-4EBF-92CF-16A41273A865}" destId="{7CE84FF7-E28D-4AF6-836A-FCA2ADB35CCD}" srcOrd="0" destOrd="0" presId="urn:microsoft.com/office/officeart/2016/7/layout/RepeatingBendingProcessNew"/>
    <dgm:cxn modelId="{0D269A04-86D0-4900-8A6D-A0F90CCE90BB}" type="presOf" srcId="{43B70FDA-3223-4861-AF46-19FEDE52EF09}" destId="{3F0D9B2F-D505-462A-9BFE-BD6FBA0C816E}" srcOrd="0" destOrd="0" presId="urn:microsoft.com/office/officeart/2016/7/layout/RepeatingBendingProcessNew"/>
    <dgm:cxn modelId="{4A2B1C08-5B93-490E-9C8D-AC39EC9F237C}" srcId="{FC82055F-338A-402E-ABD8-20F86F6DF3C8}" destId="{94F3731E-B17E-4EBF-92CF-16A41273A865}" srcOrd="2" destOrd="0" parTransId="{12E6EBC5-6205-4D77-B664-90B52D110171}" sibTransId="{9FDCB0E7-AD59-444E-A85F-E0EF70FEC86D}"/>
    <dgm:cxn modelId="{A8F2F008-D1F8-47A7-9D38-F0AF30ED5745}" srcId="{FC82055F-338A-402E-ABD8-20F86F6DF3C8}" destId="{43B70FDA-3223-4861-AF46-19FEDE52EF09}" srcOrd="3" destOrd="0" parTransId="{6A7725C0-45C1-493F-9807-FFF89A46D4E3}" sibTransId="{5ED3BA80-D2E1-4564-A4F8-153C84347F5B}"/>
    <dgm:cxn modelId="{2E2E7320-77B1-4078-A3CF-6E2F2BDBD3AB}" type="presOf" srcId="{9FDCB0E7-AD59-444E-A85F-E0EF70FEC86D}" destId="{5419567F-D3ED-469A-AF71-BBE4E2147341}" srcOrd="1" destOrd="0" presId="urn:microsoft.com/office/officeart/2016/7/layout/RepeatingBendingProcessNew"/>
    <dgm:cxn modelId="{2E3C7B60-BEE2-4889-B237-EB416EEEEF1E}" type="presOf" srcId="{B7F3B6E4-26FA-4E64-B644-10DE00645220}" destId="{1E6E1ED9-3D91-42D0-8ED0-36940B409418}" srcOrd="0" destOrd="0" presId="urn:microsoft.com/office/officeart/2016/7/layout/RepeatingBendingProcessNew"/>
    <dgm:cxn modelId="{04286041-6733-4A71-886A-7501EA55F11A}" type="presOf" srcId="{D6DB1EB5-5A7D-44DD-A663-EF88E788FDDA}" destId="{1F1A33E9-D9F3-4170-BDEE-8238F23086B8}" srcOrd="0" destOrd="0" presId="urn:microsoft.com/office/officeart/2016/7/layout/RepeatingBendingProcessNew"/>
    <dgm:cxn modelId="{630F126C-EB77-4A70-915E-8D2B1CBE3C92}" type="presOf" srcId="{24487FA8-B088-4BC9-BEED-13159FFDC776}" destId="{6CBBDF29-B4BE-49C3-980B-5800673C86F5}" srcOrd="0" destOrd="0" presId="urn:microsoft.com/office/officeart/2016/7/layout/RepeatingBendingProcessNew"/>
    <dgm:cxn modelId="{8F8D896E-3E4B-42AA-A598-DE0EC8134E2B}" type="presOf" srcId="{5ED3BA80-D2E1-4564-A4F8-153C84347F5B}" destId="{ABEE991E-F630-4E63-A841-B7ED75CBA54B}" srcOrd="0" destOrd="0" presId="urn:microsoft.com/office/officeart/2016/7/layout/RepeatingBendingProcessNew"/>
    <dgm:cxn modelId="{F06A5A75-2537-4064-BEF4-6C5E4597D21F}" srcId="{FC82055F-338A-402E-ABD8-20F86F6DF3C8}" destId="{24487FA8-B088-4BC9-BEED-13159FFDC776}" srcOrd="0" destOrd="0" parTransId="{15DD9460-0B33-4105-A23D-111EE679EFE4}" sibTransId="{D6DB1EB5-5A7D-44DD-A663-EF88E788FDDA}"/>
    <dgm:cxn modelId="{BC3E0679-524E-4E35-8A09-6C315F6F11EF}" type="presOf" srcId="{D6DB1EB5-5A7D-44DD-A663-EF88E788FDDA}" destId="{06EF41C7-05B2-4751-8285-40663A82E9F1}" srcOrd="1" destOrd="0" presId="urn:microsoft.com/office/officeart/2016/7/layout/RepeatingBendingProcessNew"/>
    <dgm:cxn modelId="{6CF7287C-4AF7-4C3E-B9D6-566B70DFBFA6}" type="presOf" srcId="{52C380B3-9E18-4C60-A0B7-4BCFCEE8BF8B}" destId="{6BFD0700-1142-4E80-83C7-EC700B1680EF}" srcOrd="0" destOrd="0" presId="urn:microsoft.com/office/officeart/2016/7/layout/RepeatingBendingProcessNew"/>
    <dgm:cxn modelId="{8A3BAFB7-5953-4EFD-86A2-EC549C64A904}" type="presOf" srcId="{EEA22A0B-F2BD-4320-8252-ABDC46FF7196}" destId="{51CC6A98-71C9-47D3-8F76-54C8E1FEEC23}" srcOrd="1" destOrd="0" presId="urn:microsoft.com/office/officeart/2016/7/layout/RepeatingBendingProcessNew"/>
    <dgm:cxn modelId="{1A47D6BC-AF6A-4D2B-9CBA-3E73B4174793}" type="presOf" srcId="{9FDCB0E7-AD59-444E-A85F-E0EF70FEC86D}" destId="{7973FCD1-B775-4C12-B50A-B7D0C9BBEA70}" srcOrd="0" destOrd="0" presId="urn:microsoft.com/office/officeart/2016/7/layout/RepeatingBendingProcessNew"/>
    <dgm:cxn modelId="{797B46C1-3E3C-499D-A75D-9E05BE30C60A}" srcId="{FC82055F-338A-402E-ABD8-20F86F6DF3C8}" destId="{B7F3B6E4-26FA-4E64-B644-10DE00645220}" srcOrd="4" destOrd="0" parTransId="{A66D5CFE-9F00-4D21-BB30-ECFF9CC4B6AE}" sibTransId="{422CF127-069B-46A8-AFC0-27A4E1CECC18}"/>
    <dgm:cxn modelId="{786F3ADB-7305-4C91-9E7A-5A51043D42A1}" type="presOf" srcId="{EEA22A0B-F2BD-4320-8252-ABDC46FF7196}" destId="{CDB553DF-81A0-4037-AE46-365A6E4BF189}" srcOrd="0" destOrd="0" presId="urn:microsoft.com/office/officeart/2016/7/layout/RepeatingBendingProcessNew"/>
    <dgm:cxn modelId="{28110AE0-2EAE-4F7B-AE57-DE1131365047}" type="presOf" srcId="{FC82055F-338A-402E-ABD8-20F86F6DF3C8}" destId="{F8E70FAC-82F7-4A7F-9A2F-9412BF19948E}" srcOrd="0" destOrd="0" presId="urn:microsoft.com/office/officeart/2016/7/layout/RepeatingBendingProcessNew"/>
    <dgm:cxn modelId="{62725DE3-5079-47FA-A484-4E327413DBB4}" srcId="{FC82055F-338A-402E-ABD8-20F86F6DF3C8}" destId="{52C380B3-9E18-4C60-A0B7-4BCFCEE8BF8B}" srcOrd="1" destOrd="0" parTransId="{66202D7A-18AF-4499-BF7E-1D4B348F1852}" sibTransId="{EEA22A0B-F2BD-4320-8252-ABDC46FF7196}"/>
    <dgm:cxn modelId="{869EB3FE-D13D-4E69-968F-C9387A3DA7ED}" type="presOf" srcId="{5ED3BA80-D2E1-4564-A4F8-153C84347F5B}" destId="{13AD10E8-6EC3-4C52-B226-C3DC466B59D0}" srcOrd="1" destOrd="0" presId="urn:microsoft.com/office/officeart/2016/7/layout/RepeatingBendingProcessNew"/>
    <dgm:cxn modelId="{39CB5587-3E5F-4894-89C7-9357385D5848}" type="presParOf" srcId="{F8E70FAC-82F7-4A7F-9A2F-9412BF19948E}" destId="{6CBBDF29-B4BE-49C3-980B-5800673C86F5}" srcOrd="0" destOrd="0" presId="urn:microsoft.com/office/officeart/2016/7/layout/RepeatingBendingProcessNew"/>
    <dgm:cxn modelId="{E39A462D-7AC6-4D98-8D35-1461B5566CCF}" type="presParOf" srcId="{F8E70FAC-82F7-4A7F-9A2F-9412BF19948E}" destId="{1F1A33E9-D9F3-4170-BDEE-8238F23086B8}" srcOrd="1" destOrd="0" presId="urn:microsoft.com/office/officeart/2016/7/layout/RepeatingBendingProcessNew"/>
    <dgm:cxn modelId="{3D90A3CE-F077-4F7F-B402-74E842B00E84}" type="presParOf" srcId="{1F1A33E9-D9F3-4170-BDEE-8238F23086B8}" destId="{06EF41C7-05B2-4751-8285-40663A82E9F1}" srcOrd="0" destOrd="0" presId="urn:microsoft.com/office/officeart/2016/7/layout/RepeatingBendingProcessNew"/>
    <dgm:cxn modelId="{5E608E4A-CC9C-45D2-A506-CFD02608D70A}" type="presParOf" srcId="{F8E70FAC-82F7-4A7F-9A2F-9412BF19948E}" destId="{6BFD0700-1142-4E80-83C7-EC700B1680EF}" srcOrd="2" destOrd="0" presId="urn:microsoft.com/office/officeart/2016/7/layout/RepeatingBendingProcessNew"/>
    <dgm:cxn modelId="{484F31EC-585C-45EB-BBF0-9D4FCA74EBFA}" type="presParOf" srcId="{F8E70FAC-82F7-4A7F-9A2F-9412BF19948E}" destId="{CDB553DF-81A0-4037-AE46-365A6E4BF189}" srcOrd="3" destOrd="0" presId="urn:microsoft.com/office/officeart/2016/7/layout/RepeatingBendingProcessNew"/>
    <dgm:cxn modelId="{55887353-CB37-4329-AE81-E9BAC3CBEC09}" type="presParOf" srcId="{CDB553DF-81A0-4037-AE46-365A6E4BF189}" destId="{51CC6A98-71C9-47D3-8F76-54C8E1FEEC23}" srcOrd="0" destOrd="0" presId="urn:microsoft.com/office/officeart/2016/7/layout/RepeatingBendingProcessNew"/>
    <dgm:cxn modelId="{A80AE2EA-13D3-4E5B-9A36-711BCB7BF2A4}" type="presParOf" srcId="{F8E70FAC-82F7-4A7F-9A2F-9412BF19948E}" destId="{7CE84FF7-E28D-4AF6-836A-FCA2ADB35CCD}" srcOrd="4" destOrd="0" presId="urn:microsoft.com/office/officeart/2016/7/layout/RepeatingBendingProcessNew"/>
    <dgm:cxn modelId="{554A64F0-3836-4293-9A78-118A61D3D34C}" type="presParOf" srcId="{F8E70FAC-82F7-4A7F-9A2F-9412BF19948E}" destId="{7973FCD1-B775-4C12-B50A-B7D0C9BBEA70}" srcOrd="5" destOrd="0" presId="urn:microsoft.com/office/officeart/2016/7/layout/RepeatingBendingProcessNew"/>
    <dgm:cxn modelId="{79438E52-232A-44D4-A834-9AA8D4A492AA}" type="presParOf" srcId="{7973FCD1-B775-4C12-B50A-B7D0C9BBEA70}" destId="{5419567F-D3ED-469A-AF71-BBE4E2147341}" srcOrd="0" destOrd="0" presId="urn:microsoft.com/office/officeart/2016/7/layout/RepeatingBendingProcessNew"/>
    <dgm:cxn modelId="{901FF24E-6301-4BFA-8A55-6B59A3BBC750}" type="presParOf" srcId="{F8E70FAC-82F7-4A7F-9A2F-9412BF19948E}" destId="{3F0D9B2F-D505-462A-9BFE-BD6FBA0C816E}" srcOrd="6" destOrd="0" presId="urn:microsoft.com/office/officeart/2016/7/layout/RepeatingBendingProcessNew"/>
    <dgm:cxn modelId="{DE17E5CF-6F0A-47DE-A675-7D1CD40A8F95}" type="presParOf" srcId="{F8E70FAC-82F7-4A7F-9A2F-9412BF19948E}" destId="{ABEE991E-F630-4E63-A841-B7ED75CBA54B}" srcOrd="7" destOrd="0" presId="urn:microsoft.com/office/officeart/2016/7/layout/RepeatingBendingProcessNew"/>
    <dgm:cxn modelId="{F460CE45-EC5E-48D1-84B6-32F62F7F559D}" type="presParOf" srcId="{ABEE991E-F630-4E63-A841-B7ED75CBA54B}" destId="{13AD10E8-6EC3-4C52-B226-C3DC466B59D0}" srcOrd="0" destOrd="0" presId="urn:microsoft.com/office/officeart/2016/7/layout/RepeatingBendingProcessNew"/>
    <dgm:cxn modelId="{8CA03A33-2002-4BF8-8E1E-F076D9E51070}" type="presParOf" srcId="{F8E70FAC-82F7-4A7F-9A2F-9412BF19948E}" destId="{1E6E1ED9-3D91-42D0-8ED0-36940B409418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03D82F7-AB52-40F3-9646-CFF3BF88B66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078F2C-CAC4-462A-866F-DE0FDAAD0580}">
      <dgm:prSet/>
      <dgm:spPr/>
      <dgm:t>
        <a:bodyPr/>
        <a:lstStyle/>
        <a:p>
          <a:r>
            <a:rPr lang="en-US" b="1" i="0" baseline="0"/>
            <a:t>Confirm the correct software or patch version</a:t>
          </a:r>
          <a:endParaRPr lang="en-US"/>
        </a:p>
      </dgm:t>
    </dgm:pt>
    <dgm:pt modelId="{47B37776-0D94-4168-8A19-4FA10A100C1E}" type="parTrans" cxnId="{24975898-23FA-4C7D-9BD9-12D756E4F8A1}">
      <dgm:prSet/>
      <dgm:spPr/>
      <dgm:t>
        <a:bodyPr/>
        <a:lstStyle/>
        <a:p>
          <a:endParaRPr lang="en-US"/>
        </a:p>
      </dgm:t>
    </dgm:pt>
    <dgm:pt modelId="{2234189D-85BB-4741-A620-5C0604B98167}" type="sibTrans" cxnId="{24975898-23FA-4C7D-9BD9-12D756E4F8A1}">
      <dgm:prSet/>
      <dgm:spPr/>
      <dgm:t>
        <a:bodyPr/>
        <a:lstStyle/>
        <a:p>
          <a:endParaRPr lang="en-US"/>
        </a:p>
      </dgm:t>
    </dgm:pt>
    <dgm:pt modelId="{E461F897-5C56-46C9-BA54-6CF6E5FC0017}">
      <dgm:prSet/>
      <dgm:spPr/>
      <dgm:t>
        <a:bodyPr/>
        <a:lstStyle/>
        <a:p>
          <a:r>
            <a:rPr lang="en-US" b="1" i="0" baseline="0"/>
            <a:t>Verify that server services restarted successfully</a:t>
          </a:r>
          <a:endParaRPr lang="en-US"/>
        </a:p>
      </dgm:t>
    </dgm:pt>
    <dgm:pt modelId="{C4821556-D09E-499F-89F4-3A6A66628080}" type="parTrans" cxnId="{6265C8EB-6A7F-45A6-BB06-62FA6B123BB7}">
      <dgm:prSet/>
      <dgm:spPr/>
      <dgm:t>
        <a:bodyPr/>
        <a:lstStyle/>
        <a:p>
          <a:endParaRPr lang="en-US"/>
        </a:p>
      </dgm:t>
    </dgm:pt>
    <dgm:pt modelId="{03B6885B-B6D9-4D78-8DA1-5CC5C57A18B9}" type="sibTrans" cxnId="{6265C8EB-6A7F-45A6-BB06-62FA6B123BB7}">
      <dgm:prSet/>
      <dgm:spPr/>
      <dgm:t>
        <a:bodyPr/>
        <a:lstStyle/>
        <a:p>
          <a:endParaRPr lang="en-US"/>
        </a:p>
      </dgm:t>
    </dgm:pt>
    <dgm:pt modelId="{49E5FC2D-E02E-4171-9D4E-089228D85F7B}">
      <dgm:prSet/>
      <dgm:spPr/>
      <dgm:t>
        <a:bodyPr/>
        <a:lstStyle/>
        <a:p>
          <a:r>
            <a:rPr lang="en-US" b="1" i="0" baseline="0"/>
            <a:t>Check system logs for update-related errors</a:t>
          </a:r>
          <a:endParaRPr lang="en-US"/>
        </a:p>
      </dgm:t>
    </dgm:pt>
    <dgm:pt modelId="{7CAC80D5-CEBE-413F-BF28-14FB98289FDA}" type="parTrans" cxnId="{E0A6CC09-E643-43AF-94E9-0FD22ED6481E}">
      <dgm:prSet/>
      <dgm:spPr/>
      <dgm:t>
        <a:bodyPr/>
        <a:lstStyle/>
        <a:p>
          <a:endParaRPr lang="en-US"/>
        </a:p>
      </dgm:t>
    </dgm:pt>
    <dgm:pt modelId="{04475DFA-3AB1-4AD7-B179-52F571F53794}" type="sibTrans" cxnId="{E0A6CC09-E643-43AF-94E9-0FD22ED6481E}">
      <dgm:prSet/>
      <dgm:spPr/>
      <dgm:t>
        <a:bodyPr/>
        <a:lstStyle/>
        <a:p>
          <a:endParaRPr lang="en-US"/>
        </a:p>
      </dgm:t>
    </dgm:pt>
    <dgm:pt modelId="{A620E70A-5299-4399-A5BD-F3D43E4E1EE1}">
      <dgm:prSet/>
      <dgm:spPr/>
      <dgm:t>
        <a:bodyPr/>
        <a:lstStyle/>
        <a:p>
          <a:r>
            <a:rPr lang="en-US" b="1" i="0" baseline="0"/>
            <a:t>Test critical applications and services</a:t>
          </a:r>
          <a:endParaRPr lang="en-US"/>
        </a:p>
      </dgm:t>
    </dgm:pt>
    <dgm:pt modelId="{61CB85E6-35C1-4817-AB4F-2B5D3B38E3B3}" type="parTrans" cxnId="{D8A677DF-D41E-4910-B8E5-B1886FEE749B}">
      <dgm:prSet/>
      <dgm:spPr/>
      <dgm:t>
        <a:bodyPr/>
        <a:lstStyle/>
        <a:p>
          <a:endParaRPr lang="en-US"/>
        </a:p>
      </dgm:t>
    </dgm:pt>
    <dgm:pt modelId="{3ACF0ADB-7714-4D91-A993-9794C8FC9D72}" type="sibTrans" cxnId="{D8A677DF-D41E-4910-B8E5-B1886FEE749B}">
      <dgm:prSet/>
      <dgm:spPr/>
      <dgm:t>
        <a:bodyPr/>
        <a:lstStyle/>
        <a:p>
          <a:endParaRPr lang="en-US"/>
        </a:p>
      </dgm:t>
    </dgm:pt>
    <dgm:pt modelId="{9AD47B96-B767-4DCD-9D2C-283F3C9DCA79}">
      <dgm:prSet/>
      <dgm:spPr/>
      <dgm:t>
        <a:bodyPr/>
        <a:lstStyle/>
        <a:p>
          <a:r>
            <a:rPr lang="en-US" b="1" i="0" baseline="0"/>
            <a:t>Confirm users can access required resources</a:t>
          </a:r>
          <a:endParaRPr lang="en-US"/>
        </a:p>
      </dgm:t>
    </dgm:pt>
    <dgm:pt modelId="{27724339-7340-4769-81F1-ED9117062C2F}" type="parTrans" cxnId="{BFFEA865-4AA6-47F3-82AB-775D7274C6EA}">
      <dgm:prSet/>
      <dgm:spPr/>
      <dgm:t>
        <a:bodyPr/>
        <a:lstStyle/>
        <a:p>
          <a:endParaRPr lang="en-US"/>
        </a:p>
      </dgm:t>
    </dgm:pt>
    <dgm:pt modelId="{36031AF0-2ED9-4A7F-9C93-DE520B0E3740}" type="sibTrans" cxnId="{BFFEA865-4AA6-47F3-82AB-775D7274C6EA}">
      <dgm:prSet/>
      <dgm:spPr/>
      <dgm:t>
        <a:bodyPr/>
        <a:lstStyle/>
        <a:p>
          <a:endParaRPr lang="en-US"/>
        </a:p>
      </dgm:t>
    </dgm:pt>
    <dgm:pt modelId="{7EACD766-256A-4999-8F9D-48DCAA17384A}">
      <dgm:prSet/>
      <dgm:spPr/>
      <dgm:t>
        <a:bodyPr/>
        <a:lstStyle/>
        <a:p>
          <a:r>
            <a:rPr lang="en-US" b="1" i="0" baseline="0"/>
            <a:t>Patch installed does not automatically mean patch successfully verified</a:t>
          </a:r>
          <a:endParaRPr lang="en-US"/>
        </a:p>
      </dgm:t>
    </dgm:pt>
    <dgm:pt modelId="{DF4EF69D-7B23-4EEA-928C-06539A637B69}" type="parTrans" cxnId="{2A856A37-DFA6-415D-8AFA-ECA4E9BCB1E3}">
      <dgm:prSet/>
      <dgm:spPr/>
      <dgm:t>
        <a:bodyPr/>
        <a:lstStyle/>
        <a:p>
          <a:endParaRPr lang="en-US"/>
        </a:p>
      </dgm:t>
    </dgm:pt>
    <dgm:pt modelId="{513606A2-B9E0-404A-BCA8-65A69F86BAFA}" type="sibTrans" cxnId="{2A856A37-DFA6-415D-8AFA-ECA4E9BCB1E3}">
      <dgm:prSet/>
      <dgm:spPr/>
      <dgm:t>
        <a:bodyPr/>
        <a:lstStyle/>
        <a:p>
          <a:endParaRPr lang="en-US"/>
        </a:p>
      </dgm:t>
    </dgm:pt>
    <dgm:pt modelId="{B0010FAA-630C-4541-88E7-7024E139FA6B}" type="pres">
      <dgm:prSet presAssocID="{803D82F7-AB52-40F3-9646-CFF3BF88B66F}" presName="Name0" presStyleCnt="0">
        <dgm:presLayoutVars>
          <dgm:dir/>
          <dgm:resizeHandles val="exact"/>
        </dgm:presLayoutVars>
      </dgm:prSet>
      <dgm:spPr/>
    </dgm:pt>
    <dgm:pt modelId="{0282CCD0-9D80-4585-A402-32E638AB503D}" type="pres">
      <dgm:prSet presAssocID="{18078F2C-CAC4-462A-866F-DE0FDAAD0580}" presName="node" presStyleLbl="node1" presStyleIdx="0" presStyleCnt="6">
        <dgm:presLayoutVars>
          <dgm:bulletEnabled val="1"/>
        </dgm:presLayoutVars>
      </dgm:prSet>
      <dgm:spPr/>
    </dgm:pt>
    <dgm:pt modelId="{128955F4-EA48-4889-B79D-32AFE5F269C5}" type="pres">
      <dgm:prSet presAssocID="{2234189D-85BB-4741-A620-5C0604B98167}" presName="sibTrans" presStyleLbl="sibTrans1D1" presStyleIdx="0" presStyleCnt="5"/>
      <dgm:spPr/>
    </dgm:pt>
    <dgm:pt modelId="{61D936BF-6D4C-4DBA-9036-550C11B3E5B0}" type="pres">
      <dgm:prSet presAssocID="{2234189D-85BB-4741-A620-5C0604B98167}" presName="connectorText" presStyleLbl="sibTrans1D1" presStyleIdx="0" presStyleCnt="5"/>
      <dgm:spPr/>
    </dgm:pt>
    <dgm:pt modelId="{0E829505-0A56-41E6-A1E3-8C5905C45513}" type="pres">
      <dgm:prSet presAssocID="{E461F897-5C56-46C9-BA54-6CF6E5FC0017}" presName="node" presStyleLbl="node1" presStyleIdx="1" presStyleCnt="6">
        <dgm:presLayoutVars>
          <dgm:bulletEnabled val="1"/>
        </dgm:presLayoutVars>
      </dgm:prSet>
      <dgm:spPr/>
    </dgm:pt>
    <dgm:pt modelId="{8F27269D-99AF-4D36-B6AA-F089F66BA91E}" type="pres">
      <dgm:prSet presAssocID="{03B6885B-B6D9-4D78-8DA1-5CC5C57A18B9}" presName="sibTrans" presStyleLbl="sibTrans1D1" presStyleIdx="1" presStyleCnt="5"/>
      <dgm:spPr/>
    </dgm:pt>
    <dgm:pt modelId="{0695B8C4-15FC-44F6-900D-8B22E233B485}" type="pres">
      <dgm:prSet presAssocID="{03B6885B-B6D9-4D78-8DA1-5CC5C57A18B9}" presName="connectorText" presStyleLbl="sibTrans1D1" presStyleIdx="1" presStyleCnt="5"/>
      <dgm:spPr/>
    </dgm:pt>
    <dgm:pt modelId="{E0E67DA4-2D02-466A-9914-FE12F76EEBFD}" type="pres">
      <dgm:prSet presAssocID="{49E5FC2D-E02E-4171-9D4E-089228D85F7B}" presName="node" presStyleLbl="node1" presStyleIdx="2" presStyleCnt="6">
        <dgm:presLayoutVars>
          <dgm:bulletEnabled val="1"/>
        </dgm:presLayoutVars>
      </dgm:prSet>
      <dgm:spPr/>
    </dgm:pt>
    <dgm:pt modelId="{61DCAFDE-EEF3-4525-8E06-22C695555119}" type="pres">
      <dgm:prSet presAssocID="{04475DFA-3AB1-4AD7-B179-52F571F53794}" presName="sibTrans" presStyleLbl="sibTrans1D1" presStyleIdx="2" presStyleCnt="5"/>
      <dgm:spPr/>
    </dgm:pt>
    <dgm:pt modelId="{0237512C-1B2D-4C6F-8C6B-A5F86E0B8715}" type="pres">
      <dgm:prSet presAssocID="{04475DFA-3AB1-4AD7-B179-52F571F53794}" presName="connectorText" presStyleLbl="sibTrans1D1" presStyleIdx="2" presStyleCnt="5"/>
      <dgm:spPr/>
    </dgm:pt>
    <dgm:pt modelId="{6FEE4FCD-1430-4F5F-9679-E9C7AD0C0D26}" type="pres">
      <dgm:prSet presAssocID="{A620E70A-5299-4399-A5BD-F3D43E4E1EE1}" presName="node" presStyleLbl="node1" presStyleIdx="3" presStyleCnt="6">
        <dgm:presLayoutVars>
          <dgm:bulletEnabled val="1"/>
        </dgm:presLayoutVars>
      </dgm:prSet>
      <dgm:spPr/>
    </dgm:pt>
    <dgm:pt modelId="{3BB4A64D-95A4-4B85-ABAB-2F3176B8A78B}" type="pres">
      <dgm:prSet presAssocID="{3ACF0ADB-7714-4D91-A993-9794C8FC9D72}" presName="sibTrans" presStyleLbl="sibTrans1D1" presStyleIdx="3" presStyleCnt="5"/>
      <dgm:spPr/>
    </dgm:pt>
    <dgm:pt modelId="{7DFA32F4-5ECC-42A9-9DFA-CB8A21126334}" type="pres">
      <dgm:prSet presAssocID="{3ACF0ADB-7714-4D91-A993-9794C8FC9D72}" presName="connectorText" presStyleLbl="sibTrans1D1" presStyleIdx="3" presStyleCnt="5"/>
      <dgm:spPr/>
    </dgm:pt>
    <dgm:pt modelId="{F98899C3-4666-4683-873D-76D4E252B2C7}" type="pres">
      <dgm:prSet presAssocID="{9AD47B96-B767-4DCD-9D2C-283F3C9DCA79}" presName="node" presStyleLbl="node1" presStyleIdx="4" presStyleCnt="6" custLinFactNeighborX="-464" custLinFactNeighborY="5453">
        <dgm:presLayoutVars>
          <dgm:bulletEnabled val="1"/>
        </dgm:presLayoutVars>
      </dgm:prSet>
      <dgm:spPr/>
    </dgm:pt>
    <dgm:pt modelId="{2C329856-40A8-4574-B46D-C7CEA18270B6}" type="pres">
      <dgm:prSet presAssocID="{36031AF0-2ED9-4A7F-9C93-DE520B0E3740}" presName="sibTrans" presStyleLbl="sibTrans1D1" presStyleIdx="4" presStyleCnt="5"/>
      <dgm:spPr/>
    </dgm:pt>
    <dgm:pt modelId="{B300E836-387B-4078-B11E-333F396440A6}" type="pres">
      <dgm:prSet presAssocID="{36031AF0-2ED9-4A7F-9C93-DE520B0E3740}" presName="connectorText" presStyleLbl="sibTrans1D1" presStyleIdx="4" presStyleCnt="5"/>
      <dgm:spPr/>
    </dgm:pt>
    <dgm:pt modelId="{5F328D1F-DA4E-4272-9B26-FCFE90F53697}" type="pres">
      <dgm:prSet presAssocID="{7EACD766-256A-4999-8F9D-48DCAA17384A}" presName="node" presStyleLbl="node1" presStyleIdx="5" presStyleCnt="6">
        <dgm:presLayoutVars>
          <dgm:bulletEnabled val="1"/>
        </dgm:presLayoutVars>
      </dgm:prSet>
      <dgm:spPr/>
    </dgm:pt>
  </dgm:ptLst>
  <dgm:cxnLst>
    <dgm:cxn modelId="{E8181601-1B56-42FC-8537-B9687D74EDD5}" type="presOf" srcId="{9AD47B96-B767-4DCD-9D2C-283F3C9DCA79}" destId="{F98899C3-4666-4683-873D-76D4E252B2C7}" srcOrd="0" destOrd="0" presId="urn:microsoft.com/office/officeart/2016/7/layout/RepeatingBendingProcessNew"/>
    <dgm:cxn modelId="{E0A6CC09-E643-43AF-94E9-0FD22ED6481E}" srcId="{803D82F7-AB52-40F3-9646-CFF3BF88B66F}" destId="{49E5FC2D-E02E-4171-9D4E-089228D85F7B}" srcOrd="2" destOrd="0" parTransId="{7CAC80D5-CEBE-413F-BF28-14FB98289FDA}" sibTransId="{04475DFA-3AB1-4AD7-B179-52F571F53794}"/>
    <dgm:cxn modelId="{643C5011-EFCE-43F5-BB1E-5E0CC0B5569F}" type="presOf" srcId="{18078F2C-CAC4-462A-866F-DE0FDAAD0580}" destId="{0282CCD0-9D80-4585-A402-32E638AB503D}" srcOrd="0" destOrd="0" presId="urn:microsoft.com/office/officeart/2016/7/layout/RepeatingBendingProcessNew"/>
    <dgm:cxn modelId="{7B82EE16-1713-4BCA-9A9B-6D6391260B33}" type="presOf" srcId="{03B6885B-B6D9-4D78-8DA1-5CC5C57A18B9}" destId="{0695B8C4-15FC-44F6-900D-8B22E233B485}" srcOrd="1" destOrd="0" presId="urn:microsoft.com/office/officeart/2016/7/layout/RepeatingBendingProcessNew"/>
    <dgm:cxn modelId="{2A856A37-DFA6-415D-8AFA-ECA4E9BCB1E3}" srcId="{803D82F7-AB52-40F3-9646-CFF3BF88B66F}" destId="{7EACD766-256A-4999-8F9D-48DCAA17384A}" srcOrd="5" destOrd="0" parTransId="{DF4EF69D-7B23-4EEA-928C-06539A637B69}" sibTransId="{513606A2-B9E0-404A-BCA8-65A69F86BAFA}"/>
    <dgm:cxn modelId="{7483103E-530F-4099-B587-F269E111E2E0}" type="presOf" srcId="{803D82F7-AB52-40F3-9646-CFF3BF88B66F}" destId="{B0010FAA-630C-4541-88E7-7024E139FA6B}" srcOrd="0" destOrd="0" presId="urn:microsoft.com/office/officeart/2016/7/layout/RepeatingBendingProcessNew"/>
    <dgm:cxn modelId="{2B43805F-8037-4A23-A594-EE82C55E185E}" type="presOf" srcId="{04475DFA-3AB1-4AD7-B179-52F571F53794}" destId="{61DCAFDE-EEF3-4525-8E06-22C695555119}" srcOrd="0" destOrd="0" presId="urn:microsoft.com/office/officeart/2016/7/layout/RepeatingBendingProcessNew"/>
    <dgm:cxn modelId="{BFFEA865-4AA6-47F3-82AB-775D7274C6EA}" srcId="{803D82F7-AB52-40F3-9646-CFF3BF88B66F}" destId="{9AD47B96-B767-4DCD-9D2C-283F3C9DCA79}" srcOrd="4" destOrd="0" parTransId="{27724339-7340-4769-81F1-ED9117062C2F}" sibTransId="{36031AF0-2ED9-4A7F-9C93-DE520B0E3740}"/>
    <dgm:cxn modelId="{C9538E46-F558-46C5-A127-8BCCF4F8CEA1}" type="presOf" srcId="{A620E70A-5299-4399-A5BD-F3D43E4E1EE1}" destId="{6FEE4FCD-1430-4F5F-9679-E9C7AD0C0D26}" srcOrd="0" destOrd="0" presId="urn:microsoft.com/office/officeart/2016/7/layout/RepeatingBendingProcessNew"/>
    <dgm:cxn modelId="{8E0DA069-2F7F-45EB-9170-D8CB42DDD084}" type="presOf" srcId="{36031AF0-2ED9-4A7F-9C93-DE520B0E3740}" destId="{2C329856-40A8-4574-B46D-C7CEA18270B6}" srcOrd="0" destOrd="0" presId="urn:microsoft.com/office/officeart/2016/7/layout/RepeatingBendingProcessNew"/>
    <dgm:cxn modelId="{C38B0D73-FD3E-4824-A4A4-339739EE854E}" type="presOf" srcId="{36031AF0-2ED9-4A7F-9C93-DE520B0E3740}" destId="{B300E836-387B-4078-B11E-333F396440A6}" srcOrd="1" destOrd="0" presId="urn:microsoft.com/office/officeart/2016/7/layout/RepeatingBendingProcessNew"/>
    <dgm:cxn modelId="{4659C954-6405-46D1-9B12-DEE5B4BA3F6E}" type="presOf" srcId="{2234189D-85BB-4741-A620-5C0604B98167}" destId="{61D936BF-6D4C-4DBA-9036-550C11B3E5B0}" srcOrd="1" destOrd="0" presId="urn:microsoft.com/office/officeart/2016/7/layout/RepeatingBendingProcessNew"/>
    <dgm:cxn modelId="{FA49977B-9AD1-49CC-83CD-5B6C69BEFA7B}" type="presOf" srcId="{2234189D-85BB-4741-A620-5C0604B98167}" destId="{128955F4-EA48-4889-B79D-32AFE5F269C5}" srcOrd="0" destOrd="0" presId="urn:microsoft.com/office/officeart/2016/7/layout/RepeatingBendingProcessNew"/>
    <dgm:cxn modelId="{06030785-B401-4F61-AF1E-1DFC829C7F21}" type="presOf" srcId="{03B6885B-B6D9-4D78-8DA1-5CC5C57A18B9}" destId="{8F27269D-99AF-4D36-B6AA-F089F66BA91E}" srcOrd="0" destOrd="0" presId="urn:microsoft.com/office/officeart/2016/7/layout/RepeatingBendingProcessNew"/>
    <dgm:cxn modelId="{24975898-23FA-4C7D-9BD9-12D756E4F8A1}" srcId="{803D82F7-AB52-40F3-9646-CFF3BF88B66F}" destId="{18078F2C-CAC4-462A-866F-DE0FDAAD0580}" srcOrd="0" destOrd="0" parTransId="{47B37776-0D94-4168-8A19-4FA10A100C1E}" sibTransId="{2234189D-85BB-4741-A620-5C0604B98167}"/>
    <dgm:cxn modelId="{1D6C67C1-EB05-4AE5-A534-7C7B87863D24}" type="presOf" srcId="{3ACF0ADB-7714-4D91-A993-9794C8FC9D72}" destId="{7DFA32F4-5ECC-42A9-9DFA-CB8A21126334}" srcOrd="1" destOrd="0" presId="urn:microsoft.com/office/officeart/2016/7/layout/RepeatingBendingProcessNew"/>
    <dgm:cxn modelId="{5DFB5ACD-6753-4F61-9C01-F4BEF0C5FD05}" type="presOf" srcId="{E461F897-5C56-46C9-BA54-6CF6E5FC0017}" destId="{0E829505-0A56-41E6-A1E3-8C5905C45513}" srcOrd="0" destOrd="0" presId="urn:microsoft.com/office/officeart/2016/7/layout/RepeatingBendingProcessNew"/>
    <dgm:cxn modelId="{0A0485D2-D8AA-472B-872D-C4907EF8403F}" type="presOf" srcId="{3ACF0ADB-7714-4D91-A993-9794C8FC9D72}" destId="{3BB4A64D-95A4-4B85-ABAB-2F3176B8A78B}" srcOrd="0" destOrd="0" presId="urn:microsoft.com/office/officeart/2016/7/layout/RepeatingBendingProcessNew"/>
    <dgm:cxn modelId="{EF06BFD7-CDFF-4CBE-BEC0-56BC679EBC2D}" type="presOf" srcId="{7EACD766-256A-4999-8F9D-48DCAA17384A}" destId="{5F328D1F-DA4E-4272-9B26-FCFE90F53697}" srcOrd="0" destOrd="0" presId="urn:microsoft.com/office/officeart/2016/7/layout/RepeatingBendingProcessNew"/>
    <dgm:cxn modelId="{ABB481DA-2863-4457-88FD-3D9378D4A4DD}" type="presOf" srcId="{49E5FC2D-E02E-4171-9D4E-089228D85F7B}" destId="{E0E67DA4-2D02-466A-9914-FE12F76EEBFD}" srcOrd="0" destOrd="0" presId="urn:microsoft.com/office/officeart/2016/7/layout/RepeatingBendingProcessNew"/>
    <dgm:cxn modelId="{D8A677DF-D41E-4910-B8E5-B1886FEE749B}" srcId="{803D82F7-AB52-40F3-9646-CFF3BF88B66F}" destId="{A620E70A-5299-4399-A5BD-F3D43E4E1EE1}" srcOrd="3" destOrd="0" parTransId="{61CB85E6-35C1-4817-AB4F-2B5D3B38E3B3}" sibTransId="{3ACF0ADB-7714-4D91-A993-9794C8FC9D72}"/>
    <dgm:cxn modelId="{6265C8EB-6A7F-45A6-BB06-62FA6B123BB7}" srcId="{803D82F7-AB52-40F3-9646-CFF3BF88B66F}" destId="{E461F897-5C56-46C9-BA54-6CF6E5FC0017}" srcOrd="1" destOrd="0" parTransId="{C4821556-D09E-499F-89F4-3A6A66628080}" sibTransId="{03B6885B-B6D9-4D78-8DA1-5CC5C57A18B9}"/>
    <dgm:cxn modelId="{FACF09EE-12ED-46EA-83C3-1B92CF70B381}" type="presOf" srcId="{04475DFA-3AB1-4AD7-B179-52F571F53794}" destId="{0237512C-1B2D-4C6F-8C6B-A5F86E0B8715}" srcOrd="1" destOrd="0" presId="urn:microsoft.com/office/officeart/2016/7/layout/RepeatingBendingProcessNew"/>
    <dgm:cxn modelId="{C332FCBA-3B89-4AB1-92B7-B6615B4DCC3D}" type="presParOf" srcId="{B0010FAA-630C-4541-88E7-7024E139FA6B}" destId="{0282CCD0-9D80-4585-A402-32E638AB503D}" srcOrd="0" destOrd="0" presId="urn:microsoft.com/office/officeart/2016/7/layout/RepeatingBendingProcessNew"/>
    <dgm:cxn modelId="{2E862169-BDA0-460C-B34E-2377AF4702DA}" type="presParOf" srcId="{B0010FAA-630C-4541-88E7-7024E139FA6B}" destId="{128955F4-EA48-4889-B79D-32AFE5F269C5}" srcOrd="1" destOrd="0" presId="urn:microsoft.com/office/officeart/2016/7/layout/RepeatingBendingProcessNew"/>
    <dgm:cxn modelId="{90963C51-CB88-462D-8764-2E71046D0A71}" type="presParOf" srcId="{128955F4-EA48-4889-B79D-32AFE5F269C5}" destId="{61D936BF-6D4C-4DBA-9036-550C11B3E5B0}" srcOrd="0" destOrd="0" presId="urn:microsoft.com/office/officeart/2016/7/layout/RepeatingBendingProcessNew"/>
    <dgm:cxn modelId="{C4EFCDD4-AC8B-43EF-82B1-E1F2BD663714}" type="presParOf" srcId="{B0010FAA-630C-4541-88E7-7024E139FA6B}" destId="{0E829505-0A56-41E6-A1E3-8C5905C45513}" srcOrd="2" destOrd="0" presId="urn:microsoft.com/office/officeart/2016/7/layout/RepeatingBendingProcessNew"/>
    <dgm:cxn modelId="{4C74A998-1B5A-45CA-B0E3-F91BC1DEAA6F}" type="presParOf" srcId="{B0010FAA-630C-4541-88E7-7024E139FA6B}" destId="{8F27269D-99AF-4D36-B6AA-F089F66BA91E}" srcOrd="3" destOrd="0" presId="urn:microsoft.com/office/officeart/2016/7/layout/RepeatingBendingProcessNew"/>
    <dgm:cxn modelId="{98FE7763-006D-4FA7-8988-216B6273B9B8}" type="presParOf" srcId="{8F27269D-99AF-4D36-B6AA-F089F66BA91E}" destId="{0695B8C4-15FC-44F6-900D-8B22E233B485}" srcOrd="0" destOrd="0" presId="urn:microsoft.com/office/officeart/2016/7/layout/RepeatingBendingProcessNew"/>
    <dgm:cxn modelId="{B47E12A3-6C34-4EF2-AACC-BD74F99181D5}" type="presParOf" srcId="{B0010FAA-630C-4541-88E7-7024E139FA6B}" destId="{E0E67DA4-2D02-466A-9914-FE12F76EEBFD}" srcOrd="4" destOrd="0" presId="urn:microsoft.com/office/officeart/2016/7/layout/RepeatingBendingProcessNew"/>
    <dgm:cxn modelId="{9DBF4C81-8E9C-491C-9287-8A28B7E924DA}" type="presParOf" srcId="{B0010FAA-630C-4541-88E7-7024E139FA6B}" destId="{61DCAFDE-EEF3-4525-8E06-22C695555119}" srcOrd="5" destOrd="0" presId="urn:microsoft.com/office/officeart/2016/7/layout/RepeatingBendingProcessNew"/>
    <dgm:cxn modelId="{6E224147-4FCF-4579-9C58-BEF553AEBA68}" type="presParOf" srcId="{61DCAFDE-EEF3-4525-8E06-22C695555119}" destId="{0237512C-1B2D-4C6F-8C6B-A5F86E0B8715}" srcOrd="0" destOrd="0" presId="urn:microsoft.com/office/officeart/2016/7/layout/RepeatingBendingProcessNew"/>
    <dgm:cxn modelId="{4D477244-5AB0-42E0-B947-9F993078D160}" type="presParOf" srcId="{B0010FAA-630C-4541-88E7-7024E139FA6B}" destId="{6FEE4FCD-1430-4F5F-9679-E9C7AD0C0D26}" srcOrd="6" destOrd="0" presId="urn:microsoft.com/office/officeart/2016/7/layout/RepeatingBendingProcessNew"/>
    <dgm:cxn modelId="{D32BBBE7-877A-449E-9BB0-83DE8E01B19F}" type="presParOf" srcId="{B0010FAA-630C-4541-88E7-7024E139FA6B}" destId="{3BB4A64D-95A4-4B85-ABAB-2F3176B8A78B}" srcOrd="7" destOrd="0" presId="urn:microsoft.com/office/officeart/2016/7/layout/RepeatingBendingProcessNew"/>
    <dgm:cxn modelId="{41CB309A-91BA-476E-9750-C018B04B96B0}" type="presParOf" srcId="{3BB4A64D-95A4-4B85-ABAB-2F3176B8A78B}" destId="{7DFA32F4-5ECC-42A9-9DFA-CB8A21126334}" srcOrd="0" destOrd="0" presId="urn:microsoft.com/office/officeart/2016/7/layout/RepeatingBendingProcessNew"/>
    <dgm:cxn modelId="{8A3259EE-B895-43EC-9FA7-4CDF7B34190A}" type="presParOf" srcId="{B0010FAA-630C-4541-88E7-7024E139FA6B}" destId="{F98899C3-4666-4683-873D-76D4E252B2C7}" srcOrd="8" destOrd="0" presId="urn:microsoft.com/office/officeart/2016/7/layout/RepeatingBendingProcessNew"/>
    <dgm:cxn modelId="{104AE707-5412-4096-891A-5FF0B66E4F73}" type="presParOf" srcId="{B0010FAA-630C-4541-88E7-7024E139FA6B}" destId="{2C329856-40A8-4574-B46D-C7CEA18270B6}" srcOrd="9" destOrd="0" presId="urn:microsoft.com/office/officeart/2016/7/layout/RepeatingBendingProcessNew"/>
    <dgm:cxn modelId="{7E4D62F0-E8F3-46FA-8E38-6ABF331FF26C}" type="presParOf" srcId="{2C329856-40A8-4574-B46D-C7CEA18270B6}" destId="{B300E836-387B-4078-B11E-333F396440A6}" srcOrd="0" destOrd="0" presId="urn:microsoft.com/office/officeart/2016/7/layout/RepeatingBendingProcessNew"/>
    <dgm:cxn modelId="{9BD5AC69-9AC5-4865-B395-B164556FD55A}" type="presParOf" srcId="{B0010FAA-630C-4541-88E7-7024E139FA6B}" destId="{5F328D1F-DA4E-4272-9B26-FCFE90F5369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6DA5D23-D350-4612-9112-363C9B85E25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29A753-DA4B-4A1C-AAF7-D20906A6E432}">
      <dgm:prSet/>
      <dgm:spPr/>
      <dgm:t>
        <a:bodyPr/>
        <a:lstStyle/>
        <a:p>
          <a:r>
            <a:rPr lang="en-US" b="1" i="0" baseline="0"/>
            <a:t>Record patch identification or version</a:t>
          </a:r>
          <a:endParaRPr lang="en-US"/>
        </a:p>
      </dgm:t>
    </dgm:pt>
    <dgm:pt modelId="{3A8781DD-CA27-49E5-A38D-65C21B4C819C}" type="parTrans" cxnId="{CC9B3E18-432A-4028-AD73-BA2EB20358AE}">
      <dgm:prSet/>
      <dgm:spPr/>
      <dgm:t>
        <a:bodyPr/>
        <a:lstStyle/>
        <a:p>
          <a:endParaRPr lang="en-US"/>
        </a:p>
      </dgm:t>
    </dgm:pt>
    <dgm:pt modelId="{EFC74DF2-D637-4A72-81B3-6374814880B1}" type="sibTrans" cxnId="{CC9B3E18-432A-4028-AD73-BA2EB20358AE}">
      <dgm:prSet/>
      <dgm:spPr/>
      <dgm:t>
        <a:bodyPr/>
        <a:lstStyle/>
        <a:p>
          <a:endParaRPr lang="en-US"/>
        </a:p>
      </dgm:t>
    </dgm:pt>
    <dgm:pt modelId="{251D0B31-EB4D-42CC-9A41-B59DF4D25E30}">
      <dgm:prSet/>
      <dgm:spPr/>
      <dgm:t>
        <a:bodyPr/>
        <a:lstStyle/>
        <a:p>
          <a:r>
            <a:rPr lang="en-US" b="1" i="0" baseline="0"/>
            <a:t>Record installation date</a:t>
          </a:r>
          <a:endParaRPr lang="en-US"/>
        </a:p>
      </dgm:t>
    </dgm:pt>
    <dgm:pt modelId="{52000048-CA29-49A9-A3B4-1780A0EF04AA}" type="parTrans" cxnId="{127EF455-200F-4DFC-947A-CE7964490ED5}">
      <dgm:prSet/>
      <dgm:spPr/>
      <dgm:t>
        <a:bodyPr/>
        <a:lstStyle/>
        <a:p>
          <a:endParaRPr lang="en-US"/>
        </a:p>
      </dgm:t>
    </dgm:pt>
    <dgm:pt modelId="{0216C79A-3E9B-4646-ACCC-91E4C71E0636}" type="sibTrans" cxnId="{127EF455-200F-4DFC-947A-CE7964490ED5}">
      <dgm:prSet/>
      <dgm:spPr/>
      <dgm:t>
        <a:bodyPr/>
        <a:lstStyle/>
        <a:p>
          <a:endParaRPr lang="en-US"/>
        </a:p>
      </dgm:t>
    </dgm:pt>
    <dgm:pt modelId="{98CB2C06-88FE-481E-B950-DCC8014AF4A6}">
      <dgm:prSet/>
      <dgm:spPr/>
      <dgm:t>
        <a:bodyPr/>
        <a:lstStyle/>
        <a:p>
          <a:r>
            <a:rPr lang="en-US" b="1" i="0" baseline="0"/>
            <a:t>Record affected servers</a:t>
          </a:r>
          <a:endParaRPr lang="en-US"/>
        </a:p>
      </dgm:t>
    </dgm:pt>
    <dgm:pt modelId="{E14CD6E1-2FB6-4113-91B0-6199F972F861}" type="parTrans" cxnId="{BEA05BDD-C749-46AE-B6ED-F562ADE1CDE2}">
      <dgm:prSet/>
      <dgm:spPr/>
      <dgm:t>
        <a:bodyPr/>
        <a:lstStyle/>
        <a:p>
          <a:endParaRPr lang="en-US"/>
        </a:p>
      </dgm:t>
    </dgm:pt>
    <dgm:pt modelId="{3B27F029-526E-41FB-AAC4-4882E220FD2F}" type="sibTrans" cxnId="{BEA05BDD-C749-46AE-B6ED-F562ADE1CDE2}">
      <dgm:prSet/>
      <dgm:spPr/>
      <dgm:t>
        <a:bodyPr/>
        <a:lstStyle/>
        <a:p>
          <a:endParaRPr lang="en-US"/>
        </a:p>
      </dgm:t>
    </dgm:pt>
    <dgm:pt modelId="{2A7A6DE3-DFFA-4183-9A55-B53B705C54E3}">
      <dgm:prSet/>
      <dgm:spPr/>
      <dgm:t>
        <a:bodyPr/>
        <a:lstStyle/>
        <a:p>
          <a:r>
            <a:rPr lang="en-US" b="1" i="0" baseline="0"/>
            <a:t>Record administrator responsible</a:t>
          </a:r>
          <a:endParaRPr lang="en-US"/>
        </a:p>
      </dgm:t>
    </dgm:pt>
    <dgm:pt modelId="{D4F8824A-3202-492F-A1FD-468FC8910358}" type="parTrans" cxnId="{E03D9923-0FE1-47A5-ACF1-5BE37E7C8D54}">
      <dgm:prSet/>
      <dgm:spPr/>
      <dgm:t>
        <a:bodyPr/>
        <a:lstStyle/>
        <a:p>
          <a:endParaRPr lang="en-US"/>
        </a:p>
      </dgm:t>
    </dgm:pt>
    <dgm:pt modelId="{75E54A0A-2F8C-4239-966D-300C04BF6720}" type="sibTrans" cxnId="{E03D9923-0FE1-47A5-ACF1-5BE37E7C8D54}">
      <dgm:prSet/>
      <dgm:spPr/>
      <dgm:t>
        <a:bodyPr/>
        <a:lstStyle/>
        <a:p>
          <a:endParaRPr lang="en-US"/>
        </a:p>
      </dgm:t>
    </dgm:pt>
    <dgm:pt modelId="{B4343547-7AE0-4F83-B4F1-E8DCF217F4B9}">
      <dgm:prSet/>
      <dgm:spPr/>
      <dgm:t>
        <a:bodyPr/>
        <a:lstStyle/>
        <a:p>
          <a:r>
            <a:rPr lang="en-US" b="1" i="0" baseline="0"/>
            <a:t>Document issues encountered</a:t>
          </a:r>
          <a:endParaRPr lang="en-US"/>
        </a:p>
      </dgm:t>
    </dgm:pt>
    <dgm:pt modelId="{842800FA-C843-4A87-90F7-00D7421E29C5}" type="parTrans" cxnId="{5D4B3183-A00F-4F9E-B854-3D32CA73407C}">
      <dgm:prSet/>
      <dgm:spPr/>
      <dgm:t>
        <a:bodyPr/>
        <a:lstStyle/>
        <a:p>
          <a:endParaRPr lang="en-US"/>
        </a:p>
      </dgm:t>
    </dgm:pt>
    <dgm:pt modelId="{B25263BB-D2C6-4A4F-9D59-251D5CBC3C80}" type="sibTrans" cxnId="{5D4B3183-A00F-4F9E-B854-3D32CA73407C}">
      <dgm:prSet/>
      <dgm:spPr/>
      <dgm:t>
        <a:bodyPr/>
        <a:lstStyle/>
        <a:p>
          <a:endParaRPr lang="en-US"/>
        </a:p>
      </dgm:t>
    </dgm:pt>
    <dgm:pt modelId="{E5126E7B-F3C0-4649-BF73-FBDB0925D7C9}">
      <dgm:prSet/>
      <dgm:spPr/>
      <dgm:t>
        <a:bodyPr/>
        <a:lstStyle/>
        <a:p>
          <a:r>
            <a:rPr lang="en-US" b="1" i="0" baseline="0"/>
            <a:t>Record verification results</a:t>
          </a:r>
          <a:endParaRPr lang="en-US"/>
        </a:p>
      </dgm:t>
    </dgm:pt>
    <dgm:pt modelId="{BF90C68D-6412-4DED-9B27-C2EC257A6F8D}" type="parTrans" cxnId="{13456036-30B7-4EBD-B82B-D79A6E0EDC17}">
      <dgm:prSet/>
      <dgm:spPr/>
      <dgm:t>
        <a:bodyPr/>
        <a:lstStyle/>
        <a:p>
          <a:endParaRPr lang="en-US"/>
        </a:p>
      </dgm:t>
    </dgm:pt>
    <dgm:pt modelId="{D0FBB57A-E1B2-48CD-83CD-C67357BF230C}" type="sibTrans" cxnId="{13456036-30B7-4EBD-B82B-D79A6E0EDC17}">
      <dgm:prSet/>
      <dgm:spPr/>
      <dgm:t>
        <a:bodyPr/>
        <a:lstStyle/>
        <a:p>
          <a:endParaRPr lang="en-US"/>
        </a:p>
      </dgm:t>
    </dgm:pt>
    <dgm:pt modelId="{AAD9D7D4-833A-433F-9641-D1E771925A9D}">
      <dgm:prSet/>
      <dgm:spPr/>
      <dgm:t>
        <a:bodyPr/>
        <a:lstStyle/>
        <a:p>
          <a:r>
            <a:rPr lang="en-US" b="1" i="0" baseline="0"/>
            <a:t>Documentation supports troubleshooting, auditing, compliance, and future maintenance</a:t>
          </a:r>
          <a:endParaRPr lang="en-US"/>
        </a:p>
      </dgm:t>
    </dgm:pt>
    <dgm:pt modelId="{8B4FE964-3E11-4AE7-BF71-919B38D4758E}" type="parTrans" cxnId="{3EC94DC6-58FB-476E-B646-F3E0381E7EEF}">
      <dgm:prSet/>
      <dgm:spPr/>
      <dgm:t>
        <a:bodyPr/>
        <a:lstStyle/>
        <a:p>
          <a:endParaRPr lang="en-US"/>
        </a:p>
      </dgm:t>
    </dgm:pt>
    <dgm:pt modelId="{1F2FDD99-36D3-4E4F-A500-3DBF9091DB5A}" type="sibTrans" cxnId="{3EC94DC6-58FB-476E-B646-F3E0381E7EEF}">
      <dgm:prSet/>
      <dgm:spPr/>
      <dgm:t>
        <a:bodyPr/>
        <a:lstStyle/>
        <a:p>
          <a:endParaRPr lang="en-US"/>
        </a:p>
      </dgm:t>
    </dgm:pt>
    <dgm:pt modelId="{D46FF769-6BEB-460E-82B7-9436395E0F47}" type="pres">
      <dgm:prSet presAssocID="{46DA5D23-D350-4612-9112-363C9B85E250}" presName="vert0" presStyleCnt="0">
        <dgm:presLayoutVars>
          <dgm:dir/>
          <dgm:animOne val="branch"/>
          <dgm:animLvl val="lvl"/>
        </dgm:presLayoutVars>
      </dgm:prSet>
      <dgm:spPr/>
    </dgm:pt>
    <dgm:pt modelId="{11C020FF-0ECE-4F93-978B-727DB00332BD}" type="pres">
      <dgm:prSet presAssocID="{F529A753-DA4B-4A1C-AAF7-D20906A6E432}" presName="thickLine" presStyleLbl="alignNode1" presStyleIdx="0" presStyleCnt="7"/>
      <dgm:spPr/>
    </dgm:pt>
    <dgm:pt modelId="{E2777BCD-3AFF-4AF4-BC6B-A3B6B0CBA39D}" type="pres">
      <dgm:prSet presAssocID="{F529A753-DA4B-4A1C-AAF7-D20906A6E432}" presName="horz1" presStyleCnt="0"/>
      <dgm:spPr/>
    </dgm:pt>
    <dgm:pt modelId="{7814B20F-C9AD-48DB-B6EF-32E5DDBD15BA}" type="pres">
      <dgm:prSet presAssocID="{F529A753-DA4B-4A1C-AAF7-D20906A6E432}" presName="tx1" presStyleLbl="revTx" presStyleIdx="0" presStyleCnt="7"/>
      <dgm:spPr/>
    </dgm:pt>
    <dgm:pt modelId="{9FC8B31C-8E44-49A9-BBD5-0FAC913D745E}" type="pres">
      <dgm:prSet presAssocID="{F529A753-DA4B-4A1C-AAF7-D20906A6E432}" presName="vert1" presStyleCnt="0"/>
      <dgm:spPr/>
    </dgm:pt>
    <dgm:pt modelId="{DDD8E1E3-B87D-4D72-BFDA-59809142057B}" type="pres">
      <dgm:prSet presAssocID="{251D0B31-EB4D-42CC-9A41-B59DF4D25E30}" presName="thickLine" presStyleLbl="alignNode1" presStyleIdx="1" presStyleCnt="7"/>
      <dgm:spPr/>
    </dgm:pt>
    <dgm:pt modelId="{15E64B2D-6477-4A72-B587-6402B1A7ADA9}" type="pres">
      <dgm:prSet presAssocID="{251D0B31-EB4D-42CC-9A41-B59DF4D25E30}" presName="horz1" presStyleCnt="0"/>
      <dgm:spPr/>
    </dgm:pt>
    <dgm:pt modelId="{E2389A66-7966-491E-98A0-592D94018A2B}" type="pres">
      <dgm:prSet presAssocID="{251D0B31-EB4D-42CC-9A41-B59DF4D25E30}" presName="tx1" presStyleLbl="revTx" presStyleIdx="1" presStyleCnt="7"/>
      <dgm:spPr/>
    </dgm:pt>
    <dgm:pt modelId="{5E4627B7-B333-4EB1-8C87-8E690F307D17}" type="pres">
      <dgm:prSet presAssocID="{251D0B31-EB4D-42CC-9A41-B59DF4D25E30}" presName="vert1" presStyleCnt="0"/>
      <dgm:spPr/>
    </dgm:pt>
    <dgm:pt modelId="{1B960745-3D88-4B5B-9D41-4DCDF2B102C5}" type="pres">
      <dgm:prSet presAssocID="{98CB2C06-88FE-481E-B950-DCC8014AF4A6}" presName="thickLine" presStyleLbl="alignNode1" presStyleIdx="2" presStyleCnt="7"/>
      <dgm:spPr/>
    </dgm:pt>
    <dgm:pt modelId="{F9E4279D-2741-4D2F-8FA3-24AE624A7C38}" type="pres">
      <dgm:prSet presAssocID="{98CB2C06-88FE-481E-B950-DCC8014AF4A6}" presName="horz1" presStyleCnt="0"/>
      <dgm:spPr/>
    </dgm:pt>
    <dgm:pt modelId="{50F72142-B0E6-491E-9EB4-09D528686B93}" type="pres">
      <dgm:prSet presAssocID="{98CB2C06-88FE-481E-B950-DCC8014AF4A6}" presName="tx1" presStyleLbl="revTx" presStyleIdx="2" presStyleCnt="7"/>
      <dgm:spPr/>
    </dgm:pt>
    <dgm:pt modelId="{EA9F01FE-F690-4267-A3D8-BB96A916042F}" type="pres">
      <dgm:prSet presAssocID="{98CB2C06-88FE-481E-B950-DCC8014AF4A6}" presName="vert1" presStyleCnt="0"/>
      <dgm:spPr/>
    </dgm:pt>
    <dgm:pt modelId="{73922B62-4CDF-4928-A3EB-43ED334AEE51}" type="pres">
      <dgm:prSet presAssocID="{2A7A6DE3-DFFA-4183-9A55-B53B705C54E3}" presName="thickLine" presStyleLbl="alignNode1" presStyleIdx="3" presStyleCnt="7"/>
      <dgm:spPr/>
    </dgm:pt>
    <dgm:pt modelId="{DADB4780-34FE-4219-A7AE-973B215BC536}" type="pres">
      <dgm:prSet presAssocID="{2A7A6DE3-DFFA-4183-9A55-B53B705C54E3}" presName="horz1" presStyleCnt="0"/>
      <dgm:spPr/>
    </dgm:pt>
    <dgm:pt modelId="{6D88D3F4-E8E4-472A-9906-7C7E7593DBEE}" type="pres">
      <dgm:prSet presAssocID="{2A7A6DE3-DFFA-4183-9A55-B53B705C54E3}" presName="tx1" presStyleLbl="revTx" presStyleIdx="3" presStyleCnt="7"/>
      <dgm:spPr/>
    </dgm:pt>
    <dgm:pt modelId="{494D6CF4-F7AA-4DA1-8A52-5EBEC94ECCB3}" type="pres">
      <dgm:prSet presAssocID="{2A7A6DE3-DFFA-4183-9A55-B53B705C54E3}" presName="vert1" presStyleCnt="0"/>
      <dgm:spPr/>
    </dgm:pt>
    <dgm:pt modelId="{592993B7-2984-4588-B998-73FD5B2330DD}" type="pres">
      <dgm:prSet presAssocID="{B4343547-7AE0-4F83-B4F1-E8DCF217F4B9}" presName="thickLine" presStyleLbl="alignNode1" presStyleIdx="4" presStyleCnt="7"/>
      <dgm:spPr/>
    </dgm:pt>
    <dgm:pt modelId="{8C78F7CF-0D4C-4BC1-8EC5-EE9F5855BA2B}" type="pres">
      <dgm:prSet presAssocID="{B4343547-7AE0-4F83-B4F1-E8DCF217F4B9}" presName="horz1" presStyleCnt="0"/>
      <dgm:spPr/>
    </dgm:pt>
    <dgm:pt modelId="{27E1C4F4-1FC3-4AAE-9EBE-E863FD9C845F}" type="pres">
      <dgm:prSet presAssocID="{B4343547-7AE0-4F83-B4F1-E8DCF217F4B9}" presName="tx1" presStyleLbl="revTx" presStyleIdx="4" presStyleCnt="7"/>
      <dgm:spPr/>
    </dgm:pt>
    <dgm:pt modelId="{3F3E9561-21CF-4B3C-A992-4E9D0F5CCCCF}" type="pres">
      <dgm:prSet presAssocID="{B4343547-7AE0-4F83-B4F1-E8DCF217F4B9}" presName="vert1" presStyleCnt="0"/>
      <dgm:spPr/>
    </dgm:pt>
    <dgm:pt modelId="{C2054683-3F7E-4F2C-B3AD-4EE4DF192986}" type="pres">
      <dgm:prSet presAssocID="{E5126E7B-F3C0-4649-BF73-FBDB0925D7C9}" presName="thickLine" presStyleLbl="alignNode1" presStyleIdx="5" presStyleCnt="7"/>
      <dgm:spPr/>
    </dgm:pt>
    <dgm:pt modelId="{88596753-7BF8-4B50-81B6-8790121E8060}" type="pres">
      <dgm:prSet presAssocID="{E5126E7B-F3C0-4649-BF73-FBDB0925D7C9}" presName="horz1" presStyleCnt="0"/>
      <dgm:spPr/>
    </dgm:pt>
    <dgm:pt modelId="{69FD60E3-2CDC-4C14-8231-5E5CC7D976F1}" type="pres">
      <dgm:prSet presAssocID="{E5126E7B-F3C0-4649-BF73-FBDB0925D7C9}" presName="tx1" presStyleLbl="revTx" presStyleIdx="5" presStyleCnt="7"/>
      <dgm:spPr/>
    </dgm:pt>
    <dgm:pt modelId="{BA97CD20-1CEB-4974-A608-20BDA0FF3C4F}" type="pres">
      <dgm:prSet presAssocID="{E5126E7B-F3C0-4649-BF73-FBDB0925D7C9}" presName="vert1" presStyleCnt="0"/>
      <dgm:spPr/>
    </dgm:pt>
    <dgm:pt modelId="{4EA749EE-AC29-4F35-A5C4-25FAEEB5723B}" type="pres">
      <dgm:prSet presAssocID="{AAD9D7D4-833A-433F-9641-D1E771925A9D}" presName="thickLine" presStyleLbl="alignNode1" presStyleIdx="6" presStyleCnt="7"/>
      <dgm:spPr/>
    </dgm:pt>
    <dgm:pt modelId="{96E55702-B39A-4341-AEA4-14E88C78C8F8}" type="pres">
      <dgm:prSet presAssocID="{AAD9D7D4-833A-433F-9641-D1E771925A9D}" presName="horz1" presStyleCnt="0"/>
      <dgm:spPr/>
    </dgm:pt>
    <dgm:pt modelId="{9AE7C503-1FA8-44F1-A8EA-CE8DC926A34A}" type="pres">
      <dgm:prSet presAssocID="{AAD9D7D4-833A-433F-9641-D1E771925A9D}" presName="tx1" presStyleLbl="revTx" presStyleIdx="6" presStyleCnt="7"/>
      <dgm:spPr/>
    </dgm:pt>
    <dgm:pt modelId="{288FCD04-880F-4548-A837-0C9AA7369731}" type="pres">
      <dgm:prSet presAssocID="{AAD9D7D4-833A-433F-9641-D1E771925A9D}" presName="vert1" presStyleCnt="0"/>
      <dgm:spPr/>
    </dgm:pt>
  </dgm:ptLst>
  <dgm:cxnLst>
    <dgm:cxn modelId="{CC9B3E18-432A-4028-AD73-BA2EB20358AE}" srcId="{46DA5D23-D350-4612-9112-363C9B85E250}" destId="{F529A753-DA4B-4A1C-AAF7-D20906A6E432}" srcOrd="0" destOrd="0" parTransId="{3A8781DD-CA27-49E5-A38D-65C21B4C819C}" sibTransId="{EFC74DF2-D637-4A72-81B3-6374814880B1}"/>
    <dgm:cxn modelId="{E03D9923-0FE1-47A5-ACF1-5BE37E7C8D54}" srcId="{46DA5D23-D350-4612-9112-363C9B85E250}" destId="{2A7A6DE3-DFFA-4183-9A55-B53B705C54E3}" srcOrd="3" destOrd="0" parTransId="{D4F8824A-3202-492F-A1FD-468FC8910358}" sibTransId="{75E54A0A-2F8C-4239-966D-300C04BF6720}"/>
    <dgm:cxn modelId="{7467D823-A252-4B5A-9014-E5A5B8A501F6}" type="presOf" srcId="{E5126E7B-F3C0-4649-BF73-FBDB0925D7C9}" destId="{69FD60E3-2CDC-4C14-8231-5E5CC7D976F1}" srcOrd="0" destOrd="0" presId="urn:microsoft.com/office/officeart/2008/layout/LinedList"/>
    <dgm:cxn modelId="{754EA124-673A-4B5F-AC82-DB1C3CF9DD3B}" type="presOf" srcId="{B4343547-7AE0-4F83-B4F1-E8DCF217F4B9}" destId="{27E1C4F4-1FC3-4AAE-9EBE-E863FD9C845F}" srcOrd="0" destOrd="0" presId="urn:microsoft.com/office/officeart/2008/layout/LinedList"/>
    <dgm:cxn modelId="{13456036-30B7-4EBD-B82B-D79A6E0EDC17}" srcId="{46DA5D23-D350-4612-9112-363C9B85E250}" destId="{E5126E7B-F3C0-4649-BF73-FBDB0925D7C9}" srcOrd="5" destOrd="0" parTransId="{BF90C68D-6412-4DED-9B27-C2EC257A6F8D}" sibTransId="{D0FBB57A-E1B2-48CD-83CD-C67357BF230C}"/>
    <dgm:cxn modelId="{FB0A833B-C310-4EC6-8742-CE7F95AB39BF}" type="presOf" srcId="{251D0B31-EB4D-42CC-9A41-B59DF4D25E30}" destId="{E2389A66-7966-491E-98A0-592D94018A2B}" srcOrd="0" destOrd="0" presId="urn:microsoft.com/office/officeart/2008/layout/LinedList"/>
    <dgm:cxn modelId="{127EF455-200F-4DFC-947A-CE7964490ED5}" srcId="{46DA5D23-D350-4612-9112-363C9B85E250}" destId="{251D0B31-EB4D-42CC-9A41-B59DF4D25E30}" srcOrd="1" destOrd="0" parTransId="{52000048-CA29-49A9-A3B4-1780A0EF04AA}" sibTransId="{0216C79A-3E9B-4646-ACCC-91E4C71E0636}"/>
    <dgm:cxn modelId="{5D4B3183-A00F-4F9E-B854-3D32CA73407C}" srcId="{46DA5D23-D350-4612-9112-363C9B85E250}" destId="{B4343547-7AE0-4F83-B4F1-E8DCF217F4B9}" srcOrd="4" destOrd="0" parTransId="{842800FA-C843-4A87-90F7-00D7421E29C5}" sibTransId="{B25263BB-D2C6-4A4F-9D59-251D5CBC3C80}"/>
    <dgm:cxn modelId="{C48EE3A4-1743-4081-B0A5-22D7C127D62C}" type="presOf" srcId="{98CB2C06-88FE-481E-B950-DCC8014AF4A6}" destId="{50F72142-B0E6-491E-9EB4-09D528686B93}" srcOrd="0" destOrd="0" presId="urn:microsoft.com/office/officeart/2008/layout/LinedList"/>
    <dgm:cxn modelId="{3EC94DC6-58FB-476E-B646-F3E0381E7EEF}" srcId="{46DA5D23-D350-4612-9112-363C9B85E250}" destId="{AAD9D7D4-833A-433F-9641-D1E771925A9D}" srcOrd="6" destOrd="0" parTransId="{8B4FE964-3E11-4AE7-BF71-919B38D4758E}" sibTransId="{1F2FDD99-36D3-4E4F-A500-3DBF9091DB5A}"/>
    <dgm:cxn modelId="{BEA05BDD-C749-46AE-B6ED-F562ADE1CDE2}" srcId="{46DA5D23-D350-4612-9112-363C9B85E250}" destId="{98CB2C06-88FE-481E-B950-DCC8014AF4A6}" srcOrd="2" destOrd="0" parTransId="{E14CD6E1-2FB6-4113-91B0-6199F972F861}" sibTransId="{3B27F029-526E-41FB-AAC4-4882E220FD2F}"/>
    <dgm:cxn modelId="{983738E4-C237-45BA-B02E-7BC207E45E88}" type="presOf" srcId="{AAD9D7D4-833A-433F-9641-D1E771925A9D}" destId="{9AE7C503-1FA8-44F1-A8EA-CE8DC926A34A}" srcOrd="0" destOrd="0" presId="urn:microsoft.com/office/officeart/2008/layout/LinedList"/>
    <dgm:cxn modelId="{E77278F1-7CE4-4F77-96D7-233EBA107105}" type="presOf" srcId="{2A7A6DE3-DFFA-4183-9A55-B53B705C54E3}" destId="{6D88D3F4-E8E4-472A-9906-7C7E7593DBEE}" srcOrd="0" destOrd="0" presId="urn:microsoft.com/office/officeart/2008/layout/LinedList"/>
    <dgm:cxn modelId="{532C74F4-4A5E-4021-9AD3-265CFB03F4D7}" type="presOf" srcId="{F529A753-DA4B-4A1C-AAF7-D20906A6E432}" destId="{7814B20F-C9AD-48DB-B6EF-32E5DDBD15BA}" srcOrd="0" destOrd="0" presId="urn:microsoft.com/office/officeart/2008/layout/LinedList"/>
    <dgm:cxn modelId="{357BF3FC-16A9-44C7-B473-51ED513049AB}" type="presOf" srcId="{46DA5D23-D350-4612-9112-363C9B85E250}" destId="{D46FF769-6BEB-460E-82B7-9436395E0F47}" srcOrd="0" destOrd="0" presId="urn:microsoft.com/office/officeart/2008/layout/LinedList"/>
    <dgm:cxn modelId="{DC314DA9-ADA4-4B2D-8E81-8F8721723C12}" type="presParOf" srcId="{D46FF769-6BEB-460E-82B7-9436395E0F47}" destId="{11C020FF-0ECE-4F93-978B-727DB00332BD}" srcOrd="0" destOrd="0" presId="urn:microsoft.com/office/officeart/2008/layout/LinedList"/>
    <dgm:cxn modelId="{4A0484B6-BCBC-485B-BBEA-8C0ADA4D9245}" type="presParOf" srcId="{D46FF769-6BEB-460E-82B7-9436395E0F47}" destId="{E2777BCD-3AFF-4AF4-BC6B-A3B6B0CBA39D}" srcOrd="1" destOrd="0" presId="urn:microsoft.com/office/officeart/2008/layout/LinedList"/>
    <dgm:cxn modelId="{7AEB1CB1-8AF6-4FD3-85F2-16B7CA8061CA}" type="presParOf" srcId="{E2777BCD-3AFF-4AF4-BC6B-A3B6B0CBA39D}" destId="{7814B20F-C9AD-48DB-B6EF-32E5DDBD15BA}" srcOrd="0" destOrd="0" presId="urn:microsoft.com/office/officeart/2008/layout/LinedList"/>
    <dgm:cxn modelId="{53596710-FD08-4837-BBB2-CAD469AD3E96}" type="presParOf" srcId="{E2777BCD-3AFF-4AF4-BC6B-A3B6B0CBA39D}" destId="{9FC8B31C-8E44-49A9-BBD5-0FAC913D745E}" srcOrd="1" destOrd="0" presId="urn:microsoft.com/office/officeart/2008/layout/LinedList"/>
    <dgm:cxn modelId="{DBD3E4CD-B21B-445D-A403-A8AE0C8A6896}" type="presParOf" srcId="{D46FF769-6BEB-460E-82B7-9436395E0F47}" destId="{DDD8E1E3-B87D-4D72-BFDA-59809142057B}" srcOrd="2" destOrd="0" presId="urn:microsoft.com/office/officeart/2008/layout/LinedList"/>
    <dgm:cxn modelId="{B2EA831B-F6AF-4C05-BB56-E782C9BC5652}" type="presParOf" srcId="{D46FF769-6BEB-460E-82B7-9436395E0F47}" destId="{15E64B2D-6477-4A72-B587-6402B1A7ADA9}" srcOrd="3" destOrd="0" presId="urn:microsoft.com/office/officeart/2008/layout/LinedList"/>
    <dgm:cxn modelId="{E0F184AE-EA99-4A97-ADA0-2F0450AACAC1}" type="presParOf" srcId="{15E64B2D-6477-4A72-B587-6402B1A7ADA9}" destId="{E2389A66-7966-491E-98A0-592D94018A2B}" srcOrd="0" destOrd="0" presId="urn:microsoft.com/office/officeart/2008/layout/LinedList"/>
    <dgm:cxn modelId="{E1302380-269B-458D-A7BE-1EACB4AADD6F}" type="presParOf" srcId="{15E64B2D-6477-4A72-B587-6402B1A7ADA9}" destId="{5E4627B7-B333-4EB1-8C87-8E690F307D17}" srcOrd="1" destOrd="0" presId="urn:microsoft.com/office/officeart/2008/layout/LinedList"/>
    <dgm:cxn modelId="{41FB43B2-7254-45F1-B336-F16CE3BE73BE}" type="presParOf" srcId="{D46FF769-6BEB-460E-82B7-9436395E0F47}" destId="{1B960745-3D88-4B5B-9D41-4DCDF2B102C5}" srcOrd="4" destOrd="0" presId="urn:microsoft.com/office/officeart/2008/layout/LinedList"/>
    <dgm:cxn modelId="{75CA0801-33AC-4959-9261-89D0F4E11E60}" type="presParOf" srcId="{D46FF769-6BEB-460E-82B7-9436395E0F47}" destId="{F9E4279D-2741-4D2F-8FA3-24AE624A7C38}" srcOrd="5" destOrd="0" presId="urn:microsoft.com/office/officeart/2008/layout/LinedList"/>
    <dgm:cxn modelId="{7F80C184-6F0A-4056-AB18-FD80AC5CB51F}" type="presParOf" srcId="{F9E4279D-2741-4D2F-8FA3-24AE624A7C38}" destId="{50F72142-B0E6-491E-9EB4-09D528686B93}" srcOrd="0" destOrd="0" presId="urn:microsoft.com/office/officeart/2008/layout/LinedList"/>
    <dgm:cxn modelId="{92B234E7-8A79-4871-B375-EE7D5EC9EEFE}" type="presParOf" srcId="{F9E4279D-2741-4D2F-8FA3-24AE624A7C38}" destId="{EA9F01FE-F690-4267-A3D8-BB96A916042F}" srcOrd="1" destOrd="0" presId="urn:microsoft.com/office/officeart/2008/layout/LinedList"/>
    <dgm:cxn modelId="{10FC4880-2F17-47EF-B28B-E4753A65CC16}" type="presParOf" srcId="{D46FF769-6BEB-460E-82B7-9436395E0F47}" destId="{73922B62-4CDF-4928-A3EB-43ED334AEE51}" srcOrd="6" destOrd="0" presId="urn:microsoft.com/office/officeart/2008/layout/LinedList"/>
    <dgm:cxn modelId="{EA1F345F-7126-40A6-8905-3501AFE2B57B}" type="presParOf" srcId="{D46FF769-6BEB-460E-82B7-9436395E0F47}" destId="{DADB4780-34FE-4219-A7AE-973B215BC536}" srcOrd="7" destOrd="0" presId="urn:microsoft.com/office/officeart/2008/layout/LinedList"/>
    <dgm:cxn modelId="{D6C8F6C8-7E3A-47CD-A424-72043BC14DA7}" type="presParOf" srcId="{DADB4780-34FE-4219-A7AE-973B215BC536}" destId="{6D88D3F4-E8E4-472A-9906-7C7E7593DBEE}" srcOrd="0" destOrd="0" presId="urn:microsoft.com/office/officeart/2008/layout/LinedList"/>
    <dgm:cxn modelId="{4033E6C7-532E-4918-8F30-10511D621568}" type="presParOf" srcId="{DADB4780-34FE-4219-A7AE-973B215BC536}" destId="{494D6CF4-F7AA-4DA1-8A52-5EBEC94ECCB3}" srcOrd="1" destOrd="0" presId="urn:microsoft.com/office/officeart/2008/layout/LinedList"/>
    <dgm:cxn modelId="{1B4D4DA0-0874-496D-917D-55414D4CE11B}" type="presParOf" srcId="{D46FF769-6BEB-460E-82B7-9436395E0F47}" destId="{592993B7-2984-4588-B998-73FD5B2330DD}" srcOrd="8" destOrd="0" presId="urn:microsoft.com/office/officeart/2008/layout/LinedList"/>
    <dgm:cxn modelId="{698C4322-D8D4-4FF5-AB8D-07E724520E10}" type="presParOf" srcId="{D46FF769-6BEB-460E-82B7-9436395E0F47}" destId="{8C78F7CF-0D4C-4BC1-8EC5-EE9F5855BA2B}" srcOrd="9" destOrd="0" presId="urn:microsoft.com/office/officeart/2008/layout/LinedList"/>
    <dgm:cxn modelId="{9A69DE09-3C49-4685-8E8E-D3F80E2E61A0}" type="presParOf" srcId="{8C78F7CF-0D4C-4BC1-8EC5-EE9F5855BA2B}" destId="{27E1C4F4-1FC3-4AAE-9EBE-E863FD9C845F}" srcOrd="0" destOrd="0" presId="urn:microsoft.com/office/officeart/2008/layout/LinedList"/>
    <dgm:cxn modelId="{C44BA9A1-90F0-40F5-A12F-C74D53A1AF1E}" type="presParOf" srcId="{8C78F7CF-0D4C-4BC1-8EC5-EE9F5855BA2B}" destId="{3F3E9561-21CF-4B3C-A992-4E9D0F5CCCCF}" srcOrd="1" destOrd="0" presId="urn:microsoft.com/office/officeart/2008/layout/LinedList"/>
    <dgm:cxn modelId="{82831853-ACF5-4112-A2F8-C9591A417B35}" type="presParOf" srcId="{D46FF769-6BEB-460E-82B7-9436395E0F47}" destId="{C2054683-3F7E-4F2C-B3AD-4EE4DF192986}" srcOrd="10" destOrd="0" presId="urn:microsoft.com/office/officeart/2008/layout/LinedList"/>
    <dgm:cxn modelId="{A3CD7D80-FBBC-4405-9C21-2887C63D1B39}" type="presParOf" srcId="{D46FF769-6BEB-460E-82B7-9436395E0F47}" destId="{88596753-7BF8-4B50-81B6-8790121E8060}" srcOrd="11" destOrd="0" presId="urn:microsoft.com/office/officeart/2008/layout/LinedList"/>
    <dgm:cxn modelId="{55E6CF33-21AB-49A8-B19B-3D943A98BD1A}" type="presParOf" srcId="{88596753-7BF8-4B50-81B6-8790121E8060}" destId="{69FD60E3-2CDC-4C14-8231-5E5CC7D976F1}" srcOrd="0" destOrd="0" presId="urn:microsoft.com/office/officeart/2008/layout/LinedList"/>
    <dgm:cxn modelId="{A7DF3549-E572-4E8C-8C44-BD18402E8BAC}" type="presParOf" srcId="{88596753-7BF8-4B50-81B6-8790121E8060}" destId="{BA97CD20-1CEB-4974-A608-20BDA0FF3C4F}" srcOrd="1" destOrd="0" presId="urn:microsoft.com/office/officeart/2008/layout/LinedList"/>
    <dgm:cxn modelId="{8211AA46-A88A-497A-8B06-C617C3D07CF4}" type="presParOf" srcId="{D46FF769-6BEB-460E-82B7-9436395E0F47}" destId="{4EA749EE-AC29-4F35-A5C4-25FAEEB5723B}" srcOrd="12" destOrd="0" presId="urn:microsoft.com/office/officeart/2008/layout/LinedList"/>
    <dgm:cxn modelId="{F57EFF68-AC9A-4F34-831A-BA7D7E3F4ABF}" type="presParOf" srcId="{D46FF769-6BEB-460E-82B7-9436395E0F47}" destId="{96E55702-B39A-4341-AEA4-14E88C78C8F8}" srcOrd="13" destOrd="0" presId="urn:microsoft.com/office/officeart/2008/layout/LinedList"/>
    <dgm:cxn modelId="{73E1640E-2084-4434-9CB5-3476FE4FF698}" type="presParOf" srcId="{96E55702-B39A-4341-AEA4-14E88C78C8F8}" destId="{9AE7C503-1FA8-44F1-A8EA-CE8DC926A34A}" srcOrd="0" destOrd="0" presId="urn:microsoft.com/office/officeart/2008/layout/LinedList"/>
    <dgm:cxn modelId="{0E6E68F7-33B2-4AB7-85D5-A8ECB05D7DFB}" type="presParOf" srcId="{96E55702-B39A-4341-AEA4-14E88C78C8F8}" destId="{288FCD04-880F-4548-A837-0C9AA73697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3ACA831-A139-4807-876E-B637B0404A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0E673C3-1E3C-4442-949B-D9B89BEF61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Change Management – Controls and governs many types of modifications</a:t>
          </a:r>
          <a:endParaRPr lang="en-US"/>
        </a:p>
      </dgm:t>
    </dgm:pt>
    <dgm:pt modelId="{AEBD214F-3E01-400A-996B-B04FD1234538}" type="parTrans" cxnId="{EF69C891-885D-4BC4-9180-50E46801747A}">
      <dgm:prSet/>
      <dgm:spPr/>
      <dgm:t>
        <a:bodyPr/>
        <a:lstStyle/>
        <a:p>
          <a:endParaRPr lang="en-US"/>
        </a:p>
      </dgm:t>
    </dgm:pt>
    <dgm:pt modelId="{E78D9E9F-3805-45F6-80A8-ACC776D4B37C}" type="sibTrans" cxnId="{EF69C891-885D-4BC4-9180-50E46801747A}">
      <dgm:prSet/>
      <dgm:spPr/>
      <dgm:t>
        <a:bodyPr/>
        <a:lstStyle/>
        <a:p>
          <a:endParaRPr lang="en-US"/>
        </a:p>
      </dgm:t>
    </dgm:pt>
    <dgm:pt modelId="{5F1EA03A-B8DA-4BBD-9346-92D16270FD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Patch Management – Specifically manages software and security updates</a:t>
          </a:r>
          <a:endParaRPr lang="en-US"/>
        </a:p>
      </dgm:t>
    </dgm:pt>
    <dgm:pt modelId="{1416CEA3-9FF6-46C3-9037-4497214D1CAF}" type="parTrans" cxnId="{93E1D042-11EC-4691-B74F-49E889EF44B3}">
      <dgm:prSet/>
      <dgm:spPr/>
      <dgm:t>
        <a:bodyPr/>
        <a:lstStyle/>
        <a:p>
          <a:endParaRPr lang="en-US"/>
        </a:p>
      </dgm:t>
    </dgm:pt>
    <dgm:pt modelId="{5EDB79F7-7059-44D3-A00D-9CE8060CAFE3}" type="sibTrans" cxnId="{93E1D042-11EC-4691-B74F-49E889EF44B3}">
      <dgm:prSet/>
      <dgm:spPr/>
      <dgm:t>
        <a:bodyPr/>
        <a:lstStyle/>
        <a:p>
          <a:endParaRPr lang="en-US"/>
        </a:p>
      </dgm:t>
    </dgm:pt>
    <dgm:pt modelId="{900EBBAD-43A0-419D-823D-62BBE97D25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Change examples: hardware changes, network changes, application migration, configuration changes</a:t>
          </a:r>
          <a:endParaRPr lang="en-US"/>
        </a:p>
      </dgm:t>
    </dgm:pt>
    <dgm:pt modelId="{3E30C884-F99D-4E44-8A1F-E9BF8C3E114C}" type="parTrans" cxnId="{722CE573-0C87-45B5-B40B-58A8EDBB6884}">
      <dgm:prSet/>
      <dgm:spPr/>
      <dgm:t>
        <a:bodyPr/>
        <a:lstStyle/>
        <a:p>
          <a:endParaRPr lang="en-US"/>
        </a:p>
      </dgm:t>
    </dgm:pt>
    <dgm:pt modelId="{C4C166FC-3AA3-4435-B0FB-3666CE712662}" type="sibTrans" cxnId="{722CE573-0C87-45B5-B40B-58A8EDBB6884}">
      <dgm:prSet/>
      <dgm:spPr/>
      <dgm:t>
        <a:bodyPr/>
        <a:lstStyle/>
        <a:p>
          <a:endParaRPr lang="en-US"/>
        </a:p>
      </dgm:t>
    </dgm:pt>
    <dgm:pt modelId="{C451BDC8-0559-4BE6-B900-586C7D5652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Patch examples: security patches, bug fixes, performance updates, compatibility updates</a:t>
          </a:r>
          <a:endParaRPr lang="en-US"/>
        </a:p>
      </dgm:t>
    </dgm:pt>
    <dgm:pt modelId="{07595663-73FE-4ADD-A1AB-ACE399783D4A}" type="parTrans" cxnId="{FAE6B0DF-1A7B-444A-B184-DC9AAA96C428}">
      <dgm:prSet/>
      <dgm:spPr/>
      <dgm:t>
        <a:bodyPr/>
        <a:lstStyle/>
        <a:p>
          <a:endParaRPr lang="en-US"/>
        </a:p>
      </dgm:t>
    </dgm:pt>
    <dgm:pt modelId="{C5710FE3-5F48-4659-91CF-42C67520088F}" type="sibTrans" cxnId="{FAE6B0DF-1A7B-444A-B184-DC9AAA96C428}">
      <dgm:prSet/>
      <dgm:spPr/>
      <dgm:t>
        <a:bodyPr/>
        <a:lstStyle/>
        <a:p>
          <a:endParaRPr lang="en-US"/>
        </a:p>
      </dgm:t>
    </dgm:pt>
    <dgm:pt modelId="{124F1E7F-BCD5-4880-94DA-584C1C1C5937}" type="pres">
      <dgm:prSet presAssocID="{93ACA831-A139-4807-876E-B637B0404A50}" presName="root" presStyleCnt="0">
        <dgm:presLayoutVars>
          <dgm:dir/>
          <dgm:resizeHandles val="exact"/>
        </dgm:presLayoutVars>
      </dgm:prSet>
      <dgm:spPr/>
    </dgm:pt>
    <dgm:pt modelId="{6B2A4433-C3AB-451C-95F3-A9730EAEADAA}" type="pres">
      <dgm:prSet presAssocID="{B0E673C3-1E3C-4442-949B-D9B89BEF6133}" presName="compNode" presStyleCnt="0"/>
      <dgm:spPr/>
    </dgm:pt>
    <dgm:pt modelId="{64F4C372-5A2A-4A21-AB2C-9F25FEFFCE04}" type="pres">
      <dgm:prSet presAssocID="{B0E673C3-1E3C-4442-949B-D9B89BEF6133}" presName="bgRect" presStyleLbl="bgShp" presStyleIdx="0" presStyleCnt="4"/>
      <dgm:spPr/>
    </dgm:pt>
    <dgm:pt modelId="{2C1CBEE4-7FFA-4BDA-A61E-39893D60F0B0}" type="pres">
      <dgm:prSet presAssocID="{B0E673C3-1E3C-4442-949B-D9B89BEF613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70A2C9E-2D03-4074-8EBC-323A18F5C693}" type="pres">
      <dgm:prSet presAssocID="{B0E673C3-1E3C-4442-949B-D9B89BEF6133}" presName="spaceRect" presStyleCnt="0"/>
      <dgm:spPr/>
    </dgm:pt>
    <dgm:pt modelId="{9938A4BE-7BFB-48A3-A2FC-DED22439DDF3}" type="pres">
      <dgm:prSet presAssocID="{B0E673C3-1E3C-4442-949B-D9B89BEF6133}" presName="parTx" presStyleLbl="revTx" presStyleIdx="0" presStyleCnt="4">
        <dgm:presLayoutVars>
          <dgm:chMax val="0"/>
          <dgm:chPref val="0"/>
        </dgm:presLayoutVars>
      </dgm:prSet>
      <dgm:spPr/>
    </dgm:pt>
    <dgm:pt modelId="{7321BCD0-3A28-44A4-9FA5-76D86324ECAF}" type="pres">
      <dgm:prSet presAssocID="{E78D9E9F-3805-45F6-80A8-ACC776D4B37C}" presName="sibTrans" presStyleCnt="0"/>
      <dgm:spPr/>
    </dgm:pt>
    <dgm:pt modelId="{952F0066-B565-49BA-8A3B-D973E7ABD855}" type="pres">
      <dgm:prSet presAssocID="{5F1EA03A-B8DA-4BBD-9346-92D16270FD05}" presName="compNode" presStyleCnt="0"/>
      <dgm:spPr/>
    </dgm:pt>
    <dgm:pt modelId="{D3B1643F-3C87-4DFE-8DFE-49A0CF7A53AA}" type="pres">
      <dgm:prSet presAssocID="{5F1EA03A-B8DA-4BBD-9346-92D16270FD05}" presName="bgRect" presStyleLbl="bgShp" presStyleIdx="1" presStyleCnt="4"/>
      <dgm:spPr/>
    </dgm:pt>
    <dgm:pt modelId="{08AB69E6-AF2C-4FB5-BDC4-92F5B7BAB9F0}" type="pres">
      <dgm:prSet presAssocID="{5F1EA03A-B8DA-4BBD-9346-92D16270FD0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201EBAB-2BA0-49BE-B082-06629FA01F2E}" type="pres">
      <dgm:prSet presAssocID="{5F1EA03A-B8DA-4BBD-9346-92D16270FD05}" presName="spaceRect" presStyleCnt="0"/>
      <dgm:spPr/>
    </dgm:pt>
    <dgm:pt modelId="{F914D9D6-3DA3-4D47-9B59-506812E054E1}" type="pres">
      <dgm:prSet presAssocID="{5F1EA03A-B8DA-4BBD-9346-92D16270FD05}" presName="parTx" presStyleLbl="revTx" presStyleIdx="1" presStyleCnt="4">
        <dgm:presLayoutVars>
          <dgm:chMax val="0"/>
          <dgm:chPref val="0"/>
        </dgm:presLayoutVars>
      </dgm:prSet>
      <dgm:spPr/>
    </dgm:pt>
    <dgm:pt modelId="{8686917C-B56F-47FD-BF3A-D03F6554E625}" type="pres">
      <dgm:prSet presAssocID="{5EDB79F7-7059-44D3-A00D-9CE8060CAFE3}" presName="sibTrans" presStyleCnt="0"/>
      <dgm:spPr/>
    </dgm:pt>
    <dgm:pt modelId="{AE24B9EC-9FAB-45A2-A288-57BE4D03D181}" type="pres">
      <dgm:prSet presAssocID="{900EBBAD-43A0-419D-823D-62BBE97D257A}" presName="compNode" presStyleCnt="0"/>
      <dgm:spPr/>
    </dgm:pt>
    <dgm:pt modelId="{818561B6-9D88-45BD-9FE9-933739FD79E2}" type="pres">
      <dgm:prSet presAssocID="{900EBBAD-43A0-419D-823D-62BBE97D257A}" presName="bgRect" presStyleLbl="bgShp" presStyleIdx="2" presStyleCnt="4"/>
      <dgm:spPr/>
    </dgm:pt>
    <dgm:pt modelId="{10A5BFCC-5F51-4921-89F6-22985BC58039}" type="pres">
      <dgm:prSet presAssocID="{900EBBAD-43A0-419D-823D-62BBE97D257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1048A3F-B453-4EAB-AC99-E3FE82207453}" type="pres">
      <dgm:prSet presAssocID="{900EBBAD-43A0-419D-823D-62BBE97D257A}" presName="spaceRect" presStyleCnt="0"/>
      <dgm:spPr/>
    </dgm:pt>
    <dgm:pt modelId="{89283772-7EB3-420A-ADC6-E1A4736AE4A6}" type="pres">
      <dgm:prSet presAssocID="{900EBBAD-43A0-419D-823D-62BBE97D257A}" presName="parTx" presStyleLbl="revTx" presStyleIdx="2" presStyleCnt="4">
        <dgm:presLayoutVars>
          <dgm:chMax val="0"/>
          <dgm:chPref val="0"/>
        </dgm:presLayoutVars>
      </dgm:prSet>
      <dgm:spPr/>
    </dgm:pt>
    <dgm:pt modelId="{AE2BA9B4-B940-419E-843D-D49B48699234}" type="pres">
      <dgm:prSet presAssocID="{C4C166FC-3AA3-4435-B0FB-3666CE712662}" presName="sibTrans" presStyleCnt="0"/>
      <dgm:spPr/>
    </dgm:pt>
    <dgm:pt modelId="{5AEA5507-C5A5-49F4-86E2-0A22669DF082}" type="pres">
      <dgm:prSet presAssocID="{C451BDC8-0559-4BE6-B900-586C7D565222}" presName="compNode" presStyleCnt="0"/>
      <dgm:spPr/>
    </dgm:pt>
    <dgm:pt modelId="{E87045AB-D8FD-4064-AB09-B2B4BDDF9F5E}" type="pres">
      <dgm:prSet presAssocID="{C451BDC8-0559-4BE6-B900-586C7D565222}" presName="bgRect" presStyleLbl="bgShp" presStyleIdx="3" presStyleCnt="4"/>
      <dgm:spPr/>
    </dgm:pt>
    <dgm:pt modelId="{3FEB820A-4ACA-4D05-8869-C137781D6705}" type="pres">
      <dgm:prSet presAssocID="{C451BDC8-0559-4BE6-B900-586C7D56522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8F585CF9-824D-4C60-9C30-055E8067BC2E}" type="pres">
      <dgm:prSet presAssocID="{C451BDC8-0559-4BE6-B900-586C7D565222}" presName="spaceRect" presStyleCnt="0"/>
      <dgm:spPr/>
    </dgm:pt>
    <dgm:pt modelId="{6F18BA83-63AD-47F9-8F91-C05FA2F29FA1}" type="pres">
      <dgm:prSet presAssocID="{C451BDC8-0559-4BE6-B900-586C7D56522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38AF05-E8F2-45FE-AE77-4C1517B87FC1}" type="presOf" srcId="{C451BDC8-0559-4BE6-B900-586C7D565222}" destId="{6F18BA83-63AD-47F9-8F91-C05FA2F29FA1}" srcOrd="0" destOrd="0" presId="urn:microsoft.com/office/officeart/2018/2/layout/IconVerticalSolidList"/>
    <dgm:cxn modelId="{9E92700A-50F0-4B8F-A27A-6DBD240316C0}" type="presOf" srcId="{5F1EA03A-B8DA-4BBD-9346-92D16270FD05}" destId="{F914D9D6-3DA3-4D47-9B59-506812E054E1}" srcOrd="0" destOrd="0" presId="urn:microsoft.com/office/officeart/2018/2/layout/IconVerticalSolidList"/>
    <dgm:cxn modelId="{93E1D042-11EC-4691-B74F-49E889EF44B3}" srcId="{93ACA831-A139-4807-876E-B637B0404A50}" destId="{5F1EA03A-B8DA-4BBD-9346-92D16270FD05}" srcOrd="1" destOrd="0" parTransId="{1416CEA3-9FF6-46C3-9037-4497214D1CAF}" sibTransId="{5EDB79F7-7059-44D3-A00D-9CE8060CAFE3}"/>
    <dgm:cxn modelId="{9A096552-E1EC-457C-A226-4BCD12A11FA5}" type="presOf" srcId="{93ACA831-A139-4807-876E-B637B0404A50}" destId="{124F1E7F-BCD5-4880-94DA-584C1C1C5937}" srcOrd="0" destOrd="0" presId="urn:microsoft.com/office/officeart/2018/2/layout/IconVerticalSolidList"/>
    <dgm:cxn modelId="{722CE573-0C87-45B5-B40B-58A8EDBB6884}" srcId="{93ACA831-A139-4807-876E-B637B0404A50}" destId="{900EBBAD-43A0-419D-823D-62BBE97D257A}" srcOrd="2" destOrd="0" parTransId="{3E30C884-F99D-4E44-8A1F-E9BF8C3E114C}" sibTransId="{C4C166FC-3AA3-4435-B0FB-3666CE712662}"/>
    <dgm:cxn modelId="{EF69C891-885D-4BC4-9180-50E46801747A}" srcId="{93ACA831-A139-4807-876E-B637B0404A50}" destId="{B0E673C3-1E3C-4442-949B-D9B89BEF6133}" srcOrd="0" destOrd="0" parTransId="{AEBD214F-3E01-400A-996B-B04FD1234538}" sibTransId="{E78D9E9F-3805-45F6-80A8-ACC776D4B37C}"/>
    <dgm:cxn modelId="{9D73CBB3-4A17-4DB0-88A0-0E4FD7215142}" type="presOf" srcId="{B0E673C3-1E3C-4442-949B-D9B89BEF6133}" destId="{9938A4BE-7BFB-48A3-A2FC-DED22439DDF3}" srcOrd="0" destOrd="0" presId="urn:microsoft.com/office/officeart/2018/2/layout/IconVerticalSolidList"/>
    <dgm:cxn modelId="{FAE6B0DF-1A7B-444A-B184-DC9AAA96C428}" srcId="{93ACA831-A139-4807-876E-B637B0404A50}" destId="{C451BDC8-0559-4BE6-B900-586C7D565222}" srcOrd="3" destOrd="0" parTransId="{07595663-73FE-4ADD-A1AB-ACE399783D4A}" sibTransId="{C5710FE3-5F48-4659-91CF-42C67520088F}"/>
    <dgm:cxn modelId="{ED8380F1-4CAD-4DBB-BAF7-317A91ECFB38}" type="presOf" srcId="{900EBBAD-43A0-419D-823D-62BBE97D257A}" destId="{89283772-7EB3-420A-ADC6-E1A4736AE4A6}" srcOrd="0" destOrd="0" presId="urn:microsoft.com/office/officeart/2018/2/layout/IconVerticalSolidList"/>
    <dgm:cxn modelId="{58F37C3C-E546-4698-AF0D-D9B2BE0AA0E1}" type="presParOf" srcId="{124F1E7F-BCD5-4880-94DA-584C1C1C5937}" destId="{6B2A4433-C3AB-451C-95F3-A9730EAEADAA}" srcOrd="0" destOrd="0" presId="urn:microsoft.com/office/officeart/2018/2/layout/IconVerticalSolidList"/>
    <dgm:cxn modelId="{45E8DC67-2388-45AC-AF7A-E329F927710A}" type="presParOf" srcId="{6B2A4433-C3AB-451C-95F3-A9730EAEADAA}" destId="{64F4C372-5A2A-4A21-AB2C-9F25FEFFCE04}" srcOrd="0" destOrd="0" presId="urn:microsoft.com/office/officeart/2018/2/layout/IconVerticalSolidList"/>
    <dgm:cxn modelId="{612F5842-A27F-4D30-8C48-FF29C8C32A6D}" type="presParOf" srcId="{6B2A4433-C3AB-451C-95F3-A9730EAEADAA}" destId="{2C1CBEE4-7FFA-4BDA-A61E-39893D60F0B0}" srcOrd="1" destOrd="0" presId="urn:microsoft.com/office/officeart/2018/2/layout/IconVerticalSolidList"/>
    <dgm:cxn modelId="{F381D959-0D55-4A2D-AEC2-D05AFBB1CBC0}" type="presParOf" srcId="{6B2A4433-C3AB-451C-95F3-A9730EAEADAA}" destId="{D70A2C9E-2D03-4074-8EBC-323A18F5C693}" srcOrd="2" destOrd="0" presId="urn:microsoft.com/office/officeart/2018/2/layout/IconVerticalSolidList"/>
    <dgm:cxn modelId="{77B8647A-A987-4C3B-B6E9-9E457372835A}" type="presParOf" srcId="{6B2A4433-C3AB-451C-95F3-A9730EAEADAA}" destId="{9938A4BE-7BFB-48A3-A2FC-DED22439DDF3}" srcOrd="3" destOrd="0" presId="urn:microsoft.com/office/officeart/2018/2/layout/IconVerticalSolidList"/>
    <dgm:cxn modelId="{25394BEA-A013-4A3A-B25D-A2011C1A8797}" type="presParOf" srcId="{124F1E7F-BCD5-4880-94DA-584C1C1C5937}" destId="{7321BCD0-3A28-44A4-9FA5-76D86324ECAF}" srcOrd="1" destOrd="0" presId="urn:microsoft.com/office/officeart/2018/2/layout/IconVerticalSolidList"/>
    <dgm:cxn modelId="{7016AD20-BD16-44DC-BAD9-749B7D2CC178}" type="presParOf" srcId="{124F1E7F-BCD5-4880-94DA-584C1C1C5937}" destId="{952F0066-B565-49BA-8A3B-D973E7ABD855}" srcOrd="2" destOrd="0" presId="urn:microsoft.com/office/officeart/2018/2/layout/IconVerticalSolidList"/>
    <dgm:cxn modelId="{D9C17DA2-2A3D-4A2A-B551-3E4BA3C6ADB2}" type="presParOf" srcId="{952F0066-B565-49BA-8A3B-D973E7ABD855}" destId="{D3B1643F-3C87-4DFE-8DFE-49A0CF7A53AA}" srcOrd="0" destOrd="0" presId="urn:microsoft.com/office/officeart/2018/2/layout/IconVerticalSolidList"/>
    <dgm:cxn modelId="{8BE47969-EB92-4489-9F17-EE9D6159AF75}" type="presParOf" srcId="{952F0066-B565-49BA-8A3B-D973E7ABD855}" destId="{08AB69E6-AF2C-4FB5-BDC4-92F5B7BAB9F0}" srcOrd="1" destOrd="0" presId="urn:microsoft.com/office/officeart/2018/2/layout/IconVerticalSolidList"/>
    <dgm:cxn modelId="{E85544AA-2009-489C-9793-99A682FD8744}" type="presParOf" srcId="{952F0066-B565-49BA-8A3B-D973E7ABD855}" destId="{3201EBAB-2BA0-49BE-B082-06629FA01F2E}" srcOrd="2" destOrd="0" presId="urn:microsoft.com/office/officeart/2018/2/layout/IconVerticalSolidList"/>
    <dgm:cxn modelId="{AC4DFE5B-9A2C-4809-910C-250FC2AEB1A4}" type="presParOf" srcId="{952F0066-B565-49BA-8A3B-D973E7ABD855}" destId="{F914D9D6-3DA3-4D47-9B59-506812E054E1}" srcOrd="3" destOrd="0" presId="urn:microsoft.com/office/officeart/2018/2/layout/IconVerticalSolidList"/>
    <dgm:cxn modelId="{41FD965E-D51E-4DAF-8245-E924C4A81AF8}" type="presParOf" srcId="{124F1E7F-BCD5-4880-94DA-584C1C1C5937}" destId="{8686917C-B56F-47FD-BF3A-D03F6554E625}" srcOrd="3" destOrd="0" presId="urn:microsoft.com/office/officeart/2018/2/layout/IconVerticalSolidList"/>
    <dgm:cxn modelId="{785299A2-55A2-432F-8615-E76EF267FF87}" type="presParOf" srcId="{124F1E7F-BCD5-4880-94DA-584C1C1C5937}" destId="{AE24B9EC-9FAB-45A2-A288-57BE4D03D181}" srcOrd="4" destOrd="0" presId="urn:microsoft.com/office/officeart/2018/2/layout/IconVerticalSolidList"/>
    <dgm:cxn modelId="{A4392510-FA85-4ED9-AEAD-6338FC43A810}" type="presParOf" srcId="{AE24B9EC-9FAB-45A2-A288-57BE4D03D181}" destId="{818561B6-9D88-45BD-9FE9-933739FD79E2}" srcOrd="0" destOrd="0" presId="urn:microsoft.com/office/officeart/2018/2/layout/IconVerticalSolidList"/>
    <dgm:cxn modelId="{A37DE4C3-EBF7-4221-8299-EE8B3449C4B3}" type="presParOf" srcId="{AE24B9EC-9FAB-45A2-A288-57BE4D03D181}" destId="{10A5BFCC-5F51-4921-89F6-22985BC58039}" srcOrd="1" destOrd="0" presId="urn:microsoft.com/office/officeart/2018/2/layout/IconVerticalSolidList"/>
    <dgm:cxn modelId="{E02AFEAB-797A-448C-85E1-333C752E3DF4}" type="presParOf" srcId="{AE24B9EC-9FAB-45A2-A288-57BE4D03D181}" destId="{21048A3F-B453-4EAB-AC99-E3FE82207453}" srcOrd="2" destOrd="0" presId="urn:microsoft.com/office/officeart/2018/2/layout/IconVerticalSolidList"/>
    <dgm:cxn modelId="{85E9B63F-81BA-4FF8-9355-674EC82207CE}" type="presParOf" srcId="{AE24B9EC-9FAB-45A2-A288-57BE4D03D181}" destId="{89283772-7EB3-420A-ADC6-E1A4736AE4A6}" srcOrd="3" destOrd="0" presId="urn:microsoft.com/office/officeart/2018/2/layout/IconVerticalSolidList"/>
    <dgm:cxn modelId="{F8B9995B-5112-47C5-B302-187B77CDF91B}" type="presParOf" srcId="{124F1E7F-BCD5-4880-94DA-584C1C1C5937}" destId="{AE2BA9B4-B940-419E-843D-D49B48699234}" srcOrd="5" destOrd="0" presId="urn:microsoft.com/office/officeart/2018/2/layout/IconVerticalSolidList"/>
    <dgm:cxn modelId="{2681A6A6-369D-46EC-B439-35374246D149}" type="presParOf" srcId="{124F1E7F-BCD5-4880-94DA-584C1C1C5937}" destId="{5AEA5507-C5A5-49F4-86E2-0A22669DF082}" srcOrd="6" destOrd="0" presId="urn:microsoft.com/office/officeart/2018/2/layout/IconVerticalSolidList"/>
    <dgm:cxn modelId="{3EBDFC2B-FD9B-4EB3-BC54-8CDB47FCEC22}" type="presParOf" srcId="{5AEA5507-C5A5-49F4-86E2-0A22669DF082}" destId="{E87045AB-D8FD-4064-AB09-B2B4BDDF9F5E}" srcOrd="0" destOrd="0" presId="urn:microsoft.com/office/officeart/2018/2/layout/IconVerticalSolidList"/>
    <dgm:cxn modelId="{2C92031F-7923-407D-8E0F-74DAE19C2C3C}" type="presParOf" srcId="{5AEA5507-C5A5-49F4-86E2-0A22669DF082}" destId="{3FEB820A-4ACA-4D05-8869-C137781D6705}" srcOrd="1" destOrd="0" presId="urn:microsoft.com/office/officeart/2018/2/layout/IconVerticalSolidList"/>
    <dgm:cxn modelId="{07491791-83A8-4530-A064-26E420F39887}" type="presParOf" srcId="{5AEA5507-C5A5-49F4-86E2-0A22669DF082}" destId="{8F585CF9-824D-4C60-9C30-055E8067BC2E}" srcOrd="2" destOrd="0" presId="urn:microsoft.com/office/officeart/2018/2/layout/IconVerticalSolidList"/>
    <dgm:cxn modelId="{16844651-7E24-4D02-8CFE-E402EC59B14E}" type="presParOf" srcId="{5AEA5507-C5A5-49F4-86E2-0A22669DF082}" destId="{6F18BA83-63AD-47F9-8F91-C05FA2F29F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4DAA3-2741-4D0C-9190-5C8B8E37BB02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F807B-E7A6-4A13-8658-A5DF4E81DFC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10580-0134-4BF2-B4A0-34D839F10EB7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Server Role = Primary Function of a Server</a:t>
          </a:r>
          <a:endParaRPr lang="en-US" sz="1900" kern="1200"/>
        </a:p>
      </dsp:txBody>
      <dsp:txXfrm>
        <a:off x="1059754" y="4307"/>
        <a:ext cx="5304469" cy="917536"/>
      </dsp:txXfrm>
    </dsp:sp>
    <dsp:sp modelId="{5A856AB9-2628-4741-8DFF-38CD2098BBAC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F5B19-2A95-4F49-909C-F2589C43E39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6EDD6C-22F4-4601-8B52-A270CD0A89CB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Defines what a server does within a network</a:t>
          </a:r>
          <a:endParaRPr lang="en-US" sz="1900" kern="1200"/>
        </a:p>
      </dsp:txBody>
      <dsp:txXfrm>
        <a:off x="1059754" y="1151227"/>
        <a:ext cx="5304469" cy="917536"/>
      </dsp:txXfrm>
    </dsp:sp>
    <dsp:sp modelId="{E3DA27FF-6902-4B20-B1A2-CED800E8971F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F9E20-BCF7-41DB-85ED-F81489214B6F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E06B5-9623-426D-AA6D-FE768206A0C3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Provides a specific service to users, computers, or applications</a:t>
          </a:r>
          <a:endParaRPr lang="en-US" sz="1900" kern="1200"/>
        </a:p>
      </dsp:txBody>
      <dsp:txXfrm>
        <a:off x="1059754" y="2298147"/>
        <a:ext cx="5304469" cy="917536"/>
      </dsp:txXfrm>
    </dsp:sp>
    <dsp:sp modelId="{7C0C3790-B79B-440B-83CE-D90AAF110C23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8009B-4A08-4A11-87AF-8D787B0D96CF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4715D-6188-4FED-8127-CF4182D6B42B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Improves performance, security, manageability, and reliability</a:t>
          </a:r>
          <a:endParaRPr lang="en-US" sz="1900" kern="1200"/>
        </a:p>
      </dsp:txBody>
      <dsp:txXfrm>
        <a:off x="1059754" y="3445068"/>
        <a:ext cx="5304469" cy="917536"/>
      </dsp:txXfrm>
    </dsp:sp>
    <dsp:sp modelId="{62DFDD33-6326-4A1F-BE64-5D505E5FFCA4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32150-2B68-49ED-9FA1-AE24E719F59E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AD34C-256E-4A39-A5EF-148378514BFE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Examples: Web Server, File Server, Database Server, Directory Services Server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94484-A9EB-4BDC-BC08-5B4FB5F9D456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6153D-477D-48BF-87EA-C260B52EAFC5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9F975-ABF6-4E20-A3A9-D5893E7DD090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Hosts and executes business or enterprise applications</a:t>
          </a:r>
          <a:endParaRPr lang="en-US" sz="1900" kern="1200"/>
        </a:p>
      </dsp:txBody>
      <dsp:txXfrm>
        <a:off x="692764" y="1407"/>
        <a:ext cx="9822835" cy="599796"/>
      </dsp:txXfrm>
    </dsp:sp>
    <dsp:sp modelId="{CE3A5FBA-E982-495D-9759-091560BD3291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32796-39B5-401B-A2EF-D292544877F8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1B3CF-63FC-4E30-ABF8-57CA2AC2C866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Processes business logic, calculations, transactions, and application sessions</a:t>
          </a:r>
          <a:endParaRPr lang="en-US" sz="1900" kern="1200"/>
        </a:p>
      </dsp:txBody>
      <dsp:txXfrm>
        <a:off x="692764" y="751152"/>
        <a:ext cx="9822835" cy="599796"/>
      </dsp:txXfrm>
    </dsp:sp>
    <dsp:sp modelId="{3BD723B3-C99A-4062-A0CF-89D78682A8A2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4C45E-3712-49D3-A0EA-340CA34B44F1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7FDA8-1944-4122-AEBE-4990AA7871C2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Communicates with database servers to retrieve or store information</a:t>
          </a:r>
          <a:endParaRPr lang="en-US" sz="1900" kern="1200"/>
        </a:p>
      </dsp:txBody>
      <dsp:txXfrm>
        <a:off x="692764" y="1500898"/>
        <a:ext cx="9822835" cy="599796"/>
      </dsp:txXfrm>
    </dsp:sp>
    <dsp:sp modelId="{DD16AC03-4B7C-443D-808C-E55B8634A0D2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13F16-818F-48EA-8A0F-10B9BBDA0A4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915C2-CEA2-48FC-B89F-80067BBE0F38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Examples: banking systems, CRM, HR systems, inventory systems</a:t>
          </a:r>
          <a:endParaRPr lang="en-US" sz="1900" kern="1200"/>
        </a:p>
      </dsp:txBody>
      <dsp:txXfrm>
        <a:off x="692764" y="2250643"/>
        <a:ext cx="9822835" cy="599796"/>
      </dsp:txXfrm>
    </dsp:sp>
    <dsp:sp modelId="{6B32CCA3-C392-47A6-A790-A4E7EC066366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89C124-70FE-49FC-8FB7-E7EB88BAAB66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35747-CF49-4928-9F6A-AC8B5AE92CAB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Separating application processing improves management and scalability</a:t>
          </a:r>
          <a:endParaRPr lang="en-US" sz="1900" kern="1200"/>
        </a:p>
      </dsp:txBody>
      <dsp:txXfrm>
        <a:off x="692764" y="3000388"/>
        <a:ext cx="9822835" cy="599796"/>
      </dsp:txXfrm>
    </dsp:sp>
    <dsp:sp modelId="{D9624343-19B6-431C-A79F-9FA08B288EC1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1D2F5-FAF9-4F62-A108-8AF2930E573C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56C32-C696-4F0C-AD98-F41318C680FB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Typical architecture: Client → Web Server → Application Server → Database Server</a:t>
          </a:r>
          <a:endParaRPr lang="en-US" sz="1900" kern="1200"/>
        </a:p>
      </dsp:txBody>
      <dsp:txXfrm>
        <a:off x="692764" y="3750134"/>
        <a:ext cx="9822835" cy="599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55F17-0D94-4504-BAFE-E6E217334091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3ABE5-1F03-4923-84E1-C6B55755029B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Provides centralized management of identities and network resources</a:t>
          </a:r>
          <a:endParaRPr lang="en-US" sz="2500" kern="1200"/>
        </a:p>
      </dsp:txBody>
      <dsp:txXfrm>
        <a:off x="0" y="2703"/>
        <a:ext cx="6900512" cy="921789"/>
      </dsp:txXfrm>
    </dsp:sp>
    <dsp:sp modelId="{F16D5D63-3EEC-4640-9AE7-2E2994809CFE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9C656-9757-4DAB-9D9E-D64918661161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Manages users, computers, groups, authentication, permissions, and security policies</a:t>
          </a:r>
          <a:endParaRPr lang="en-US" sz="2500" kern="1200"/>
        </a:p>
      </dsp:txBody>
      <dsp:txXfrm>
        <a:off x="0" y="924492"/>
        <a:ext cx="6900512" cy="921789"/>
      </dsp:txXfrm>
    </dsp:sp>
    <dsp:sp modelId="{B0829C2D-79F1-4180-B784-E1EE02C8E948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4AF44E-BC09-415C-9529-4BE881A2335F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Allows centralized administration instead of maintaining separate accounts on every computer</a:t>
          </a:r>
          <a:endParaRPr lang="en-US" sz="2500" kern="1200"/>
        </a:p>
      </dsp:txBody>
      <dsp:txXfrm>
        <a:off x="0" y="1846281"/>
        <a:ext cx="6900512" cy="921789"/>
      </dsp:txXfrm>
    </dsp:sp>
    <dsp:sp modelId="{02FBEC62-33FD-42FE-8D06-3EBFB8DCF976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CADFF-2B4E-4BA0-9627-BABDFA58BF82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Simplifies administration and improves security</a:t>
          </a:r>
          <a:endParaRPr lang="en-US" sz="2500" kern="1200"/>
        </a:p>
      </dsp:txBody>
      <dsp:txXfrm>
        <a:off x="0" y="2768070"/>
        <a:ext cx="6900512" cy="921789"/>
      </dsp:txXfrm>
    </dsp:sp>
    <dsp:sp modelId="{5AFF9E97-C64B-4E71-96AA-F56ED2143CD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CD722-00E4-4DF6-AF4C-1AF4EABE2138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Helps apply organizational policies consistently</a:t>
          </a:r>
          <a:endParaRPr lang="en-US" sz="2500" kern="1200"/>
        </a:p>
      </dsp:txBody>
      <dsp:txXfrm>
        <a:off x="0" y="3689859"/>
        <a:ext cx="6900512" cy="921789"/>
      </dsp:txXfrm>
    </dsp:sp>
    <dsp:sp modelId="{26ADB0C8-B4CE-4C62-83F9-44A7C0ECDC90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56314-4834-416E-A43D-CDD2047DA907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Detailed concepts such as domains and centralized authentication can be covered separately</a:t>
          </a:r>
          <a:endParaRPr lang="en-US" sz="2500" kern="1200"/>
        </a:p>
      </dsp:txBody>
      <dsp:txXfrm>
        <a:off x="0" y="4611648"/>
        <a:ext cx="6900512" cy="921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87255-9AAB-4A66-9B9F-E895DE337F5C}">
      <dsp:nvSpPr>
        <dsp:cNvPr id="0" name=""/>
        <dsp:cNvSpPr/>
      </dsp:nvSpPr>
      <dsp:spPr>
        <a:xfrm>
          <a:off x="0" y="36175"/>
          <a:ext cx="6900512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Stores, manages, and processes structured data</a:t>
          </a:r>
          <a:endParaRPr lang="en-US" sz="2600" kern="1200"/>
        </a:p>
      </dsp:txBody>
      <dsp:txXfrm>
        <a:off x="50420" y="86595"/>
        <a:ext cx="6799672" cy="932014"/>
      </dsp:txXfrm>
    </dsp:sp>
    <dsp:sp modelId="{75C06D9F-14FB-4C48-B621-41806B41A545}">
      <dsp:nvSpPr>
        <dsp:cNvPr id="0" name=""/>
        <dsp:cNvSpPr/>
      </dsp:nvSpPr>
      <dsp:spPr>
        <a:xfrm>
          <a:off x="0" y="1143909"/>
          <a:ext cx="6900512" cy="1032854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Applications use it to retrieve, insert, update, and delete records</a:t>
          </a:r>
          <a:endParaRPr lang="en-US" sz="2600" kern="1200"/>
        </a:p>
      </dsp:txBody>
      <dsp:txXfrm>
        <a:off x="50420" y="1194329"/>
        <a:ext cx="6799672" cy="932014"/>
      </dsp:txXfrm>
    </dsp:sp>
    <dsp:sp modelId="{6901F218-8DDC-457A-B092-DC3CD2C7EBF8}">
      <dsp:nvSpPr>
        <dsp:cNvPr id="0" name=""/>
        <dsp:cNvSpPr/>
      </dsp:nvSpPr>
      <dsp:spPr>
        <a:xfrm>
          <a:off x="0" y="2251643"/>
          <a:ext cx="6900512" cy="1032854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Processes transactions and supports multiple users</a:t>
          </a:r>
          <a:endParaRPr lang="en-US" sz="2600" kern="1200"/>
        </a:p>
      </dsp:txBody>
      <dsp:txXfrm>
        <a:off x="50420" y="2302063"/>
        <a:ext cx="6799672" cy="932014"/>
      </dsp:txXfrm>
    </dsp:sp>
    <dsp:sp modelId="{E6C392ED-1D6A-4C94-B1CC-4003CD9E9BF8}">
      <dsp:nvSpPr>
        <dsp:cNvPr id="0" name=""/>
        <dsp:cNvSpPr/>
      </dsp:nvSpPr>
      <dsp:spPr>
        <a:xfrm>
          <a:off x="0" y="3359377"/>
          <a:ext cx="6900512" cy="1032854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Examples of stored data: customers, products, orders, payments</a:t>
          </a:r>
          <a:endParaRPr lang="en-US" sz="2600" kern="1200"/>
        </a:p>
      </dsp:txBody>
      <dsp:txXfrm>
        <a:off x="50420" y="3409797"/>
        <a:ext cx="6799672" cy="932014"/>
      </dsp:txXfrm>
    </dsp:sp>
    <dsp:sp modelId="{B58BF727-5E9A-4AF6-BBC5-66F80DE318AF}">
      <dsp:nvSpPr>
        <dsp:cNvPr id="0" name=""/>
        <dsp:cNvSpPr/>
      </dsp:nvSpPr>
      <dsp:spPr>
        <a:xfrm>
          <a:off x="0" y="4467111"/>
          <a:ext cx="6900512" cy="1032854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Key requirements: performance, data integrity, reliability, backup, and security</a:t>
          </a:r>
          <a:endParaRPr lang="en-US" sz="2600" kern="1200"/>
        </a:p>
      </dsp:txBody>
      <dsp:txXfrm>
        <a:off x="50420" y="4517531"/>
        <a:ext cx="6799672" cy="9320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408FC-A421-4148-8016-61CE85D2D90E}">
      <dsp:nvSpPr>
        <dsp:cNvPr id="0" name=""/>
        <dsp:cNvSpPr/>
      </dsp:nvSpPr>
      <dsp:spPr>
        <a:xfrm>
          <a:off x="0" y="4170"/>
          <a:ext cx="6651253" cy="8884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DC3DC3-8677-4005-826C-74907A38CB38}">
      <dsp:nvSpPr>
        <dsp:cNvPr id="0" name=""/>
        <dsp:cNvSpPr/>
      </dsp:nvSpPr>
      <dsp:spPr>
        <a:xfrm>
          <a:off x="268742" y="204061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BC790-7A0F-47EC-8CFB-7B92DA899601}">
      <dsp:nvSpPr>
        <dsp:cNvPr id="0" name=""/>
        <dsp:cNvSpPr/>
      </dsp:nvSpPr>
      <dsp:spPr>
        <a:xfrm>
          <a:off x="1026106" y="417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Provides centralized storage for files and folders</a:t>
          </a:r>
          <a:endParaRPr lang="en-US" sz="1900" kern="1200"/>
        </a:p>
      </dsp:txBody>
      <dsp:txXfrm>
        <a:off x="1026106" y="4170"/>
        <a:ext cx="5625146" cy="888403"/>
      </dsp:txXfrm>
    </dsp:sp>
    <dsp:sp modelId="{D55FD671-5281-4F39-AE11-0E9BAD41579E}">
      <dsp:nvSpPr>
        <dsp:cNvPr id="0" name=""/>
        <dsp:cNvSpPr/>
      </dsp:nvSpPr>
      <dsp:spPr>
        <a:xfrm>
          <a:off x="0" y="1114675"/>
          <a:ext cx="6651253" cy="8884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6D15E-4A61-4ECC-8671-854B5869EBB8}">
      <dsp:nvSpPr>
        <dsp:cNvPr id="0" name=""/>
        <dsp:cNvSpPr/>
      </dsp:nvSpPr>
      <dsp:spPr>
        <a:xfrm>
          <a:off x="268742" y="1314566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40C7F-CC1A-4A14-9B6A-63ACA3FD48C2}">
      <dsp:nvSpPr>
        <dsp:cNvPr id="0" name=""/>
        <dsp:cNvSpPr/>
      </dsp:nvSpPr>
      <dsp:spPr>
        <a:xfrm>
          <a:off x="1026106" y="1114675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Allows authorized users to access shared resources</a:t>
          </a:r>
          <a:endParaRPr lang="en-US" sz="1900" kern="1200"/>
        </a:p>
      </dsp:txBody>
      <dsp:txXfrm>
        <a:off x="1026106" y="1114675"/>
        <a:ext cx="5625146" cy="888403"/>
      </dsp:txXfrm>
    </dsp:sp>
    <dsp:sp modelId="{A54BD2A5-25B3-49A5-9707-909317391DE0}">
      <dsp:nvSpPr>
        <dsp:cNvPr id="0" name=""/>
        <dsp:cNvSpPr/>
      </dsp:nvSpPr>
      <dsp:spPr>
        <a:xfrm>
          <a:off x="0" y="2225180"/>
          <a:ext cx="6651253" cy="8884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0640A-EA0C-45F4-AFA4-F873096466E4}">
      <dsp:nvSpPr>
        <dsp:cNvPr id="0" name=""/>
        <dsp:cNvSpPr/>
      </dsp:nvSpPr>
      <dsp:spPr>
        <a:xfrm>
          <a:off x="268742" y="2425070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C56E6-7AE7-4A16-83FE-0DCB12EFE2F1}">
      <dsp:nvSpPr>
        <dsp:cNvPr id="0" name=""/>
        <dsp:cNvSpPr/>
      </dsp:nvSpPr>
      <dsp:spPr>
        <a:xfrm>
          <a:off x="1026106" y="2225180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Benefits: centralized storage, collaboration, access control, and easier backup</a:t>
          </a:r>
          <a:endParaRPr lang="en-US" sz="1900" kern="1200"/>
        </a:p>
      </dsp:txBody>
      <dsp:txXfrm>
        <a:off x="1026106" y="2225180"/>
        <a:ext cx="5625146" cy="888403"/>
      </dsp:txXfrm>
    </dsp:sp>
    <dsp:sp modelId="{21EEF894-B57C-48E9-877D-47ECE3D645B5}">
      <dsp:nvSpPr>
        <dsp:cNvPr id="0" name=""/>
        <dsp:cNvSpPr/>
      </dsp:nvSpPr>
      <dsp:spPr>
        <a:xfrm>
          <a:off x="0" y="3335684"/>
          <a:ext cx="6651253" cy="8884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4ECC-300F-4136-865F-3930F693592D}">
      <dsp:nvSpPr>
        <dsp:cNvPr id="0" name=""/>
        <dsp:cNvSpPr/>
      </dsp:nvSpPr>
      <dsp:spPr>
        <a:xfrm>
          <a:off x="268742" y="3535575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2594C-9773-46E6-BDA4-F3885DEF9011}">
      <dsp:nvSpPr>
        <dsp:cNvPr id="0" name=""/>
        <dsp:cNvSpPr/>
      </dsp:nvSpPr>
      <dsp:spPr>
        <a:xfrm>
          <a:off x="1026106" y="3335684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Administrators can assign permissions to users and groups</a:t>
          </a:r>
          <a:endParaRPr lang="en-US" sz="1900" kern="1200"/>
        </a:p>
      </dsp:txBody>
      <dsp:txXfrm>
        <a:off x="1026106" y="3335684"/>
        <a:ext cx="5625146" cy="888403"/>
      </dsp:txXfrm>
    </dsp:sp>
    <dsp:sp modelId="{C965F317-AE2D-4ECD-8CA3-51632F61D0B6}">
      <dsp:nvSpPr>
        <dsp:cNvPr id="0" name=""/>
        <dsp:cNvSpPr/>
      </dsp:nvSpPr>
      <dsp:spPr>
        <a:xfrm>
          <a:off x="0" y="4446189"/>
          <a:ext cx="6651253" cy="88840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A7092-ED3C-4FDF-BE20-DE202D921566}">
      <dsp:nvSpPr>
        <dsp:cNvPr id="0" name=""/>
        <dsp:cNvSpPr/>
      </dsp:nvSpPr>
      <dsp:spPr>
        <a:xfrm>
          <a:off x="268742" y="4646080"/>
          <a:ext cx="488622" cy="4886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DD6E3-99D7-4C60-B519-DB812A04BB02}">
      <dsp:nvSpPr>
        <dsp:cNvPr id="0" name=""/>
        <dsp:cNvSpPr/>
      </dsp:nvSpPr>
      <dsp:spPr>
        <a:xfrm>
          <a:off x="1026106" y="4446189"/>
          <a:ext cx="5625146" cy="888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023" tIns="94023" rIns="94023" bIns="94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Typical flow: Users → File Server → Shared Folders</a:t>
          </a:r>
          <a:endParaRPr lang="en-US" sz="1900" kern="1200"/>
        </a:p>
      </dsp:txBody>
      <dsp:txXfrm>
        <a:off x="1026106" y="4446189"/>
        <a:ext cx="5625146" cy="8884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12062D-7690-431C-AC87-B79830D3B9C9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BA877-1B08-495A-A67C-00F5A52A2D74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RRAS = Routing and Remote Access Service</a:t>
          </a:r>
          <a:endParaRPr lang="en-US" sz="2200" kern="1200"/>
        </a:p>
      </dsp:txBody>
      <dsp:txXfrm>
        <a:off x="0" y="675"/>
        <a:ext cx="6900512" cy="790684"/>
      </dsp:txXfrm>
    </dsp:sp>
    <dsp:sp modelId="{A251CF96-51C4-4635-AA42-D00096AA3455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EA086-70C0-42BC-8689-14F79B5ADC5C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Provides network routing between different networks</a:t>
          </a:r>
          <a:endParaRPr lang="en-US" sz="2200" kern="1200"/>
        </a:p>
      </dsp:txBody>
      <dsp:txXfrm>
        <a:off x="0" y="791359"/>
        <a:ext cx="6900512" cy="790684"/>
      </dsp:txXfrm>
    </dsp:sp>
    <dsp:sp modelId="{3273216B-1012-470C-B3C0-E9E38DE30226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0A512-3183-4960-B60A-A6906613687F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Provides remote access to authorized users</a:t>
          </a:r>
          <a:endParaRPr lang="en-US" sz="2200" kern="1200"/>
        </a:p>
      </dsp:txBody>
      <dsp:txXfrm>
        <a:off x="0" y="1582044"/>
        <a:ext cx="6900512" cy="790684"/>
      </dsp:txXfrm>
    </dsp:sp>
    <dsp:sp modelId="{69105851-2F2B-4234-8EF3-B798CFFDECA6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DF2EC-BA06-4E23-92EC-7DB6A36E5854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Common uses: remote employees, branch offices, and mobile users</a:t>
          </a:r>
          <a:endParaRPr lang="en-US" sz="2200" kern="1200"/>
        </a:p>
      </dsp:txBody>
      <dsp:txXfrm>
        <a:off x="0" y="2372728"/>
        <a:ext cx="6900512" cy="790684"/>
      </dsp:txXfrm>
    </dsp:sp>
    <dsp:sp modelId="{D7A32353-2B6D-439B-8947-C5C1BE0EEFCD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0527E-213F-4EFE-8D46-0DF8B104EB08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Administrators configure routing, secure communication, and access control</a:t>
          </a:r>
          <a:endParaRPr lang="en-US" sz="2200" kern="1200"/>
        </a:p>
      </dsp:txBody>
      <dsp:txXfrm>
        <a:off x="0" y="3163412"/>
        <a:ext cx="6900512" cy="790684"/>
      </dsp:txXfrm>
    </dsp:sp>
    <dsp:sp modelId="{B8491846-0B1E-4225-A10D-1DC3C70A3854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F19D8-D5BF-491E-B162-0A2AAA0CBD41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Routing example: Network A → RRAS → Network B</a:t>
          </a:r>
          <a:endParaRPr lang="en-US" sz="2200" kern="1200"/>
        </a:p>
      </dsp:txBody>
      <dsp:txXfrm>
        <a:off x="0" y="3954096"/>
        <a:ext cx="6900512" cy="790684"/>
      </dsp:txXfrm>
    </dsp:sp>
    <dsp:sp modelId="{7C92D141-103D-4E1F-965E-7E288DCC2DAF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61B19-3A47-4FD5-B299-A96BFC6D42F2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Remote access example: Remote User → Secure Connection → RRAS → Internal Network</a:t>
          </a:r>
          <a:endParaRPr lang="en-US" sz="2200" kern="1200"/>
        </a:p>
      </dsp:txBody>
      <dsp:txXfrm>
        <a:off x="0" y="4744781"/>
        <a:ext cx="6900512" cy="7906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5FA7C-1839-4302-9976-9E26E4F11E7B}">
      <dsp:nvSpPr>
        <dsp:cNvPr id="0" name=""/>
        <dsp:cNvSpPr/>
      </dsp:nvSpPr>
      <dsp:spPr>
        <a:xfrm>
          <a:off x="0" y="1727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F0A1B-0331-47FD-833A-4CDC21727BC3}">
      <dsp:nvSpPr>
        <dsp:cNvPr id="0" name=""/>
        <dsp:cNvSpPr/>
      </dsp:nvSpPr>
      <dsp:spPr>
        <a:xfrm>
          <a:off x="222611" y="167305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1D54F-F389-42CF-9EBD-822741D2F320}">
      <dsp:nvSpPr>
        <dsp:cNvPr id="0" name=""/>
        <dsp:cNvSpPr/>
      </dsp:nvSpPr>
      <dsp:spPr>
        <a:xfrm>
          <a:off x="849970" y="1727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Provides essential services required for network operation</a:t>
          </a:r>
          <a:endParaRPr lang="en-US" sz="1900" kern="1200"/>
        </a:p>
      </dsp:txBody>
      <dsp:txXfrm>
        <a:off x="849970" y="1727"/>
        <a:ext cx="5801282" cy="735904"/>
      </dsp:txXfrm>
    </dsp:sp>
    <dsp:sp modelId="{B4735A47-795B-4E5B-B6E6-8CA4261BF5DE}">
      <dsp:nvSpPr>
        <dsp:cNvPr id="0" name=""/>
        <dsp:cNvSpPr/>
      </dsp:nvSpPr>
      <dsp:spPr>
        <a:xfrm>
          <a:off x="0" y="921608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1F508-A371-4525-A661-69D3D0641382}">
      <dsp:nvSpPr>
        <dsp:cNvPr id="0" name=""/>
        <dsp:cNvSpPr/>
      </dsp:nvSpPr>
      <dsp:spPr>
        <a:xfrm>
          <a:off x="222611" y="1087186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541BC-0B06-411E-9774-986499B82557}">
      <dsp:nvSpPr>
        <dsp:cNvPr id="0" name=""/>
        <dsp:cNvSpPr/>
      </dsp:nvSpPr>
      <dsp:spPr>
        <a:xfrm>
          <a:off x="849970" y="921608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DNS – Name resolution</a:t>
          </a:r>
          <a:endParaRPr lang="en-US" sz="1900" kern="1200"/>
        </a:p>
      </dsp:txBody>
      <dsp:txXfrm>
        <a:off x="849970" y="921608"/>
        <a:ext cx="5801282" cy="735904"/>
      </dsp:txXfrm>
    </dsp:sp>
    <dsp:sp modelId="{1C639136-1B30-4656-9E66-7B0444AE7FD9}">
      <dsp:nvSpPr>
        <dsp:cNvPr id="0" name=""/>
        <dsp:cNvSpPr/>
      </dsp:nvSpPr>
      <dsp:spPr>
        <a:xfrm>
          <a:off x="0" y="1841489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AFE7F-6C93-4BEF-8F3C-A45F85C35DD4}">
      <dsp:nvSpPr>
        <dsp:cNvPr id="0" name=""/>
        <dsp:cNvSpPr/>
      </dsp:nvSpPr>
      <dsp:spPr>
        <a:xfrm>
          <a:off x="222611" y="2007067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1687D-172F-4BC0-BD5B-243CEC459ED6}">
      <dsp:nvSpPr>
        <dsp:cNvPr id="0" name=""/>
        <dsp:cNvSpPr/>
      </dsp:nvSpPr>
      <dsp:spPr>
        <a:xfrm>
          <a:off x="849970" y="1841489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DHCP – IP address allocation</a:t>
          </a:r>
          <a:endParaRPr lang="en-US" sz="1900" kern="1200"/>
        </a:p>
      </dsp:txBody>
      <dsp:txXfrm>
        <a:off x="849970" y="1841489"/>
        <a:ext cx="5801282" cy="735904"/>
      </dsp:txXfrm>
    </dsp:sp>
    <dsp:sp modelId="{C7396CAC-0A23-4F89-BD25-781BE0B2103A}">
      <dsp:nvSpPr>
        <dsp:cNvPr id="0" name=""/>
        <dsp:cNvSpPr/>
      </dsp:nvSpPr>
      <dsp:spPr>
        <a:xfrm>
          <a:off x="0" y="2761370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E753A-44E5-46CB-8FCE-86E58F843281}">
      <dsp:nvSpPr>
        <dsp:cNvPr id="0" name=""/>
        <dsp:cNvSpPr/>
      </dsp:nvSpPr>
      <dsp:spPr>
        <a:xfrm>
          <a:off x="222611" y="2926948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097AA-AADA-4C84-A6F4-A2D5C4EAAC78}">
      <dsp:nvSpPr>
        <dsp:cNvPr id="0" name=""/>
        <dsp:cNvSpPr/>
      </dsp:nvSpPr>
      <dsp:spPr>
        <a:xfrm>
          <a:off x="849970" y="2761370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NTP – Time synchronization</a:t>
          </a:r>
          <a:endParaRPr lang="en-US" sz="1900" kern="1200"/>
        </a:p>
      </dsp:txBody>
      <dsp:txXfrm>
        <a:off x="849970" y="2761370"/>
        <a:ext cx="5801282" cy="735904"/>
      </dsp:txXfrm>
    </dsp:sp>
    <dsp:sp modelId="{1D425E63-0630-4ADD-A613-A40A31B0A24E}">
      <dsp:nvSpPr>
        <dsp:cNvPr id="0" name=""/>
        <dsp:cNvSpPr/>
      </dsp:nvSpPr>
      <dsp:spPr>
        <a:xfrm>
          <a:off x="0" y="3681251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BC4CF-4857-4210-AFB3-D69BC4E449EE}">
      <dsp:nvSpPr>
        <dsp:cNvPr id="0" name=""/>
        <dsp:cNvSpPr/>
      </dsp:nvSpPr>
      <dsp:spPr>
        <a:xfrm>
          <a:off x="222611" y="3846829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86EA2-6BFA-4BD7-8708-AEA5845B7635}">
      <dsp:nvSpPr>
        <dsp:cNvPr id="0" name=""/>
        <dsp:cNvSpPr/>
      </dsp:nvSpPr>
      <dsp:spPr>
        <a:xfrm>
          <a:off x="849970" y="3681251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Network management – Monitoring and administration</a:t>
          </a:r>
          <a:endParaRPr lang="en-US" sz="1900" kern="1200"/>
        </a:p>
      </dsp:txBody>
      <dsp:txXfrm>
        <a:off x="849970" y="3681251"/>
        <a:ext cx="5801282" cy="735904"/>
      </dsp:txXfrm>
    </dsp:sp>
    <dsp:sp modelId="{EEA77785-4B9B-458B-9A1E-E0A71FB5E88A}">
      <dsp:nvSpPr>
        <dsp:cNvPr id="0" name=""/>
        <dsp:cNvSpPr/>
      </dsp:nvSpPr>
      <dsp:spPr>
        <a:xfrm>
          <a:off x="0" y="4601132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94FF3-F2B0-460B-AB53-8D53637BC6CB}">
      <dsp:nvSpPr>
        <dsp:cNvPr id="0" name=""/>
        <dsp:cNvSpPr/>
      </dsp:nvSpPr>
      <dsp:spPr>
        <a:xfrm>
          <a:off x="222611" y="4766710"/>
          <a:ext cx="404747" cy="4047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A5772-4CC7-4C98-8F1D-B3D487446A5C}">
      <dsp:nvSpPr>
        <dsp:cNvPr id="0" name=""/>
        <dsp:cNvSpPr/>
      </dsp:nvSpPr>
      <dsp:spPr>
        <a:xfrm>
          <a:off x="849970" y="4601132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These services simplify communication and network administration</a:t>
          </a:r>
          <a:endParaRPr lang="en-US" sz="1900" kern="1200"/>
        </a:p>
      </dsp:txBody>
      <dsp:txXfrm>
        <a:off x="849970" y="4601132"/>
        <a:ext cx="5801282" cy="7359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C25F7-7F26-4283-90D4-9B170AF40922}">
      <dsp:nvSpPr>
        <dsp:cNvPr id="0" name=""/>
        <dsp:cNvSpPr/>
      </dsp:nvSpPr>
      <dsp:spPr>
        <a:xfrm>
          <a:off x="0" y="755959"/>
          <a:ext cx="6263640" cy="7547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Servers continuously require changes</a:t>
          </a:r>
          <a:endParaRPr lang="en-US" sz="1900" kern="1200"/>
        </a:p>
      </dsp:txBody>
      <dsp:txXfrm>
        <a:off x="36845" y="792804"/>
        <a:ext cx="6189950" cy="681087"/>
      </dsp:txXfrm>
    </dsp:sp>
    <dsp:sp modelId="{A13A6C89-F13B-46B5-B48F-3D0B869111BE}">
      <dsp:nvSpPr>
        <dsp:cNvPr id="0" name=""/>
        <dsp:cNvSpPr/>
      </dsp:nvSpPr>
      <dsp:spPr>
        <a:xfrm>
          <a:off x="0" y="1565457"/>
          <a:ext cx="6263640" cy="754777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Examples: software updates, hardware upgrades, network changes, new applications, and security improvements</a:t>
          </a:r>
          <a:endParaRPr lang="en-US" sz="1900" kern="1200"/>
        </a:p>
      </dsp:txBody>
      <dsp:txXfrm>
        <a:off x="36845" y="1602302"/>
        <a:ext cx="6189950" cy="681087"/>
      </dsp:txXfrm>
    </dsp:sp>
    <dsp:sp modelId="{EA62D9EE-DDC0-400F-A3B9-FC02DDD30AAD}">
      <dsp:nvSpPr>
        <dsp:cNvPr id="0" name=""/>
        <dsp:cNvSpPr/>
      </dsp:nvSpPr>
      <dsp:spPr>
        <a:xfrm>
          <a:off x="0" y="2374955"/>
          <a:ext cx="6263640" cy="754777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Uncontrolled changes can cause errors, service failures, downtime, and business impact</a:t>
          </a:r>
          <a:endParaRPr lang="en-US" sz="1900" kern="1200"/>
        </a:p>
      </dsp:txBody>
      <dsp:txXfrm>
        <a:off x="36845" y="2411800"/>
        <a:ext cx="6189950" cy="681087"/>
      </dsp:txXfrm>
    </dsp:sp>
    <dsp:sp modelId="{680EBFE9-F017-4163-9CB6-A12097CF2AA5}">
      <dsp:nvSpPr>
        <dsp:cNvPr id="0" name=""/>
        <dsp:cNvSpPr/>
      </dsp:nvSpPr>
      <dsp:spPr>
        <a:xfrm>
          <a:off x="0" y="3184452"/>
          <a:ext cx="6263640" cy="754777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Change Management provides a controlled process</a:t>
          </a:r>
          <a:endParaRPr lang="en-US" sz="1900" kern="1200"/>
        </a:p>
      </dsp:txBody>
      <dsp:txXfrm>
        <a:off x="36845" y="3221297"/>
        <a:ext cx="6189950" cy="681087"/>
      </dsp:txXfrm>
    </dsp:sp>
    <dsp:sp modelId="{D42526A9-086A-4D1D-8716-D3AD98C18D6D}">
      <dsp:nvSpPr>
        <dsp:cNvPr id="0" name=""/>
        <dsp:cNvSpPr/>
      </dsp:nvSpPr>
      <dsp:spPr>
        <a:xfrm>
          <a:off x="0" y="3993950"/>
          <a:ext cx="6263640" cy="75477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Core flow: Plan → Approve → Implement → Verify → Document</a:t>
          </a:r>
          <a:endParaRPr lang="en-US" sz="1900" kern="1200"/>
        </a:p>
      </dsp:txBody>
      <dsp:txXfrm>
        <a:off x="36845" y="4030795"/>
        <a:ext cx="6189950" cy="6810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FFCC0-AC2C-46EB-8A72-6F043016B4CE}">
      <dsp:nvSpPr>
        <dsp:cNvPr id="0" name=""/>
        <dsp:cNvSpPr/>
      </dsp:nvSpPr>
      <dsp:spPr>
        <a:xfrm>
          <a:off x="0" y="4989928"/>
          <a:ext cx="1725128" cy="5460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7</a:t>
          </a:r>
        </a:p>
      </dsp:txBody>
      <dsp:txXfrm>
        <a:off x="0" y="4989928"/>
        <a:ext cx="1725128" cy="546045"/>
      </dsp:txXfrm>
    </dsp:sp>
    <dsp:sp modelId="{9876560B-9810-4576-A484-7611711B5E7D}">
      <dsp:nvSpPr>
        <dsp:cNvPr id="0" name=""/>
        <dsp:cNvSpPr/>
      </dsp:nvSpPr>
      <dsp:spPr>
        <a:xfrm>
          <a:off x="1725128" y="4989928"/>
          <a:ext cx="5175384" cy="54604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Document and Review</a:t>
          </a:r>
        </a:p>
      </dsp:txBody>
      <dsp:txXfrm>
        <a:off x="1725128" y="4989928"/>
        <a:ext cx="5175384" cy="546045"/>
      </dsp:txXfrm>
    </dsp:sp>
    <dsp:sp modelId="{624FF4CA-4642-4D42-8EDB-E58D88FAF749}">
      <dsp:nvSpPr>
        <dsp:cNvPr id="0" name=""/>
        <dsp:cNvSpPr/>
      </dsp:nvSpPr>
      <dsp:spPr>
        <a:xfrm rot="10800000">
          <a:off x="0" y="4158301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6</a:t>
          </a:r>
        </a:p>
      </dsp:txBody>
      <dsp:txXfrm rot="-10800000">
        <a:off x="0" y="4158301"/>
        <a:ext cx="1725128" cy="545881"/>
      </dsp:txXfrm>
    </dsp:sp>
    <dsp:sp modelId="{17A9B6B1-7076-4180-B956-F7AE2CEDE99C}">
      <dsp:nvSpPr>
        <dsp:cNvPr id="0" name=""/>
        <dsp:cNvSpPr/>
      </dsp:nvSpPr>
      <dsp:spPr>
        <a:xfrm>
          <a:off x="1725128" y="4158301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Verify the Results</a:t>
          </a:r>
        </a:p>
      </dsp:txBody>
      <dsp:txXfrm>
        <a:off x="1725128" y="4158301"/>
        <a:ext cx="5175384" cy="545881"/>
      </dsp:txXfrm>
    </dsp:sp>
    <dsp:sp modelId="{E76E4053-BAA8-4422-9688-AEB059CAF4E1}">
      <dsp:nvSpPr>
        <dsp:cNvPr id="0" name=""/>
        <dsp:cNvSpPr/>
      </dsp:nvSpPr>
      <dsp:spPr>
        <a:xfrm rot="10800000">
          <a:off x="0" y="3326674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5</a:t>
          </a:r>
        </a:p>
      </dsp:txBody>
      <dsp:txXfrm rot="-10800000">
        <a:off x="0" y="3326674"/>
        <a:ext cx="1725128" cy="545881"/>
      </dsp:txXfrm>
    </dsp:sp>
    <dsp:sp modelId="{1E93CFE8-4A21-47C0-A17E-572DDFC97107}">
      <dsp:nvSpPr>
        <dsp:cNvPr id="0" name=""/>
        <dsp:cNvSpPr/>
      </dsp:nvSpPr>
      <dsp:spPr>
        <a:xfrm>
          <a:off x="1725128" y="3326674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 the Change</a:t>
          </a:r>
        </a:p>
      </dsp:txBody>
      <dsp:txXfrm>
        <a:off x="1725128" y="3326674"/>
        <a:ext cx="5175384" cy="545881"/>
      </dsp:txXfrm>
    </dsp:sp>
    <dsp:sp modelId="{992A67DC-9F0D-44F7-A6A8-E4EC3E4430ED}">
      <dsp:nvSpPr>
        <dsp:cNvPr id="0" name=""/>
        <dsp:cNvSpPr/>
      </dsp:nvSpPr>
      <dsp:spPr>
        <a:xfrm rot="10800000">
          <a:off x="0" y="2495047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4</a:t>
          </a:r>
        </a:p>
      </dsp:txBody>
      <dsp:txXfrm rot="-10800000">
        <a:off x="0" y="2495047"/>
        <a:ext cx="1725128" cy="545881"/>
      </dsp:txXfrm>
    </dsp:sp>
    <dsp:sp modelId="{4A44FF60-1162-4726-B8BA-2C403D4EDB75}">
      <dsp:nvSpPr>
        <dsp:cNvPr id="0" name=""/>
        <dsp:cNvSpPr/>
      </dsp:nvSpPr>
      <dsp:spPr>
        <a:xfrm>
          <a:off x="1725128" y="2495047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Obtain Approval</a:t>
          </a:r>
        </a:p>
      </dsp:txBody>
      <dsp:txXfrm>
        <a:off x="1725128" y="2495047"/>
        <a:ext cx="5175384" cy="545881"/>
      </dsp:txXfrm>
    </dsp:sp>
    <dsp:sp modelId="{A3B7EC59-CA27-49D5-A1C0-E96C558F0394}">
      <dsp:nvSpPr>
        <dsp:cNvPr id="0" name=""/>
        <dsp:cNvSpPr/>
      </dsp:nvSpPr>
      <dsp:spPr>
        <a:xfrm rot="10800000">
          <a:off x="0" y="1663421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3</a:t>
          </a:r>
        </a:p>
      </dsp:txBody>
      <dsp:txXfrm rot="-10800000">
        <a:off x="0" y="1663421"/>
        <a:ext cx="1725128" cy="545881"/>
      </dsp:txXfrm>
    </dsp:sp>
    <dsp:sp modelId="{5620E1F5-175F-4D71-8D02-E2F5800C74CE}">
      <dsp:nvSpPr>
        <dsp:cNvPr id="0" name=""/>
        <dsp:cNvSpPr/>
      </dsp:nvSpPr>
      <dsp:spPr>
        <a:xfrm>
          <a:off x="1725128" y="1663421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Plan the Change</a:t>
          </a:r>
        </a:p>
      </dsp:txBody>
      <dsp:txXfrm>
        <a:off x="1725128" y="1663421"/>
        <a:ext cx="5175384" cy="545881"/>
      </dsp:txXfrm>
    </dsp:sp>
    <dsp:sp modelId="{C5B51CD7-2A64-493F-AD69-80A7D97B7E66}">
      <dsp:nvSpPr>
        <dsp:cNvPr id="0" name=""/>
        <dsp:cNvSpPr/>
      </dsp:nvSpPr>
      <dsp:spPr>
        <a:xfrm rot="10800000">
          <a:off x="0" y="831794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2</a:t>
          </a:r>
        </a:p>
      </dsp:txBody>
      <dsp:txXfrm rot="-10800000">
        <a:off x="0" y="831794"/>
        <a:ext cx="1725128" cy="545881"/>
      </dsp:txXfrm>
    </dsp:sp>
    <dsp:sp modelId="{9523B6EE-E4AF-468C-A7F4-036E42D958DD}">
      <dsp:nvSpPr>
        <dsp:cNvPr id="0" name=""/>
        <dsp:cNvSpPr/>
      </dsp:nvSpPr>
      <dsp:spPr>
        <a:xfrm>
          <a:off x="1725128" y="831794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Assess Impact and Risks</a:t>
          </a:r>
        </a:p>
      </dsp:txBody>
      <dsp:txXfrm>
        <a:off x="1725128" y="831794"/>
        <a:ext cx="5175384" cy="545881"/>
      </dsp:txXfrm>
    </dsp:sp>
    <dsp:sp modelId="{81C7468E-C466-4DBB-9154-C2394DE07A83}">
      <dsp:nvSpPr>
        <dsp:cNvPr id="0" name=""/>
        <dsp:cNvSpPr/>
      </dsp:nvSpPr>
      <dsp:spPr>
        <a:xfrm rot="10800000">
          <a:off x="0" y="167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1</a:t>
          </a:r>
        </a:p>
      </dsp:txBody>
      <dsp:txXfrm rot="-10800000">
        <a:off x="0" y="167"/>
        <a:ext cx="1725128" cy="545881"/>
      </dsp:txXfrm>
    </dsp:sp>
    <dsp:sp modelId="{E012417D-2063-47EC-9924-C8C5FECFA625}">
      <dsp:nvSpPr>
        <dsp:cNvPr id="0" name=""/>
        <dsp:cNvSpPr/>
      </dsp:nvSpPr>
      <dsp:spPr>
        <a:xfrm>
          <a:off x="1725128" y="167"/>
          <a:ext cx="5175384" cy="54588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 the Need for Change</a:t>
          </a:r>
        </a:p>
      </dsp:txBody>
      <dsp:txXfrm>
        <a:off x="1725128" y="167"/>
        <a:ext cx="5175384" cy="5458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5E524-9C90-49CD-B893-B4439DAFF4A9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835CD-0E96-49C7-9F28-EEE856BA4E82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CED70-FD5E-4925-9CA4-BC1F3A890912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Determine why the change is necessary</a:t>
          </a:r>
          <a:endParaRPr lang="en-US" sz="1900" kern="1200"/>
        </a:p>
      </dsp:txBody>
      <dsp:txXfrm>
        <a:off x="1297085" y="2215"/>
        <a:ext cx="5354167" cy="1123017"/>
      </dsp:txXfrm>
    </dsp:sp>
    <dsp:sp modelId="{2B202DBF-4F31-4912-AFCB-E27B305F7E84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F1491-44A3-4796-BAD5-40A964F56BC3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93D3D-A0E9-4C04-A59C-1E3347B1A807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Define the problem or requirement</a:t>
          </a:r>
          <a:endParaRPr lang="en-US" sz="1900" kern="1200"/>
        </a:p>
      </dsp:txBody>
      <dsp:txXfrm>
        <a:off x="1297085" y="1405987"/>
        <a:ext cx="5354167" cy="1123017"/>
      </dsp:txXfrm>
    </dsp:sp>
    <dsp:sp modelId="{1ED1F2B4-5223-4C4E-9A11-F3150F26F321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D68B4-CAE4-4211-AA76-606E78DF87AF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6737D-3C48-4A44-8677-3C5E600006F0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Identify the expected outcome</a:t>
          </a:r>
          <a:endParaRPr lang="en-US" sz="1900" kern="1200"/>
        </a:p>
      </dsp:txBody>
      <dsp:txXfrm>
        <a:off x="1297085" y="2809759"/>
        <a:ext cx="5354167" cy="1123017"/>
      </dsp:txXfrm>
    </dsp:sp>
    <dsp:sp modelId="{54F705E7-4735-4186-8CC4-5F7EC7534918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4A522-BAF5-4580-A414-123E6556BF25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63198-6A83-4227-AC01-85C15FEACDAD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Common reasons: security improvement, hardware upgrade, software update, performance optimization, and business requirements</a:t>
          </a:r>
          <a:endParaRPr lang="en-US" sz="1900" kern="1200"/>
        </a:p>
      </dsp:txBody>
      <dsp:txXfrm>
        <a:off x="1297085" y="4213530"/>
        <a:ext cx="5354167" cy="11230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989E9-1559-4AE2-AA72-B65DCDDDE2CE}">
      <dsp:nvSpPr>
        <dsp:cNvPr id="0" name=""/>
        <dsp:cNvSpPr/>
      </dsp:nvSpPr>
      <dsp:spPr>
        <a:xfrm>
          <a:off x="0" y="1901"/>
          <a:ext cx="6301601" cy="8103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F724AD-96FD-471A-BFC5-977B72E3B26B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6E29D-3551-4BE1-9EB1-B6B2346871A0}">
      <dsp:nvSpPr>
        <dsp:cNvPr id="0" name=""/>
        <dsp:cNvSpPr/>
      </dsp:nvSpPr>
      <dsp:spPr>
        <a:xfrm>
          <a:off x="935949" y="190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Determine how the change may affect servers, applications, users, and network services</a:t>
          </a:r>
          <a:endParaRPr lang="en-US" sz="1900" kern="1200"/>
        </a:p>
      </dsp:txBody>
      <dsp:txXfrm>
        <a:off x="935949" y="1901"/>
        <a:ext cx="5365651" cy="810345"/>
      </dsp:txXfrm>
    </dsp:sp>
    <dsp:sp modelId="{CBFF65E9-A6E6-430D-93D6-319700BF1ACF}">
      <dsp:nvSpPr>
        <dsp:cNvPr id="0" name=""/>
        <dsp:cNvSpPr/>
      </dsp:nvSpPr>
      <dsp:spPr>
        <a:xfrm>
          <a:off x="0" y="1014833"/>
          <a:ext cx="6301601" cy="8103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903DD-9CFA-44FD-84D0-9EBCAD7FCE90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BC3F2-5D79-43A5-AB19-93FB81A4D48D}">
      <dsp:nvSpPr>
        <dsp:cNvPr id="0" name=""/>
        <dsp:cNvSpPr/>
      </dsp:nvSpPr>
      <dsp:spPr>
        <a:xfrm>
          <a:off x="935949" y="1014833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Ask whether downtime is required</a:t>
          </a:r>
          <a:endParaRPr lang="en-US" sz="1900" kern="1200"/>
        </a:p>
      </dsp:txBody>
      <dsp:txXfrm>
        <a:off x="935949" y="1014833"/>
        <a:ext cx="5365651" cy="810345"/>
      </dsp:txXfrm>
    </dsp:sp>
    <dsp:sp modelId="{988AE8B6-003C-4613-B0AB-B1E7DD2E1C46}">
      <dsp:nvSpPr>
        <dsp:cNvPr id="0" name=""/>
        <dsp:cNvSpPr/>
      </dsp:nvSpPr>
      <dsp:spPr>
        <a:xfrm>
          <a:off x="0" y="2027765"/>
          <a:ext cx="6301601" cy="8103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925C5-02FD-4A6F-9E52-082F50C22214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400FC-122D-41E9-99C1-07F7F14410AE}">
      <dsp:nvSpPr>
        <dsp:cNvPr id="0" name=""/>
        <dsp:cNvSpPr/>
      </dsp:nvSpPr>
      <dsp:spPr>
        <a:xfrm>
          <a:off x="935949" y="2027765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Check whether applications could be affected</a:t>
          </a:r>
          <a:endParaRPr lang="en-US" sz="1900" kern="1200"/>
        </a:p>
      </dsp:txBody>
      <dsp:txXfrm>
        <a:off x="935949" y="2027765"/>
        <a:ext cx="5365651" cy="810345"/>
      </dsp:txXfrm>
    </dsp:sp>
    <dsp:sp modelId="{D4096275-DEE7-4570-A549-3795A3389B02}">
      <dsp:nvSpPr>
        <dsp:cNvPr id="0" name=""/>
        <dsp:cNvSpPr/>
      </dsp:nvSpPr>
      <dsp:spPr>
        <a:xfrm>
          <a:off x="0" y="3040697"/>
          <a:ext cx="6301601" cy="8103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37FE42-36F4-4E96-8BAF-076C8E4C9D5D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B37AE-04D1-4B58-9E86-754709DC598B}">
      <dsp:nvSpPr>
        <dsp:cNvPr id="0" name=""/>
        <dsp:cNvSpPr/>
      </dsp:nvSpPr>
      <dsp:spPr>
        <a:xfrm>
          <a:off x="935949" y="3040697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Identify compatibility concerns</a:t>
          </a:r>
          <a:endParaRPr lang="en-US" sz="1900" kern="1200"/>
        </a:p>
      </dsp:txBody>
      <dsp:txXfrm>
        <a:off x="935949" y="3040697"/>
        <a:ext cx="5365651" cy="810345"/>
      </dsp:txXfrm>
    </dsp:sp>
    <dsp:sp modelId="{1F1A41EF-2101-494E-8A32-91700C9FDCBB}">
      <dsp:nvSpPr>
        <dsp:cNvPr id="0" name=""/>
        <dsp:cNvSpPr/>
      </dsp:nvSpPr>
      <dsp:spPr>
        <a:xfrm>
          <a:off x="0" y="4053629"/>
          <a:ext cx="6301601" cy="8103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F5756-154D-431C-8380-25D9C5589C89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8E838-ACA2-4058-AD2A-C8CE253F8E4C}">
      <dsp:nvSpPr>
        <dsp:cNvPr id="0" name=""/>
        <dsp:cNvSpPr/>
      </dsp:nvSpPr>
      <dsp:spPr>
        <a:xfrm>
          <a:off x="935949" y="4053629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Determine what could happen if the change fails</a:t>
          </a:r>
          <a:endParaRPr lang="en-US" sz="1900" kern="1200"/>
        </a:p>
      </dsp:txBody>
      <dsp:txXfrm>
        <a:off x="935949" y="4053629"/>
        <a:ext cx="5365651" cy="810345"/>
      </dsp:txXfrm>
    </dsp:sp>
    <dsp:sp modelId="{B0C9F01B-0337-4B02-BBD5-338DEE68FB00}">
      <dsp:nvSpPr>
        <dsp:cNvPr id="0" name=""/>
        <dsp:cNvSpPr/>
      </dsp:nvSpPr>
      <dsp:spPr>
        <a:xfrm>
          <a:off x="0" y="5066561"/>
          <a:ext cx="6301601" cy="8103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0651E-9728-45F4-A750-F68556509B62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CAD32-1375-4613-BAA5-FD36C0D4B9CC}">
      <dsp:nvSpPr>
        <dsp:cNvPr id="0" name=""/>
        <dsp:cNvSpPr/>
      </dsp:nvSpPr>
      <dsp:spPr>
        <a:xfrm>
          <a:off x="935949" y="506656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Use the assessment to prepare precautions and recovery measures</a:t>
          </a:r>
          <a:endParaRPr lang="en-US" sz="1900" kern="1200"/>
        </a:p>
      </dsp:txBody>
      <dsp:txXfrm>
        <a:off x="935949" y="5066561"/>
        <a:ext cx="5365651" cy="81034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81E6B-1762-483E-A4AD-F1E8DDB46C82}">
      <dsp:nvSpPr>
        <dsp:cNvPr id="0" name=""/>
        <dsp:cNvSpPr/>
      </dsp:nvSpPr>
      <dsp:spPr>
        <a:xfrm>
          <a:off x="2849997" y="735663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778393"/>
        <a:ext cx="29900" cy="5980"/>
      </dsp:txXfrm>
    </dsp:sp>
    <dsp:sp modelId="{FBA8EC10-E014-4338-A746-4D4199518C8F}">
      <dsp:nvSpPr>
        <dsp:cNvPr id="0" name=""/>
        <dsp:cNvSpPr/>
      </dsp:nvSpPr>
      <dsp:spPr>
        <a:xfrm>
          <a:off x="251771" y="1375"/>
          <a:ext cx="2600025" cy="156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Define the tasks to be performed</a:t>
          </a:r>
          <a:endParaRPr lang="en-US" sz="2700" kern="1200"/>
        </a:p>
      </dsp:txBody>
      <dsp:txXfrm>
        <a:off x="251771" y="1375"/>
        <a:ext cx="2600025" cy="1560015"/>
      </dsp:txXfrm>
    </dsp:sp>
    <dsp:sp modelId="{38F78162-12C0-41B5-8BF0-B73467A05E65}">
      <dsp:nvSpPr>
        <dsp:cNvPr id="0" name=""/>
        <dsp:cNvSpPr/>
      </dsp:nvSpPr>
      <dsp:spPr>
        <a:xfrm>
          <a:off x="1551784" y="1559590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1840303"/>
        <a:ext cx="162673" cy="5980"/>
      </dsp:txXfrm>
    </dsp:sp>
    <dsp:sp modelId="{28CABC32-87DC-401F-A2D7-0F8CD57B15B5}">
      <dsp:nvSpPr>
        <dsp:cNvPr id="0" name=""/>
        <dsp:cNvSpPr/>
      </dsp:nvSpPr>
      <dsp:spPr>
        <a:xfrm>
          <a:off x="3449803" y="1375"/>
          <a:ext cx="2600025" cy="156001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Assign responsible personnel</a:t>
          </a:r>
          <a:endParaRPr lang="en-US" sz="2700" kern="1200"/>
        </a:p>
      </dsp:txBody>
      <dsp:txXfrm>
        <a:off x="3449803" y="1375"/>
        <a:ext cx="2600025" cy="1560015"/>
      </dsp:txXfrm>
    </dsp:sp>
    <dsp:sp modelId="{A3B7A898-A1C6-474A-92B8-FAD5C4F2AFEF}">
      <dsp:nvSpPr>
        <dsp:cNvPr id="0" name=""/>
        <dsp:cNvSpPr/>
      </dsp:nvSpPr>
      <dsp:spPr>
        <a:xfrm>
          <a:off x="2849997" y="2893684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2936414"/>
        <a:ext cx="29900" cy="5980"/>
      </dsp:txXfrm>
    </dsp:sp>
    <dsp:sp modelId="{19526263-EA4B-4DFD-84A2-5F2D698972CB}">
      <dsp:nvSpPr>
        <dsp:cNvPr id="0" name=""/>
        <dsp:cNvSpPr/>
      </dsp:nvSpPr>
      <dsp:spPr>
        <a:xfrm>
          <a:off x="251771" y="2159396"/>
          <a:ext cx="2600025" cy="156001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Choose a maintenance window</a:t>
          </a:r>
          <a:endParaRPr lang="en-US" sz="2700" kern="1200"/>
        </a:p>
      </dsp:txBody>
      <dsp:txXfrm>
        <a:off x="251771" y="2159396"/>
        <a:ext cx="2600025" cy="1560015"/>
      </dsp:txXfrm>
    </dsp:sp>
    <dsp:sp modelId="{BD7C14FD-E88F-4E00-8744-707A320F81DA}">
      <dsp:nvSpPr>
        <dsp:cNvPr id="0" name=""/>
        <dsp:cNvSpPr/>
      </dsp:nvSpPr>
      <dsp:spPr>
        <a:xfrm>
          <a:off x="1551784" y="3717612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3998325"/>
        <a:ext cx="162673" cy="5980"/>
      </dsp:txXfrm>
    </dsp:sp>
    <dsp:sp modelId="{B3F5974E-8A0D-469A-825F-D89B4D1F7C43}">
      <dsp:nvSpPr>
        <dsp:cNvPr id="0" name=""/>
        <dsp:cNvSpPr/>
      </dsp:nvSpPr>
      <dsp:spPr>
        <a:xfrm>
          <a:off x="3449803" y="2159396"/>
          <a:ext cx="2600025" cy="156001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Prepare required backups</a:t>
          </a:r>
          <a:endParaRPr lang="en-US" sz="2700" kern="1200"/>
        </a:p>
      </dsp:txBody>
      <dsp:txXfrm>
        <a:off x="3449803" y="2159396"/>
        <a:ext cx="2600025" cy="1560015"/>
      </dsp:txXfrm>
    </dsp:sp>
    <dsp:sp modelId="{05728A74-AC44-4FC6-AAE9-363C0B1AB250}">
      <dsp:nvSpPr>
        <dsp:cNvPr id="0" name=""/>
        <dsp:cNvSpPr/>
      </dsp:nvSpPr>
      <dsp:spPr>
        <a:xfrm>
          <a:off x="2849997" y="5051705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5094435"/>
        <a:ext cx="29900" cy="5980"/>
      </dsp:txXfrm>
    </dsp:sp>
    <dsp:sp modelId="{A31EE72F-B121-43ED-B178-59C0D1027D9E}">
      <dsp:nvSpPr>
        <dsp:cNvPr id="0" name=""/>
        <dsp:cNvSpPr/>
      </dsp:nvSpPr>
      <dsp:spPr>
        <a:xfrm>
          <a:off x="251771" y="4317418"/>
          <a:ext cx="2600025" cy="156001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Document implementation steps</a:t>
          </a:r>
          <a:endParaRPr lang="en-US" sz="2700" kern="1200"/>
        </a:p>
      </dsp:txBody>
      <dsp:txXfrm>
        <a:off x="251771" y="4317418"/>
        <a:ext cx="2600025" cy="1560015"/>
      </dsp:txXfrm>
    </dsp:sp>
    <dsp:sp modelId="{964E116A-86D7-41C8-89DE-F14D623EE090}">
      <dsp:nvSpPr>
        <dsp:cNvPr id="0" name=""/>
        <dsp:cNvSpPr/>
      </dsp:nvSpPr>
      <dsp:spPr>
        <a:xfrm>
          <a:off x="3449803" y="4317418"/>
          <a:ext cx="2600025" cy="156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Prepare a rollback procedure</a:t>
          </a:r>
          <a:endParaRPr lang="en-US" sz="2700" kern="1200"/>
        </a:p>
      </dsp:txBody>
      <dsp:txXfrm>
        <a:off x="3449803" y="4317418"/>
        <a:ext cx="2600025" cy="156001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C63F6-844F-46EF-B23D-FB5E00C7DAC5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CCFBC-9303-41A5-8D56-D850047E63CA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F45CF-A611-4093-82E1-7C6B1145B0F5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Obtain approval before implementing changes that may affect production systems</a:t>
          </a:r>
          <a:endParaRPr lang="en-US" sz="2200" kern="1200"/>
        </a:p>
      </dsp:txBody>
      <dsp:txXfrm>
        <a:off x="1428292" y="2439"/>
        <a:ext cx="4873308" cy="1236616"/>
      </dsp:txXfrm>
    </dsp:sp>
    <dsp:sp modelId="{10BC693E-9EE8-4CFD-AEAD-BF3065FA5254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1AD42-2C8E-4538-9B20-1A930D93A11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AADE5-1BDE-4309-B095-579EDA30B9D3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Review the change from technical and business perspectives</a:t>
          </a:r>
          <a:endParaRPr lang="en-US" sz="2200" kern="1200"/>
        </a:p>
      </dsp:txBody>
      <dsp:txXfrm>
        <a:off x="1428292" y="1548210"/>
        <a:ext cx="4873308" cy="1236616"/>
      </dsp:txXfrm>
    </dsp:sp>
    <dsp:sp modelId="{1BEFC79D-74F0-4726-849F-249FF93DE94C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418A8-57E1-4C65-A99C-B752B6B9BC55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DD6BA-03CC-4465-988F-FFCA88C76C40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Prevent unauthorized modifications</a:t>
          </a:r>
          <a:endParaRPr lang="en-US" sz="2200" kern="1200"/>
        </a:p>
      </dsp:txBody>
      <dsp:txXfrm>
        <a:off x="1428292" y="3093981"/>
        <a:ext cx="4873308" cy="1236616"/>
      </dsp:txXfrm>
    </dsp:sp>
    <dsp:sp modelId="{969BB542-797E-462E-8C48-DE433DA1BDE7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79C35-3505-4601-B048-C092AF1A7764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8177B-CA88-4ABA-9470-45EC49A930BA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Ensure stakeholders understand the expected impact and timing</a:t>
          </a:r>
          <a:endParaRPr lang="en-US" sz="2200" kern="1200"/>
        </a:p>
      </dsp:txBody>
      <dsp:txXfrm>
        <a:off x="1428292" y="4639752"/>
        <a:ext cx="4873308" cy="123661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AB30E-96A9-45D3-83FC-38DC3B87ED25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ED89A-06E2-42D9-B081-B5F78C8C62B2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51E58-FC2D-4CA6-AAD0-453D702551DA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Perform the planned modification during the scheduled maintenance window</a:t>
          </a:r>
          <a:endParaRPr lang="en-US" sz="1900" kern="1200"/>
        </a:p>
      </dsp:txBody>
      <dsp:txXfrm>
        <a:off x="1129902" y="4592"/>
        <a:ext cx="5171698" cy="978270"/>
      </dsp:txXfrm>
    </dsp:sp>
    <dsp:sp modelId="{BDA002C4-0B1D-4E6B-B8A7-A4CEDFA8E117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517B1-31FF-42D0-B9A1-F3092C2CB768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3C9D1-69F8-45D4-A51C-7AB2E33473EA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Follow the documented implementation procedure</a:t>
          </a:r>
          <a:endParaRPr lang="en-US" sz="1900" kern="1200"/>
        </a:p>
      </dsp:txBody>
      <dsp:txXfrm>
        <a:off x="1129902" y="1227431"/>
        <a:ext cx="5171698" cy="978270"/>
      </dsp:txXfrm>
    </dsp:sp>
    <dsp:sp modelId="{755F66EE-40F5-4894-819E-77C7D4D6934E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9D0DC1-97D2-46CC-971E-2599CA00264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3AC17-EF21-46F5-9F95-4A11190C7143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Monitor the server during implementation</a:t>
          </a:r>
          <a:endParaRPr lang="en-US" sz="1900" kern="1200"/>
        </a:p>
      </dsp:txBody>
      <dsp:txXfrm>
        <a:off x="1129902" y="2450269"/>
        <a:ext cx="5171698" cy="978270"/>
      </dsp:txXfrm>
    </dsp:sp>
    <dsp:sp modelId="{5B08A713-6C9F-4DEB-B2B6-45DDE14E7A48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F79C8-A373-4404-87D1-2EE334F4BED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901BC-6159-4629-B5EB-700005C0E719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Identify unexpected issues immediately</a:t>
          </a:r>
          <a:endParaRPr lang="en-US" sz="1900" kern="1200"/>
        </a:p>
      </dsp:txBody>
      <dsp:txXfrm>
        <a:off x="1129902" y="3673107"/>
        <a:ext cx="5171698" cy="978270"/>
      </dsp:txXfrm>
    </dsp:sp>
    <dsp:sp modelId="{4CBDE591-62DB-4E68-8339-30C97885BB24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464DA-EF99-4368-8977-F40ACDDC36F7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AE3F7-39EF-411F-BD0C-38E48E6FF9A5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Use the rollback procedure if the change cannot be completed safely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A12BBB-40A2-4DD0-B1C2-D160D485FB15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63D42-F0AC-4466-934B-F1736FB90BAF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the date and time</a:t>
          </a:r>
          <a:endParaRPr lang="en-US" sz="2200" kern="1200"/>
        </a:p>
      </dsp:txBody>
      <dsp:txXfrm>
        <a:off x="0" y="675"/>
        <a:ext cx="6900512" cy="790684"/>
      </dsp:txXfrm>
    </dsp:sp>
    <dsp:sp modelId="{7704C47C-5A66-42F8-89D6-5B706FC3BFDA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CC9AF-57F0-4D0A-B354-7584239FF28C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the change description</a:t>
          </a:r>
          <a:endParaRPr lang="en-US" sz="2200" kern="1200"/>
        </a:p>
      </dsp:txBody>
      <dsp:txXfrm>
        <a:off x="0" y="791359"/>
        <a:ext cx="6900512" cy="790684"/>
      </dsp:txXfrm>
    </dsp:sp>
    <dsp:sp modelId="{363D5562-9679-4BD9-8575-2027C55D8EB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F4FDF-4D9E-4D0B-96ED-32DB05261323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personnel involved</a:t>
          </a:r>
          <a:endParaRPr lang="en-US" sz="2200" kern="1200"/>
        </a:p>
      </dsp:txBody>
      <dsp:txXfrm>
        <a:off x="0" y="1582044"/>
        <a:ext cx="6900512" cy="790684"/>
      </dsp:txXfrm>
    </dsp:sp>
    <dsp:sp modelId="{E68A96AC-4FEA-4E00-BC6F-663BD6AF9AD7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EEBEF-5665-486F-A6A3-2A1D6071E3A7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Document issues encountered</a:t>
          </a:r>
          <a:endParaRPr lang="en-US" sz="2200" kern="1200"/>
        </a:p>
      </dsp:txBody>
      <dsp:txXfrm>
        <a:off x="0" y="2372728"/>
        <a:ext cx="6900512" cy="790684"/>
      </dsp:txXfrm>
    </dsp:sp>
    <dsp:sp modelId="{82B27760-5DA8-4632-A7A1-E9048A604D28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86BC1-DD8C-4DB6-BF9A-48D2258D3AE0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the final outcome</a:t>
          </a:r>
          <a:endParaRPr lang="en-US" sz="2200" kern="1200"/>
        </a:p>
      </dsp:txBody>
      <dsp:txXfrm>
        <a:off x="0" y="3163412"/>
        <a:ext cx="6900512" cy="790684"/>
      </dsp:txXfrm>
    </dsp:sp>
    <dsp:sp modelId="{011A5246-8BA3-40B2-B6E6-1EA6627CA7C6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4216E-3575-40AC-928A-2DAF4255501A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Add recommendations for future changes</a:t>
          </a:r>
          <a:endParaRPr lang="en-US" sz="2200" kern="1200"/>
        </a:p>
      </dsp:txBody>
      <dsp:txXfrm>
        <a:off x="0" y="3954096"/>
        <a:ext cx="6900512" cy="790684"/>
      </dsp:txXfrm>
    </dsp:sp>
    <dsp:sp modelId="{6BF605D1-2320-4281-98FF-5A9E08638A9D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35119-7A6F-46E8-9AAE-EA039677B35F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Documentation supports troubleshooting, auditing, and future maintenance</a:t>
          </a:r>
          <a:endParaRPr lang="en-US" sz="2200" kern="1200"/>
        </a:p>
      </dsp:txBody>
      <dsp:txXfrm>
        <a:off x="0" y="4744781"/>
        <a:ext cx="6900512" cy="79068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17BA3-C10C-4590-B7FD-07D012E7CF0E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CB1E9-F65A-482C-8AEB-C5E009E8D6E9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9FC94-1CD3-4EB6-BD6F-EB7FFEAA5AA9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 patch is a software update released to modify or correct existing software</a:t>
          </a:r>
          <a:endParaRPr lang="en-US" sz="2100" kern="1200"/>
        </a:p>
      </dsp:txBody>
      <dsp:txXfrm>
        <a:off x="1297085" y="2215"/>
        <a:ext cx="5354167" cy="1123017"/>
      </dsp:txXfrm>
    </dsp:sp>
    <dsp:sp modelId="{A6CB023E-E1B8-435A-922E-13BAC01B4149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D70E86-B937-4611-AF61-005B90884E5F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F018C-FD9E-4770-A0DC-2AE0F0F735DE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Patches can fix vulnerabilities, bugs, performance problems, and compatibility issues</a:t>
          </a:r>
          <a:endParaRPr lang="en-US" sz="2100" kern="1200"/>
        </a:p>
      </dsp:txBody>
      <dsp:txXfrm>
        <a:off x="1297085" y="1405987"/>
        <a:ext cx="5354167" cy="1123017"/>
      </dsp:txXfrm>
    </dsp:sp>
    <dsp:sp modelId="{9BE4C30D-5334-4CE3-9B30-B74C41D20938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878D2-3914-4508-81EB-8D854133F2F3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6B13D-43C1-47C5-9BD5-850002AF286E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Patch management is more than simply installing updates</a:t>
          </a:r>
          <a:endParaRPr lang="en-US" sz="2100" kern="1200"/>
        </a:p>
      </dsp:txBody>
      <dsp:txXfrm>
        <a:off x="1297085" y="2809759"/>
        <a:ext cx="5354167" cy="1123017"/>
      </dsp:txXfrm>
    </dsp:sp>
    <dsp:sp modelId="{2B03BCAB-BBD3-4F75-990B-EFA90E929F9E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372A4-CDAB-4D76-A1A8-CDAF13D4CE24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F26BD-C1C4-462E-85D5-AD2652137D3D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Administrators must identify, evaluate, test, deploy, verify, and document patches</a:t>
          </a:r>
          <a:endParaRPr lang="en-US" sz="2100" kern="1200"/>
        </a:p>
      </dsp:txBody>
      <dsp:txXfrm>
        <a:off x="1297085" y="4213530"/>
        <a:ext cx="5354167" cy="112301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0F4A5-2281-4851-A1E5-BA72C78A52EE}">
      <dsp:nvSpPr>
        <dsp:cNvPr id="0" name=""/>
        <dsp:cNvSpPr/>
      </dsp:nvSpPr>
      <dsp:spPr>
        <a:xfrm>
          <a:off x="0" y="656262"/>
          <a:ext cx="6651253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Security Patch – Corrects vulnerabilities that attackers could exploit</a:t>
          </a:r>
          <a:endParaRPr lang="en-US" sz="2400" kern="1200"/>
        </a:p>
      </dsp:txBody>
      <dsp:txXfrm>
        <a:off x="46606" y="702868"/>
        <a:ext cx="6558041" cy="861507"/>
      </dsp:txXfrm>
    </dsp:sp>
    <dsp:sp modelId="{A3CE376B-D36D-45A6-89E6-25D5434B0F02}">
      <dsp:nvSpPr>
        <dsp:cNvPr id="0" name=""/>
        <dsp:cNvSpPr/>
      </dsp:nvSpPr>
      <dsp:spPr>
        <a:xfrm>
          <a:off x="0" y="1680102"/>
          <a:ext cx="6651253" cy="954719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Bug Fix Patch – Resolves software defects and unexpected behavior</a:t>
          </a:r>
          <a:endParaRPr lang="en-US" sz="2400" kern="1200"/>
        </a:p>
      </dsp:txBody>
      <dsp:txXfrm>
        <a:off x="46606" y="1726708"/>
        <a:ext cx="6558041" cy="861507"/>
      </dsp:txXfrm>
    </dsp:sp>
    <dsp:sp modelId="{373F6A3B-16DA-41FE-B15D-F33DEEAB446A}">
      <dsp:nvSpPr>
        <dsp:cNvPr id="0" name=""/>
        <dsp:cNvSpPr/>
      </dsp:nvSpPr>
      <dsp:spPr>
        <a:xfrm>
          <a:off x="0" y="2703942"/>
          <a:ext cx="6651253" cy="954719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Performance Patch – Improves efficiency and resource utilization</a:t>
          </a:r>
          <a:endParaRPr lang="en-US" sz="2400" kern="1200"/>
        </a:p>
      </dsp:txBody>
      <dsp:txXfrm>
        <a:off x="46606" y="2750548"/>
        <a:ext cx="6558041" cy="861507"/>
      </dsp:txXfrm>
    </dsp:sp>
    <dsp:sp modelId="{AFEAACC8-5A25-48BE-9D44-A3713D3F9A7E}">
      <dsp:nvSpPr>
        <dsp:cNvPr id="0" name=""/>
        <dsp:cNvSpPr/>
      </dsp:nvSpPr>
      <dsp:spPr>
        <a:xfrm>
          <a:off x="0" y="3727782"/>
          <a:ext cx="6651253" cy="95471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Compatibility Patch – Improves compatibility with hardware, software, drivers, or technologies</a:t>
          </a:r>
          <a:endParaRPr lang="en-US" sz="2400" kern="1200"/>
        </a:p>
      </dsp:txBody>
      <dsp:txXfrm>
        <a:off x="46606" y="3774388"/>
        <a:ext cx="6558041" cy="86150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EBE93-EF10-4392-A71E-F59CD98115EE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35C55B-90A7-43DE-9849-6BEBDDE1FA8F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Critical security patches generally receive the highest priority</a:t>
          </a:r>
          <a:endParaRPr lang="en-US" sz="2500" kern="1200"/>
        </a:p>
      </dsp:txBody>
      <dsp:txXfrm>
        <a:off x="0" y="2703"/>
        <a:ext cx="6900512" cy="921789"/>
      </dsp:txXfrm>
    </dsp:sp>
    <dsp:sp modelId="{FD22D9FF-384E-4B9A-ACE5-D2BDB0E1EE04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C44E-C95B-4862-96A1-65317FED8D87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Priority depends on severity, exploitability, business impact, and affected systems</a:t>
          </a:r>
          <a:endParaRPr lang="en-US" sz="2500" kern="1200"/>
        </a:p>
      </dsp:txBody>
      <dsp:txXfrm>
        <a:off x="0" y="924492"/>
        <a:ext cx="6900512" cy="921789"/>
      </dsp:txXfrm>
    </dsp:sp>
    <dsp:sp modelId="{36CDA87A-96FB-4A71-8AF2-A1483D377B6D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F3D37-C6C0-44BB-A0CD-F8A822B925F0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Critical Security Patch – Highest urgency</a:t>
          </a:r>
          <a:endParaRPr lang="en-US" sz="2500" kern="1200"/>
        </a:p>
      </dsp:txBody>
      <dsp:txXfrm>
        <a:off x="0" y="1846281"/>
        <a:ext cx="6900512" cy="921789"/>
      </dsp:txXfrm>
    </dsp:sp>
    <dsp:sp modelId="{3E6B823D-7820-4E51-BC4B-1407E3D4C49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D6CCB-BB56-4B71-9C65-D663EAD4F1C0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High-Risk Security Patch – High urgency</a:t>
          </a:r>
          <a:endParaRPr lang="en-US" sz="2500" kern="1200"/>
        </a:p>
      </dsp:txBody>
      <dsp:txXfrm>
        <a:off x="0" y="2768070"/>
        <a:ext cx="6900512" cy="921789"/>
      </dsp:txXfrm>
    </dsp:sp>
    <dsp:sp modelId="{DD7C18BD-408B-412D-B372-EAA2210D113C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93E95-DFF1-45CA-B982-2B8DB5764717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Important Bug Fix – Moderate urgency</a:t>
          </a:r>
          <a:endParaRPr lang="en-US" sz="2500" kern="1200"/>
        </a:p>
      </dsp:txBody>
      <dsp:txXfrm>
        <a:off x="0" y="3689859"/>
        <a:ext cx="6900512" cy="921789"/>
      </dsp:txXfrm>
    </dsp:sp>
    <dsp:sp modelId="{2FEB3CD5-D016-43B6-B106-ACFCABEC77ED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0CA62-FD36-4091-926F-D8CB349B3EEA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Performance or Compatibility Update – Priority depends on business need</a:t>
          </a:r>
          <a:endParaRPr lang="en-US" sz="2500" kern="1200"/>
        </a:p>
      </dsp:txBody>
      <dsp:txXfrm>
        <a:off x="0" y="4611648"/>
        <a:ext cx="6900512" cy="92178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E8B48-760E-49DF-A869-E84A8B64A1C0}">
      <dsp:nvSpPr>
        <dsp:cNvPr id="0" name=""/>
        <dsp:cNvSpPr/>
      </dsp:nvSpPr>
      <dsp:spPr>
        <a:xfrm>
          <a:off x="0" y="4989928"/>
          <a:ext cx="1725128" cy="54604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7</a:t>
          </a:r>
        </a:p>
      </dsp:txBody>
      <dsp:txXfrm>
        <a:off x="0" y="4989928"/>
        <a:ext cx="1725128" cy="546045"/>
      </dsp:txXfrm>
    </dsp:sp>
    <dsp:sp modelId="{C92F1558-F678-4432-B94D-C8DE57734245}">
      <dsp:nvSpPr>
        <dsp:cNvPr id="0" name=""/>
        <dsp:cNvSpPr/>
      </dsp:nvSpPr>
      <dsp:spPr>
        <a:xfrm>
          <a:off x="1725128" y="4989928"/>
          <a:ext cx="5175384" cy="5460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Document the Update</a:t>
          </a:r>
        </a:p>
      </dsp:txBody>
      <dsp:txXfrm>
        <a:off x="1725128" y="4989928"/>
        <a:ext cx="5175384" cy="546045"/>
      </dsp:txXfrm>
    </dsp:sp>
    <dsp:sp modelId="{8C1B7310-3115-4EAC-9ACB-089280B2074D}">
      <dsp:nvSpPr>
        <dsp:cNvPr id="0" name=""/>
        <dsp:cNvSpPr/>
      </dsp:nvSpPr>
      <dsp:spPr>
        <a:xfrm rot="10800000">
          <a:off x="0" y="4158301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6</a:t>
          </a:r>
        </a:p>
      </dsp:txBody>
      <dsp:txXfrm rot="-10800000">
        <a:off x="0" y="4158301"/>
        <a:ext cx="1725128" cy="545881"/>
      </dsp:txXfrm>
    </dsp:sp>
    <dsp:sp modelId="{0184690A-C250-4FBB-AC3D-6A10A4E97793}">
      <dsp:nvSpPr>
        <dsp:cNvPr id="0" name=""/>
        <dsp:cNvSpPr/>
      </dsp:nvSpPr>
      <dsp:spPr>
        <a:xfrm>
          <a:off x="1725128" y="4158301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Verify Successful Installation</a:t>
          </a:r>
        </a:p>
      </dsp:txBody>
      <dsp:txXfrm>
        <a:off x="1725128" y="4158301"/>
        <a:ext cx="5175384" cy="545881"/>
      </dsp:txXfrm>
    </dsp:sp>
    <dsp:sp modelId="{8220F73C-8553-4F55-8032-DC78882951C7}">
      <dsp:nvSpPr>
        <dsp:cNvPr id="0" name=""/>
        <dsp:cNvSpPr/>
      </dsp:nvSpPr>
      <dsp:spPr>
        <a:xfrm rot="10800000">
          <a:off x="0" y="3326674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5</a:t>
          </a:r>
        </a:p>
      </dsp:txBody>
      <dsp:txXfrm rot="-10800000">
        <a:off x="0" y="3326674"/>
        <a:ext cx="1725128" cy="545881"/>
      </dsp:txXfrm>
    </dsp:sp>
    <dsp:sp modelId="{023B9357-EAFF-48C2-8E58-EF296B29F303}">
      <dsp:nvSpPr>
        <dsp:cNvPr id="0" name=""/>
        <dsp:cNvSpPr/>
      </dsp:nvSpPr>
      <dsp:spPr>
        <a:xfrm>
          <a:off x="1725128" y="3326674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Install the Patch</a:t>
          </a:r>
        </a:p>
      </dsp:txBody>
      <dsp:txXfrm>
        <a:off x="1725128" y="3326674"/>
        <a:ext cx="5175384" cy="545881"/>
      </dsp:txXfrm>
    </dsp:sp>
    <dsp:sp modelId="{445F6546-4985-4F54-8B08-4B1BE9D83911}">
      <dsp:nvSpPr>
        <dsp:cNvPr id="0" name=""/>
        <dsp:cNvSpPr/>
      </dsp:nvSpPr>
      <dsp:spPr>
        <a:xfrm rot="10800000">
          <a:off x="0" y="2495047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4</a:t>
          </a:r>
        </a:p>
      </dsp:txBody>
      <dsp:txXfrm rot="-10800000">
        <a:off x="0" y="2495047"/>
        <a:ext cx="1725128" cy="545881"/>
      </dsp:txXfrm>
    </dsp:sp>
    <dsp:sp modelId="{81B7656D-42E1-47C0-87E8-46156C9070AF}">
      <dsp:nvSpPr>
        <dsp:cNvPr id="0" name=""/>
        <dsp:cNvSpPr/>
      </dsp:nvSpPr>
      <dsp:spPr>
        <a:xfrm>
          <a:off x="1725128" y="2495047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Schedule Deployment</a:t>
          </a:r>
        </a:p>
      </dsp:txBody>
      <dsp:txXfrm>
        <a:off x="1725128" y="2495047"/>
        <a:ext cx="5175384" cy="545881"/>
      </dsp:txXfrm>
    </dsp:sp>
    <dsp:sp modelId="{8AA2CD32-4442-420B-BA3B-20F455EE7A20}">
      <dsp:nvSpPr>
        <dsp:cNvPr id="0" name=""/>
        <dsp:cNvSpPr/>
      </dsp:nvSpPr>
      <dsp:spPr>
        <a:xfrm rot="10800000">
          <a:off x="0" y="1663421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3</a:t>
          </a:r>
        </a:p>
      </dsp:txBody>
      <dsp:txXfrm rot="-10800000">
        <a:off x="0" y="1663421"/>
        <a:ext cx="1725128" cy="545881"/>
      </dsp:txXfrm>
    </dsp:sp>
    <dsp:sp modelId="{2D7B4AC6-A680-42C1-B68E-260C97EFAC05}">
      <dsp:nvSpPr>
        <dsp:cNvPr id="0" name=""/>
        <dsp:cNvSpPr/>
      </dsp:nvSpPr>
      <dsp:spPr>
        <a:xfrm>
          <a:off x="1725128" y="1663421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 the Patch</a:t>
          </a:r>
        </a:p>
      </dsp:txBody>
      <dsp:txXfrm>
        <a:off x="1725128" y="1663421"/>
        <a:ext cx="5175384" cy="545881"/>
      </dsp:txXfrm>
    </dsp:sp>
    <dsp:sp modelId="{A9C3BF8F-13C4-4C07-8335-7A830AF1ECD9}">
      <dsp:nvSpPr>
        <dsp:cNvPr id="0" name=""/>
        <dsp:cNvSpPr/>
      </dsp:nvSpPr>
      <dsp:spPr>
        <a:xfrm rot="10800000">
          <a:off x="0" y="831794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2</a:t>
          </a:r>
        </a:p>
      </dsp:txBody>
      <dsp:txXfrm rot="-10800000">
        <a:off x="0" y="831794"/>
        <a:ext cx="1725128" cy="545881"/>
      </dsp:txXfrm>
    </dsp:sp>
    <dsp:sp modelId="{6BF12F45-D759-43FF-AF82-C3EB93B99FBC}">
      <dsp:nvSpPr>
        <dsp:cNvPr id="0" name=""/>
        <dsp:cNvSpPr/>
      </dsp:nvSpPr>
      <dsp:spPr>
        <a:xfrm>
          <a:off x="1725128" y="831794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Evaluate the Patch</a:t>
          </a:r>
        </a:p>
      </dsp:txBody>
      <dsp:txXfrm>
        <a:off x="1725128" y="831794"/>
        <a:ext cx="5175384" cy="545881"/>
      </dsp:txXfrm>
    </dsp:sp>
    <dsp:sp modelId="{29C20FCE-8311-4B22-8E02-C56A1426C3B6}">
      <dsp:nvSpPr>
        <dsp:cNvPr id="0" name=""/>
        <dsp:cNvSpPr/>
      </dsp:nvSpPr>
      <dsp:spPr>
        <a:xfrm rot="10800000">
          <a:off x="0" y="167"/>
          <a:ext cx="1725128" cy="83981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135128" rIns="122691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1</a:t>
          </a:r>
        </a:p>
      </dsp:txBody>
      <dsp:txXfrm rot="-10800000">
        <a:off x="0" y="167"/>
        <a:ext cx="1725128" cy="545881"/>
      </dsp:txXfrm>
    </dsp:sp>
    <dsp:sp modelId="{482308F0-6CFE-401C-868E-090CFFCAF13F}">
      <dsp:nvSpPr>
        <dsp:cNvPr id="0" name=""/>
        <dsp:cNvSpPr/>
      </dsp:nvSpPr>
      <dsp:spPr>
        <a:xfrm>
          <a:off x="1725128" y="167"/>
          <a:ext cx="5175384" cy="54588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165100" rIns="104981" bIns="16510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 Available Patches</a:t>
          </a:r>
        </a:p>
      </dsp:txBody>
      <dsp:txXfrm>
        <a:off x="1725128" y="167"/>
        <a:ext cx="5175384" cy="54588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D6209-3C34-48D1-998C-89C061B7C902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06F84-5B0D-4DBB-84BE-444CC2BA1C94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A25AA-E603-4EF6-BA67-8E1ABE34795B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Review vendor notifications</a:t>
          </a:r>
          <a:endParaRPr lang="en-US" sz="1900" kern="1200"/>
        </a:p>
      </dsp:txBody>
      <dsp:txXfrm>
        <a:off x="1129902" y="4592"/>
        <a:ext cx="5171698" cy="978270"/>
      </dsp:txXfrm>
    </dsp:sp>
    <dsp:sp modelId="{7DA09E93-8AA7-4086-B1DD-73659AD4FD3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0503B-8DEB-4D45-82C7-F69BBDA1D483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99A7F-3809-4048-B508-DC7C5F80824D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Check update repositories</a:t>
          </a:r>
          <a:endParaRPr lang="en-US" sz="1900" kern="1200"/>
        </a:p>
      </dsp:txBody>
      <dsp:txXfrm>
        <a:off x="1129902" y="1227431"/>
        <a:ext cx="5171698" cy="978270"/>
      </dsp:txXfrm>
    </dsp:sp>
    <dsp:sp modelId="{5FF5F654-D72B-46D9-8C2C-8B620F39E056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6160A7-092B-446F-B7D3-5B69C59BC0CF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12290-C7EA-4241-9A0D-003BBA3B2D80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Use centralized patch management systems</a:t>
          </a:r>
          <a:endParaRPr lang="en-US" sz="1900" kern="1200" dirty="0"/>
        </a:p>
      </dsp:txBody>
      <dsp:txXfrm>
        <a:off x="1129902" y="2450269"/>
        <a:ext cx="5171698" cy="978270"/>
      </dsp:txXfrm>
    </dsp:sp>
    <dsp:sp modelId="{4E2D89C6-FB5B-45DE-A916-E0DB83B71361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03A64-4724-4D2E-8C59-D7DE27660188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E642D-765F-4484-B6E3-5CAC4865FE39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Identify patches for operating systems, applications, and supported software</a:t>
          </a:r>
          <a:endParaRPr lang="en-US" sz="1900" kern="1200"/>
        </a:p>
      </dsp:txBody>
      <dsp:txXfrm>
        <a:off x="1129902" y="3673107"/>
        <a:ext cx="5171698" cy="978270"/>
      </dsp:txXfrm>
    </dsp:sp>
    <dsp:sp modelId="{5609F4D5-79ED-430A-88EC-44B8EA03C44A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1F0CE-334B-4FAE-BA4F-CB37A619B06A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6F0A4-F52B-4A9C-B847-CFFD2A99D94B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Determine the purpose, severity, and affected systems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EF6BF-F5B6-4023-B1D7-0056D459C8DB}">
      <dsp:nvSpPr>
        <dsp:cNvPr id="0" name=""/>
        <dsp:cNvSpPr/>
      </dsp:nvSpPr>
      <dsp:spPr>
        <a:xfrm>
          <a:off x="2849997" y="735663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778393"/>
        <a:ext cx="29900" cy="5980"/>
      </dsp:txXfrm>
    </dsp:sp>
    <dsp:sp modelId="{EE8093FF-AB82-4152-B9D1-302C504BEB7D}">
      <dsp:nvSpPr>
        <dsp:cNvPr id="0" name=""/>
        <dsp:cNvSpPr/>
      </dsp:nvSpPr>
      <dsp:spPr>
        <a:xfrm>
          <a:off x="251771" y="1375"/>
          <a:ext cx="2600025" cy="156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Review vendor release notes</a:t>
          </a:r>
          <a:endParaRPr lang="en-US" sz="2300" kern="1200"/>
        </a:p>
      </dsp:txBody>
      <dsp:txXfrm>
        <a:off x="251771" y="1375"/>
        <a:ext cx="2600025" cy="1560015"/>
      </dsp:txXfrm>
    </dsp:sp>
    <dsp:sp modelId="{09E8B03A-F315-4074-8F2A-E8CF4DCEA59A}">
      <dsp:nvSpPr>
        <dsp:cNvPr id="0" name=""/>
        <dsp:cNvSpPr/>
      </dsp:nvSpPr>
      <dsp:spPr>
        <a:xfrm>
          <a:off x="1551784" y="1559590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1840303"/>
        <a:ext cx="162673" cy="5980"/>
      </dsp:txXfrm>
    </dsp:sp>
    <dsp:sp modelId="{D9564E90-107D-405D-8A4B-9169103B0C7A}">
      <dsp:nvSpPr>
        <dsp:cNvPr id="0" name=""/>
        <dsp:cNvSpPr/>
      </dsp:nvSpPr>
      <dsp:spPr>
        <a:xfrm>
          <a:off x="3449803" y="1375"/>
          <a:ext cx="2600025" cy="156001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Identify issues addressed by the patch</a:t>
          </a:r>
          <a:endParaRPr lang="en-US" sz="2300" kern="1200"/>
        </a:p>
      </dsp:txBody>
      <dsp:txXfrm>
        <a:off x="3449803" y="1375"/>
        <a:ext cx="2600025" cy="1560015"/>
      </dsp:txXfrm>
    </dsp:sp>
    <dsp:sp modelId="{941B3DF0-D74A-448F-B9E3-1E9E8008253B}">
      <dsp:nvSpPr>
        <dsp:cNvPr id="0" name=""/>
        <dsp:cNvSpPr/>
      </dsp:nvSpPr>
      <dsp:spPr>
        <a:xfrm>
          <a:off x="2849997" y="2893684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2936414"/>
        <a:ext cx="29900" cy="5980"/>
      </dsp:txXfrm>
    </dsp:sp>
    <dsp:sp modelId="{F74D46BE-5E0F-4E1B-B2B1-49529D4EC3C6}">
      <dsp:nvSpPr>
        <dsp:cNvPr id="0" name=""/>
        <dsp:cNvSpPr/>
      </dsp:nvSpPr>
      <dsp:spPr>
        <a:xfrm>
          <a:off x="251771" y="2159396"/>
          <a:ext cx="2600025" cy="156001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Check affected systems and software versions</a:t>
          </a:r>
          <a:endParaRPr lang="en-US" sz="2300" kern="1200"/>
        </a:p>
      </dsp:txBody>
      <dsp:txXfrm>
        <a:off x="251771" y="2159396"/>
        <a:ext cx="2600025" cy="1560015"/>
      </dsp:txXfrm>
    </dsp:sp>
    <dsp:sp modelId="{D32CB6E5-9FBD-445C-BB15-85ED8D8D72D3}">
      <dsp:nvSpPr>
        <dsp:cNvPr id="0" name=""/>
        <dsp:cNvSpPr/>
      </dsp:nvSpPr>
      <dsp:spPr>
        <a:xfrm>
          <a:off x="1551784" y="3717612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3998325"/>
        <a:ext cx="162673" cy="5980"/>
      </dsp:txXfrm>
    </dsp:sp>
    <dsp:sp modelId="{4D6113B5-E456-4C10-9718-4B9CBEFD091D}">
      <dsp:nvSpPr>
        <dsp:cNvPr id="0" name=""/>
        <dsp:cNvSpPr/>
      </dsp:nvSpPr>
      <dsp:spPr>
        <a:xfrm>
          <a:off x="3449803" y="2159396"/>
          <a:ext cx="2600025" cy="156001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Look for compatibility concerns</a:t>
          </a:r>
          <a:endParaRPr lang="en-US" sz="2300" kern="1200"/>
        </a:p>
      </dsp:txBody>
      <dsp:txXfrm>
        <a:off x="3449803" y="2159396"/>
        <a:ext cx="2600025" cy="1560015"/>
      </dsp:txXfrm>
    </dsp:sp>
    <dsp:sp modelId="{20AF3CBE-1446-4862-B40D-AFCAA53AC1AB}">
      <dsp:nvSpPr>
        <dsp:cNvPr id="0" name=""/>
        <dsp:cNvSpPr/>
      </dsp:nvSpPr>
      <dsp:spPr>
        <a:xfrm>
          <a:off x="2849997" y="5051705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5094435"/>
        <a:ext cx="29900" cy="5980"/>
      </dsp:txXfrm>
    </dsp:sp>
    <dsp:sp modelId="{782DB9D4-E651-4480-988F-D34E70AA3E5B}">
      <dsp:nvSpPr>
        <dsp:cNvPr id="0" name=""/>
        <dsp:cNvSpPr/>
      </dsp:nvSpPr>
      <dsp:spPr>
        <a:xfrm>
          <a:off x="251771" y="4317418"/>
          <a:ext cx="2600025" cy="156001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Determine whether a restart is required</a:t>
          </a:r>
          <a:endParaRPr lang="en-US" sz="2300" kern="1200"/>
        </a:p>
      </dsp:txBody>
      <dsp:txXfrm>
        <a:off x="251771" y="4317418"/>
        <a:ext cx="2600025" cy="1560015"/>
      </dsp:txXfrm>
    </dsp:sp>
    <dsp:sp modelId="{F5E23842-FD64-4B57-97A4-B77523C91566}">
      <dsp:nvSpPr>
        <dsp:cNvPr id="0" name=""/>
        <dsp:cNvSpPr/>
      </dsp:nvSpPr>
      <dsp:spPr>
        <a:xfrm>
          <a:off x="3449803" y="4317418"/>
          <a:ext cx="2600025" cy="156001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Prioritize patches based on risk and business impact</a:t>
          </a:r>
          <a:endParaRPr lang="en-US" sz="2300" kern="1200"/>
        </a:p>
      </dsp:txBody>
      <dsp:txXfrm>
        <a:off x="3449803" y="4317418"/>
        <a:ext cx="2600025" cy="156001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07B82-A986-4999-8449-A0E26C414205}">
      <dsp:nvSpPr>
        <dsp:cNvPr id="0" name=""/>
        <dsp:cNvSpPr/>
      </dsp:nvSpPr>
      <dsp:spPr>
        <a:xfrm>
          <a:off x="2849997" y="735663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778393"/>
        <a:ext cx="29900" cy="5980"/>
      </dsp:txXfrm>
    </dsp:sp>
    <dsp:sp modelId="{F246F2B1-EEA1-477B-B5A6-5597C5D4F031}">
      <dsp:nvSpPr>
        <dsp:cNvPr id="0" name=""/>
        <dsp:cNvSpPr/>
      </dsp:nvSpPr>
      <dsp:spPr>
        <a:xfrm>
          <a:off x="251771" y="1375"/>
          <a:ext cx="2600025" cy="156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Test patches in a controlled environment whenever practical</a:t>
          </a:r>
          <a:endParaRPr lang="en-US" sz="2100" kern="1200"/>
        </a:p>
      </dsp:txBody>
      <dsp:txXfrm>
        <a:off x="251771" y="1375"/>
        <a:ext cx="2600025" cy="1560015"/>
      </dsp:txXfrm>
    </dsp:sp>
    <dsp:sp modelId="{EB3C540E-E2AF-4DF5-AFAE-7C196A49E168}">
      <dsp:nvSpPr>
        <dsp:cNvPr id="0" name=""/>
        <dsp:cNvSpPr/>
      </dsp:nvSpPr>
      <dsp:spPr>
        <a:xfrm>
          <a:off x="1551784" y="1559590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1840303"/>
        <a:ext cx="162673" cy="5980"/>
      </dsp:txXfrm>
    </dsp:sp>
    <dsp:sp modelId="{9D9007D1-76AA-4341-A3A8-F5D7AEED5D15}">
      <dsp:nvSpPr>
        <dsp:cNvPr id="0" name=""/>
        <dsp:cNvSpPr/>
      </dsp:nvSpPr>
      <dsp:spPr>
        <a:xfrm>
          <a:off x="3449803" y="1375"/>
          <a:ext cx="2600025" cy="156001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Verify application compatibility</a:t>
          </a:r>
          <a:endParaRPr lang="en-US" sz="2100" kern="1200"/>
        </a:p>
      </dsp:txBody>
      <dsp:txXfrm>
        <a:off x="3449803" y="1375"/>
        <a:ext cx="2600025" cy="1560015"/>
      </dsp:txXfrm>
    </dsp:sp>
    <dsp:sp modelId="{A21CC8E7-89A5-4D73-BC95-A9BD65D5AB82}">
      <dsp:nvSpPr>
        <dsp:cNvPr id="0" name=""/>
        <dsp:cNvSpPr/>
      </dsp:nvSpPr>
      <dsp:spPr>
        <a:xfrm>
          <a:off x="2849997" y="2893684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2936414"/>
        <a:ext cx="29900" cy="5980"/>
      </dsp:txXfrm>
    </dsp:sp>
    <dsp:sp modelId="{4FB04A03-99B3-473C-8B15-4E4789DE2B8A}">
      <dsp:nvSpPr>
        <dsp:cNvPr id="0" name=""/>
        <dsp:cNvSpPr/>
      </dsp:nvSpPr>
      <dsp:spPr>
        <a:xfrm>
          <a:off x="251771" y="2159396"/>
          <a:ext cx="2600025" cy="156001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Verify server roles and services</a:t>
          </a:r>
          <a:endParaRPr lang="en-US" sz="2100" kern="1200"/>
        </a:p>
      </dsp:txBody>
      <dsp:txXfrm>
        <a:off x="251771" y="2159396"/>
        <a:ext cx="2600025" cy="1560015"/>
      </dsp:txXfrm>
    </dsp:sp>
    <dsp:sp modelId="{183C5AD5-4FF3-4DDC-AAD7-CA9FDE100D1A}">
      <dsp:nvSpPr>
        <dsp:cNvPr id="0" name=""/>
        <dsp:cNvSpPr/>
      </dsp:nvSpPr>
      <dsp:spPr>
        <a:xfrm>
          <a:off x="1551784" y="3717612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3998325"/>
        <a:ext cx="162673" cy="5980"/>
      </dsp:txXfrm>
    </dsp:sp>
    <dsp:sp modelId="{0CEDB0BC-EC8D-4D40-877E-F2F1A73CCB60}">
      <dsp:nvSpPr>
        <dsp:cNvPr id="0" name=""/>
        <dsp:cNvSpPr/>
      </dsp:nvSpPr>
      <dsp:spPr>
        <a:xfrm>
          <a:off x="3449803" y="2159396"/>
          <a:ext cx="2600025" cy="156001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Check dependencies and performance</a:t>
          </a:r>
          <a:endParaRPr lang="en-US" sz="2100" kern="1200"/>
        </a:p>
      </dsp:txBody>
      <dsp:txXfrm>
        <a:off x="3449803" y="2159396"/>
        <a:ext cx="2600025" cy="1560015"/>
      </dsp:txXfrm>
    </dsp:sp>
    <dsp:sp modelId="{8E861EDA-CC9F-46C6-AF25-6D5FFF83E74B}">
      <dsp:nvSpPr>
        <dsp:cNvPr id="0" name=""/>
        <dsp:cNvSpPr/>
      </dsp:nvSpPr>
      <dsp:spPr>
        <a:xfrm>
          <a:off x="2849997" y="5051705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5094435"/>
        <a:ext cx="29900" cy="5980"/>
      </dsp:txXfrm>
    </dsp:sp>
    <dsp:sp modelId="{A68DEB39-3A2A-4669-90E5-38EDD1DD40AE}">
      <dsp:nvSpPr>
        <dsp:cNvPr id="0" name=""/>
        <dsp:cNvSpPr/>
      </dsp:nvSpPr>
      <dsp:spPr>
        <a:xfrm>
          <a:off x="251771" y="4317418"/>
          <a:ext cx="2600025" cy="156001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Look for unexpected errors</a:t>
          </a:r>
          <a:endParaRPr lang="en-US" sz="2100" kern="1200"/>
        </a:p>
      </dsp:txBody>
      <dsp:txXfrm>
        <a:off x="251771" y="4317418"/>
        <a:ext cx="2600025" cy="1560015"/>
      </dsp:txXfrm>
    </dsp:sp>
    <dsp:sp modelId="{CBC698C5-3E3B-478A-B84A-6204BC0024C0}">
      <dsp:nvSpPr>
        <dsp:cNvPr id="0" name=""/>
        <dsp:cNvSpPr/>
      </dsp:nvSpPr>
      <dsp:spPr>
        <a:xfrm>
          <a:off x="3449803" y="4317418"/>
          <a:ext cx="2600025" cy="156001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Goal: find problems before production users are affected</a:t>
          </a:r>
          <a:endParaRPr lang="en-US" sz="2100" kern="1200"/>
        </a:p>
      </dsp:txBody>
      <dsp:txXfrm>
        <a:off x="3449803" y="4317418"/>
        <a:ext cx="2600025" cy="156001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6EB32-B674-41FE-901D-C8C437864DF8}">
      <dsp:nvSpPr>
        <dsp:cNvPr id="0" name=""/>
        <dsp:cNvSpPr/>
      </dsp:nvSpPr>
      <dsp:spPr>
        <a:xfrm>
          <a:off x="0" y="190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C2F17-79FD-44F7-9D0B-4A2936E50146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B1836-69E7-4C06-B086-CB131C8A8715}">
      <dsp:nvSpPr>
        <dsp:cNvPr id="0" name=""/>
        <dsp:cNvSpPr/>
      </dsp:nvSpPr>
      <dsp:spPr>
        <a:xfrm>
          <a:off x="935949" y="190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Deploy during an appropriate maintenance window</a:t>
          </a:r>
          <a:endParaRPr lang="en-US" sz="1900" kern="1200"/>
        </a:p>
      </dsp:txBody>
      <dsp:txXfrm>
        <a:off x="935949" y="1901"/>
        <a:ext cx="5365651" cy="810345"/>
      </dsp:txXfrm>
    </dsp:sp>
    <dsp:sp modelId="{6C2758D0-C5C2-455E-83D2-541A6103C7E2}">
      <dsp:nvSpPr>
        <dsp:cNvPr id="0" name=""/>
        <dsp:cNvSpPr/>
      </dsp:nvSpPr>
      <dsp:spPr>
        <a:xfrm>
          <a:off x="0" y="1014833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8F743-51BD-43FF-98F4-D98883A62927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8F853-37B2-41F4-9973-6F5F91A7ED3A}">
      <dsp:nvSpPr>
        <dsp:cNvPr id="0" name=""/>
        <dsp:cNvSpPr/>
      </dsp:nvSpPr>
      <dsp:spPr>
        <a:xfrm>
          <a:off x="935949" y="1014833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Consider server usage and expected downtime</a:t>
          </a:r>
          <a:endParaRPr lang="en-US" sz="1900" kern="1200"/>
        </a:p>
      </dsp:txBody>
      <dsp:txXfrm>
        <a:off x="935949" y="1014833"/>
        <a:ext cx="5365651" cy="810345"/>
      </dsp:txXfrm>
    </dsp:sp>
    <dsp:sp modelId="{5E87BA77-3277-4918-A8CC-03BF4061DC91}">
      <dsp:nvSpPr>
        <dsp:cNvPr id="0" name=""/>
        <dsp:cNvSpPr/>
      </dsp:nvSpPr>
      <dsp:spPr>
        <a:xfrm>
          <a:off x="0" y="2027765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38215-81A0-406C-AC0C-501B5B8DF030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C6166-26C7-413B-B91F-2BEFE855346A}">
      <dsp:nvSpPr>
        <dsp:cNvPr id="0" name=""/>
        <dsp:cNvSpPr/>
      </dsp:nvSpPr>
      <dsp:spPr>
        <a:xfrm>
          <a:off x="935949" y="2027765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Check restart requirements</a:t>
          </a:r>
          <a:endParaRPr lang="en-US" sz="1900" kern="1200"/>
        </a:p>
      </dsp:txBody>
      <dsp:txXfrm>
        <a:off x="935949" y="2027765"/>
        <a:ext cx="5365651" cy="810345"/>
      </dsp:txXfrm>
    </dsp:sp>
    <dsp:sp modelId="{A0BD6812-6A67-4746-8B6D-36931F127D6E}">
      <dsp:nvSpPr>
        <dsp:cNvPr id="0" name=""/>
        <dsp:cNvSpPr/>
      </dsp:nvSpPr>
      <dsp:spPr>
        <a:xfrm>
          <a:off x="0" y="3040697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A69AF-CC37-4145-A97B-23960468749D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89D10-56E1-490F-8D60-E065028FA3B7}">
      <dsp:nvSpPr>
        <dsp:cNvPr id="0" name=""/>
        <dsp:cNvSpPr/>
      </dsp:nvSpPr>
      <dsp:spPr>
        <a:xfrm>
          <a:off x="935949" y="3040697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Consider business impact</a:t>
          </a:r>
          <a:endParaRPr lang="en-US" sz="1900" kern="1200"/>
        </a:p>
      </dsp:txBody>
      <dsp:txXfrm>
        <a:off x="935949" y="3040697"/>
        <a:ext cx="5365651" cy="810345"/>
      </dsp:txXfrm>
    </dsp:sp>
    <dsp:sp modelId="{BE6B473C-434E-42EC-BD17-443F53F198EE}">
      <dsp:nvSpPr>
        <dsp:cNvPr id="0" name=""/>
        <dsp:cNvSpPr/>
      </dsp:nvSpPr>
      <dsp:spPr>
        <a:xfrm>
          <a:off x="0" y="4053629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0181C-1270-43A7-B195-672740067679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A9A53-95AA-4D60-9B95-8AF6095A6E16}">
      <dsp:nvSpPr>
        <dsp:cNvPr id="0" name=""/>
        <dsp:cNvSpPr/>
      </dsp:nvSpPr>
      <dsp:spPr>
        <a:xfrm>
          <a:off x="935949" y="4053629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Ensure recent backups are available</a:t>
          </a:r>
          <a:endParaRPr lang="en-US" sz="1900" kern="1200"/>
        </a:p>
      </dsp:txBody>
      <dsp:txXfrm>
        <a:off x="935949" y="4053629"/>
        <a:ext cx="5365651" cy="810345"/>
      </dsp:txXfrm>
    </dsp:sp>
    <dsp:sp modelId="{1545D108-BF95-474B-89A0-085CC919A083}">
      <dsp:nvSpPr>
        <dsp:cNvPr id="0" name=""/>
        <dsp:cNvSpPr/>
      </dsp:nvSpPr>
      <dsp:spPr>
        <a:xfrm>
          <a:off x="0" y="506656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C7FA0-5942-40B9-B761-9815685F6D3E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738AE-13C0-4855-A870-F1ADABE1E969}">
      <dsp:nvSpPr>
        <dsp:cNvPr id="0" name=""/>
        <dsp:cNvSpPr/>
      </dsp:nvSpPr>
      <dsp:spPr>
        <a:xfrm>
          <a:off x="935949" y="506656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Prepare a rollback or recovery plan</a:t>
          </a:r>
          <a:endParaRPr lang="en-US" sz="1900" kern="1200"/>
        </a:p>
      </dsp:txBody>
      <dsp:txXfrm>
        <a:off x="935949" y="5066561"/>
        <a:ext cx="5365651" cy="81034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A33E9-D9F3-4170-BDEE-8238F23086B8}">
      <dsp:nvSpPr>
        <dsp:cNvPr id="0" name=""/>
        <dsp:cNvSpPr/>
      </dsp:nvSpPr>
      <dsp:spPr>
        <a:xfrm>
          <a:off x="2849997" y="735663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778393"/>
        <a:ext cx="29900" cy="5980"/>
      </dsp:txXfrm>
    </dsp:sp>
    <dsp:sp modelId="{6CBBDF29-B4BE-49C3-980B-5800673C86F5}">
      <dsp:nvSpPr>
        <dsp:cNvPr id="0" name=""/>
        <dsp:cNvSpPr/>
      </dsp:nvSpPr>
      <dsp:spPr>
        <a:xfrm>
          <a:off x="251771" y="1375"/>
          <a:ext cx="2600025" cy="156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Use the operating system update mechanism or centralized patch management solution</a:t>
          </a:r>
          <a:endParaRPr lang="en-US" sz="1800" kern="1200"/>
        </a:p>
      </dsp:txBody>
      <dsp:txXfrm>
        <a:off x="251771" y="1375"/>
        <a:ext cx="2600025" cy="1560015"/>
      </dsp:txXfrm>
    </dsp:sp>
    <dsp:sp modelId="{CDB553DF-81A0-4037-AE46-365A6E4BF189}">
      <dsp:nvSpPr>
        <dsp:cNvPr id="0" name=""/>
        <dsp:cNvSpPr/>
      </dsp:nvSpPr>
      <dsp:spPr>
        <a:xfrm>
          <a:off x="1551784" y="1559590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1840303"/>
        <a:ext cx="162673" cy="5980"/>
      </dsp:txXfrm>
    </dsp:sp>
    <dsp:sp modelId="{6BFD0700-1142-4E80-83C7-EC700B1680EF}">
      <dsp:nvSpPr>
        <dsp:cNvPr id="0" name=""/>
        <dsp:cNvSpPr/>
      </dsp:nvSpPr>
      <dsp:spPr>
        <a:xfrm>
          <a:off x="3449803" y="1375"/>
          <a:ext cx="2600025" cy="1560015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Monitor the installation process</a:t>
          </a:r>
          <a:endParaRPr lang="en-US" sz="1800" kern="1200"/>
        </a:p>
      </dsp:txBody>
      <dsp:txXfrm>
        <a:off x="3449803" y="1375"/>
        <a:ext cx="2600025" cy="1560015"/>
      </dsp:txXfrm>
    </dsp:sp>
    <dsp:sp modelId="{7973FCD1-B775-4C12-B50A-B7D0C9BBEA70}">
      <dsp:nvSpPr>
        <dsp:cNvPr id="0" name=""/>
        <dsp:cNvSpPr/>
      </dsp:nvSpPr>
      <dsp:spPr>
        <a:xfrm>
          <a:off x="2849997" y="2893684"/>
          <a:ext cx="5674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7405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8750" y="2936414"/>
        <a:ext cx="29900" cy="5980"/>
      </dsp:txXfrm>
    </dsp:sp>
    <dsp:sp modelId="{7CE84FF7-E28D-4AF6-836A-FCA2ADB35CCD}">
      <dsp:nvSpPr>
        <dsp:cNvPr id="0" name=""/>
        <dsp:cNvSpPr/>
      </dsp:nvSpPr>
      <dsp:spPr>
        <a:xfrm>
          <a:off x="251771" y="2159396"/>
          <a:ext cx="2600025" cy="156001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Check for installation errors</a:t>
          </a:r>
          <a:endParaRPr lang="en-US" sz="1800" kern="1200"/>
        </a:p>
      </dsp:txBody>
      <dsp:txXfrm>
        <a:off x="251771" y="2159396"/>
        <a:ext cx="2600025" cy="1560015"/>
      </dsp:txXfrm>
    </dsp:sp>
    <dsp:sp modelId="{ABEE991E-F630-4E63-A841-B7ED75CBA54B}">
      <dsp:nvSpPr>
        <dsp:cNvPr id="0" name=""/>
        <dsp:cNvSpPr/>
      </dsp:nvSpPr>
      <dsp:spPr>
        <a:xfrm>
          <a:off x="1551784" y="3717612"/>
          <a:ext cx="3198031" cy="567405"/>
        </a:xfrm>
        <a:custGeom>
          <a:avLst/>
          <a:gdLst/>
          <a:ahLst/>
          <a:cxnLst/>
          <a:rect l="0" t="0" r="0" b="0"/>
          <a:pathLst>
            <a:path>
              <a:moveTo>
                <a:pt x="3198031" y="0"/>
              </a:moveTo>
              <a:lnTo>
                <a:pt x="3198031" y="300802"/>
              </a:lnTo>
              <a:lnTo>
                <a:pt x="0" y="300802"/>
              </a:lnTo>
              <a:lnTo>
                <a:pt x="0" y="567405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69463" y="3998325"/>
        <a:ext cx="162673" cy="5980"/>
      </dsp:txXfrm>
    </dsp:sp>
    <dsp:sp modelId="{3F0D9B2F-D505-462A-9BFE-BD6FBA0C816E}">
      <dsp:nvSpPr>
        <dsp:cNvPr id="0" name=""/>
        <dsp:cNvSpPr/>
      </dsp:nvSpPr>
      <dsp:spPr>
        <a:xfrm>
          <a:off x="3449803" y="2159396"/>
          <a:ext cx="2600025" cy="1560015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Perform required system restarts</a:t>
          </a:r>
          <a:endParaRPr lang="en-US" sz="1800" kern="1200"/>
        </a:p>
      </dsp:txBody>
      <dsp:txXfrm>
        <a:off x="3449803" y="2159396"/>
        <a:ext cx="2600025" cy="1560015"/>
      </dsp:txXfrm>
    </dsp:sp>
    <dsp:sp modelId="{1E6E1ED9-3D91-42D0-8ED0-36940B409418}">
      <dsp:nvSpPr>
        <dsp:cNvPr id="0" name=""/>
        <dsp:cNvSpPr/>
      </dsp:nvSpPr>
      <dsp:spPr>
        <a:xfrm>
          <a:off x="251771" y="4317418"/>
          <a:ext cx="2600025" cy="156001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403" tIns="133732" rIns="127403" bIns="13373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Monitor server health after installation</a:t>
          </a:r>
          <a:endParaRPr lang="en-US" sz="1800" kern="1200"/>
        </a:p>
      </dsp:txBody>
      <dsp:txXfrm>
        <a:off x="251771" y="4317418"/>
        <a:ext cx="2600025" cy="156001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955F4-EA48-4889-B79D-32AFE5F269C5}">
      <dsp:nvSpPr>
        <dsp:cNvPr id="0" name=""/>
        <dsp:cNvSpPr/>
      </dsp:nvSpPr>
      <dsp:spPr>
        <a:xfrm>
          <a:off x="3578798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5350" y="771083"/>
        <a:ext cx="29668" cy="5933"/>
      </dsp:txXfrm>
    </dsp:sp>
    <dsp:sp modelId="{0282CCD0-9D80-4585-A402-32E638AB503D}">
      <dsp:nvSpPr>
        <dsp:cNvPr id="0" name=""/>
        <dsp:cNvSpPr/>
      </dsp:nvSpPr>
      <dsp:spPr>
        <a:xfrm>
          <a:off x="1000712" y="84"/>
          <a:ext cx="2579885" cy="15479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Confirm the correct software or patch version</a:t>
          </a:r>
          <a:endParaRPr lang="en-US" sz="1900" kern="1200"/>
        </a:p>
      </dsp:txBody>
      <dsp:txXfrm>
        <a:off x="1000712" y="84"/>
        <a:ext cx="2579885" cy="1547931"/>
      </dsp:txXfrm>
    </dsp:sp>
    <dsp:sp modelId="{8F27269D-99AF-4D36-B6AA-F089F66BA91E}">
      <dsp:nvSpPr>
        <dsp:cNvPr id="0" name=""/>
        <dsp:cNvSpPr/>
      </dsp:nvSpPr>
      <dsp:spPr>
        <a:xfrm>
          <a:off x="6752057" y="728330"/>
          <a:ext cx="5627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62773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8609" y="771083"/>
        <a:ext cx="29668" cy="5933"/>
      </dsp:txXfrm>
    </dsp:sp>
    <dsp:sp modelId="{0E829505-0A56-41E6-A1E3-8C5905C45513}">
      <dsp:nvSpPr>
        <dsp:cNvPr id="0" name=""/>
        <dsp:cNvSpPr/>
      </dsp:nvSpPr>
      <dsp:spPr>
        <a:xfrm>
          <a:off x="4173971" y="84"/>
          <a:ext cx="2579885" cy="1547931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Verify that server services restarted successfully</a:t>
          </a:r>
          <a:endParaRPr lang="en-US" sz="1900" kern="1200"/>
        </a:p>
      </dsp:txBody>
      <dsp:txXfrm>
        <a:off x="4173971" y="84"/>
        <a:ext cx="2579885" cy="1547931"/>
      </dsp:txXfrm>
    </dsp:sp>
    <dsp:sp modelId="{61DCAFDE-EEF3-4525-8E06-22C695555119}">
      <dsp:nvSpPr>
        <dsp:cNvPr id="0" name=""/>
        <dsp:cNvSpPr/>
      </dsp:nvSpPr>
      <dsp:spPr>
        <a:xfrm>
          <a:off x="2290655" y="1546215"/>
          <a:ext cx="6346518" cy="562773"/>
        </a:xfrm>
        <a:custGeom>
          <a:avLst/>
          <a:gdLst/>
          <a:ahLst/>
          <a:cxnLst/>
          <a:rect l="0" t="0" r="0" b="0"/>
          <a:pathLst>
            <a:path>
              <a:moveTo>
                <a:pt x="6346518" y="0"/>
              </a:moveTo>
              <a:lnTo>
                <a:pt x="6346518" y="298486"/>
              </a:lnTo>
              <a:lnTo>
                <a:pt x="0" y="298486"/>
              </a:lnTo>
              <a:lnTo>
                <a:pt x="0" y="562773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559" y="1824635"/>
        <a:ext cx="318709" cy="5933"/>
      </dsp:txXfrm>
    </dsp:sp>
    <dsp:sp modelId="{E0E67DA4-2D02-466A-9914-FE12F76EEBFD}">
      <dsp:nvSpPr>
        <dsp:cNvPr id="0" name=""/>
        <dsp:cNvSpPr/>
      </dsp:nvSpPr>
      <dsp:spPr>
        <a:xfrm>
          <a:off x="7347230" y="84"/>
          <a:ext cx="2579885" cy="1547931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Check system logs for update-related errors</a:t>
          </a:r>
          <a:endParaRPr lang="en-US" sz="1900" kern="1200"/>
        </a:p>
      </dsp:txBody>
      <dsp:txXfrm>
        <a:off x="7347230" y="84"/>
        <a:ext cx="2579885" cy="1547931"/>
      </dsp:txXfrm>
    </dsp:sp>
    <dsp:sp modelId="{3BB4A64D-95A4-4B85-ABAB-2F3176B8A78B}">
      <dsp:nvSpPr>
        <dsp:cNvPr id="0" name=""/>
        <dsp:cNvSpPr/>
      </dsp:nvSpPr>
      <dsp:spPr>
        <a:xfrm>
          <a:off x="3578798" y="2869634"/>
          <a:ext cx="5508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501" y="45720"/>
              </a:lnTo>
              <a:lnTo>
                <a:pt x="292501" y="45804"/>
              </a:lnTo>
              <a:lnTo>
                <a:pt x="550802" y="45804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39664" y="2912388"/>
        <a:ext cx="29070" cy="5933"/>
      </dsp:txXfrm>
    </dsp:sp>
    <dsp:sp modelId="{6FEE4FCD-1430-4F5F-9679-E9C7AD0C0D26}">
      <dsp:nvSpPr>
        <dsp:cNvPr id="0" name=""/>
        <dsp:cNvSpPr/>
      </dsp:nvSpPr>
      <dsp:spPr>
        <a:xfrm>
          <a:off x="1000712" y="2141389"/>
          <a:ext cx="2579885" cy="1547931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Test critical applications and services</a:t>
          </a:r>
          <a:endParaRPr lang="en-US" sz="1900" kern="1200"/>
        </a:p>
      </dsp:txBody>
      <dsp:txXfrm>
        <a:off x="1000712" y="2141389"/>
        <a:ext cx="2579885" cy="1547931"/>
      </dsp:txXfrm>
    </dsp:sp>
    <dsp:sp modelId="{2C329856-40A8-4574-B46D-C7CEA18270B6}">
      <dsp:nvSpPr>
        <dsp:cNvPr id="0" name=""/>
        <dsp:cNvSpPr/>
      </dsp:nvSpPr>
      <dsp:spPr>
        <a:xfrm>
          <a:off x="6740086" y="2869634"/>
          <a:ext cx="5747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804"/>
              </a:moveTo>
              <a:lnTo>
                <a:pt x="304472" y="45804"/>
              </a:lnTo>
              <a:lnTo>
                <a:pt x="304472" y="45720"/>
              </a:lnTo>
              <a:lnTo>
                <a:pt x="574744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12325" y="2912388"/>
        <a:ext cx="30267" cy="5933"/>
      </dsp:txXfrm>
    </dsp:sp>
    <dsp:sp modelId="{F98899C3-4666-4683-873D-76D4E252B2C7}">
      <dsp:nvSpPr>
        <dsp:cNvPr id="0" name=""/>
        <dsp:cNvSpPr/>
      </dsp:nvSpPr>
      <dsp:spPr>
        <a:xfrm>
          <a:off x="4162001" y="2141473"/>
          <a:ext cx="2579885" cy="1547931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Confirm users can access required resources</a:t>
          </a:r>
          <a:endParaRPr lang="en-US" sz="1900" kern="1200"/>
        </a:p>
      </dsp:txBody>
      <dsp:txXfrm>
        <a:off x="4162001" y="2141473"/>
        <a:ext cx="2579885" cy="1547931"/>
      </dsp:txXfrm>
    </dsp:sp>
    <dsp:sp modelId="{5F328D1F-DA4E-4272-9B26-FCFE90F53697}">
      <dsp:nvSpPr>
        <dsp:cNvPr id="0" name=""/>
        <dsp:cNvSpPr/>
      </dsp:nvSpPr>
      <dsp:spPr>
        <a:xfrm>
          <a:off x="7347230" y="2141389"/>
          <a:ext cx="2579885" cy="154793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417" tIns="132696" rIns="126417" bIns="1326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Patch installed does not automatically mean patch successfully verified</a:t>
          </a:r>
          <a:endParaRPr lang="en-US" sz="1900" kern="1200"/>
        </a:p>
      </dsp:txBody>
      <dsp:txXfrm>
        <a:off x="7347230" y="2141389"/>
        <a:ext cx="2579885" cy="154793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020FF-0ECE-4F93-978B-727DB00332BD}">
      <dsp:nvSpPr>
        <dsp:cNvPr id="0" name=""/>
        <dsp:cNvSpPr/>
      </dsp:nvSpPr>
      <dsp:spPr>
        <a:xfrm>
          <a:off x="0" y="717"/>
          <a:ext cx="63016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4B20F-C9AD-48DB-B6EF-32E5DDBD15BA}">
      <dsp:nvSpPr>
        <dsp:cNvPr id="0" name=""/>
        <dsp:cNvSpPr/>
      </dsp:nvSpPr>
      <dsp:spPr>
        <a:xfrm>
          <a:off x="0" y="717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patch identification or version</a:t>
          </a:r>
          <a:endParaRPr lang="en-US" sz="2200" kern="1200"/>
        </a:p>
      </dsp:txBody>
      <dsp:txXfrm>
        <a:off x="0" y="717"/>
        <a:ext cx="6301601" cy="839624"/>
      </dsp:txXfrm>
    </dsp:sp>
    <dsp:sp modelId="{DDD8E1E3-B87D-4D72-BFDA-59809142057B}">
      <dsp:nvSpPr>
        <dsp:cNvPr id="0" name=""/>
        <dsp:cNvSpPr/>
      </dsp:nvSpPr>
      <dsp:spPr>
        <a:xfrm>
          <a:off x="0" y="840342"/>
          <a:ext cx="6301601" cy="0"/>
        </a:xfrm>
        <a:prstGeom prst="line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89A66-7966-491E-98A0-592D94018A2B}">
      <dsp:nvSpPr>
        <dsp:cNvPr id="0" name=""/>
        <dsp:cNvSpPr/>
      </dsp:nvSpPr>
      <dsp:spPr>
        <a:xfrm>
          <a:off x="0" y="840342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installation date</a:t>
          </a:r>
          <a:endParaRPr lang="en-US" sz="2200" kern="1200"/>
        </a:p>
      </dsp:txBody>
      <dsp:txXfrm>
        <a:off x="0" y="840342"/>
        <a:ext cx="6301601" cy="839624"/>
      </dsp:txXfrm>
    </dsp:sp>
    <dsp:sp modelId="{1B960745-3D88-4B5B-9D41-4DCDF2B102C5}">
      <dsp:nvSpPr>
        <dsp:cNvPr id="0" name=""/>
        <dsp:cNvSpPr/>
      </dsp:nvSpPr>
      <dsp:spPr>
        <a:xfrm>
          <a:off x="0" y="1679967"/>
          <a:ext cx="6301601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72142-B0E6-491E-9EB4-09D528686B93}">
      <dsp:nvSpPr>
        <dsp:cNvPr id="0" name=""/>
        <dsp:cNvSpPr/>
      </dsp:nvSpPr>
      <dsp:spPr>
        <a:xfrm>
          <a:off x="0" y="1679967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affected servers</a:t>
          </a:r>
          <a:endParaRPr lang="en-US" sz="2200" kern="1200"/>
        </a:p>
      </dsp:txBody>
      <dsp:txXfrm>
        <a:off x="0" y="1679967"/>
        <a:ext cx="6301601" cy="839624"/>
      </dsp:txXfrm>
    </dsp:sp>
    <dsp:sp modelId="{73922B62-4CDF-4928-A3EB-43ED334AEE51}">
      <dsp:nvSpPr>
        <dsp:cNvPr id="0" name=""/>
        <dsp:cNvSpPr/>
      </dsp:nvSpPr>
      <dsp:spPr>
        <a:xfrm>
          <a:off x="0" y="2519592"/>
          <a:ext cx="6301601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8D3F4-E8E4-472A-9906-7C7E7593DBEE}">
      <dsp:nvSpPr>
        <dsp:cNvPr id="0" name=""/>
        <dsp:cNvSpPr/>
      </dsp:nvSpPr>
      <dsp:spPr>
        <a:xfrm>
          <a:off x="0" y="2519592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administrator responsible</a:t>
          </a:r>
          <a:endParaRPr lang="en-US" sz="2200" kern="1200"/>
        </a:p>
      </dsp:txBody>
      <dsp:txXfrm>
        <a:off x="0" y="2519592"/>
        <a:ext cx="6301601" cy="839624"/>
      </dsp:txXfrm>
    </dsp:sp>
    <dsp:sp modelId="{592993B7-2984-4588-B998-73FD5B2330DD}">
      <dsp:nvSpPr>
        <dsp:cNvPr id="0" name=""/>
        <dsp:cNvSpPr/>
      </dsp:nvSpPr>
      <dsp:spPr>
        <a:xfrm>
          <a:off x="0" y="3359216"/>
          <a:ext cx="6301601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1C4F4-1FC3-4AAE-9EBE-E863FD9C845F}">
      <dsp:nvSpPr>
        <dsp:cNvPr id="0" name=""/>
        <dsp:cNvSpPr/>
      </dsp:nvSpPr>
      <dsp:spPr>
        <a:xfrm>
          <a:off x="0" y="3359216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Document issues encountered</a:t>
          </a:r>
          <a:endParaRPr lang="en-US" sz="2200" kern="1200"/>
        </a:p>
      </dsp:txBody>
      <dsp:txXfrm>
        <a:off x="0" y="3359216"/>
        <a:ext cx="6301601" cy="839624"/>
      </dsp:txXfrm>
    </dsp:sp>
    <dsp:sp modelId="{C2054683-3F7E-4F2C-B3AD-4EE4DF192986}">
      <dsp:nvSpPr>
        <dsp:cNvPr id="0" name=""/>
        <dsp:cNvSpPr/>
      </dsp:nvSpPr>
      <dsp:spPr>
        <a:xfrm>
          <a:off x="0" y="4198841"/>
          <a:ext cx="6301601" cy="0"/>
        </a:xfrm>
        <a:prstGeom prst="line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D60E3-2CDC-4C14-8231-5E5CC7D976F1}">
      <dsp:nvSpPr>
        <dsp:cNvPr id="0" name=""/>
        <dsp:cNvSpPr/>
      </dsp:nvSpPr>
      <dsp:spPr>
        <a:xfrm>
          <a:off x="0" y="4198841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Record verification results</a:t>
          </a:r>
          <a:endParaRPr lang="en-US" sz="2200" kern="1200"/>
        </a:p>
      </dsp:txBody>
      <dsp:txXfrm>
        <a:off x="0" y="4198841"/>
        <a:ext cx="6301601" cy="839624"/>
      </dsp:txXfrm>
    </dsp:sp>
    <dsp:sp modelId="{4EA749EE-AC29-4F35-A5C4-25FAEEB5723B}">
      <dsp:nvSpPr>
        <dsp:cNvPr id="0" name=""/>
        <dsp:cNvSpPr/>
      </dsp:nvSpPr>
      <dsp:spPr>
        <a:xfrm>
          <a:off x="0" y="5038466"/>
          <a:ext cx="6301601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7C503-1FA8-44F1-A8EA-CE8DC926A34A}">
      <dsp:nvSpPr>
        <dsp:cNvPr id="0" name=""/>
        <dsp:cNvSpPr/>
      </dsp:nvSpPr>
      <dsp:spPr>
        <a:xfrm>
          <a:off x="0" y="5038466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Documentation supports troubleshooting, auditing, compliance, and future maintenance</a:t>
          </a:r>
          <a:endParaRPr lang="en-US" sz="2200" kern="1200"/>
        </a:p>
      </dsp:txBody>
      <dsp:txXfrm>
        <a:off x="0" y="5038466"/>
        <a:ext cx="6301601" cy="83962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4C372-5A2A-4A21-AB2C-9F25FEFFCE04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CBEE4-7FFA-4BDA-A61E-39893D60F0B0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8A4BE-7BFB-48A3-A2FC-DED22439DDF3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Change Management – Controls and governs many types of modifications</a:t>
          </a:r>
          <a:endParaRPr lang="en-US" sz="2200" kern="1200"/>
        </a:p>
      </dsp:txBody>
      <dsp:txXfrm>
        <a:off x="1058686" y="1808"/>
        <a:ext cx="9456913" cy="916611"/>
      </dsp:txXfrm>
    </dsp:sp>
    <dsp:sp modelId="{D3B1643F-3C87-4DFE-8DFE-49A0CF7A53AA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B69E6-AF2C-4FB5-BDC4-92F5B7BAB9F0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D9D6-3DA3-4D47-9B59-506812E054E1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Patch Management – Specifically manages software and security updates</a:t>
          </a:r>
          <a:endParaRPr lang="en-US" sz="2200" kern="1200"/>
        </a:p>
      </dsp:txBody>
      <dsp:txXfrm>
        <a:off x="1058686" y="1147573"/>
        <a:ext cx="9456913" cy="916611"/>
      </dsp:txXfrm>
    </dsp:sp>
    <dsp:sp modelId="{818561B6-9D88-45BD-9FE9-933739FD79E2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5BFCC-5F51-4921-89F6-22985BC58039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83772-7EB3-420A-ADC6-E1A4736AE4A6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Change examples: hardware changes, network changes, application migration, configuration changes</a:t>
          </a:r>
          <a:endParaRPr lang="en-US" sz="2200" kern="1200"/>
        </a:p>
      </dsp:txBody>
      <dsp:txXfrm>
        <a:off x="1058686" y="2293338"/>
        <a:ext cx="9456913" cy="916611"/>
      </dsp:txXfrm>
    </dsp:sp>
    <dsp:sp modelId="{E87045AB-D8FD-4064-AB09-B2B4BDDF9F5E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B820A-4ACA-4D05-8869-C137781D670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8BA83-63AD-47F9-8F91-C05FA2F29FA1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Patch examples: security patches, bug fixes, performance updates, compatibility updates</a:t>
          </a:r>
          <a:endParaRPr lang="en-US" sz="2200" kern="1200"/>
        </a:p>
      </dsp:txBody>
      <dsp:txXfrm>
        <a:off x="1058686" y="3439103"/>
        <a:ext cx="94569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2CBC-1BC2-B621-1B0B-EF83711D3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A9915-0EA7-8371-417A-048EC6A42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C0DE-07DF-3766-6696-C431E409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56466-C9A3-6C0D-A4E5-478ADFF3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7E7CF-500F-C786-9473-E66F0A64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2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1ECD-9377-ECE3-AB03-AE51542B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82E60-FA7C-326E-0834-353AEBD4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FF28-FCD6-E53B-E663-5E94D825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EF89F-4511-7B6A-AE77-68EACA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1157F-39F8-EA93-0F10-26EA26FF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69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BB6C-6D57-C7A5-C67C-EA499AE6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B4ED1-9BD7-5FD1-20E0-DDB051EB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2F9D3-E78F-AC77-A574-8F183DF9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F926-3FE6-C62C-6C0B-20196865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E511-6B66-1939-5DB1-D42DA6A6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26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E8E0-A6EA-EE44-712E-8CA9AA84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2801-923F-C506-B931-F0E1B1907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B449A-87A4-FE70-C40D-55645EA8C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95CA7-8EAF-3A7F-3C6A-41377723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5C13C-D76A-9C32-9A77-5CD95449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CBED2-0AE1-CADC-491E-CE2EB249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109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233A-6058-DA48-E28F-A81659D94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F94C1-2A78-E3BB-BCFE-96F4DBE40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ACE58-AA41-09A5-70D6-D3302144D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6922A-C0FE-5FC9-7EC1-833E01AF5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89CAB-2F64-2E09-C063-A716349BC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1BE7C-593A-BFA5-CDA5-ED64E2C6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4D491-DAA2-FAD3-0B0E-915D8ABA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2BE37-1F0E-D051-55F2-AF8A4643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6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F6DD-0454-5570-2C69-DC5C7C6C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4A6DD-963E-2D0C-6BC7-34923543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DF12D-8521-2016-647E-8F5CDFD41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B648C-6F06-17C3-74FC-925B5998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10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B8521-FE74-91D1-9A08-563A9658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AB881-79CE-9861-957C-831893D7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6B05-E38B-E48E-9ED4-926DD88D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0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09F9-CFE8-F027-D543-1F5AD349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8FF6-FB28-5A0A-6711-B9818D268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A93B5-75F4-1841-8D71-74F987E19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2F2D2-760F-EB38-53A4-A054D246B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30803-910C-EABD-1650-FA76C5B8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C1556-279F-1F42-B28D-DE2437A8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2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BAEA-4038-D16B-5405-1186D205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3263F-52B9-7D37-9132-395B82C20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B6BA2-1200-75D0-8704-36414C594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ECE9E-D91B-9E25-06EB-1B4BF23A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2CA00-7933-D987-E734-A54F8792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E577C-F81F-39F7-B1EB-9AEEFA10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59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02C9-BD33-EBD0-FAC6-89EACBE6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E7791-4B7E-09B9-A606-37E047903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5D044-F547-7AFE-A4A8-41B1BBA4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206C8-FEB1-E0A8-D16B-F78370B9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26D2A-EBBD-5B9F-D5FA-1CAB3166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1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09C27-275E-5657-524F-6EBFE2609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DD494-5F15-A900-9F84-F40BF4AB0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CEA6E-A883-F822-2FFF-4F1EE463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4540F-ECF6-33C5-C37F-48718BA2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8F395-F7A6-661A-33DB-AD04EEBD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19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D7B4A-4D1B-A630-308E-FC97F821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A9E1B-0DF0-5AC0-849D-32CA34D96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98467-C12E-2174-3E57-5B5299A1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5F3C7-6DE2-471F-98B6-09C7223AEE04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42595-BA55-DF52-19FF-EA6BF5010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6233-B2D4-D062-335D-5698F01F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C525-3AD4-4A03-8071-EA845AE8C9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38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ED39E-C584-CEDF-CF7C-028E9D71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5071E-079E-37CC-C6F3-6B89BBFB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DCF71-08AE-E253-1A6A-AAC89DBE7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40387-DDA1-4367-B130-6EAE68158B6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D8907-C417-4BD2-AA59-B3D38CFAB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628C-AC44-0F1A-60BD-0F80E0048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0C27F-2A2E-4725-A43C-CBCF63ADAE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3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B4C84-0159-9B70-B735-E8E1C35D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6081713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600" b="0" i="0" u="none" strike="noStrike" baseline="0">
                <a:solidFill>
                  <a:srgbClr val="FFFFFF"/>
                </a:solidFill>
              </a:rPr>
              <a:t>Server Roles, Change Management &amp; Patch Management</a:t>
            </a:r>
          </a:p>
        </p:txBody>
      </p:sp>
      <p:pic>
        <p:nvPicPr>
          <p:cNvPr id="20" name="Graphic 19" descr="Computer">
            <a:extLst>
              <a:ext uri="{FF2B5EF4-FFF2-40B4-BE49-F238E27FC236}">
                <a16:creationId xmlns:a16="http://schemas.microsoft.com/office/drawing/2014/main" id="{40BF4FE9-1490-7D25-44F8-FA6D18044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1594" y="283464"/>
            <a:ext cx="2904040" cy="2904040"/>
          </a:xfrm>
          <a:prstGeom prst="rect">
            <a:avLst/>
          </a:prstGeom>
        </p:spPr>
      </p:pic>
      <p:sp>
        <p:nvSpPr>
          <p:cNvPr id="29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E3199-9E60-5868-4A8B-06A0ED5BB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654" y="3592052"/>
            <a:ext cx="3931920" cy="262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2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73B68-916C-BC50-5855-2AAAF4D4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Server Role?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4A4D991-F6DA-BFC3-53DA-E27A8ACE30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022912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08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C2C63-FE23-F73E-1E38-307E5BBC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Common Server Roles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6521A5B-8CC6-8ACE-2824-FC2B04862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200" b="1" i="0" u="none" strike="noStrike" baseline="0"/>
              <a:t>Web Server – Hosts websites and web applications</a:t>
            </a:r>
          </a:p>
          <a:p>
            <a:pPr marR="0" lvl="0"/>
            <a:r>
              <a:rPr lang="en-US" sz="2200" b="1" i="0" u="none" strike="noStrike" baseline="0"/>
              <a:t>Application Server – Runs business applications</a:t>
            </a:r>
          </a:p>
          <a:p>
            <a:pPr marR="0" lvl="0"/>
            <a:r>
              <a:rPr lang="en-US" sz="2200" b="1" i="0" u="none" strike="noStrike" baseline="0"/>
              <a:t>Directory Services Server – Manages users, computers, groups, and policies</a:t>
            </a:r>
          </a:p>
          <a:p>
            <a:pPr marR="0" lvl="0"/>
            <a:r>
              <a:rPr lang="en-US" sz="2200" b="1" i="0" u="none" strike="noStrike" baseline="0"/>
              <a:t>Database Server – Stores and processes data</a:t>
            </a:r>
          </a:p>
          <a:p>
            <a:pPr marR="0" lvl="0"/>
            <a:r>
              <a:rPr lang="en-US" sz="2200" b="1" i="0" u="none" strike="noStrike" baseline="0"/>
              <a:t>File Server – Provides centralized file storage</a:t>
            </a:r>
          </a:p>
          <a:p>
            <a:pPr marR="0" lvl="0"/>
            <a:r>
              <a:rPr lang="en-US" sz="2200" b="1" i="0" u="none" strike="noStrike" baseline="0"/>
              <a:t>Print Server – Manages network printers</a:t>
            </a:r>
          </a:p>
          <a:p>
            <a:pPr marR="0" lvl="0"/>
            <a:r>
              <a:rPr lang="en-US" sz="2200" b="1" i="0" u="none" strike="noStrike" baseline="0"/>
              <a:t>Messaging Server – Provides enterprise messaging services</a:t>
            </a:r>
          </a:p>
          <a:p>
            <a:pPr marR="0" lvl="0"/>
            <a:r>
              <a:rPr lang="en-US" sz="2200" b="1" i="0" u="none" strike="noStrike" baseline="0"/>
              <a:t>Mail Server – Provides email services</a:t>
            </a:r>
          </a:p>
          <a:p>
            <a:pPr marR="0" lvl="0"/>
            <a:r>
              <a:rPr lang="en-US" sz="2200" b="1" i="0" u="none" strike="noStrike" baseline="0"/>
              <a:t>RRAS Server – Provides routing and remote access</a:t>
            </a:r>
          </a:p>
          <a:p>
            <a:pPr marR="0" lvl="0"/>
            <a:r>
              <a:rPr lang="en-US" sz="2200" b="1" i="0" u="none" strike="noStrike" baseline="0"/>
              <a:t>Network Services Server – Provides DNS, DHCP, NTP, and other network services</a:t>
            </a:r>
          </a:p>
        </p:txBody>
      </p:sp>
    </p:spTree>
    <p:extLst>
      <p:ext uri="{BB962C8B-B14F-4D97-AF65-F5344CB8AC3E}">
        <p14:creationId xmlns:p14="http://schemas.microsoft.com/office/powerpoint/2010/main" val="2696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9CB70-33D1-C2CD-AC17-A17C250B0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 Server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3DD08-5A42-9C65-3B66-261C3E35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600" b="1" i="0" u="none" strike="noStrike" baseline="0"/>
              <a:t>Hosts and delivers websites and web applications</a:t>
            </a:r>
          </a:p>
          <a:p>
            <a:pPr marR="0" lvl="0"/>
            <a:r>
              <a:rPr lang="en-US" sz="2600" b="1" i="0" u="none" strike="noStrike" baseline="0"/>
              <a:t>Supports static content such as HTML, images, CSS, and JavaScript</a:t>
            </a:r>
          </a:p>
          <a:p>
            <a:pPr marR="0" lvl="0"/>
            <a:r>
              <a:rPr lang="en-US" sz="2600" b="1" i="0" u="none" strike="noStrike" baseline="0"/>
              <a:t>Can deliver dynamic content generated by web applications</a:t>
            </a:r>
          </a:p>
          <a:p>
            <a:pPr marR="0" lvl="0"/>
            <a:r>
              <a:rPr lang="en-US" sz="2600" b="1" i="0" u="none" strike="noStrike" baseline="0"/>
              <a:t>Common uses: corporate websites, e-commerce, intranet portals, web applications</a:t>
            </a:r>
          </a:p>
          <a:p>
            <a:pPr marR="0" lvl="0"/>
            <a:r>
              <a:rPr lang="en-US" sz="2600" b="1" i="0" u="none" strike="noStrike" baseline="0"/>
              <a:t>Administration focus: security, updates, HTTPS, access control, and performance</a:t>
            </a:r>
          </a:p>
          <a:p>
            <a:pPr marR="0" lvl="0"/>
            <a:r>
              <a:rPr lang="en-US" sz="2600" b="1" i="0" u="none" strike="noStrike" baseline="0"/>
              <a:t>Typical flow: User → Browser → HTTP/HTTPS Request → Web Server → Response</a:t>
            </a:r>
          </a:p>
        </p:txBody>
      </p:sp>
    </p:spTree>
    <p:extLst>
      <p:ext uri="{BB962C8B-B14F-4D97-AF65-F5344CB8AC3E}">
        <p14:creationId xmlns:p14="http://schemas.microsoft.com/office/powerpoint/2010/main" val="397709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Web Server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SERVER ROLES · WEB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630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4E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Definition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 web server hosts websites and web applications and delivers them to clients over HTTP/HTTPS.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974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Microsoft IIS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Windows web hosting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26974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Apache HTTP Server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Widely used open-source web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6974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Nginx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High-performance reverse proxy and web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6344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Key point: </a:t>
            </a:r>
            <a:r>
              <a:rPr sz="1450" b="0">
                <a:solidFill>
                  <a:srgbClr val="FFFFFF"/>
                </a:solidFill>
                <a:latin typeface="Calibri"/>
              </a:rPr>
              <a:t>Name any two of the three — for example IIS and Apache.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39496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lang="en-IN" sz="1450" b="1" dirty="0">
                <a:solidFill>
                  <a:srgbClr val="0E2841"/>
                </a:solidFill>
                <a:latin typeface="Calibri"/>
              </a:rPr>
              <a:t>Note: </a:t>
            </a:r>
            <a:r>
              <a:rPr sz="1450" b="0" dirty="0">
                <a:solidFill>
                  <a:srgbClr val="0E2841"/>
                </a:solidFill>
                <a:latin typeface="Calibri"/>
              </a:rPr>
              <a:t>A web server hosts websites and web apps and delivers them over HTTP/HTTPS; common software: Microsoft IIS, Apache HTTP Server, Nginx.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3250-9F7A-C915-38C3-58D4AA6B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baseline="0">
                <a:solidFill>
                  <a:srgbClr val="365F91"/>
                </a:solidFill>
                <a:latin typeface="Calibri" panose="020F0502020204030204" pitchFamily="34" charset="0"/>
              </a:rPr>
              <a:t>Application Server</a:t>
            </a:r>
            <a:endParaRPr lang="en-US" b="1" i="0" u="none" strike="noStrike" baseline="0">
              <a:solidFill>
                <a:srgbClr val="365F9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0E7B6D5-D73B-3239-398E-47AA38900AB2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100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9AA48-9C4F-A475-1BC6-229487F2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042515"/>
            <a:ext cx="10134600" cy="471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5132E-F490-3E13-2712-7BC3AD37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Directory Services Server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73720B3-9EDC-E994-0D99-DD7464C57E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521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876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Domain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SERVER ROLES · DIRECTORY SERVICES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630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Definition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 domain controller is a directory services server that authenticates and authorises users and computers and applies central policy.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69748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Authenticates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Verifies users and computers when they sign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69748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Authorises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Grants access based on directory accounts and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6052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Enforces policy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Applies security and configuration policies (e.g. Group Policy in Active Directory)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160520"/>
            <a:ext cx="5166360" cy="1325880"/>
          </a:xfrm>
          <a:prstGeom prst="roundRect">
            <a:avLst>
              <a:gd name="adj" fmla="val 8000"/>
            </a:avLst>
          </a:prstGeom>
          <a:solidFill>
            <a:srgbClr val="4E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Central identity store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Accounts are not managed on every 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1500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Remember: </a:t>
            </a:r>
            <a:r>
              <a:rPr sz="1450" b="0">
                <a:solidFill>
                  <a:srgbClr val="FFFFFF"/>
                </a:solidFill>
                <a:latin typeface="Calibri"/>
              </a:rPr>
              <a:t>Domain controller = authentication + authorisation + policy enforcement from one central directory.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4D958-DE50-0993-DDE9-5BC0CFD5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Server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86287C7-AA36-B74E-49A3-C36126D5B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09993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418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CAA77-5B8A-A45E-C63B-A2BCC6B9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Server</a:t>
            </a:r>
          </a:p>
        </p:txBody>
      </p:sp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377994C4-56E0-10D9-EBBC-5DF31BB0B7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343785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337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3C22B-55B6-11A0-1065-26ADCF64E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Print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8960A-A96C-6BDD-D562-FCF6261BF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700" b="1" i="0" u="none" strike="noStrike" baseline="0"/>
              <a:t>Centrally manages one or more network printers</a:t>
            </a:r>
          </a:p>
          <a:p>
            <a:pPr marR="0" lvl="0"/>
            <a:r>
              <a:rPr lang="en-US" sz="1700" b="1" i="0" u="none" strike="noStrike" baseline="0"/>
              <a:t>Receives print jobs and places them in queues</a:t>
            </a:r>
          </a:p>
          <a:p>
            <a:pPr marR="0" lvl="0"/>
            <a:r>
              <a:rPr lang="en-US" sz="1700" b="1" i="0" u="none" strike="noStrike" baseline="0"/>
              <a:t>Sends queued jobs to the appropriate printer</a:t>
            </a:r>
          </a:p>
          <a:p>
            <a:pPr marR="0" lvl="0"/>
            <a:r>
              <a:rPr lang="en-US" sz="1700" b="1" i="0" u="none" strike="noStrike" baseline="0"/>
              <a:t>Provides printer sharing, access control, monitoring, and queue management</a:t>
            </a:r>
          </a:p>
          <a:p>
            <a:pPr marR="0" lvl="0"/>
            <a:r>
              <a:rPr lang="en-US" sz="1700" b="1" i="0" u="none" strike="noStrike" baseline="0"/>
              <a:t>Benefits: centralized administration and better printer utilization</a:t>
            </a:r>
          </a:p>
          <a:p>
            <a:pPr marR="0" lvl="0"/>
            <a:r>
              <a:rPr lang="en-US" sz="1700" b="1" i="0" u="none" strike="noStrike" baseline="0"/>
              <a:t>Typical flow: User → Print Server → Print Queue → Printer</a:t>
            </a:r>
          </a:p>
        </p:txBody>
      </p:sp>
      <p:pic>
        <p:nvPicPr>
          <p:cNvPr id="5" name="Picture 4" descr="Colored organizers on shelves">
            <a:extLst>
              <a:ext uri="{FF2B5EF4-FFF2-40B4-BE49-F238E27FC236}">
                <a16:creationId xmlns:a16="http://schemas.microsoft.com/office/drawing/2014/main" id="{BEB87C4A-DD81-13BA-AF7A-479D45B67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36" r="2979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4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15DD6-7ED9-2728-2CDF-A7C3BFF5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Messaging Server vs Mail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4AA8D-B902-9F9A-FF31-6A5265FE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900" b="1" i="0" u="none" strike="noStrike" baseline="0"/>
              <a:t>Messaging Server – Broader electronic communication and collaboration services</a:t>
            </a:r>
          </a:p>
          <a:p>
            <a:pPr marR="0" lvl="0"/>
            <a:r>
              <a:rPr lang="en-US" sz="1900" b="1" i="0" u="none" strike="noStrike" baseline="0"/>
              <a:t>Messaging Server may support notifications, real-time messaging, and application messaging</a:t>
            </a:r>
          </a:p>
          <a:p>
            <a:pPr marR="0" lvl="0"/>
            <a:r>
              <a:rPr lang="en-US" sz="1900" b="1" i="0" u="none" strike="noStrike" baseline="0"/>
              <a:t>Mail Server – Specifically manages email communication</a:t>
            </a:r>
          </a:p>
          <a:p>
            <a:pPr marR="0" lvl="0"/>
            <a:r>
              <a:rPr lang="en-US" sz="1900" b="1" i="0" u="none" strike="noStrike" baseline="0"/>
              <a:t>Mail Server handles sending, receiving, storage, and mailbox management</a:t>
            </a:r>
          </a:p>
          <a:p>
            <a:pPr marR="0" lvl="0"/>
            <a:r>
              <a:rPr lang="en-US" sz="1900" b="1" i="0" u="none" strike="noStrike" baseline="0"/>
              <a:t>Simple distinction: Mail Server = Email; Messaging Server = Broader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DEFAE-BFB8-3A35-0DE3-B4D6645F9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9" r="4216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5761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9AABB-8322-369F-4CCD-E4337EAE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Mail Server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29E01-4CAF-03ED-5F6A-8609FF0CC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Sends, receives, stores, and delivers email messages</a:t>
            </a:r>
          </a:p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Manages user mailboxes and message storage</a:t>
            </a:r>
          </a:p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Handles communication between different email systems</a:t>
            </a:r>
          </a:p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May provide authentication, spam filtering, and email security</a:t>
            </a:r>
          </a:p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Typical outgoing flow: User → Mail Server → Destination Mail Server → Recipient</a:t>
            </a:r>
          </a:p>
          <a:p>
            <a:pPr marR="0" lvl="0"/>
            <a:r>
              <a:rPr lang="en-US" sz="1700" b="1" i="0" u="none" strike="noStrike" baseline="0">
                <a:solidFill>
                  <a:schemeClr val="tx2"/>
                </a:solidFill>
              </a:rPr>
              <a:t>Typical incoming flow: Internet → Mail Server → User Mailbox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id="{BBC25522-FD89-6148-5D0D-5F457396D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3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Mail Server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SERVER ROLES · MAIL SERVER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41248" y="1463040"/>
          <a:ext cx="10515600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109728" marR="109728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R="109728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SMTP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Sends and relays email between servers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IMAP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Retrieves mail; keeps messages on the server (multi-device)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POP3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Downloads mail primarily to one client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41248" y="4251960"/>
            <a:ext cx="2590800" cy="64008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Sender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2048" y="4251960"/>
            <a:ext cx="1371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2841"/>
                </a:solidFill>
                <a:latin typeface="Calibri"/>
              </a:rPr>
              <a:t>→ SMTP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3648" y="4251960"/>
            <a:ext cx="2590800" cy="64008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Mail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4448" y="4251960"/>
            <a:ext cx="1371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E2841"/>
                </a:solidFill>
                <a:latin typeface="Calibri"/>
              </a:rPr>
              <a:t>→ IMAP / POP3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6048" y="4251960"/>
            <a:ext cx="2590800" cy="64008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Recipient 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16636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Teaching line: </a:t>
            </a:r>
            <a:r>
              <a:rPr sz="1450" b="0">
                <a:solidFill>
                  <a:srgbClr val="FFFFFF"/>
                </a:solidFill>
                <a:latin typeface="Calibri"/>
              </a:rPr>
              <a:t>Mail servers use SMTP for sending; clients retrieve with IMAP or POP3.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85216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lang="en-IN" sz="1450" b="1" dirty="0">
                <a:solidFill>
                  <a:srgbClr val="0E2841"/>
                </a:solidFill>
                <a:latin typeface="Calibri"/>
              </a:rPr>
              <a:t>Note</a:t>
            </a:r>
            <a:r>
              <a:rPr sz="1450" b="1" dirty="0">
                <a:solidFill>
                  <a:srgbClr val="0E2841"/>
                </a:solidFill>
                <a:latin typeface="Calibri"/>
              </a:rPr>
              <a:t>: </a:t>
            </a:r>
            <a:r>
              <a:rPr sz="1450" b="0" dirty="0">
                <a:solidFill>
                  <a:srgbClr val="0E2841"/>
                </a:solidFill>
                <a:latin typeface="Calibri"/>
              </a:rPr>
              <a:t>Two protocols: SMTP (send/relay) and IMAP or POP3 (retrieve).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Messaging vs Mail Server: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SERVER ROLES · MESSAGING SERVER VS MAIL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630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Reliability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A dedicated mail path (SMTP/IMAP) plus broader messaging reduces single-channel failure for communication.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4630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Mail needs authentication, spam filtering and access control; messaging platforms need equivalent controls for chat and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4630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User productivity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Reliable email and messaging keep collaboration and business processes moving; an outage blocks users immediately.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84632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Simple distinction: </a:t>
            </a:r>
            <a:r>
              <a:rPr sz="1450" b="0">
                <a:solidFill>
                  <a:srgbClr val="FFFFFF"/>
                </a:solidFill>
                <a:latin typeface="Calibri"/>
              </a:rPr>
              <a:t>Mail Server = email; Messaging Server = broader communication. Enterprise communication needs both to be reliable and secure.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9E4256-C3BD-956A-8521-87E5BDEA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RRAS Server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ext Placeholder 2">
            <a:extLst>
              <a:ext uri="{FF2B5EF4-FFF2-40B4-BE49-F238E27FC236}">
                <a16:creationId xmlns:a16="http://schemas.microsoft.com/office/drawing/2014/main" id="{B50471CF-684E-8D31-4A3E-F6894897F6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42342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8140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RRAS Services: Routing, VPN and NAT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SERVER ROLES · RRAS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6304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Routing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Forwards traffic between different networks (Network A → RRAS → Network B).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46304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VPN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Secure encrypted tunnel for remote users or branch sites into the internal network.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46304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NAT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Translates private internal addresses to public addresses (and back) so internal hosts reach external networks without exposing every private 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75488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lang="en-IN" sz="1450" b="1" dirty="0">
                <a:solidFill>
                  <a:srgbClr val="0E2841"/>
                </a:solidFill>
                <a:latin typeface="Calibri"/>
              </a:rPr>
              <a:t>Note</a:t>
            </a:r>
            <a:r>
              <a:rPr sz="1450" b="1" dirty="0">
                <a:solidFill>
                  <a:srgbClr val="0E2841"/>
                </a:solidFill>
                <a:latin typeface="Calibri"/>
              </a:rPr>
              <a:t>: </a:t>
            </a:r>
            <a:r>
              <a:rPr sz="1450" b="0" dirty="0">
                <a:solidFill>
                  <a:srgbClr val="0E2841"/>
                </a:solidFill>
                <a:latin typeface="Calibri"/>
              </a:rPr>
              <a:t>RRAS provides routing, remote access via VPN, and NAT.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1A052-65FC-B88A-946A-D8A10DDE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Services Server</a:t>
            </a:r>
          </a:p>
        </p:txBody>
      </p:sp>
      <p:graphicFrame>
        <p:nvGraphicFramePr>
          <p:cNvPr id="19" name="Text Placeholder 2">
            <a:extLst>
              <a:ext uri="{FF2B5EF4-FFF2-40B4-BE49-F238E27FC236}">
                <a16:creationId xmlns:a16="http://schemas.microsoft.com/office/drawing/2014/main" id="{89525A63-E28C-727B-0D38-FB14293EB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17601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318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4ECAF-843E-31EB-DEA1-90EC52B1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50" y="914400"/>
            <a:ext cx="9117099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85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6274D-E8E1-AA0D-6E77-FB93FEA31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4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71742-9099-91DD-BA6C-7362836A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Change Management?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B41E70E-BE82-D9E4-7ADC-1E26F3011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561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1440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9D7F8-A7C7-DDD0-4E96-BE6AA3EB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Changes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EC8A7-2EA8-7E15-C229-55FA0C47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600" b="1" i="0" u="none" strike="noStrike" baseline="0" dirty="0"/>
              <a:t>Standard Change – Routine, low-risk, pre-approved change using an established procedure</a:t>
            </a:r>
          </a:p>
          <a:p>
            <a:pPr marR="0" lvl="0"/>
            <a:r>
              <a:rPr lang="en-US" sz="2600" b="1" i="0" u="none" strike="noStrike" baseline="0" dirty="0"/>
              <a:t>Normal Change – Planned modification requiring evaluation, approval, and scheduling</a:t>
            </a:r>
          </a:p>
          <a:p>
            <a:pPr marR="0" lvl="0"/>
            <a:r>
              <a:rPr lang="en-US" sz="2600" b="1" i="0" u="none" strike="noStrike" baseline="0" dirty="0"/>
              <a:t>Emergency Change – Urgent modification required to resolve a critical issue</a:t>
            </a:r>
          </a:p>
          <a:p>
            <a:pPr marR="0" lvl="0"/>
            <a:r>
              <a:rPr lang="en-US" sz="2600" b="1" i="0" u="none" strike="noStrike" baseline="0" dirty="0"/>
              <a:t>Standard example: routine antivirus update</a:t>
            </a:r>
          </a:p>
          <a:p>
            <a:pPr marR="0" lvl="0"/>
            <a:r>
              <a:rPr lang="en-US" sz="2600" b="1" i="0" u="none" strike="noStrike" baseline="0" dirty="0"/>
              <a:t>Normal example: server migration or network configuration change</a:t>
            </a:r>
          </a:p>
          <a:p>
            <a:pPr marR="0" lvl="0"/>
            <a:r>
              <a:rPr lang="en-US" sz="2600" b="1" i="0" u="none" strike="noStrike" baseline="0" dirty="0"/>
              <a:t>Emergency example: critical security fix during an active incident</a:t>
            </a:r>
          </a:p>
        </p:txBody>
      </p:sp>
    </p:spTree>
    <p:extLst>
      <p:ext uri="{BB962C8B-B14F-4D97-AF65-F5344CB8AC3E}">
        <p14:creationId xmlns:p14="http://schemas.microsoft.com/office/powerpoint/2010/main" val="3179182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96380-6908-249B-C833-D0DCF9E1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Management Process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32A8162-A428-6413-2855-DF5C394A3E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537682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4103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C1F77-C2E5-378E-54D7-E9207A64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2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1 – Identify the Need for Change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402D53A-52DD-93EC-A4FE-8703E8D99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19506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4217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4FB8F-61D4-3644-B04C-45955D2D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2 – Assess Impact and Risks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7925A28-7D5C-14B1-8B39-0117D38CA7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7435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4829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B3271-F184-0914-24BA-72B7C4E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3 – Plan the Change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84BC940C-5958-53B0-ACFE-E6A2B8EAA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37971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1403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Maintenance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CHANGE MANAGEMENT · PLAN THE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63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Definition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 pre-agreed, scheduled time period during which changes, patches or maintenance may be performed, often with expected limited downtime, chosen to minimise business impact.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834640"/>
            <a:ext cx="5166360" cy="146304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 change management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Step 3 chooses the window; Step 5 implements the change within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834640"/>
            <a:ext cx="5166360" cy="146304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 patch management</a:t>
            </a:r>
          </a:p>
          <a:p>
            <a:pPr algn="l"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Step 4 schedules deployment in a window so stakeholders know when disruption may occur.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663440"/>
            <a:ext cx="10515600" cy="73152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Remember: </a:t>
            </a:r>
            <a:r>
              <a:rPr sz="1450" b="0">
                <a:solidFill>
                  <a:srgbClr val="FFFFFF"/>
                </a:solidFill>
                <a:latin typeface="Calibri"/>
              </a:rPr>
              <a:t>The window tells stakeholders when disruption may occur and keeps risky work out of business hours.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C7680-DDFF-3B95-6669-8CF90240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4 – Obtain Approval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5642F9D-C015-64C2-216F-3EC139F347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88272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084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281C0-A353-37CC-BA42-30E862DD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5 – Implement the Change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7459E2D-D7AD-B2E2-DF7E-1616AE073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779481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0970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09331-99FA-1D38-FDED-FD64CD67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6 – Verify the Results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12E17-10AF-FEAB-6364-70B60F32F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b="1" i="0" u="none" strike="noStrike" baseline="0"/>
              <a:t>Confirm that the intended change was successfully applied</a:t>
            </a:r>
          </a:p>
          <a:p>
            <a:pPr marR="0" lvl="0"/>
            <a:r>
              <a:rPr lang="en-US" b="1" i="0" u="none" strike="noStrike" baseline="0"/>
              <a:t>Verify that all required services are functioning</a:t>
            </a:r>
          </a:p>
          <a:p>
            <a:pPr marR="0" lvl="0"/>
            <a:r>
              <a:rPr lang="en-US" b="1" i="0" u="none" strike="noStrike" baseline="0"/>
              <a:t>Check for unexpected errors</a:t>
            </a:r>
          </a:p>
          <a:p>
            <a:pPr marR="0" lvl="0"/>
            <a:r>
              <a:rPr lang="en-US" b="1" i="0" u="none" strike="noStrike" baseline="0"/>
              <a:t>Test critical applications</a:t>
            </a:r>
          </a:p>
          <a:p>
            <a:pPr marR="0" lvl="0"/>
            <a:r>
              <a:rPr lang="en-US" b="1" i="0" u="none" strike="noStrike" baseline="0"/>
              <a:t>Confirm that users can access required resources</a:t>
            </a:r>
          </a:p>
        </p:txBody>
      </p:sp>
    </p:spTree>
    <p:extLst>
      <p:ext uri="{BB962C8B-B14F-4D97-AF65-F5344CB8AC3E}">
        <p14:creationId xmlns:p14="http://schemas.microsoft.com/office/powerpoint/2010/main" val="491840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3D6A2-7D57-F295-F63F-57B46C9B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 7 – Document and Review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FA63DDB-FFEB-5C27-585C-4ABCB18AA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581790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9304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05DAD-CBD5-A661-EC62-54A55F49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1CFD7-7DBA-27F4-642B-840B7BAA9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45C25-EB50-929F-136F-3731C818A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2" y="-1"/>
            <a:ext cx="1083365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08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2E807-8377-2CC6-B0AA-208940D0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Patch?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0398A11-5C84-863E-C35B-65E751DBC5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68025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984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94054-53E8-5FAD-2F94-FC341E92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Types of Patches</a:t>
            </a:r>
          </a:p>
        </p:txBody>
      </p:sp>
      <p:graphicFrame>
        <p:nvGraphicFramePr>
          <p:cNvPr id="13" name="Text Placeholder 2">
            <a:extLst>
              <a:ext uri="{FF2B5EF4-FFF2-40B4-BE49-F238E27FC236}">
                <a16:creationId xmlns:a16="http://schemas.microsoft.com/office/drawing/2014/main" id="{6F9A90BA-9465-CCFF-CF01-079C85165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492839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10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>
                <a:solidFill>
                  <a:srgbClr val="1F1F1F"/>
                </a:solidFill>
                <a:latin typeface="Calibri"/>
              </a:rPr>
              <a:t>Hotfix vs Service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PATCH MANAGEMENT · TYPES OF PATCHES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41248" y="1417320"/>
          <a:ext cx="105156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109728" marR="109728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Hotfix</a:t>
                      </a:r>
                    </a:p>
                  </a:txBody>
                  <a:tcPr marL="109728" marR="109728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Service pack</a:t>
                      </a:r>
                    </a:p>
                  </a:txBody>
                  <a:tcPr marL="109728" marR="109728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Small, targeted fix for a specific issue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Large cumulative package of many fixes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Urgency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Often urgent (especially security)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Planned, broader release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Limited, focused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Broader regression testing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Applied when the specific problem is present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Deployed as a major maintenance update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E2841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Emergency security fix for one vulnerability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E2841"/>
                          </a:solidFill>
                          <a:latin typeface="Calibri"/>
                        </a:rPr>
                        <a:t>SP that rolls up months of patches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41248" y="5440680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lang="en-IN" sz="1450" b="1" dirty="0">
                <a:solidFill>
                  <a:srgbClr val="FFFFFF"/>
                </a:solidFill>
                <a:latin typeface="Calibri"/>
              </a:rPr>
              <a:t>Note</a:t>
            </a:r>
            <a:r>
              <a:rPr sz="145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450" b="0" dirty="0">
                <a:solidFill>
                  <a:srgbClr val="FFFFFF"/>
                </a:solidFill>
                <a:latin typeface="Calibri"/>
              </a:rPr>
              <a:t>A hotfix is narrow and urgent; a service pack is cumulative and scheduled.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BB7B8-DE71-7B07-D7C2-F9E7C607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Patch Priority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984DD0C-8118-7CD3-B21F-94160E478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52030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0630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01C94-6CEB-8591-5F27-DB43109B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Patch Management Process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D621D82-70D5-F2C5-9266-7F382EF03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896912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4718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92571-8D46-486F-D5F8-7163864B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1 – Identify Available Patches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43B3DAC3-D7C4-45F1-52FC-035B16356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72268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4246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F44CA-4C2F-1F87-5EFB-FC3FB6E7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2 – Evaluate the Patch</a:t>
            </a:r>
          </a:p>
        </p:txBody>
      </p:sp>
      <p:grpSp>
        <p:nvGrpSpPr>
          <p:cNvPr id="3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7" name="Text Placeholder 2">
            <a:extLst>
              <a:ext uri="{FF2B5EF4-FFF2-40B4-BE49-F238E27FC236}">
                <a16:creationId xmlns:a16="http://schemas.microsoft.com/office/drawing/2014/main" id="{DAFFC709-66AD-8B10-32A9-9798BB25C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24729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1297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17C1C-341E-045D-C731-7E3E914B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3 – Test the Patch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A7E6394-5035-151E-992F-6A7822E143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3763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0452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A05C7-5999-2FBC-68C0-8A14C618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4 – Schedule Deployment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CDE57B7-6A69-BC6A-D511-39FC545D4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25782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33932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85BE8-2C35-1C46-DA42-743FB134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5 – Install the Patch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AC675FD-F36F-37B3-F84F-6E19900E3F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342782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325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235A7-C35C-BB5D-49D6-ABED1E35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6 – Verify the Patch</a:t>
            </a: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948D09D2-CCE5-5646-5E5C-230B82C37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3059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70303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D9B0A-B2A9-9C6F-D42E-E64D5894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7 – Document the Update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38523D0-9CD2-941C-5C54-100AC90A1F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522921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29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207008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106424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515600" cy="685800"/>
          </a:xfrm>
        </p:spPr>
        <p:txBody>
          <a:bodyPr anchor="ctr"/>
          <a:lstStyle/>
          <a:p>
            <a:r>
              <a:rPr sz="3000" b="1" dirty="0">
                <a:solidFill>
                  <a:srgbClr val="1F1F1F"/>
                </a:solidFill>
                <a:latin typeface="Calibri"/>
              </a:rPr>
              <a:t>Patch Management at </a:t>
            </a:r>
            <a:r>
              <a:rPr lang="en-IN" sz="3000" b="1" dirty="0">
                <a:solidFill>
                  <a:srgbClr val="1F1F1F"/>
                </a:solidFill>
                <a:latin typeface="Calibri"/>
              </a:rPr>
              <a:t>Large </a:t>
            </a:r>
            <a:r>
              <a:rPr sz="3000" b="1" dirty="0">
                <a:solidFill>
                  <a:srgbClr val="1F1F1F"/>
                </a:solidFill>
                <a:latin typeface="Calibri"/>
              </a:rPr>
              <a:t>Scale</a:t>
            </a:r>
            <a:r>
              <a:rPr lang="en-IN" sz="3000" b="1" dirty="0">
                <a:solidFill>
                  <a:srgbClr val="1F1F1F"/>
                </a:solidFill>
                <a:latin typeface="Calibri"/>
              </a:rPr>
              <a:t>:</a:t>
            </a:r>
            <a:endParaRPr sz="30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"/>
            <a:ext cx="73152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97132"/>
                </a:solidFill>
                <a:latin typeface="Calibri"/>
              </a:rPr>
              <a:t>PATCH MANAGEMENT · ANALYSE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14173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1. Inventory and classify servers (OS, role, criticality)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07408" y="14173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Identify and evaluate patches centrally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73568" y="14173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3. Test in a lab</a:t>
            </a:r>
            <a:r>
              <a:rPr lang="en-IN" sz="1300" b="1" dirty="0">
                <a:solidFill>
                  <a:srgbClr val="FFFFFF"/>
                </a:solidFill>
                <a:latin typeface="Calibri"/>
              </a:rPr>
              <a:t> or pilot group 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first</a:t>
            </a:r>
          </a:p>
          <a:p>
            <a:pPr algn="l">
              <a:spcAft>
                <a:spcPts val="200"/>
              </a:spcAft>
            </a:pP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1248" y="23317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Deploy in rings: pilot → non-critical → critical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07408" y="23317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4E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5. Verify and document per group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73568" y="2331720"/>
            <a:ext cx="3383280" cy="82296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6. Use centralised patch tools for consistency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1248" y="338328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Risk of delaying patches</a:t>
            </a:r>
          </a:p>
          <a:p>
            <a:pPr marL="171450" indent="-171450" algn="l">
              <a:spcAft>
                <a:spcPts val="200"/>
              </a:spcAft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Longer exposure to known exploits</a:t>
            </a:r>
          </a:p>
          <a:p>
            <a:pPr marL="171450" indent="-171450" algn="l">
              <a:spcAft>
                <a:spcPts val="200"/>
              </a:spcAft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SLA and compliance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38328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A02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Risk of rushing patches</a:t>
            </a:r>
          </a:p>
          <a:p>
            <a:pPr marL="171450" indent="-171450" algn="l">
              <a:spcAft>
                <a:spcPts val="200"/>
              </a:spcAft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Untested updates can break roles/apps</a:t>
            </a:r>
          </a:p>
          <a:p>
            <a:pPr marL="171450" indent="-171450" algn="l">
              <a:spcAft>
                <a:spcPts val="200"/>
              </a:spcAft>
              <a:buChar char="•"/>
            </a:pPr>
            <a:r>
              <a:rPr sz="1450" b="0">
                <a:solidFill>
                  <a:srgbClr val="FFFFFF"/>
                </a:solidFill>
                <a:latin typeface="Calibri"/>
              </a:rPr>
              <a:t>Mass outage across 200 servers; difficult rollback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6039569"/>
            <a:ext cx="10515600" cy="54864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spcAft>
                <a:spcPts val="0"/>
              </a:spcAft>
            </a:pPr>
            <a:r>
              <a:rPr lang="en-IN" sz="1450" b="1" dirty="0">
                <a:solidFill>
                  <a:srgbClr val="FFFFFF"/>
                </a:solidFill>
                <a:latin typeface="Calibri"/>
              </a:rPr>
              <a:t>Note</a:t>
            </a:r>
            <a:r>
              <a:rPr sz="145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450" b="0" dirty="0">
                <a:solidFill>
                  <a:srgbClr val="FFFFFF"/>
                </a:solidFill>
                <a:latin typeface="Calibri"/>
              </a:rPr>
              <a:t>Controlled rings plus testing balance security urgency with stability.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D1E39-64A1-9877-60D4-95A7A8ADA1D2}"/>
              </a:ext>
            </a:extLst>
          </p:cNvPr>
          <p:cNvSpPr txBox="1"/>
          <p:nvPr/>
        </p:nvSpPr>
        <p:spPr>
          <a:xfrm>
            <a:off x="865952" y="5125169"/>
            <a:ext cx="10490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A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pilot group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is a small, representative subset of endpoints used to 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test and validate software patches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 before they are deployed organization-wide.</a:t>
            </a:r>
            <a:endParaRPr lang="en-I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FB95A-95FB-E898-D3D2-3CF349099B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8" b="3398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69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A9322-4AB4-5575-5FA1-8A5D9FC1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Management vs Patch Management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6DDD49B-EA8A-93DF-44C1-04465C9D24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86954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503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</TotalTime>
  <Words>2419</Words>
  <Application>Microsoft Office PowerPoint</Application>
  <PresentationFormat>Widescreen</PresentationFormat>
  <Paragraphs>349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Times New Roman</vt:lpstr>
      <vt:lpstr>Office Theme</vt:lpstr>
      <vt:lpstr>Server Roles, Change Management &amp; Patch Management</vt:lpstr>
      <vt:lpstr>What is a Server Role?</vt:lpstr>
      <vt:lpstr>Common Server Roles</vt:lpstr>
      <vt:lpstr>Web Server</vt:lpstr>
      <vt:lpstr>Web Server Software</vt:lpstr>
      <vt:lpstr>Application Server</vt:lpstr>
      <vt:lpstr>PowerPoint Presentation</vt:lpstr>
      <vt:lpstr>Directory Services Server</vt:lpstr>
      <vt:lpstr>Domain Controller</vt:lpstr>
      <vt:lpstr>Database Server</vt:lpstr>
      <vt:lpstr>File Server</vt:lpstr>
      <vt:lpstr>Print Server</vt:lpstr>
      <vt:lpstr>Messaging Server vs Mail Server</vt:lpstr>
      <vt:lpstr>Mail Server</vt:lpstr>
      <vt:lpstr>Mail Server Protocols</vt:lpstr>
      <vt:lpstr>Messaging vs Mail Server: Impact</vt:lpstr>
      <vt:lpstr>RRAS Server</vt:lpstr>
      <vt:lpstr>RRAS Services: Routing, VPN and NAT</vt:lpstr>
      <vt:lpstr>Network Services Server</vt:lpstr>
      <vt:lpstr>PowerPoint Presentation</vt:lpstr>
      <vt:lpstr>PowerPoint Presentation</vt:lpstr>
      <vt:lpstr>Why Change Management?</vt:lpstr>
      <vt:lpstr>Types of Changes</vt:lpstr>
      <vt:lpstr>Change Management Process</vt:lpstr>
      <vt:lpstr>Step 1 – Identify the Need for Change</vt:lpstr>
      <vt:lpstr>Step 2 – Assess Impact and Risks</vt:lpstr>
      <vt:lpstr>Step 3 – Plan the Change</vt:lpstr>
      <vt:lpstr>Maintenance Window</vt:lpstr>
      <vt:lpstr>Step 4 – Obtain Approval</vt:lpstr>
      <vt:lpstr>Step 5 – Implement the Change</vt:lpstr>
      <vt:lpstr>Step 6 – Verify the Results</vt:lpstr>
      <vt:lpstr>Step 7 – Document and Review</vt:lpstr>
      <vt:lpstr>PowerPoint Presentation</vt:lpstr>
      <vt:lpstr>What is a Patch?</vt:lpstr>
      <vt:lpstr>Types of Patches</vt:lpstr>
      <vt:lpstr>Hotfix vs Service Pack</vt:lpstr>
      <vt:lpstr>Patch Priority</vt:lpstr>
      <vt:lpstr>Patch Management Process</vt:lpstr>
      <vt:lpstr>Step 1 – Identify Available Patches</vt:lpstr>
      <vt:lpstr>Step 2 – Evaluate the Patch</vt:lpstr>
      <vt:lpstr>Step 3 – Test the Patch</vt:lpstr>
      <vt:lpstr>Step 4 – Schedule Deployment</vt:lpstr>
      <vt:lpstr>Step 5 – Install the Patch</vt:lpstr>
      <vt:lpstr>Step 6 – Verify the Patch</vt:lpstr>
      <vt:lpstr>Step 7 – Document the Update</vt:lpstr>
      <vt:lpstr>Patch Management at Large Scale:</vt:lpstr>
      <vt:lpstr>PowerPoint Presentation</vt:lpstr>
      <vt:lpstr>Change Management vs Patch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5</cp:revision>
  <dcterms:created xsi:type="dcterms:W3CDTF">2026-08-17T13:40:43Z</dcterms:created>
  <dcterms:modified xsi:type="dcterms:W3CDTF">2026-10-24T07:33:57Z</dcterms:modified>
</cp:coreProperties>
</file>