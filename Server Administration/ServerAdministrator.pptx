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968" r:id="rId2"/>
  </p:sldMasterIdLst>
  <p:notesMasterIdLst>
    <p:notesMasterId r:id="rId32"/>
  </p:notesMasterIdLst>
  <p:sldIdLst>
    <p:sldId id="257" r:id="rId3"/>
    <p:sldId id="281" r:id="rId4"/>
    <p:sldId id="286" r:id="rId5"/>
    <p:sldId id="258" r:id="rId6"/>
    <p:sldId id="259" r:id="rId7"/>
    <p:sldId id="282" r:id="rId8"/>
    <p:sldId id="260" r:id="rId9"/>
    <p:sldId id="284" r:id="rId10"/>
    <p:sldId id="261" r:id="rId11"/>
    <p:sldId id="262" r:id="rId12"/>
    <p:sldId id="263" r:id="rId13"/>
    <p:sldId id="279" r:id="rId14"/>
    <p:sldId id="264" r:id="rId15"/>
    <p:sldId id="280" r:id="rId16"/>
    <p:sldId id="265" r:id="rId17"/>
    <p:sldId id="288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i Krishan Goyal" userId="53b850f70788e014" providerId="LiveId" clId="{D12405B1-D739-4EAA-9414-AE8DE9D400E9}"/>
    <pc:docChg chg="addSld delSld modSld">
      <pc:chgData name="Hari Krishan Goyal" userId="53b850f70788e014" providerId="LiveId" clId="{D12405B1-D739-4EAA-9414-AE8DE9D400E9}" dt="2026-08-10T15:53:10.610" v="11" actId="14100"/>
      <pc:docMkLst>
        <pc:docMk/>
      </pc:docMkLst>
      <pc:sldChg chg="del">
        <pc:chgData name="Hari Krishan Goyal" userId="53b850f70788e014" providerId="LiveId" clId="{D12405B1-D739-4EAA-9414-AE8DE9D400E9}" dt="2026-08-10T15:43:31.375" v="0" actId="2696"/>
        <pc:sldMkLst>
          <pc:docMk/>
          <pc:sldMk cId="536390905" sldId="256"/>
        </pc:sldMkLst>
      </pc:sldChg>
      <pc:sldChg chg="addSp modSp new mod">
        <pc:chgData name="Hari Krishan Goyal" userId="53b850f70788e014" providerId="LiveId" clId="{D12405B1-D739-4EAA-9414-AE8DE9D400E9}" dt="2026-08-10T15:50:10.951" v="5" actId="14100"/>
        <pc:sldMkLst>
          <pc:docMk/>
          <pc:sldMk cId="3195734333" sldId="279"/>
        </pc:sldMkLst>
        <pc:picChg chg="add mod">
          <ac:chgData name="Hari Krishan Goyal" userId="53b850f70788e014" providerId="LiveId" clId="{D12405B1-D739-4EAA-9414-AE8DE9D400E9}" dt="2026-08-10T15:50:10.951" v="5" actId="14100"/>
          <ac:picMkLst>
            <pc:docMk/>
            <pc:sldMk cId="3195734333" sldId="279"/>
            <ac:picMk id="5" creationId="{5F739969-C3A1-23FF-DC79-33479146548B}"/>
          </ac:picMkLst>
        </pc:picChg>
      </pc:sldChg>
      <pc:sldChg chg="addSp modSp new mod">
        <pc:chgData name="Hari Krishan Goyal" userId="53b850f70788e014" providerId="LiveId" clId="{D12405B1-D739-4EAA-9414-AE8DE9D400E9}" dt="2026-08-10T15:53:10.610" v="11" actId="14100"/>
        <pc:sldMkLst>
          <pc:docMk/>
          <pc:sldMk cId="4036434127" sldId="280"/>
        </pc:sldMkLst>
        <pc:picChg chg="add mod">
          <ac:chgData name="Hari Krishan Goyal" userId="53b850f70788e014" providerId="LiveId" clId="{D12405B1-D739-4EAA-9414-AE8DE9D400E9}" dt="2026-08-10T15:53:10.610" v="11" actId="14100"/>
          <ac:picMkLst>
            <pc:docMk/>
            <pc:sldMk cId="4036434127" sldId="280"/>
            <ac:picMk id="5" creationId="{47670730-32B9-4394-76CD-334A11019544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svg"/><Relationship Id="rId1" Type="http://schemas.openxmlformats.org/officeDocument/2006/relationships/image" Target="../media/image44.svg"/><Relationship Id="rId4" Type="http://schemas.openxmlformats.org/officeDocument/2006/relationships/image" Target="../media/image47.svg"/></Relationships>
</file>

<file path=ppt/diagrams/_rels/data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svg"/><Relationship Id="rId1" Type="http://schemas.openxmlformats.org/officeDocument/2006/relationships/image" Target="../media/image48.svg"/></Relationships>
</file>

<file path=ppt/diagrams/_rels/data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svg"/><Relationship Id="rId1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svg"/><Relationship Id="rId1" Type="http://schemas.openxmlformats.org/officeDocument/2006/relationships/image" Target="../media/image44.svg"/><Relationship Id="rId4" Type="http://schemas.openxmlformats.org/officeDocument/2006/relationships/image" Target="../media/image47.svg"/></Relationships>
</file>

<file path=ppt/diagrams/_rels/drawing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svg"/><Relationship Id="rId1" Type="http://schemas.openxmlformats.org/officeDocument/2006/relationships/image" Target="../media/image48.svg"/></Relationships>
</file>

<file path=ppt/diagrams/_rels/drawing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svg"/><Relationship Id="rId1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#2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#3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#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#3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#4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#3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#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2#4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2#5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#6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55D6F8-FD30-4D6C-966D-F3A78BF49E00}" type="doc">
      <dgm:prSet loTypeId="urn:microsoft.com/office/officeart/2018/2/layout/IconVerticalSolidList#1" loCatId="icon" qsTypeId="urn:microsoft.com/office/officeart/2005/8/quickstyle/simple1#9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D64274F-7071-4247-BB8D-8D09A35DE23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From bare hardware to a production-ready server</a:t>
          </a:r>
          <a:endParaRPr lang="en-US" dirty="0"/>
        </a:p>
      </dgm:t>
    </dgm:pt>
    <dgm:pt modelId="{53252D62-28FA-41BE-85A6-5DB031662348}" type="parTrans" cxnId="{C75B79A0-9E23-454E-9FDF-058F84CDB6C6}">
      <dgm:prSet/>
      <dgm:spPr/>
      <dgm:t>
        <a:bodyPr/>
        <a:lstStyle/>
        <a:p>
          <a:endParaRPr lang="en-US"/>
        </a:p>
      </dgm:t>
    </dgm:pt>
    <dgm:pt modelId="{223D7640-A024-4FEA-84E4-855DA44D5D5C}" type="sibTrans" cxnId="{C75B79A0-9E23-454E-9FDF-058F84CDB6C6}">
      <dgm:prSet/>
      <dgm:spPr/>
      <dgm:t>
        <a:bodyPr/>
        <a:lstStyle/>
        <a:p>
          <a:endParaRPr lang="en-US"/>
        </a:p>
      </dgm:t>
    </dgm:pt>
    <dgm:pt modelId="{81DCDAB4-4F41-4D88-8309-62E265E9E8E8}" type="pres">
      <dgm:prSet presAssocID="{9D55D6F8-FD30-4D6C-966D-F3A78BF49E00}" presName="root" presStyleCnt="0">
        <dgm:presLayoutVars>
          <dgm:dir/>
          <dgm:resizeHandles val="exact"/>
        </dgm:presLayoutVars>
      </dgm:prSet>
      <dgm:spPr/>
    </dgm:pt>
    <dgm:pt modelId="{E0D91D2E-EB60-4DE1-AA50-5DEB9B209C7E}" type="pres">
      <dgm:prSet presAssocID="{1D64274F-7071-4247-BB8D-8D09A35DE233}" presName="compNode" presStyleCnt="0"/>
      <dgm:spPr/>
    </dgm:pt>
    <dgm:pt modelId="{60CEB1D4-032F-4D60-B8E7-6EC4BDE366B7}" type="pres">
      <dgm:prSet presAssocID="{1D64274F-7071-4247-BB8D-8D09A35DE233}" presName="bgRect" presStyleLbl="bgShp" presStyleIdx="0" presStyleCnt="1"/>
      <dgm:spPr/>
    </dgm:pt>
    <dgm:pt modelId="{7EAD7735-532A-40DF-9227-DB03B9D95AB6}" type="pres">
      <dgm:prSet presAssocID="{1D64274F-7071-4247-BB8D-8D09A35DE233}" presName="iconRect" presStyleLbl="node1" presStyleIdx="0" presStyleCnt="1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8EB0AE72-ECA2-44A4-8689-87B7DF959BD8}" type="pres">
      <dgm:prSet presAssocID="{1D64274F-7071-4247-BB8D-8D09A35DE233}" presName="spaceRect" presStyleCnt="0"/>
      <dgm:spPr/>
    </dgm:pt>
    <dgm:pt modelId="{2FF91006-1C18-46AA-8DC8-2C5DFB0163F7}" type="pres">
      <dgm:prSet presAssocID="{1D64274F-7071-4247-BB8D-8D09A35DE233}" presName="parTx" presStyleLbl="revTx" presStyleIdx="0" presStyleCnt="1">
        <dgm:presLayoutVars>
          <dgm:chMax val="0"/>
          <dgm:chPref val="0"/>
        </dgm:presLayoutVars>
      </dgm:prSet>
      <dgm:spPr/>
    </dgm:pt>
  </dgm:ptLst>
  <dgm:cxnLst>
    <dgm:cxn modelId="{19C59F87-21C4-4B01-B538-E214F3EFF898}" type="presOf" srcId="{1D64274F-7071-4247-BB8D-8D09A35DE233}" destId="{2FF91006-1C18-46AA-8DC8-2C5DFB0163F7}" srcOrd="0" destOrd="0" presId="urn:microsoft.com/office/officeart/2018/2/layout/IconVerticalSolidList#1"/>
    <dgm:cxn modelId="{C75B79A0-9E23-454E-9FDF-058F84CDB6C6}" srcId="{9D55D6F8-FD30-4D6C-966D-F3A78BF49E00}" destId="{1D64274F-7071-4247-BB8D-8D09A35DE233}" srcOrd="0" destOrd="0" parTransId="{53252D62-28FA-41BE-85A6-5DB031662348}" sibTransId="{223D7640-A024-4FEA-84E4-855DA44D5D5C}"/>
    <dgm:cxn modelId="{57B928D0-B5E5-490D-B986-F629CBF92BF7}" type="presOf" srcId="{9D55D6F8-FD30-4D6C-966D-F3A78BF49E00}" destId="{81DCDAB4-4F41-4D88-8309-62E265E9E8E8}" srcOrd="0" destOrd="0" presId="urn:microsoft.com/office/officeart/2018/2/layout/IconVerticalSolidList#1"/>
    <dgm:cxn modelId="{7C9F64E4-410B-4EC6-8FC5-C4417C3304B5}" type="presParOf" srcId="{81DCDAB4-4F41-4D88-8309-62E265E9E8E8}" destId="{E0D91D2E-EB60-4DE1-AA50-5DEB9B209C7E}" srcOrd="0" destOrd="0" presId="urn:microsoft.com/office/officeart/2018/2/layout/IconVerticalSolidList#1"/>
    <dgm:cxn modelId="{F0AA82CB-7D5E-4976-8B6A-2D2A447717CA}" type="presParOf" srcId="{E0D91D2E-EB60-4DE1-AA50-5DEB9B209C7E}" destId="{60CEB1D4-032F-4D60-B8E7-6EC4BDE366B7}" srcOrd="0" destOrd="0" presId="urn:microsoft.com/office/officeart/2018/2/layout/IconVerticalSolidList#1"/>
    <dgm:cxn modelId="{3BF715F0-64A3-496E-A0C6-FF944A11CFAC}" type="presParOf" srcId="{E0D91D2E-EB60-4DE1-AA50-5DEB9B209C7E}" destId="{7EAD7735-532A-40DF-9227-DB03B9D95AB6}" srcOrd="1" destOrd="0" presId="urn:microsoft.com/office/officeart/2018/2/layout/IconVerticalSolidList#1"/>
    <dgm:cxn modelId="{A14A7915-DDD0-400D-BABE-6FFCCF017C63}" type="presParOf" srcId="{E0D91D2E-EB60-4DE1-AA50-5DEB9B209C7E}" destId="{8EB0AE72-ECA2-44A4-8689-87B7DF959BD8}" srcOrd="2" destOrd="0" presId="urn:microsoft.com/office/officeart/2018/2/layout/IconVerticalSolidList#1"/>
    <dgm:cxn modelId="{2B60B0D9-1D7E-454B-8D13-705829231D0D}" type="presParOf" srcId="{E0D91D2E-EB60-4DE1-AA50-5DEB9B209C7E}" destId="{2FF91006-1C18-46AA-8DC8-2C5DFB0163F7}" srcOrd="3" destOrd="0" presId="urn:microsoft.com/office/officeart/2018/2/layout/IconVerticalSolidList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F89EC0A-E92F-43EA-A10F-87F0EA305A30}" type="doc">
      <dgm:prSet loTypeId="urn:microsoft.com/office/officeart/2005/8/layout/vList2" loCatId="list" qsTypeId="urn:microsoft.com/office/officeart/2005/8/quickstyle/simple1#10" qsCatId="simple" csTypeId="urn:microsoft.com/office/officeart/2005/8/colors/colorful5#2" csCatId="colorful"/>
      <dgm:spPr/>
      <dgm:t>
        <a:bodyPr/>
        <a:lstStyle/>
        <a:p>
          <a:endParaRPr lang="en-US"/>
        </a:p>
      </dgm:t>
    </dgm:pt>
    <dgm:pt modelId="{574E6E89-9D2A-4EA3-8EF2-94A5D359F929}">
      <dgm:prSet/>
      <dgm:spPr/>
      <dgm:t>
        <a:bodyPr/>
        <a:lstStyle/>
        <a:p>
          <a:r>
            <a:rPr lang="en-IN" b="0" i="0" baseline="0"/>
            <a:t>Hardware</a:t>
          </a:r>
          <a:endParaRPr lang="en-US"/>
        </a:p>
      </dgm:t>
    </dgm:pt>
    <dgm:pt modelId="{9134A466-330E-49D4-A431-03BCFE3C3C5F}" type="parTrans" cxnId="{60984591-DD1B-4911-95EB-D95CC4EE2C19}">
      <dgm:prSet/>
      <dgm:spPr/>
      <dgm:t>
        <a:bodyPr/>
        <a:lstStyle/>
        <a:p>
          <a:endParaRPr lang="en-US"/>
        </a:p>
      </dgm:t>
    </dgm:pt>
    <dgm:pt modelId="{28825B71-F7EE-4FD4-9F00-2E4A58BF425A}" type="sibTrans" cxnId="{60984591-DD1B-4911-95EB-D95CC4EE2C19}">
      <dgm:prSet/>
      <dgm:spPr/>
      <dgm:t>
        <a:bodyPr/>
        <a:lstStyle/>
        <a:p>
          <a:endParaRPr lang="en-US"/>
        </a:p>
      </dgm:t>
    </dgm:pt>
    <dgm:pt modelId="{5696E025-6853-42DA-8FF7-1F05C34BC874}">
      <dgm:prSet/>
      <dgm:spPr/>
      <dgm:t>
        <a:bodyPr/>
        <a:lstStyle/>
        <a:p>
          <a:r>
            <a:rPr lang="en-IN" b="0" i="0" baseline="0"/>
            <a:t>Firmware</a:t>
          </a:r>
          <a:endParaRPr lang="en-US"/>
        </a:p>
      </dgm:t>
    </dgm:pt>
    <dgm:pt modelId="{DA4F11C7-007D-4D1A-9E65-DBAE9E59BC69}" type="parTrans" cxnId="{90BD3EC5-B39C-485E-AC13-97A5EFA85BF0}">
      <dgm:prSet/>
      <dgm:spPr/>
      <dgm:t>
        <a:bodyPr/>
        <a:lstStyle/>
        <a:p>
          <a:endParaRPr lang="en-US"/>
        </a:p>
      </dgm:t>
    </dgm:pt>
    <dgm:pt modelId="{3A0EB624-F2DA-4BC9-87F6-CC1BF9EB5B5B}" type="sibTrans" cxnId="{90BD3EC5-B39C-485E-AC13-97A5EFA85BF0}">
      <dgm:prSet/>
      <dgm:spPr/>
      <dgm:t>
        <a:bodyPr/>
        <a:lstStyle/>
        <a:p>
          <a:endParaRPr lang="en-US"/>
        </a:p>
      </dgm:t>
    </dgm:pt>
    <dgm:pt modelId="{2A8951B9-2A8C-42B4-812A-4C60CEF37B98}">
      <dgm:prSet/>
      <dgm:spPr/>
      <dgm:t>
        <a:bodyPr/>
        <a:lstStyle/>
        <a:p>
          <a:r>
            <a:rPr lang="en-IN" b="0" i="0" baseline="0"/>
            <a:t>BIOS / UEFI</a:t>
          </a:r>
          <a:endParaRPr lang="en-US"/>
        </a:p>
      </dgm:t>
    </dgm:pt>
    <dgm:pt modelId="{42DC1683-AB4E-48E8-B709-BAA8819DC96C}" type="parTrans" cxnId="{8565722F-CEEC-483D-8059-A8EA3223A751}">
      <dgm:prSet/>
      <dgm:spPr/>
      <dgm:t>
        <a:bodyPr/>
        <a:lstStyle/>
        <a:p>
          <a:endParaRPr lang="en-US"/>
        </a:p>
      </dgm:t>
    </dgm:pt>
    <dgm:pt modelId="{861DCCB0-E1DF-4E46-89B3-CE36BFC5C664}" type="sibTrans" cxnId="{8565722F-CEEC-483D-8059-A8EA3223A751}">
      <dgm:prSet/>
      <dgm:spPr/>
      <dgm:t>
        <a:bodyPr/>
        <a:lstStyle/>
        <a:p>
          <a:endParaRPr lang="en-US"/>
        </a:p>
      </dgm:t>
    </dgm:pt>
    <dgm:pt modelId="{69531A05-C759-495F-A558-924732F8E566}">
      <dgm:prSet/>
      <dgm:spPr/>
      <dgm:t>
        <a:bodyPr/>
        <a:lstStyle/>
        <a:p>
          <a:r>
            <a:rPr lang="en-IN" b="0" i="0" baseline="0"/>
            <a:t>Storage</a:t>
          </a:r>
          <a:endParaRPr lang="en-US"/>
        </a:p>
      </dgm:t>
    </dgm:pt>
    <dgm:pt modelId="{9C6DB38F-DC26-4CCC-B3FB-D661CEDE4B85}" type="parTrans" cxnId="{AB38782E-A850-4F78-A5C2-5F18F092F84D}">
      <dgm:prSet/>
      <dgm:spPr/>
      <dgm:t>
        <a:bodyPr/>
        <a:lstStyle/>
        <a:p>
          <a:endParaRPr lang="en-US"/>
        </a:p>
      </dgm:t>
    </dgm:pt>
    <dgm:pt modelId="{3FEF4681-C5A2-4593-9666-56708CB46E91}" type="sibTrans" cxnId="{AB38782E-A850-4F78-A5C2-5F18F092F84D}">
      <dgm:prSet/>
      <dgm:spPr/>
      <dgm:t>
        <a:bodyPr/>
        <a:lstStyle/>
        <a:p>
          <a:endParaRPr lang="en-US"/>
        </a:p>
      </dgm:t>
    </dgm:pt>
    <dgm:pt modelId="{22CD2461-6706-40A1-B052-DD1A42DC35C4}">
      <dgm:prSet/>
      <dgm:spPr/>
      <dgm:t>
        <a:bodyPr/>
        <a:lstStyle/>
        <a:p>
          <a:r>
            <a:rPr lang="en-IN" b="0" i="0" baseline="0"/>
            <a:t>Operating System</a:t>
          </a:r>
          <a:endParaRPr lang="en-US"/>
        </a:p>
      </dgm:t>
    </dgm:pt>
    <dgm:pt modelId="{130E8068-0EE8-4245-9E0C-89BCB7259B89}" type="parTrans" cxnId="{330E76E3-062D-4DAA-823C-745B36F07BF1}">
      <dgm:prSet/>
      <dgm:spPr/>
      <dgm:t>
        <a:bodyPr/>
        <a:lstStyle/>
        <a:p>
          <a:endParaRPr lang="en-US"/>
        </a:p>
      </dgm:t>
    </dgm:pt>
    <dgm:pt modelId="{36562EB0-7A87-4843-962B-B5BEBC327722}" type="sibTrans" cxnId="{330E76E3-062D-4DAA-823C-745B36F07BF1}">
      <dgm:prSet/>
      <dgm:spPr/>
      <dgm:t>
        <a:bodyPr/>
        <a:lstStyle/>
        <a:p>
          <a:endParaRPr lang="en-US"/>
        </a:p>
      </dgm:t>
    </dgm:pt>
    <dgm:pt modelId="{5F93BD6E-32B0-41BE-BFB9-865E1325E64C}">
      <dgm:prSet/>
      <dgm:spPr/>
      <dgm:t>
        <a:bodyPr/>
        <a:lstStyle/>
        <a:p>
          <a:r>
            <a:rPr lang="en-IN" b="0" i="0" baseline="0"/>
            <a:t>Network + Identity</a:t>
          </a:r>
          <a:endParaRPr lang="en-US"/>
        </a:p>
      </dgm:t>
    </dgm:pt>
    <dgm:pt modelId="{7C441933-64C7-45EC-926D-41EE9AD3A360}" type="parTrans" cxnId="{E0146C59-8EE0-49DD-8CB7-7B9A94C54CD8}">
      <dgm:prSet/>
      <dgm:spPr/>
      <dgm:t>
        <a:bodyPr/>
        <a:lstStyle/>
        <a:p>
          <a:endParaRPr lang="en-US"/>
        </a:p>
      </dgm:t>
    </dgm:pt>
    <dgm:pt modelId="{59ABAD7E-F445-4472-8B8D-A954E6B3686A}" type="sibTrans" cxnId="{E0146C59-8EE0-49DD-8CB7-7B9A94C54CD8}">
      <dgm:prSet/>
      <dgm:spPr/>
      <dgm:t>
        <a:bodyPr/>
        <a:lstStyle/>
        <a:p>
          <a:endParaRPr lang="en-US"/>
        </a:p>
      </dgm:t>
    </dgm:pt>
    <dgm:pt modelId="{B8C9A68D-CB67-41D3-B13E-33CD51B275A7}">
      <dgm:prSet/>
      <dgm:spPr/>
      <dgm:t>
        <a:bodyPr/>
        <a:lstStyle/>
        <a:p>
          <a:r>
            <a:rPr lang="en-IN" b="0" i="0" baseline="0"/>
            <a:t>Roles + Applications</a:t>
          </a:r>
          <a:endParaRPr lang="en-US"/>
        </a:p>
      </dgm:t>
    </dgm:pt>
    <dgm:pt modelId="{D0C50164-FB7A-471A-AA79-7C77AEAC1F58}" type="parTrans" cxnId="{866899FA-E1F8-441E-834F-48E41436164D}">
      <dgm:prSet/>
      <dgm:spPr/>
      <dgm:t>
        <a:bodyPr/>
        <a:lstStyle/>
        <a:p>
          <a:endParaRPr lang="en-US"/>
        </a:p>
      </dgm:t>
    </dgm:pt>
    <dgm:pt modelId="{F4A5C1DC-B103-4E60-B047-040AE39E4D74}" type="sibTrans" cxnId="{866899FA-E1F8-441E-834F-48E41436164D}">
      <dgm:prSet/>
      <dgm:spPr/>
      <dgm:t>
        <a:bodyPr/>
        <a:lstStyle/>
        <a:p>
          <a:endParaRPr lang="en-US"/>
        </a:p>
      </dgm:t>
    </dgm:pt>
    <dgm:pt modelId="{94DDBD00-F8C9-4336-A731-088235E85E20}">
      <dgm:prSet/>
      <dgm:spPr/>
      <dgm:t>
        <a:bodyPr/>
        <a:lstStyle/>
        <a:p>
          <a:r>
            <a:rPr lang="en-IN" b="0" i="0" baseline="0"/>
            <a:t>Testing + Monitoring</a:t>
          </a:r>
          <a:endParaRPr lang="en-US"/>
        </a:p>
      </dgm:t>
    </dgm:pt>
    <dgm:pt modelId="{2D6E9A0E-9EE0-4629-A979-983FBF787450}" type="parTrans" cxnId="{C5AADEF5-EC92-44F2-B0B9-A0C988B6C012}">
      <dgm:prSet/>
      <dgm:spPr/>
      <dgm:t>
        <a:bodyPr/>
        <a:lstStyle/>
        <a:p>
          <a:endParaRPr lang="en-US"/>
        </a:p>
      </dgm:t>
    </dgm:pt>
    <dgm:pt modelId="{846E0788-8087-4270-8332-ABBCB982BFB6}" type="sibTrans" cxnId="{C5AADEF5-EC92-44F2-B0B9-A0C988B6C012}">
      <dgm:prSet/>
      <dgm:spPr/>
      <dgm:t>
        <a:bodyPr/>
        <a:lstStyle/>
        <a:p>
          <a:endParaRPr lang="en-US"/>
        </a:p>
      </dgm:t>
    </dgm:pt>
    <dgm:pt modelId="{F6E6A2A0-FC52-4A4C-8EC5-CC9F076374BB}" type="pres">
      <dgm:prSet presAssocID="{FF89EC0A-E92F-43EA-A10F-87F0EA305A30}" presName="linear" presStyleCnt="0">
        <dgm:presLayoutVars>
          <dgm:animLvl val="lvl"/>
          <dgm:resizeHandles val="exact"/>
        </dgm:presLayoutVars>
      </dgm:prSet>
      <dgm:spPr/>
    </dgm:pt>
    <dgm:pt modelId="{616FAA78-5334-447B-A744-B7162C1D5BE0}" type="pres">
      <dgm:prSet presAssocID="{574E6E89-9D2A-4EA3-8EF2-94A5D359F929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B0946581-080E-4D2E-875B-CF47F3CE6A4C}" type="pres">
      <dgm:prSet presAssocID="{28825B71-F7EE-4FD4-9F00-2E4A58BF425A}" presName="spacer" presStyleCnt="0"/>
      <dgm:spPr/>
    </dgm:pt>
    <dgm:pt modelId="{75DBACE6-1165-4610-9E24-DDAD17430D29}" type="pres">
      <dgm:prSet presAssocID="{5696E025-6853-42DA-8FF7-1F05C34BC874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D8204B67-462A-469B-AD9E-A2D12EA2E9EF}" type="pres">
      <dgm:prSet presAssocID="{3A0EB624-F2DA-4BC9-87F6-CC1BF9EB5B5B}" presName="spacer" presStyleCnt="0"/>
      <dgm:spPr/>
    </dgm:pt>
    <dgm:pt modelId="{92E2BE71-5918-4C8F-808E-7350A7575A94}" type="pres">
      <dgm:prSet presAssocID="{2A8951B9-2A8C-42B4-812A-4C60CEF37B98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41602B5A-E5CD-43B2-B5D5-DBEF250807C7}" type="pres">
      <dgm:prSet presAssocID="{861DCCB0-E1DF-4E46-89B3-CE36BFC5C664}" presName="spacer" presStyleCnt="0"/>
      <dgm:spPr/>
    </dgm:pt>
    <dgm:pt modelId="{B86964F0-F408-4EC5-9B61-A116A62B62E4}" type="pres">
      <dgm:prSet presAssocID="{69531A05-C759-495F-A558-924732F8E566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477E34AB-2D66-405F-8433-F1C40A1D7C4D}" type="pres">
      <dgm:prSet presAssocID="{3FEF4681-C5A2-4593-9666-56708CB46E91}" presName="spacer" presStyleCnt="0"/>
      <dgm:spPr/>
    </dgm:pt>
    <dgm:pt modelId="{1E4A7E4A-C6FB-4F17-B542-25AD402CF841}" type="pres">
      <dgm:prSet presAssocID="{22CD2461-6706-40A1-B052-DD1A42DC35C4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B9265C88-259A-49BD-8AC9-B2C92E8A1063}" type="pres">
      <dgm:prSet presAssocID="{36562EB0-7A87-4843-962B-B5BEBC327722}" presName="spacer" presStyleCnt="0"/>
      <dgm:spPr/>
    </dgm:pt>
    <dgm:pt modelId="{4FA8A72D-8741-44A6-A7E9-6709B016EADC}" type="pres">
      <dgm:prSet presAssocID="{5F93BD6E-32B0-41BE-BFB9-865E1325E64C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8652ECEA-69AD-49E8-A1F9-1E55C1C134DC}" type="pres">
      <dgm:prSet presAssocID="{59ABAD7E-F445-4472-8B8D-A954E6B3686A}" presName="spacer" presStyleCnt="0"/>
      <dgm:spPr/>
    </dgm:pt>
    <dgm:pt modelId="{9D417C75-BC29-486F-836D-5E1C72407C4F}" type="pres">
      <dgm:prSet presAssocID="{B8C9A68D-CB67-41D3-B13E-33CD51B275A7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E6FDA1AE-AAA1-4E88-8ECA-B6D49E544CCC}" type="pres">
      <dgm:prSet presAssocID="{F4A5C1DC-B103-4E60-B047-040AE39E4D74}" presName="spacer" presStyleCnt="0"/>
      <dgm:spPr/>
    </dgm:pt>
    <dgm:pt modelId="{9338C0CB-1101-4478-85BF-56E148CE62B6}" type="pres">
      <dgm:prSet presAssocID="{94DDBD00-F8C9-4336-A731-088235E85E20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F1177E04-F714-4C08-B5D9-2493B27BCC29}" type="presOf" srcId="{B8C9A68D-CB67-41D3-B13E-33CD51B275A7}" destId="{9D417C75-BC29-486F-836D-5E1C72407C4F}" srcOrd="0" destOrd="0" presId="urn:microsoft.com/office/officeart/2005/8/layout/vList2"/>
    <dgm:cxn modelId="{AB38782E-A850-4F78-A5C2-5F18F092F84D}" srcId="{FF89EC0A-E92F-43EA-A10F-87F0EA305A30}" destId="{69531A05-C759-495F-A558-924732F8E566}" srcOrd="3" destOrd="0" parTransId="{9C6DB38F-DC26-4CCC-B3FB-D661CEDE4B85}" sibTransId="{3FEF4681-C5A2-4593-9666-56708CB46E91}"/>
    <dgm:cxn modelId="{F47D282F-A6E5-4D4C-A6B4-4DA2E60FB11D}" type="presOf" srcId="{FF89EC0A-E92F-43EA-A10F-87F0EA305A30}" destId="{F6E6A2A0-FC52-4A4C-8EC5-CC9F076374BB}" srcOrd="0" destOrd="0" presId="urn:microsoft.com/office/officeart/2005/8/layout/vList2"/>
    <dgm:cxn modelId="{8565722F-CEEC-483D-8059-A8EA3223A751}" srcId="{FF89EC0A-E92F-43EA-A10F-87F0EA305A30}" destId="{2A8951B9-2A8C-42B4-812A-4C60CEF37B98}" srcOrd="2" destOrd="0" parTransId="{42DC1683-AB4E-48E8-B709-BAA8819DC96C}" sibTransId="{861DCCB0-E1DF-4E46-89B3-CE36BFC5C664}"/>
    <dgm:cxn modelId="{88EC6D39-F2FB-41C3-A705-A43AC7038CFD}" type="presOf" srcId="{22CD2461-6706-40A1-B052-DD1A42DC35C4}" destId="{1E4A7E4A-C6FB-4F17-B542-25AD402CF841}" srcOrd="0" destOrd="0" presId="urn:microsoft.com/office/officeart/2005/8/layout/vList2"/>
    <dgm:cxn modelId="{E0146C59-8EE0-49DD-8CB7-7B9A94C54CD8}" srcId="{FF89EC0A-E92F-43EA-A10F-87F0EA305A30}" destId="{5F93BD6E-32B0-41BE-BFB9-865E1325E64C}" srcOrd="5" destOrd="0" parTransId="{7C441933-64C7-45EC-926D-41EE9AD3A360}" sibTransId="{59ABAD7E-F445-4472-8B8D-A954E6B3686A}"/>
    <dgm:cxn modelId="{CB334C8C-D345-41D2-B18A-29D2E87C59EA}" type="presOf" srcId="{5F93BD6E-32B0-41BE-BFB9-865E1325E64C}" destId="{4FA8A72D-8741-44A6-A7E9-6709B016EADC}" srcOrd="0" destOrd="0" presId="urn:microsoft.com/office/officeart/2005/8/layout/vList2"/>
    <dgm:cxn modelId="{60984591-DD1B-4911-95EB-D95CC4EE2C19}" srcId="{FF89EC0A-E92F-43EA-A10F-87F0EA305A30}" destId="{574E6E89-9D2A-4EA3-8EF2-94A5D359F929}" srcOrd="0" destOrd="0" parTransId="{9134A466-330E-49D4-A431-03BCFE3C3C5F}" sibTransId="{28825B71-F7EE-4FD4-9F00-2E4A58BF425A}"/>
    <dgm:cxn modelId="{ED5664A3-4E4A-484A-98AC-C1BD8217415C}" type="presOf" srcId="{2A8951B9-2A8C-42B4-812A-4C60CEF37B98}" destId="{92E2BE71-5918-4C8F-808E-7350A7575A94}" srcOrd="0" destOrd="0" presId="urn:microsoft.com/office/officeart/2005/8/layout/vList2"/>
    <dgm:cxn modelId="{90BD3EC5-B39C-485E-AC13-97A5EFA85BF0}" srcId="{FF89EC0A-E92F-43EA-A10F-87F0EA305A30}" destId="{5696E025-6853-42DA-8FF7-1F05C34BC874}" srcOrd="1" destOrd="0" parTransId="{DA4F11C7-007D-4D1A-9E65-DBAE9E59BC69}" sibTransId="{3A0EB624-F2DA-4BC9-87F6-CC1BF9EB5B5B}"/>
    <dgm:cxn modelId="{C8F401D9-A220-4A52-8F2A-8D716A93651D}" type="presOf" srcId="{574E6E89-9D2A-4EA3-8EF2-94A5D359F929}" destId="{616FAA78-5334-447B-A744-B7162C1D5BE0}" srcOrd="0" destOrd="0" presId="urn:microsoft.com/office/officeart/2005/8/layout/vList2"/>
    <dgm:cxn modelId="{330E76E3-062D-4DAA-823C-745B36F07BF1}" srcId="{FF89EC0A-E92F-43EA-A10F-87F0EA305A30}" destId="{22CD2461-6706-40A1-B052-DD1A42DC35C4}" srcOrd="4" destOrd="0" parTransId="{130E8068-0EE8-4245-9E0C-89BCB7259B89}" sibTransId="{36562EB0-7A87-4843-962B-B5BEBC327722}"/>
    <dgm:cxn modelId="{966B03EC-6EAE-4C37-9C75-2B5F6B614021}" type="presOf" srcId="{94DDBD00-F8C9-4336-A731-088235E85E20}" destId="{9338C0CB-1101-4478-85BF-56E148CE62B6}" srcOrd="0" destOrd="0" presId="urn:microsoft.com/office/officeart/2005/8/layout/vList2"/>
    <dgm:cxn modelId="{60689AEF-15B3-4934-B75D-63190D6B3A06}" type="presOf" srcId="{5696E025-6853-42DA-8FF7-1F05C34BC874}" destId="{75DBACE6-1165-4610-9E24-DDAD17430D29}" srcOrd="0" destOrd="0" presId="urn:microsoft.com/office/officeart/2005/8/layout/vList2"/>
    <dgm:cxn modelId="{6EC4AAF3-3801-403F-A268-21CFA93F0D4E}" type="presOf" srcId="{69531A05-C759-495F-A558-924732F8E566}" destId="{B86964F0-F408-4EC5-9B61-A116A62B62E4}" srcOrd="0" destOrd="0" presId="urn:microsoft.com/office/officeart/2005/8/layout/vList2"/>
    <dgm:cxn modelId="{C5AADEF5-EC92-44F2-B0B9-A0C988B6C012}" srcId="{FF89EC0A-E92F-43EA-A10F-87F0EA305A30}" destId="{94DDBD00-F8C9-4336-A731-088235E85E20}" srcOrd="7" destOrd="0" parTransId="{2D6E9A0E-9EE0-4629-A979-983FBF787450}" sibTransId="{846E0788-8087-4270-8332-ABBCB982BFB6}"/>
    <dgm:cxn modelId="{866899FA-E1F8-441E-834F-48E41436164D}" srcId="{FF89EC0A-E92F-43EA-A10F-87F0EA305A30}" destId="{B8C9A68D-CB67-41D3-B13E-33CD51B275A7}" srcOrd="6" destOrd="0" parTransId="{D0C50164-FB7A-471A-AA79-7C77AEAC1F58}" sibTransId="{F4A5C1DC-B103-4E60-B047-040AE39E4D74}"/>
    <dgm:cxn modelId="{7DE82E76-C4AE-4A04-BD54-1D2F0D2B484B}" type="presParOf" srcId="{F6E6A2A0-FC52-4A4C-8EC5-CC9F076374BB}" destId="{616FAA78-5334-447B-A744-B7162C1D5BE0}" srcOrd="0" destOrd="0" presId="urn:microsoft.com/office/officeart/2005/8/layout/vList2"/>
    <dgm:cxn modelId="{CBBF0976-F72E-4155-9C1B-10B4C70A2E29}" type="presParOf" srcId="{F6E6A2A0-FC52-4A4C-8EC5-CC9F076374BB}" destId="{B0946581-080E-4D2E-875B-CF47F3CE6A4C}" srcOrd="1" destOrd="0" presId="urn:microsoft.com/office/officeart/2005/8/layout/vList2"/>
    <dgm:cxn modelId="{63FF020A-5AEC-48F9-AE1F-8AE210257BCC}" type="presParOf" srcId="{F6E6A2A0-FC52-4A4C-8EC5-CC9F076374BB}" destId="{75DBACE6-1165-4610-9E24-DDAD17430D29}" srcOrd="2" destOrd="0" presId="urn:microsoft.com/office/officeart/2005/8/layout/vList2"/>
    <dgm:cxn modelId="{300B1B37-018F-43B8-9D7A-559846E701E2}" type="presParOf" srcId="{F6E6A2A0-FC52-4A4C-8EC5-CC9F076374BB}" destId="{D8204B67-462A-469B-AD9E-A2D12EA2E9EF}" srcOrd="3" destOrd="0" presId="urn:microsoft.com/office/officeart/2005/8/layout/vList2"/>
    <dgm:cxn modelId="{58BEB7CC-38BF-4689-9662-BD9AF6BF0E9E}" type="presParOf" srcId="{F6E6A2A0-FC52-4A4C-8EC5-CC9F076374BB}" destId="{92E2BE71-5918-4C8F-808E-7350A7575A94}" srcOrd="4" destOrd="0" presId="urn:microsoft.com/office/officeart/2005/8/layout/vList2"/>
    <dgm:cxn modelId="{1EBA5D84-1F1A-4A59-AEFF-B39DADFFE1B3}" type="presParOf" srcId="{F6E6A2A0-FC52-4A4C-8EC5-CC9F076374BB}" destId="{41602B5A-E5CD-43B2-B5D5-DBEF250807C7}" srcOrd="5" destOrd="0" presId="urn:microsoft.com/office/officeart/2005/8/layout/vList2"/>
    <dgm:cxn modelId="{D988A2EC-5A65-4CF0-B624-8E5B3D62B2FB}" type="presParOf" srcId="{F6E6A2A0-FC52-4A4C-8EC5-CC9F076374BB}" destId="{B86964F0-F408-4EC5-9B61-A116A62B62E4}" srcOrd="6" destOrd="0" presId="urn:microsoft.com/office/officeart/2005/8/layout/vList2"/>
    <dgm:cxn modelId="{B1601E71-C5B1-4C1E-A028-7D3F497183F4}" type="presParOf" srcId="{F6E6A2A0-FC52-4A4C-8EC5-CC9F076374BB}" destId="{477E34AB-2D66-405F-8433-F1C40A1D7C4D}" srcOrd="7" destOrd="0" presId="urn:microsoft.com/office/officeart/2005/8/layout/vList2"/>
    <dgm:cxn modelId="{9B0A2526-1C70-4E22-8127-7BFC4839B15F}" type="presParOf" srcId="{F6E6A2A0-FC52-4A4C-8EC5-CC9F076374BB}" destId="{1E4A7E4A-C6FB-4F17-B542-25AD402CF841}" srcOrd="8" destOrd="0" presId="urn:microsoft.com/office/officeart/2005/8/layout/vList2"/>
    <dgm:cxn modelId="{182D4FFE-6364-42BE-ADCD-D30C3D3142E3}" type="presParOf" srcId="{F6E6A2A0-FC52-4A4C-8EC5-CC9F076374BB}" destId="{B9265C88-259A-49BD-8AC9-B2C92E8A1063}" srcOrd="9" destOrd="0" presId="urn:microsoft.com/office/officeart/2005/8/layout/vList2"/>
    <dgm:cxn modelId="{8E158806-7875-4784-9BD5-1E0A7BFCBC7E}" type="presParOf" srcId="{F6E6A2A0-FC52-4A4C-8EC5-CC9F076374BB}" destId="{4FA8A72D-8741-44A6-A7E9-6709B016EADC}" srcOrd="10" destOrd="0" presId="urn:microsoft.com/office/officeart/2005/8/layout/vList2"/>
    <dgm:cxn modelId="{0E0B1E3F-9E91-4A77-96D4-76BB48E97145}" type="presParOf" srcId="{F6E6A2A0-FC52-4A4C-8EC5-CC9F076374BB}" destId="{8652ECEA-69AD-49E8-A1F9-1E55C1C134DC}" srcOrd="11" destOrd="0" presId="urn:microsoft.com/office/officeart/2005/8/layout/vList2"/>
    <dgm:cxn modelId="{83AE5357-6E7E-4671-A125-7FA8CCC05618}" type="presParOf" srcId="{F6E6A2A0-FC52-4A4C-8EC5-CC9F076374BB}" destId="{9D417C75-BC29-486F-836D-5E1C72407C4F}" srcOrd="12" destOrd="0" presId="urn:microsoft.com/office/officeart/2005/8/layout/vList2"/>
    <dgm:cxn modelId="{35753436-96DC-4C0A-A70B-93C7A2328BDA}" type="presParOf" srcId="{F6E6A2A0-FC52-4A4C-8EC5-CC9F076374BB}" destId="{E6FDA1AE-AAA1-4E88-8ECA-B6D49E544CCC}" srcOrd="13" destOrd="0" presId="urn:microsoft.com/office/officeart/2005/8/layout/vList2"/>
    <dgm:cxn modelId="{652782BC-14D0-456B-B578-0135C4F55178}" type="presParOf" srcId="{F6E6A2A0-FC52-4A4C-8EC5-CC9F076374BB}" destId="{9338C0CB-1101-4478-85BF-56E148CE62B6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BF34E61-2CBB-417D-B94D-BB9E3E5EC160}" type="doc">
      <dgm:prSet loTypeId="urn:microsoft.com/office/officeart/2005/8/layout/default" loCatId="list" qsTypeId="urn:microsoft.com/office/officeart/2005/8/quickstyle/simple2#1" qsCatId="simple" csTypeId="urn:microsoft.com/office/officeart/2005/8/colors/accent1_2#3" csCatId="accent1"/>
      <dgm:spPr/>
      <dgm:t>
        <a:bodyPr/>
        <a:lstStyle/>
        <a:p>
          <a:endParaRPr lang="en-US"/>
        </a:p>
      </dgm:t>
    </dgm:pt>
    <dgm:pt modelId="{C683BA76-FB98-4BE8-ADAB-77D6EF049ECA}">
      <dgm:prSet/>
      <dgm:spPr/>
      <dgm:t>
        <a:bodyPr/>
        <a:lstStyle/>
        <a:p>
          <a:r>
            <a:rPr lang="en-US" b="0" i="0" baseline="0"/>
            <a:t>CPU &amp; Memory</a:t>
          </a:r>
          <a:endParaRPr lang="en-US"/>
        </a:p>
      </dgm:t>
    </dgm:pt>
    <dgm:pt modelId="{6E672F74-6264-4B37-BBB5-7CD2645DD4EC}" type="parTrans" cxnId="{6893DFB0-5B76-408F-9C99-1C0103D5AD69}">
      <dgm:prSet/>
      <dgm:spPr/>
      <dgm:t>
        <a:bodyPr/>
        <a:lstStyle/>
        <a:p>
          <a:endParaRPr lang="en-US"/>
        </a:p>
      </dgm:t>
    </dgm:pt>
    <dgm:pt modelId="{82079D2D-605F-4CBC-BB62-FA65DDAC463C}" type="sibTrans" cxnId="{6893DFB0-5B76-408F-9C99-1C0103D5AD69}">
      <dgm:prSet/>
      <dgm:spPr/>
      <dgm:t>
        <a:bodyPr/>
        <a:lstStyle/>
        <a:p>
          <a:endParaRPr lang="en-US"/>
        </a:p>
      </dgm:t>
    </dgm:pt>
    <dgm:pt modelId="{F5416BFE-D172-4C14-B7B0-CB031E50434D}">
      <dgm:prSet/>
      <dgm:spPr/>
      <dgm:t>
        <a:bodyPr/>
        <a:lstStyle/>
        <a:p>
          <a:r>
            <a:rPr lang="en-IN"/>
            <a:t>How much processing power and RAM do we need?</a:t>
          </a:r>
          <a:endParaRPr lang="en-US"/>
        </a:p>
      </dgm:t>
    </dgm:pt>
    <dgm:pt modelId="{5CE99E3B-B500-4FBA-90E4-A009F3BD5C79}" type="parTrans" cxnId="{0DAD6566-90FE-41A3-960A-0B83106C92EA}">
      <dgm:prSet/>
      <dgm:spPr/>
      <dgm:t>
        <a:bodyPr/>
        <a:lstStyle/>
        <a:p>
          <a:endParaRPr lang="en-US"/>
        </a:p>
      </dgm:t>
    </dgm:pt>
    <dgm:pt modelId="{220B7216-C916-43BE-9931-D9239C026A77}" type="sibTrans" cxnId="{0DAD6566-90FE-41A3-960A-0B83106C92EA}">
      <dgm:prSet/>
      <dgm:spPr/>
      <dgm:t>
        <a:bodyPr/>
        <a:lstStyle/>
        <a:p>
          <a:endParaRPr lang="en-US"/>
        </a:p>
      </dgm:t>
    </dgm:pt>
    <dgm:pt modelId="{1D2FD601-6C84-4922-9FED-39F237960CB8}">
      <dgm:prSet/>
      <dgm:spPr/>
      <dgm:t>
        <a:bodyPr/>
        <a:lstStyle/>
        <a:p>
          <a:r>
            <a:rPr lang="en-US" b="0" i="0" baseline="0"/>
            <a:t>Storage &amp; RAID</a:t>
          </a:r>
          <a:endParaRPr lang="en-US"/>
        </a:p>
      </dgm:t>
    </dgm:pt>
    <dgm:pt modelId="{033B68CD-9C02-41CF-8EE1-1D3B7FD7498D}" type="parTrans" cxnId="{1C61D244-E087-4892-9A8B-F48C6F5D39DA}">
      <dgm:prSet/>
      <dgm:spPr/>
      <dgm:t>
        <a:bodyPr/>
        <a:lstStyle/>
        <a:p>
          <a:endParaRPr lang="en-US"/>
        </a:p>
      </dgm:t>
    </dgm:pt>
    <dgm:pt modelId="{6DB0E569-D4A6-43A0-BFE5-D89AE00844E4}" type="sibTrans" cxnId="{1C61D244-E087-4892-9A8B-F48C6F5D39DA}">
      <dgm:prSet/>
      <dgm:spPr/>
      <dgm:t>
        <a:bodyPr/>
        <a:lstStyle/>
        <a:p>
          <a:endParaRPr lang="en-US"/>
        </a:p>
      </dgm:t>
    </dgm:pt>
    <dgm:pt modelId="{FA8BE514-FBF6-4280-8CF3-000FD896B243}">
      <dgm:prSet/>
      <dgm:spPr/>
      <dgm:t>
        <a:bodyPr/>
        <a:lstStyle/>
        <a:p>
          <a:r>
            <a:rPr lang="en-US"/>
            <a:t>How much storage do we need, and what RAID level is appropriate?</a:t>
          </a:r>
        </a:p>
      </dgm:t>
    </dgm:pt>
    <dgm:pt modelId="{5964B036-C752-4942-8D8A-783942419DFE}" type="parTrans" cxnId="{E22DF402-53A0-46DB-8220-0264D9E0720A}">
      <dgm:prSet/>
      <dgm:spPr/>
      <dgm:t>
        <a:bodyPr/>
        <a:lstStyle/>
        <a:p>
          <a:endParaRPr lang="en-US"/>
        </a:p>
      </dgm:t>
    </dgm:pt>
    <dgm:pt modelId="{72DA4D49-5A9E-4A71-9E43-00630FA02530}" type="sibTrans" cxnId="{E22DF402-53A0-46DB-8220-0264D9E0720A}">
      <dgm:prSet/>
      <dgm:spPr/>
      <dgm:t>
        <a:bodyPr/>
        <a:lstStyle/>
        <a:p>
          <a:endParaRPr lang="en-US"/>
        </a:p>
      </dgm:t>
    </dgm:pt>
    <dgm:pt modelId="{738F8563-D873-403E-A2B5-9E9E94724FB8}">
      <dgm:prSet/>
      <dgm:spPr/>
      <dgm:t>
        <a:bodyPr/>
        <a:lstStyle/>
        <a:p>
          <a:r>
            <a:rPr lang="en-US" b="0" i="0" baseline="0"/>
            <a:t>Network Adapters</a:t>
          </a:r>
          <a:endParaRPr lang="en-US"/>
        </a:p>
      </dgm:t>
    </dgm:pt>
    <dgm:pt modelId="{6C97BFCB-E024-462A-9B30-4B6DEA713F5D}" type="parTrans" cxnId="{56487392-48A1-40CE-99C5-CBCCFC612491}">
      <dgm:prSet/>
      <dgm:spPr/>
      <dgm:t>
        <a:bodyPr/>
        <a:lstStyle/>
        <a:p>
          <a:endParaRPr lang="en-US"/>
        </a:p>
      </dgm:t>
    </dgm:pt>
    <dgm:pt modelId="{5B0228A6-8260-4545-92FC-CC7A758AB47D}" type="sibTrans" cxnId="{56487392-48A1-40CE-99C5-CBCCFC612491}">
      <dgm:prSet/>
      <dgm:spPr/>
      <dgm:t>
        <a:bodyPr/>
        <a:lstStyle/>
        <a:p>
          <a:endParaRPr lang="en-US"/>
        </a:p>
      </dgm:t>
    </dgm:pt>
    <dgm:pt modelId="{0876EC06-4090-40AB-B2BF-C6127AD92CF7}">
      <dgm:prSet/>
      <dgm:spPr/>
      <dgm:t>
        <a:bodyPr/>
        <a:lstStyle/>
        <a:p>
          <a:r>
            <a:rPr lang="en-IN"/>
            <a:t>How many network adapters are needed, and what will each one be used for?</a:t>
          </a:r>
          <a:endParaRPr lang="en-US"/>
        </a:p>
      </dgm:t>
    </dgm:pt>
    <dgm:pt modelId="{DC40B600-3FED-4B38-B1B5-9DBE54512A78}" type="parTrans" cxnId="{B417171C-F210-4B36-92CA-FD455E385577}">
      <dgm:prSet/>
      <dgm:spPr/>
      <dgm:t>
        <a:bodyPr/>
        <a:lstStyle/>
        <a:p>
          <a:endParaRPr lang="en-US"/>
        </a:p>
      </dgm:t>
    </dgm:pt>
    <dgm:pt modelId="{62AC6BC5-F2E4-4117-8844-5F60516989BB}" type="sibTrans" cxnId="{B417171C-F210-4B36-92CA-FD455E385577}">
      <dgm:prSet/>
      <dgm:spPr/>
      <dgm:t>
        <a:bodyPr/>
        <a:lstStyle/>
        <a:p>
          <a:endParaRPr lang="en-US"/>
        </a:p>
      </dgm:t>
    </dgm:pt>
    <dgm:pt modelId="{25EC60C0-586B-4058-8699-73DF6A21EC1E}">
      <dgm:prSet/>
      <dgm:spPr/>
      <dgm:t>
        <a:bodyPr/>
        <a:lstStyle/>
        <a:p>
          <a:r>
            <a:rPr lang="en-US" b="0" i="0" baseline="0"/>
            <a:t>Management Controller</a:t>
          </a:r>
          <a:endParaRPr lang="en-US"/>
        </a:p>
      </dgm:t>
    </dgm:pt>
    <dgm:pt modelId="{024A3513-2331-47A7-B858-B24A65A8DBB8}" type="parTrans" cxnId="{D147D87A-BF63-4AB8-936C-C5E2550E2E0C}">
      <dgm:prSet/>
      <dgm:spPr/>
      <dgm:t>
        <a:bodyPr/>
        <a:lstStyle/>
        <a:p>
          <a:endParaRPr lang="en-US"/>
        </a:p>
      </dgm:t>
    </dgm:pt>
    <dgm:pt modelId="{ABF0C221-2773-4977-B27C-090E643407C1}" type="sibTrans" cxnId="{D147D87A-BF63-4AB8-936C-C5E2550E2E0C}">
      <dgm:prSet/>
      <dgm:spPr/>
      <dgm:t>
        <a:bodyPr/>
        <a:lstStyle/>
        <a:p>
          <a:endParaRPr lang="en-US"/>
        </a:p>
      </dgm:t>
    </dgm:pt>
    <dgm:pt modelId="{79F4D70E-86DC-410E-9056-8F0341D87272}">
      <dgm:prSet/>
      <dgm:spPr/>
      <dgm:t>
        <a:bodyPr/>
        <a:lstStyle/>
        <a:p>
          <a:r>
            <a:rPr lang="en-US"/>
            <a:t>How will we remotely manage the server if the OS is unavailable?</a:t>
          </a:r>
        </a:p>
      </dgm:t>
    </dgm:pt>
    <dgm:pt modelId="{B37E8460-BE9B-4908-9A1A-E15A676FC637}" type="parTrans" cxnId="{B8747D9B-0D1C-4424-98D5-DE83DE56A6C6}">
      <dgm:prSet/>
      <dgm:spPr/>
      <dgm:t>
        <a:bodyPr/>
        <a:lstStyle/>
        <a:p>
          <a:endParaRPr lang="en-US"/>
        </a:p>
      </dgm:t>
    </dgm:pt>
    <dgm:pt modelId="{219CA7AE-5C12-42B1-9A1C-25D778BABFA8}" type="sibTrans" cxnId="{B8747D9B-0D1C-4424-98D5-DE83DE56A6C6}">
      <dgm:prSet/>
      <dgm:spPr/>
      <dgm:t>
        <a:bodyPr/>
        <a:lstStyle/>
        <a:p>
          <a:endParaRPr lang="en-US"/>
        </a:p>
      </dgm:t>
    </dgm:pt>
    <dgm:pt modelId="{2ECC4BA4-8CC7-4F62-B739-F2672751EED1}">
      <dgm:prSet/>
      <dgm:spPr/>
      <dgm:t>
        <a:bodyPr/>
        <a:lstStyle/>
        <a:p>
          <a:r>
            <a:rPr lang="en-US" b="0" i="0" baseline="0"/>
            <a:t>Supported Operating Systems</a:t>
          </a:r>
          <a:endParaRPr lang="en-US"/>
        </a:p>
      </dgm:t>
    </dgm:pt>
    <dgm:pt modelId="{ABA87FBB-708B-4313-97D1-4E552F83E8D9}" type="parTrans" cxnId="{DE6BCDB6-3032-4157-B136-7D9DA57D0117}">
      <dgm:prSet/>
      <dgm:spPr/>
      <dgm:t>
        <a:bodyPr/>
        <a:lstStyle/>
        <a:p>
          <a:endParaRPr lang="en-US"/>
        </a:p>
      </dgm:t>
    </dgm:pt>
    <dgm:pt modelId="{8B114D9F-30F1-48BD-A655-2F19D8A8D734}" type="sibTrans" cxnId="{DE6BCDB6-3032-4157-B136-7D9DA57D0117}">
      <dgm:prSet/>
      <dgm:spPr/>
      <dgm:t>
        <a:bodyPr/>
        <a:lstStyle/>
        <a:p>
          <a:endParaRPr lang="en-US"/>
        </a:p>
      </dgm:t>
    </dgm:pt>
    <dgm:pt modelId="{D69D294E-2079-470C-9F93-3AE981FF58CB}">
      <dgm:prSet/>
      <dgm:spPr/>
      <dgm:t>
        <a:bodyPr/>
        <a:lstStyle/>
        <a:p>
          <a:r>
            <a:rPr lang="en-IN"/>
            <a:t>Which OS versions are officially supported by this hardware?</a:t>
          </a:r>
          <a:endParaRPr lang="en-US"/>
        </a:p>
      </dgm:t>
    </dgm:pt>
    <dgm:pt modelId="{D20EB578-9782-4DFA-8D55-08E1311A9912}" type="parTrans" cxnId="{AE327C89-8AE6-4016-BAC9-090DD3F3BB8D}">
      <dgm:prSet/>
      <dgm:spPr/>
      <dgm:t>
        <a:bodyPr/>
        <a:lstStyle/>
        <a:p>
          <a:endParaRPr lang="en-US"/>
        </a:p>
      </dgm:t>
    </dgm:pt>
    <dgm:pt modelId="{BFFA6333-1AB3-4C6C-9970-4B952F6479D3}" type="sibTrans" cxnId="{AE327C89-8AE6-4016-BAC9-090DD3F3BB8D}">
      <dgm:prSet/>
      <dgm:spPr/>
      <dgm:t>
        <a:bodyPr/>
        <a:lstStyle/>
        <a:p>
          <a:endParaRPr lang="en-US"/>
        </a:p>
      </dgm:t>
    </dgm:pt>
    <dgm:pt modelId="{2A2EDC0C-1824-4739-A765-7F2057D8D3A8}" type="pres">
      <dgm:prSet presAssocID="{FBF34E61-2CBB-417D-B94D-BB9E3E5EC160}" presName="diagram" presStyleCnt="0">
        <dgm:presLayoutVars>
          <dgm:dir/>
          <dgm:resizeHandles val="exact"/>
        </dgm:presLayoutVars>
      </dgm:prSet>
      <dgm:spPr/>
    </dgm:pt>
    <dgm:pt modelId="{AE08959E-6B81-457A-90D0-662533929284}" type="pres">
      <dgm:prSet presAssocID="{C683BA76-FB98-4BE8-ADAB-77D6EF049ECA}" presName="node" presStyleLbl="node1" presStyleIdx="0" presStyleCnt="5">
        <dgm:presLayoutVars>
          <dgm:bulletEnabled val="1"/>
        </dgm:presLayoutVars>
      </dgm:prSet>
      <dgm:spPr/>
    </dgm:pt>
    <dgm:pt modelId="{BD95B52E-A7DE-4018-B61A-885D2A1CA523}" type="pres">
      <dgm:prSet presAssocID="{82079D2D-605F-4CBC-BB62-FA65DDAC463C}" presName="sibTrans" presStyleCnt="0"/>
      <dgm:spPr/>
    </dgm:pt>
    <dgm:pt modelId="{0F96231F-3CA9-4BFD-9131-93C1D6CA14BA}" type="pres">
      <dgm:prSet presAssocID="{1D2FD601-6C84-4922-9FED-39F237960CB8}" presName="node" presStyleLbl="node1" presStyleIdx="1" presStyleCnt="5">
        <dgm:presLayoutVars>
          <dgm:bulletEnabled val="1"/>
        </dgm:presLayoutVars>
      </dgm:prSet>
      <dgm:spPr/>
    </dgm:pt>
    <dgm:pt modelId="{BBFF488A-44A7-4200-BC0A-3FB5B014C7E3}" type="pres">
      <dgm:prSet presAssocID="{6DB0E569-D4A6-43A0-BFE5-D89AE00844E4}" presName="sibTrans" presStyleCnt="0"/>
      <dgm:spPr/>
    </dgm:pt>
    <dgm:pt modelId="{7EF682AB-898E-45EC-B84F-16811A97A750}" type="pres">
      <dgm:prSet presAssocID="{738F8563-D873-403E-A2B5-9E9E94724FB8}" presName="node" presStyleLbl="node1" presStyleIdx="2" presStyleCnt="5">
        <dgm:presLayoutVars>
          <dgm:bulletEnabled val="1"/>
        </dgm:presLayoutVars>
      </dgm:prSet>
      <dgm:spPr/>
    </dgm:pt>
    <dgm:pt modelId="{9F65606B-E2FB-4279-B8E7-8CCD7BCBEFE0}" type="pres">
      <dgm:prSet presAssocID="{5B0228A6-8260-4545-92FC-CC7A758AB47D}" presName="sibTrans" presStyleCnt="0"/>
      <dgm:spPr/>
    </dgm:pt>
    <dgm:pt modelId="{8A5585CB-A282-44CF-A0F3-969B9EFF7A2E}" type="pres">
      <dgm:prSet presAssocID="{25EC60C0-586B-4058-8699-73DF6A21EC1E}" presName="node" presStyleLbl="node1" presStyleIdx="3" presStyleCnt="5">
        <dgm:presLayoutVars>
          <dgm:bulletEnabled val="1"/>
        </dgm:presLayoutVars>
      </dgm:prSet>
      <dgm:spPr/>
    </dgm:pt>
    <dgm:pt modelId="{EECE4557-9A5E-40D0-BDF0-FB65B98F25DE}" type="pres">
      <dgm:prSet presAssocID="{ABF0C221-2773-4977-B27C-090E643407C1}" presName="sibTrans" presStyleCnt="0"/>
      <dgm:spPr/>
    </dgm:pt>
    <dgm:pt modelId="{F990BB7E-D4B8-4578-9AB3-E4A20A8B0E60}" type="pres">
      <dgm:prSet presAssocID="{2ECC4BA4-8CC7-4F62-B739-F2672751EED1}" presName="node" presStyleLbl="node1" presStyleIdx="4" presStyleCnt="5">
        <dgm:presLayoutVars>
          <dgm:bulletEnabled val="1"/>
        </dgm:presLayoutVars>
      </dgm:prSet>
      <dgm:spPr/>
    </dgm:pt>
  </dgm:ptLst>
  <dgm:cxnLst>
    <dgm:cxn modelId="{E22DF402-53A0-46DB-8220-0264D9E0720A}" srcId="{1D2FD601-6C84-4922-9FED-39F237960CB8}" destId="{FA8BE514-FBF6-4280-8CF3-000FD896B243}" srcOrd="0" destOrd="0" parTransId="{5964B036-C752-4942-8D8A-783942419DFE}" sibTransId="{72DA4D49-5A9E-4A71-9E43-00630FA02530}"/>
    <dgm:cxn modelId="{35A9E512-8A21-491D-AED2-E1F07ACD2923}" type="presOf" srcId="{738F8563-D873-403E-A2B5-9E9E94724FB8}" destId="{7EF682AB-898E-45EC-B84F-16811A97A750}" srcOrd="0" destOrd="0" presId="urn:microsoft.com/office/officeart/2005/8/layout/default"/>
    <dgm:cxn modelId="{B417171C-F210-4B36-92CA-FD455E385577}" srcId="{738F8563-D873-403E-A2B5-9E9E94724FB8}" destId="{0876EC06-4090-40AB-B2BF-C6127AD92CF7}" srcOrd="0" destOrd="0" parTransId="{DC40B600-3FED-4B38-B1B5-9DBE54512A78}" sibTransId="{62AC6BC5-F2E4-4117-8844-5F60516989BB}"/>
    <dgm:cxn modelId="{6372742A-977D-4E7D-8D5A-86B9C098450B}" type="presOf" srcId="{1D2FD601-6C84-4922-9FED-39F237960CB8}" destId="{0F96231F-3CA9-4BFD-9131-93C1D6CA14BA}" srcOrd="0" destOrd="0" presId="urn:microsoft.com/office/officeart/2005/8/layout/default"/>
    <dgm:cxn modelId="{5BE2D242-6A6A-4D0E-AD6C-3F0B26A1C44F}" type="presOf" srcId="{0876EC06-4090-40AB-B2BF-C6127AD92CF7}" destId="{7EF682AB-898E-45EC-B84F-16811A97A750}" srcOrd="0" destOrd="1" presId="urn:microsoft.com/office/officeart/2005/8/layout/default"/>
    <dgm:cxn modelId="{1C61D244-E087-4892-9A8B-F48C6F5D39DA}" srcId="{FBF34E61-2CBB-417D-B94D-BB9E3E5EC160}" destId="{1D2FD601-6C84-4922-9FED-39F237960CB8}" srcOrd="1" destOrd="0" parTransId="{033B68CD-9C02-41CF-8EE1-1D3B7FD7498D}" sibTransId="{6DB0E569-D4A6-43A0-BFE5-D89AE00844E4}"/>
    <dgm:cxn modelId="{0DAD6566-90FE-41A3-960A-0B83106C92EA}" srcId="{C683BA76-FB98-4BE8-ADAB-77D6EF049ECA}" destId="{F5416BFE-D172-4C14-B7B0-CB031E50434D}" srcOrd="0" destOrd="0" parTransId="{5CE99E3B-B500-4FBA-90E4-A009F3BD5C79}" sibTransId="{220B7216-C916-43BE-9931-D9239C026A77}"/>
    <dgm:cxn modelId="{65B9D167-262C-43EE-B83D-4DAAB7D36DDF}" type="presOf" srcId="{FBF34E61-2CBB-417D-B94D-BB9E3E5EC160}" destId="{2A2EDC0C-1824-4739-A765-7F2057D8D3A8}" srcOrd="0" destOrd="0" presId="urn:microsoft.com/office/officeart/2005/8/layout/default"/>
    <dgm:cxn modelId="{B4FF754C-6A39-4394-AFDD-5458FF80A351}" type="presOf" srcId="{C683BA76-FB98-4BE8-ADAB-77D6EF049ECA}" destId="{AE08959E-6B81-457A-90D0-662533929284}" srcOrd="0" destOrd="0" presId="urn:microsoft.com/office/officeart/2005/8/layout/default"/>
    <dgm:cxn modelId="{2F5C6B54-A046-48AE-82EE-1FED3F145009}" type="presOf" srcId="{2ECC4BA4-8CC7-4F62-B739-F2672751EED1}" destId="{F990BB7E-D4B8-4578-9AB3-E4A20A8B0E60}" srcOrd="0" destOrd="0" presId="urn:microsoft.com/office/officeart/2005/8/layout/default"/>
    <dgm:cxn modelId="{D147D87A-BF63-4AB8-936C-C5E2550E2E0C}" srcId="{FBF34E61-2CBB-417D-B94D-BB9E3E5EC160}" destId="{25EC60C0-586B-4058-8699-73DF6A21EC1E}" srcOrd="3" destOrd="0" parTransId="{024A3513-2331-47A7-B858-B24A65A8DBB8}" sibTransId="{ABF0C221-2773-4977-B27C-090E643407C1}"/>
    <dgm:cxn modelId="{AE327C89-8AE6-4016-BAC9-090DD3F3BB8D}" srcId="{2ECC4BA4-8CC7-4F62-B739-F2672751EED1}" destId="{D69D294E-2079-470C-9F93-3AE981FF58CB}" srcOrd="0" destOrd="0" parTransId="{D20EB578-9782-4DFA-8D55-08E1311A9912}" sibTransId="{BFFA6333-1AB3-4C6C-9970-4B952F6479D3}"/>
    <dgm:cxn modelId="{E21DC78E-F420-4C0F-81A5-8A768A4FAAE8}" type="presOf" srcId="{25EC60C0-586B-4058-8699-73DF6A21EC1E}" destId="{8A5585CB-A282-44CF-A0F3-969B9EFF7A2E}" srcOrd="0" destOrd="0" presId="urn:microsoft.com/office/officeart/2005/8/layout/default"/>
    <dgm:cxn modelId="{56487392-48A1-40CE-99C5-CBCCFC612491}" srcId="{FBF34E61-2CBB-417D-B94D-BB9E3E5EC160}" destId="{738F8563-D873-403E-A2B5-9E9E94724FB8}" srcOrd="2" destOrd="0" parTransId="{6C97BFCB-E024-462A-9B30-4B6DEA713F5D}" sibTransId="{5B0228A6-8260-4545-92FC-CC7A758AB47D}"/>
    <dgm:cxn modelId="{B8747D9B-0D1C-4424-98D5-DE83DE56A6C6}" srcId="{25EC60C0-586B-4058-8699-73DF6A21EC1E}" destId="{79F4D70E-86DC-410E-9056-8F0341D87272}" srcOrd="0" destOrd="0" parTransId="{B37E8460-BE9B-4908-9A1A-E15A676FC637}" sibTransId="{219CA7AE-5C12-42B1-9A1C-25D778BABFA8}"/>
    <dgm:cxn modelId="{6893DFB0-5B76-408F-9C99-1C0103D5AD69}" srcId="{FBF34E61-2CBB-417D-B94D-BB9E3E5EC160}" destId="{C683BA76-FB98-4BE8-ADAB-77D6EF049ECA}" srcOrd="0" destOrd="0" parTransId="{6E672F74-6264-4B37-BBB5-7CD2645DD4EC}" sibTransId="{82079D2D-605F-4CBC-BB62-FA65DDAC463C}"/>
    <dgm:cxn modelId="{DA003CB4-9AAE-4CBE-8791-FD2BDFEEBCC9}" type="presOf" srcId="{79F4D70E-86DC-410E-9056-8F0341D87272}" destId="{8A5585CB-A282-44CF-A0F3-969B9EFF7A2E}" srcOrd="0" destOrd="1" presId="urn:microsoft.com/office/officeart/2005/8/layout/default"/>
    <dgm:cxn modelId="{DE6BCDB6-3032-4157-B136-7D9DA57D0117}" srcId="{FBF34E61-2CBB-417D-B94D-BB9E3E5EC160}" destId="{2ECC4BA4-8CC7-4F62-B739-F2672751EED1}" srcOrd="4" destOrd="0" parTransId="{ABA87FBB-708B-4313-97D1-4E552F83E8D9}" sibTransId="{8B114D9F-30F1-48BD-A655-2F19D8A8D734}"/>
    <dgm:cxn modelId="{762BB3D2-C3F7-4B3C-A51B-A5DDB5CF8F74}" type="presOf" srcId="{D69D294E-2079-470C-9F93-3AE981FF58CB}" destId="{F990BB7E-D4B8-4578-9AB3-E4A20A8B0E60}" srcOrd="0" destOrd="1" presId="urn:microsoft.com/office/officeart/2005/8/layout/default"/>
    <dgm:cxn modelId="{419367D9-D11F-43CC-8F8D-D2D139E25EFB}" type="presOf" srcId="{F5416BFE-D172-4C14-B7B0-CB031E50434D}" destId="{AE08959E-6B81-457A-90D0-662533929284}" srcOrd="0" destOrd="1" presId="urn:microsoft.com/office/officeart/2005/8/layout/default"/>
    <dgm:cxn modelId="{05B788E9-9322-4AC5-9643-EACC1BB27368}" type="presOf" srcId="{FA8BE514-FBF6-4280-8CF3-000FD896B243}" destId="{0F96231F-3CA9-4BFD-9131-93C1D6CA14BA}" srcOrd="0" destOrd="1" presId="urn:microsoft.com/office/officeart/2005/8/layout/default"/>
    <dgm:cxn modelId="{AF7F6E96-D5FB-43AF-96E8-8AFF76CDC7F3}" type="presParOf" srcId="{2A2EDC0C-1824-4739-A765-7F2057D8D3A8}" destId="{AE08959E-6B81-457A-90D0-662533929284}" srcOrd="0" destOrd="0" presId="urn:microsoft.com/office/officeart/2005/8/layout/default"/>
    <dgm:cxn modelId="{8673B2A8-81F5-4368-928F-057CCFFF52EE}" type="presParOf" srcId="{2A2EDC0C-1824-4739-A765-7F2057D8D3A8}" destId="{BD95B52E-A7DE-4018-B61A-885D2A1CA523}" srcOrd="1" destOrd="0" presId="urn:microsoft.com/office/officeart/2005/8/layout/default"/>
    <dgm:cxn modelId="{CB976F1B-B2D1-4BD4-B985-EF12C807EF18}" type="presParOf" srcId="{2A2EDC0C-1824-4739-A765-7F2057D8D3A8}" destId="{0F96231F-3CA9-4BFD-9131-93C1D6CA14BA}" srcOrd="2" destOrd="0" presId="urn:microsoft.com/office/officeart/2005/8/layout/default"/>
    <dgm:cxn modelId="{9BCD6F26-0B81-491E-9A64-8300A661CC77}" type="presParOf" srcId="{2A2EDC0C-1824-4739-A765-7F2057D8D3A8}" destId="{BBFF488A-44A7-4200-BC0A-3FB5B014C7E3}" srcOrd="3" destOrd="0" presId="urn:microsoft.com/office/officeart/2005/8/layout/default"/>
    <dgm:cxn modelId="{9BD08A11-EB22-42A7-814C-83CE55D22D91}" type="presParOf" srcId="{2A2EDC0C-1824-4739-A765-7F2057D8D3A8}" destId="{7EF682AB-898E-45EC-B84F-16811A97A750}" srcOrd="4" destOrd="0" presId="urn:microsoft.com/office/officeart/2005/8/layout/default"/>
    <dgm:cxn modelId="{E8E83775-0846-49DC-8D93-ACD7DAB6F656}" type="presParOf" srcId="{2A2EDC0C-1824-4739-A765-7F2057D8D3A8}" destId="{9F65606B-E2FB-4279-B8E7-8CCD7BCBEFE0}" srcOrd="5" destOrd="0" presId="urn:microsoft.com/office/officeart/2005/8/layout/default"/>
    <dgm:cxn modelId="{B67E7852-0965-4EA9-A9B0-5ACEF4AA2C65}" type="presParOf" srcId="{2A2EDC0C-1824-4739-A765-7F2057D8D3A8}" destId="{8A5585CB-A282-44CF-A0F3-969B9EFF7A2E}" srcOrd="6" destOrd="0" presId="urn:microsoft.com/office/officeart/2005/8/layout/default"/>
    <dgm:cxn modelId="{6FEABB20-DB31-443E-A230-473F7B192BCF}" type="presParOf" srcId="{2A2EDC0C-1824-4739-A765-7F2057D8D3A8}" destId="{EECE4557-9A5E-40D0-BDF0-FB65B98F25DE}" srcOrd="7" destOrd="0" presId="urn:microsoft.com/office/officeart/2005/8/layout/default"/>
    <dgm:cxn modelId="{74F4B047-1B95-4FD0-9C7C-5717DBA9B1EF}" type="presParOf" srcId="{2A2EDC0C-1824-4739-A765-7F2057D8D3A8}" destId="{F990BB7E-D4B8-4578-9AB3-E4A20A8B0E60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A89C821-CC5F-4A67-AABD-DE3CDCBD0860}" type="doc">
      <dgm:prSet loTypeId="urn:diagrams.loki3.com/VaryingWidthList" loCatId="list" qsTypeId="urn:microsoft.com/office/officeart/2005/8/quickstyle/simple1#11" qsCatId="simple" csTypeId="urn:microsoft.com/office/officeart/2005/8/colors/accent1_2#4" csCatId="accent1"/>
      <dgm:spPr/>
      <dgm:t>
        <a:bodyPr/>
        <a:lstStyle/>
        <a:p>
          <a:endParaRPr lang="en-IN"/>
        </a:p>
      </dgm:t>
    </dgm:pt>
    <dgm:pt modelId="{6DE43773-D39D-4066-AE2C-2657BF9D75E3}">
      <dgm:prSet/>
      <dgm:spPr/>
      <dgm:t>
        <a:bodyPr/>
        <a:lstStyle/>
        <a:p>
          <a:r>
            <a:rPr lang="en-US"/>
            <a:t>Physical Disks</a:t>
          </a:r>
          <a:endParaRPr lang="en-IN"/>
        </a:p>
      </dgm:t>
    </dgm:pt>
    <dgm:pt modelId="{AC345E6A-90CF-4BFA-BC28-E9644D3A2781}" type="parTrans" cxnId="{63A1D8EF-5A82-4ABE-997E-A444E1B60DF7}">
      <dgm:prSet/>
      <dgm:spPr/>
      <dgm:t>
        <a:bodyPr/>
        <a:lstStyle/>
        <a:p>
          <a:endParaRPr lang="en-IN"/>
        </a:p>
      </dgm:t>
    </dgm:pt>
    <dgm:pt modelId="{5284CF1D-193A-4FBA-9803-0781C6CD17CA}" type="sibTrans" cxnId="{63A1D8EF-5A82-4ABE-997E-A444E1B60DF7}">
      <dgm:prSet/>
      <dgm:spPr/>
      <dgm:t>
        <a:bodyPr/>
        <a:lstStyle/>
        <a:p>
          <a:endParaRPr lang="en-IN"/>
        </a:p>
      </dgm:t>
    </dgm:pt>
    <dgm:pt modelId="{8B12C139-2347-4B15-9ABA-2FB06F3B479C}">
      <dgm:prSet/>
      <dgm:spPr/>
      <dgm:t>
        <a:bodyPr/>
        <a:lstStyle/>
        <a:p>
          <a:r>
            <a:rPr lang="en-US"/>
            <a:t>RAID / Storage Configuration</a:t>
          </a:r>
          <a:endParaRPr lang="en-IN"/>
        </a:p>
      </dgm:t>
    </dgm:pt>
    <dgm:pt modelId="{71B485BE-2450-4E81-BAFD-C432D6D076D9}" type="parTrans" cxnId="{ED5B30E0-AA40-4B2B-8AC6-D0889878AE71}">
      <dgm:prSet/>
      <dgm:spPr/>
      <dgm:t>
        <a:bodyPr/>
        <a:lstStyle/>
        <a:p>
          <a:endParaRPr lang="en-IN"/>
        </a:p>
      </dgm:t>
    </dgm:pt>
    <dgm:pt modelId="{6EFBF0CB-D531-4511-B205-41E0FBB6D1EF}" type="sibTrans" cxnId="{ED5B30E0-AA40-4B2B-8AC6-D0889878AE71}">
      <dgm:prSet/>
      <dgm:spPr/>
      <dgm:t>
        <a:bodyPr/>
        <a:lstStyle/>
        <a:p>
          <a:endParaRPr lang="en-IN"/>
        </a:p>
      </dgm:t>
    </dgm:pt>
    <dgm:pt modelId="{91443958-C441-413C-A808-27699B40210A}">
      <dgm:prSet/>
      <dgm:spPr/>
      <dgm:t>
        <a:bodyPr/>
        <a:lstStyle/>
        <a:p>
          <a:r>
            <a:rPr lang="en-US"/>
            <a:t>Volumes / Partitions</a:t>
          </a:r>
          <a:endParaRPr lang="en-IN"/>
        </a:p>
      </dgm:t>
    </dgm:pt>
    <dgm:pt modelId="{E8194D48-1505-44A4-B1B0-59BE7706F5BE}" type="parTrans" cxnId="{1B7C9B92-98D9-41A7-A7CB-94945AF14EBE}">
      <dgm:prSet/>
      <dgm:spPr/>
      <dgm:t>
        <a:bodyPr/>
        <a:lstStyle/>
        <a:p>
          <a:endParaRPr lang="en-IN"/>
        </a:p>
      </dgm:t>
    </dgm:pt>
    <dgm:pt modelId="{E387F251-C2AF-4B69-B9BB-F31FF10A4FAE}" type="sibTrans" cxnId="{1B7C9B92-98D9-41A7-A7CB-94945AF14EBE}">
      <dgm:prSet/>
      <dgm:spPr/>
      <dgm:t>
        <a:bodyPr/>
        <a:lstStyle/>
        <a:p>
          <a:endParaRPr lang="en-IN"/>
        </a:p>
      </dgm:t>
    </dgm:pt>
    <dgm:pt modelId="{E1FA4A95-6434-4ACE-AF56-B05E24507669}">
      <dgm:prSet/>
      <dgm:spPr/>
      <dgm:t>
        <a:bodyPr/>
        <a:lstStyle/>
        <a:p>
          <a:r>
            <a:rPr lang="en-US"/>
            <a:t>File System</a:t>
          </a:r>
          <a:endParaRPr lang="en-IN"/>
        </a:p>
      </dgm:t>
    </dgm:pt>
    <dgm:pt modelId="{871EEA99-144B-4B99-A9CF-74F8297D43E8}" type="parTrans" cxnId="{1034E56C-B498-4526-BF4C-7544C936B24D}">
      <dgm:prSet/>
      <dgm:spPr/>
      <dgm:t>
        <a:bodyPr/>
        <a:lstStyle/>
        <a:p>
          <a:endParaRPr lang="en-IN"/>
        </a:p>
      </dgm:t>
    </dgm:pt>
    <dgm:pt modelId="{08132D8D-5CF2-4984-BE6F-A10F8FF2EBEF}" type="sibTrans" cxnId="{1034E56C-B498-4526-BF4C-7544C936B24D}">
      <dgm:prSet/>
      <dgm:spPr/>
      <dgm:t>
        <a:bodyPr/>
        <a:lstStyle/>
        <a:p>
          <a:endParaRPr lang="en-IN"/>
        </a:p>
      </dgm:t>
    </dgm:pt>
    <dgm:pt modelId="{68C0A97F-D9A7-437F-AA10-3E53DADC78D4}">
      <dgm:prSet/>
      <dgm:spPr/>
      <dgm:t>
        <a:bodyPr/>
        <a:lstStyle/>
        <a:p>
          <a:r>
            <a:rPr lang="en-US"/>
            <a:t>OS + Applications + Data</a:t>
          </a:r>
          <a:endParaRPr lang="en-IN"/>
        </a:p>
      </dgm:t>
    </dgm:pt>
    <dgm:pt modelId="{CE139890-5685-4688-9A8F-D767AE60A9B9}" type="parTrans" cxnId="{3F19F180-60D3-4A1D-B290-8787C8BCD96F}">
      <dgm:prSet/>
      <dgm:spPr/>
      <dgm:t>
        <a:bodyPr/>
        <a:lstStyle/>
        <a:p>
          <a:endParaRPr lang="en-IN"/>
        </a:p>
      </dgm:t>
    </dgm:pt>
    <dgm:pt modelId="{59CB21BA-5B1C-4E28-8B6D-8C3B128F5A9A}" type="sibTrans" cxnId="{3F19F180-60D3-4A1D-B290-8787C8BCD96F}">
      <dgm:prSet/>
      <dgm:spPr/>
      <dgm:t>
        <a:bodyPr/>
        <a:lstStyle/>
        <a:p>
          <a:endParaRPr lang="en-IN"/>
        </a:p>
      </dgm:t>
    </dgm:pt>
    <dgm:pt modelId="{BDD456F8-FD0B-43C6-953B-94D019E98D03}" type="pres">
      <dgm:prSet presAssocID="{8A89C821-CC5F-4A67-AABD-DE3CDCBD0860}" presName="Name0" presStyleCnt="0">
        <dgm:presLayoutVars>
          <dgm:resizeHandles/>
        </dgm:presLayoutVars>
      </dgm:prSet>
      <dgm:spPr/>
    </dgm:pt>
    <dgm:pt modelId="{A42F01AF-BFC8-4076-B2E7-2C845C5EBEBC}" type="pres">
      <dgm:prSet presAssocID="{6DE43773-D39D-4066-AE2C-2657BF9D75E3}" presName="text" presStyleLbl="node1" presStyleIdx="0" presStyleCnt="5">
        <dgm:presLayoutVars>
          <dgm:bulletEnabled val="1"/>
        </dgm:presLayoutVars>
      </dgm:prSet>
      <dgm:spPr/>
    </dgm:pt>
    <dgm:pt modelId="{CC02595C-367F-4904-8665-0B1F5A78EBDC}" type="pres">
      <dgm:prSet presAssocID="{5284CF1D-193A-4FBA-9803-0781C6CD17CA}" presName="space" presStyleCnt="0"/>
      <dgm:spPr/>
    </dgm:pt>
    <dgm:pt modelId="{B6F16C35-233F-4031-B135-6DB92AF447B1}" type="pres">
      <dgm:prSet presAssocID="{8B12C139-2347-4B15-9ABA-2FB06F3B479C}" presName="text" presStyleLbl="node1" presStyleIdx="1" presStyleCnt="5">
        <dgm:presLayoutVars>
          <dgm:bulletEnabled val="1"/>
        </dgm:presLayoutVars>
      </dgm:prSet>
      <dgm:spPr/>
    </dgm:pt>
    <dgm:pt modelId="{D51D2A89-715D-4386-981B-31F79341E8B8}" type="pres">
      <dgm:prSet presAssocID="{6EFBF0CB-D531-4511-B205-41E0FBB6D1EF}" presName="space" presStyleCnt="0"/>
      <dgm:spPr/>
    </dgm:pt>
    <dgm:pt modelId="{CDEE0C19-205B-40C5-881C-D3E7B4184F12}" type="pres">
      <dgm:prSet presAssocID="{91443958-C441-413C-A808-27699B40210A}" presName="text" presStyleLbl="node1" presStyleIdx="2" presStyleCnt="5">
        <dgm:presLayoutVars>
          <dgm:bulletEnabled val="1"/>
        </dgm:presLayoutVars>
      </dgm:prSet>
      <dgm:spPr/>
    </dgm:pt>
    <dgm:pt modelId="{DCC68ED6-5FD7-43A4-845E-88A4FADE6D38}" type="pres">
      <dgm:prSet presAssocID="{E387F251-C2AF-4B69-B9BB-F31FF10A4FAE}" presName="space" presStyleCnt="0"/>
      <dgm:spPr/>
    </dgm:pt>
    <dgm:pt modelId="{AB49468C-A316-4C4F-9E0E-0A53D0DEA413}" type="pres">
      <dgm:prSet presAssocID="{E1FA4A95-6434-4ACE-AF56-B05E24507669}" presName="text" presStyleLbl="node1" presStyleIdx="3" presStyleCnt="5">
        <dgm:presLayoutVars>
          <dgm:bulletEnabled val="1"/>
        </dgm:presLayoutVars>
      </dgm:prSet>
      <dgm:spPr/>
    </dgm:pt>
    <dgm:pt modelId="{E98A28F2-D095-423C-8A7D-D0A93FD6D7D3}" type="pres">
      <dgm:prSet presAssocID="{08132D8D-5CF2-4984-BE6F-A10F8FF2EBEF}" presName="space" presStyleCnt="0"/>
      <dgm:spPr/>
    </dgm:pt>
    <dgm:pt modelId="{B5CB9E01-C7B4-4A56-B5DA-9E65E102FA57}" type="pres">
      <dgm:prSet presAssocID="{68C0A97F-D9A7-437F-AA10-3E53DADC78D4}" presName="text" presStyleLbl="node1" presStyleIdx="4" presStyleCnt="5">
        <dgm:presLayoutVars>
          <dgm:bulletEnabled val="1"/>
        </dgm:presLayoutVars>
      </dgm:prSet>
      <dgm:spPr/>
    </dgm:pt>
  </dgm:ptLst>
  <dgm:cxnLst>
    <dgm:cxn modelId="{B7474D05-56DA-4B62-820F-CF814C924C36}" type="presOf" srcId="{68C0A97F-D9A7-437F-AA10-3E53DADC78D4}" destId="{B5CB9E01-C7B4-4A56-B5DA-9E65E102FA57}" srcOrd="0" destOrd="0" presId="urn:diagrams.loki3.com/VaryingWidthList"/>
    <dgm:cxn modelId="{2CBAFB37-FA9E-40E9-B8DD-DAEEA29E636B}" type="presOf" srcId="{91443958-C441-413C-A808-27699B40210A}" destId="{CDEE0C19-205B-40C5-881C-D3E7B4184F12}" srcOrd="0" destOrd="0" presId="urn:diagrams.loki3.com/VaryingWidthList"/>
    <dgm:cxn modelId="{2BA10D5F-38E4-466A-8DAA-54FFB7FB0AB7}" type="presOf" srcId="{E1FA4A95-6434-4ACE-AF56-B05E24507669}" destId="{AB49468C-A316-4C4F-9E0E-0A53D0DEA413}" srcOrd="0" destOrd="0" presId="urn:diagrams.loki3.com/VaryingWidthList"/>
    <dgm:cxn modelId="{1034E56C-B498-4526-BF4C-7544C936B24D}" srcId="{8A89C821-CC5F-4A67-AABD-DE3CDCBD0860}" destId="{E1FA4A95-6434-4ACE-AF56-B05E24507669}" srcOrd="3" destOrd="0" parTransId="{871EEA99-144B-4B99-A9CF-74F8297D43E8}" sibTransId="{08132D8D-5CF2-4984-BE6F-A10F8FF2EBEF}"/>
    <dgm:cxn modelId="{3F19F180-60D3-4A1D-B290-8787C8BCD96F}" srcId="{8A89C821-CC5F-4A67-AABD-DE3CDCBD0860}" destId="{68C0A97F-D9A7-437F-AA10-3E53DADC78D4}" srcOrd="4" destOrd="0" parTransId="{CE139890-5685-4688-9A8F-D767AE60A9B9}" sibTransId="{59CB21BA-5B1C-4E28-8B6D-8C3B128F5A9A}"/>
    <dgm:cxn modelId="{1B7C9B92-98D9-41A7-A7CB-94945AF14EBE}" srcId="{8A89C821-CC5F-4A67-AABD-DE3CDCBD0860}" destId="{91443958-C441-413C-A808-27699B40210A}" srcOrd="2" destOrd="0" parTransId="{E8194D48-1505-44A4-B1B0-59BE7706F5BE}" sibTransId="{E387F251-C2AF-4B69-B9BB-F31FF10A4FAE}"/>
    <dgm:cxn modelId="{87A455CD-019C-4A0A-8358-F3B583A8ADB2}" type="presOf" srcId="{6DE43773-D39D-4066-AE2C-2657BF9D75E3}" destId="{A42F01AF-BFC8-4076-B2E7-2C845C5EBEBC}" srcOrd="0" destOrd="0" presId="urn:diagrams.loki3.com/VaryingWidthList"/>
    <dgm:cxn modelId="{ED5B30E0-AA40-4B2B-8AC6-D0889878AE71}" srcId="{8A89C821-CC5F-4A67-AABD-DE3CDCBD0860}" destId="{8B12C139-2347-4B15-9ABA-2FB06F3B479C}" srcOrd="1" destOrd="0" parTransId="{71B485BE-2450-4E81-BAFD-C432D6D076D9}" sibTransId="{6EFBF0CB-D531-4511-B205-41E0FBB6D1EF}"/>
    <dgm:cxn modelId="{6B0BB8E8-2E86-40C0-B01A-8B8F166B6524}" type="presOf" srcId="{8A89C821-CC5F-4A67-AABD-DE3CDCBD0860}" destId="{BDD456F8-FD0B-43C6-953B-94D019E98D03}" srcOrd="0" destOrd="0" presId="urn:diagrams.loki3.com/VaryingWidthList"/>
    <dgm:cxn modelId="{63A1D8EF-5A82-4ABE-997E-A444E1B60DF7}" srcId="{8A89C821-CC5F-4A67-AABD-DE3CDCBD0860}" destId="{6DE43773-D39D-4066-AE2C-2657BF9D75E3}" srcOrd="0" destOrd="0" parTransId="{AC345E6A-90CF-4BFA-BC28-E9644D3A2781}" sibTransId="{5284CF1D-193A-4FBA-9803-0781C6CD17CA}"/>
    <dgm:cxn modelId="{069020F0-7B59-4E99-977B-18393E3CB123}" type="presOf" srcId="{8B12C139-2347-4B15-9ABA-2FB06F3B479C}" destId="{B6F16C35-233F-4031-B135-6DB92AF447B1}" srcOrd="0" destOrd="0" presId="urn:diagrams.loki3.com/VaryingWidthList"/>
    <dgm:cxn modelId="{4E68EC6A-B825-446C-B587-705B7B841F5F}" type="presParOf" srcId="{BDD456F8-FD0B-43C6-953B-94D019E98D03}" destId="{A42F01AF-BFC8-4076-B2E7-2C845C5EBEBC}" srcOrd="0" destOrd="0" presId="urn:diagrams.loki3.com/VaryingWidthList"/>
    <dgm:cxn modelId="{0F23674C-DA61-4BE4-B845-FC5090B496C2}" type="presParOf" srcId="{BDD456F8-FD0B-43C6-953B-94D019E98D03}" destId="{CC02595C-367F-4904-8665-0B1F5A78EBDC}" srcOrd="1" destOrd="0" presId="urn:diagrams.loki3.com/VaryingWidthList"/>
    <dgm:cxn modelId="{DDAC7C74-CC3A-4BF7-A8A4-C23B608C5451}" type="presParOf" srcId="{BDD456F8-FD0B-43C6-953B-94D019E98D03}" destId="{B6F16C35-233F-4031-B135-6DB92AF447B1}" srcOrd="2" destOrd="0" presId="urn:diagrams.loki3.com/VaryingWidthList"/>
    <dgm:cxn modelId="{0D74D3A2-31BB-4C41-9CEB-C667D3511BDD}" type="presParOf" srcId="{BDD456F8-FD0B-43C6-953B-94D019E98D03}" destId="{D51D2A89-715D-4386-981B-31F79341E8B8}" srcOrd="3" destOrd="0" presId="urn:diagrams.loki3.com/VaryingWidthList"/>
    <dgm:cxn modelId="{75F8903B-974A-4415-9CC9-B5F97960ED72}" type="presParOf" srcId="{BDD456F8-FD0B-43C6-953B-94D019E98D03}" destId="{CDEE0C19-205B-40C5-881C-D3E7B4184F12}" srcOrd="4" destOrd="0" presId="urn:diagrams.loki3.com/VaryingWidthList"/>
    <dgm:cxn modelId="{D76934F5-BC10-4EFC-89FC-E9F0B69CD8C9}" type="presParOf" srcId="{BDD456F8-FD0B-43C6-953B-94D019E98D03}" destId="{DCC68ED6-5FD7-43A4-845E-88A4FADE6D38}" srcOrd="5" destOrd="0" presId="urn:diagrams.loki3.com/VaryingWidthList"/>
    <dgm:cxn modelId="{E3AFF0E0-DF6C-465A-BE93-F623EE07F261}" type="presParOf" srcId="{BDD456F8-FD0B-43C6-953B-94D019E98D03}" destId="{AB49468C-A316-4C4F-9E0E-0A53D0DEA413}" srcOrd="6" destOrd="0" presId="urn:diagrams.loki3.com/VaryingWidthList"/>
    <dgm:cxn modelId="{8BF04969-3B59-4C7E-9289-0BE89160ECA6}" type="presParOf" srcId="{BDD456F8-FD0B-43C6-953B-94D019E98D03}" destId="{E98A28F2-D095-423C-8A7D-D0A93FD6D7D3}" srcOrd="7" destOrd="0" presId="urn:diagrams.loki3.com/VaryingWidthList"/>
    <dgm:cxn modelId="{D45209C6-00AA-49D7-8DAF-C1FBDB6BE9C4}" type="presParOf" srcId="{BDD456F8-FD0B-43C6-953B-94D019E98D03}" destId="{B5CB9E01-C7B4-4A56-B5DA-9E65E102FA57}" srcOrd="8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8A372C2-C290-4703-966F-86E05C5432EE}" type="doc">
      <dgm:prSet loTypeId="urn:microsoft.com/office/officeart/2005/8/layout/vList2" loCatId="list" qsTypeId="urn:microsoft.com/office/officeart/2005/8/quickstyle/simple4#2" qsCatId="simple" csTypeId="urn:microsoft.com/office/officeart/2005/8/colors/colorful2#3" csCatId="colorful" phldr="1"/>
      <dgm:spPr/>
      <dgm:t>
        <a:bodyPr/>
        <a:lstStyle/>
        <a:p>
          <a:endParaRPr lang="en-US"/>
        </a:p>
      </dgm:t>
    </dgm:pt>
    <dgm:pt modelId="{1C44E871-C882-493B-B738-B94417E63CFC}">
      <dgm:prSet/>
      <dgm:spPr/>
      <dgm:t>
        <a:bodyPr/>
        <a:lstStyle/>
        <a:p>
          <a:r>
            <a:rPr lang="en-IN" b="0" i="0" baseline="0" dirty="0"/>
            <a:t>Pre-</a:t>
          </a:r>
          <a:r>
            <a:rPr lang="en-IN" dirty="0"/>
            <a:t>requisite</a:t>
          </a:r>
          <a:r>
            <a:rPr lang="en-IN" b="0" i="0" baseline="0" dirty="0"/>
            <a:t>s before Joining</a:t>
          </a:r>
          <a:endParaRPr lang="en-US" dirty="0"/>
        </a:p>
      </dgm:t>
    </dgm:pt>
    <dgm:pt modelId="{30C22877-2DAD-4F64-95A7-4F0D997D7C2B}" type="parTrans" cxnId="{72FF2B34-CA3A-4F0B-9823-D9ABFF60622A}">
      <dgm:prSet/>
      <dgm:spPr/>
      <dgm:t>
        <a:bodyPr/>
        <a:lstStyle/>
        <a:p>
          <a:endParaRPr lang="en-US"/>
        </a:p>
      </dgm:t>
    </dgm:pt>
    <dgm:pt modelId="{68377061-03B5-44DD-8D3B-1676DF19DB82}" type="sibTrans" cxnId="{72FF2B34-CA3A-4F0B-9823-D9ABFF60622A}">
      <dgm:prSet/>
      <dgm:spPr/>
      <dgm:t>
        <a:bodyPr/>
        <a:lstStyle/>
        <a:p>
          <a:endParaRPr lang="en-US"/>
        </a:p>
      </dgm:t>
    </dgm:pt>
    <dgm:pt modelId="{E94F330E-8CEE-47F1-B305-B80B66B5874C}">
      <dgm:prSet/>
      <dgm:spPr/>
      <dgm:t>
        <a:bodyPr/>
        <a:lstStyle/>
        <a:p>
          <a:r>
            <a:rPr lang="en-IN" b="0" i="0" baseline="0"/>
            <a:t>DNS must work</a:t>
          </a:r>
          <a:endParaRPr lang="en-US"/>
        </a:p>
      </dgm:t>
    </dgm:pt>
    <dgm:pt modelId="{385F7288-21BD-4461-8182-739EFD43FC42}" type="parTrans" cxnId="{46E3404B-BFE7-49B9-A3C0-5E6F5B95440D}">
      <dgm:prSet/>
      <dgm:spPr/>
      <dgm:t>
        <a:bodyPr/>
        <a:lstStyle/>
        <a:p>
          <a:endParaRPr lang="en-US"/>
        </a:p>
      </dgm:t>
    </dgm:pt>
    <dgm:pt modelId="{C41ECD7C-F1E7-4B07-8670-D2F4E5E81FED}" type="sibTrans" cxnId="{46E3404B-BFE7-49B9-A3C0-5E6F5B95440D}">
      <dgm:prSet/>
      <dgm:spPr/>
      <dgm:t>
        <a:bodyPr/>
        <a:lstStyle/>
        <a:p>
          <a:endParaRPr lang="en-US"/>
        </a:p>
      </dgm:t>
    </dgm:pt>
    <dgm:pt modelId="{4728AD47-DDEA-480F-81C0-74EAFFCB06A2}">
      <dgm:prSet/>
      <dgm:spPr/>
      <dgm:t>
        <a:bodyPr/>
        <a:lstStyle/>
        <a:p>
          <a:r>
            <a:rPr lang="en-IN" b="0" i="0" baseline="0"/>
            <a:t>Network connectivity must work</a:t>
          </a:r>
          <a:endParaRPr lang="en-US"/>
        </a:p>
      </dgm:t>
    </dgm:pt>
    <dgm:pt modelId="{A2912644-ED6D-4340-935D-1C7E9491E9FA}" type="parTrans" cxnId="{05A53C67-585F-4F2A-A640-1D8C8970C009}">
      <dgm:prSet/>
      <dgm:spPr/>
      <dgm:t>
        <a:bodyPr/>
        <a:lstStyle/>
        <a:p>
          <a:endParaRPr lang="en-US"/>
        </a:p>
      </dgm:t>
    </dgm:pt>
    <dgm:pt modelId="{D889E88F-D744-4BB3-A345-6149849E43E8}" type="sibTrans" cxnId="{05A53C67-585F-4F2A-A640-1D8C8970C009}">
      <dgm:prSet/>
      <dgm:spPr/>
      <dgm:t>
        <a:bodyPr/>
        <a:lstStyle/>
        <a:p>
          <a:endParaRPr lang="en-US"/>
        </a:p>
      </dgm:t>
    </dgm:pt>
    <dgm:pt modelId="{5538D897-E3E4-4E72-B0A0-9D43829F0901}">
      <dgm:prSet/>
      <dgm:spPr/>
      <dgm:t>
        <a:bodyPr/>
        <a:lstStyle/>
        <a:p>
          <a:r>
            <a:rPr lang="en-IN" b="0" i="0" baseline="0"/>
            <a:t>Time must be synchronized</a:t>
          </a:r>
          <a:endParaRPr lang="en-US"/>
        </a:p>
      </dgm:t>
    </dgm:pt>
    <dgm:pt modelId="{4BC3ED57-DBF9-42D8-BE8C-0911B69BA1B3}" type="parTrans" cxnId="{17F56B03-67C0-4F1D-B868-6FB671DFEE19}">
      <dgm:prSet/>
      <dgm:spPr/>
      <dgm:t>
        <a:bodyPr/>
        <a:lstStyle/>
        <a:p>
          <a:endParaRPr lang="en-US"/>
        </a:p>
      </dgm:t>
    </dgm:pt>
    <dgm:pt modelId="{B28EBE92-1552-46D3-8F27-711578EC46E7}" type="sibTrans" cxnId="{17F56B03-67C0-4F1D-B868-6FB671DFEE19}">
      <dgm:prSet/>
      <dgm:spPr/>
      <dgm:t>
        <a:bodyPr/>
        <a:lstStyle/>
        <a:p>
          <a:endParaRPr lang="en-US"/>
        </a:p>
      </dgm:t>
    </dgm:pt>
    <dgm:pt modelId="{6C12CAFA-7C8E-4469-8563-707FA9EA0846}">
      <dgm:prSet/>
      <dgm:spPr/>
      <dgm:t>
        <a:bodyPr/>
        <a:lstStyle/>
        <a:p>
          <a:r>
            <a:rPr lang="en-IN" b="0" i="0" baseline="0"/>
            <a:t>Correct credentials are required</a:t>
          </a:r>
          <a:endParaRPr lang="en-US"/>
        </a:p>
      </dgm:t>
    </dgm:pt>
    <dgm:pt modelId="{79ABDCE1-2156-4BC9-9A87-35C04D309F2C}" type="parTrans" cxnId="{BAA71897-6934-4727-BF98-6667B04A4D6B}">
      <dgm:prSet/>
      <dgm:spPr/>
      <dgm:t>
        <a:bodyPr/>
        <a:lstStyle/>
        <a:p>
          <a:endParaRPr lang="en-US"/>
        </a:p>
      </dgm:t>
    </dgm:pt>
    <dgm:pt modelId="{8A78CDD1-51B5-4862-AB6D-3F84E75728D6}" type="sibTrans" cxnId="{BAA71897-6934-4727-BF98-6667B04A4D6B}">
      <dgm:prSet/>
      <dgm:spPr/>
      <dgm:t>
        <a:bodyPr/>
        <a:lstStyle/>
        <a:p>
          <a:endParaRPr lang="en-US"/>
        </a:p>
      </dgm:t>
    </dgm:pt>
    <dgm:pt modelId="{91F74454-A843-42A8-9F5D-91B3F01C019A}" type="pres">
      <dgm:prSet presAssocID="{98A372C2-C290-4703-966F-86E05C5432EE}" presName="linear" presStyleCnt="0">
        <dgm:presLayoutVars>
          <dgm:animLvl val="lvl"/>
          <dgm:resizeHandles val="exact"/>
        </dgm:presLayoutVars>
      </dgm:prSet>
      <dgm:spPr/>
    </dgm:pt>
    <dgm:pt modelId="{1554102A-8B64-429D-B3F7-C383EEADA579}" type="pres">
      <dgm:prSet presAssocID="{1C44E871-C882-493B-B738-B94417E63CFC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C51E0BA7-523F-4D42-BEA5-973B6B808269}" type="pres">
      <dgm:prSet presAssocID="{1C44E871-C882-493B-B738-B94417E63CFC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17F56B03-67C0-4F1D-B868-6FB671DFEE19}" srcId="{1C44E871-C882-493B-B738-B94417E63CFC}" destId="{5538D897-E3E4-4E72-B0A0-9D43829F0901}" srcOrd="2" destOrd="0" parTransId="{4BC3ED57-DBF9-42D8-BE8C-0911B69BA1B3}" sibTransId="{B28EBE92-1552-46D3-8F27-711578EC46E7}"/>
    <dgm:cxn modelId="{72FF2B34-CA3A-4F0B-9823-D9ABFF60622A}" srcId="{98A372C2-C290-4703-966F-86E05C5432EE}" destId="{1C44E871-C882-493B-B738-B94417E63CFC}" srcOrd="0" destOrd="0" parTransId="{30C22877-2DAD-4F64-95A7-4F0D997D7C2B}" sibTransId="{68377061-03B5-44DD-8D3B-1676DF19DB82}"/>
    <dgm:cxn modelId="{8D332040-FFE7-47D9-8E19-365A01157EAF}" type="presOf" srcId="{5538D897-E3E4-4E72-B0A0-9D43829F0901}" destId="{C51E0BA7-523F-4D42-BEA5-973B6B808269}" srcOrd="0" destOrd="2" presId="urn:microsoft.com/office/officeart/2005/8/layout/vList2"/>
    <dgm:cxn modelId="{05A53C67-585F-4F2A-A640-1D8C8970C009}" srcId="{1C44E871-C882-493B-B738-B94417E63CFC}" destId="{4728AD47-DDEA-480F-81C0-74EAFFCB06A2}" srcOrd="1" destOrd="0" parTransId="{A2912644-ED6D-4340-935D-1C7E9491E9FA}" sibTransId="{D889E88F-D744-4BB3-A345-6149849E43E8}"/>
    <dgm:cxn modelId="{4274B049-CBDB-4656-ACED-0FF818FD9C10}" type="presOf" srcId="{E94F330E-8CEE-47F1-B305-B80B66B5874C}" destId="{C51E0BA7-523F-4D42-BEA5-973B6B808269}" srcOrd="0" destOrd="0" presId="urn:microsoft.com/office/officeart/2005/8/layout/vList2"/>
    <dgm:cxn modelId="{46E3404B-BFE7-49B9-A3C0-5E6F5B95440D}" srcId="{1C44E871-C882-493B-B738-B94417E63CFC}" destId="{E94F330E-8CEE-47F1-B305-B80B66B5874C}" srcOrd="0" destOrd="0" parTransId="{385F7288-21BD-4461-8182-739EFD43FC42}" sibTransId="{C41ECD7C-F1E7-4B07-8670-D2F4E5E81FED}"/>
    <dgm:cxn modelId="{BF82B37A-5D61-4576-B620-076454D34CF8}" type="presOf" srcId="{98A372C2-C290-4703-966F-86E05C5432EE}" destId="{91F74454-A843-42A8-9F5D-91B3F01C019A}" srcOrd="0" destOrd="0" presId="urn:microsoft.com/office/officeart/2005/8/layout/vList2"/>
    <dgm:cxn modelId="{BAA71897-6934-4727-BF98-6667B04A4D6B}" srcId="{1C44E871-C882-493B-B738-B94417E63CFC}" destId="{6C12CAFA-7C8E-4469-8563-707FA9EA0846}" srcOrd="3" destOrd="0" parTransId="{79ABDCE1-2156-4BC9-9A87-35C04D309F2C}" sibTransId="{8A78CDD1-51B5-4862-AB6D-3F84E75728D6}"/>
    <dgm:cxn modelId="{115ED4C3-1ECF-44C2-9F50-3465DFF48D39}" type="presOf" srcId="{1C44E871-C882-493B-B738-B94417E63CFC}" destId="{1554102A-8B64-429D-B3F7-C383EEADA579}" srcOrd="0" destOrd="0" presId="urn:microsoft.com/office/officeart/2005/8/layout/vList2"/>
    <dgm:cxn modelId="{CD3A15DC-B3EA-40C9-AD1B-61C2F556D878}" type="presOf" srcId="{4728AD47-DDEA-480F-81C0-74EAFFCB06A2}" destId="{C51E0BA7-523F-4D42-BEA5-973B6B808269}" srcOrd="0" destOrd="1" presId="urn:microsoft.com/office/officeart/2005/8/layout/vList2"/>
    <dgm:cxn modelId="{386EF8F2-8AD0-49E9-9A86-94387B1D88DF}" type="presOf" srcId="{6C12CAFA-7C8E-4469-8563-707FA9EA0846}" destId="{C51E0BA7-523F-4D42-BEA5-973B6B808269}" srcOrd="0" destOrd="3" presId="urn:microsoft.com/office/officeart/2005/8/layout/vList2"/>
    <dgm:cxn modelId="{8BDCB796-C247-4D6A-81CA-F214FD770879}" type="presParOf" srcId="{91F74454-A843-42A8-9F5D-91B3F01C019A}" destId="{1554102A-8B64-429D-B3F7-C383EEADA579}" srcOrd="0" destOrd="0" presId="urn:microsoft.com/office/officeart/2005/8/layout/vList2"/>
    <dgm:cxn modelId="{725B47B4-DE7F-4DEC-A7C6-62979FE757F5}" type="presParOf" srcId="{91F74454-A843-42A8-9F5D-91B3F01C019A}" destId="{C51E0BA7-523F-4D42-BEA5-973B6B808269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236FC60-CD62-4691-BD9B-6249B5862F65}" type="doc">
      <dgm:prSet loTypeId="urn:microsoft.com/office/officeart/2005/8/layout/chevron2" loCatId="process" qsTypeId="urn:microsoft.com/office/officeart/2005/8/quickstyle/simple1#12" qsCatId="simple" csTypeId="urn:microsoft.com/office/officeart/2005/8/colors/accent1_2#3" csCatId="accent1" phldr="1"/>
      <dgm:spPr/>
      <dgm:t>
        <a:bodyPr/>
        <a:lstStyle/>
        <a:p>
          <a:endParaRPr lang="en-IN"/>
        </a:p>
      </dgm:t>
    </dgm:pt>
    <dgm:pt modelId="{ACC51CC4-6236-40F5-97E6-667E86269E26}">
      <dgm:prSet/>
      <dgm:spPr/>
      <dgm:t>
        <a:bodyPr/>
        <a:lstStyle/>
        <a:p>
          <a:r>
            <a:rPr lang="en-IN" b="1"/>
            <a:t>Before joining:</a:t>
          </a:r>
          <a:endParaRPr lang="en-IN"/>
        </a:p>
      </dgm:t>
    </dgm:pt>
    <dgm:pt modelId="{FF0DE9ED-D9D0-4684-9068-97F766483814}" type="parTrans" cxnId="{17ADE15A-D4FE-451E-8997-F435901B0982}">
      <dgm:prSet/>
      <dgm:spPr/>
      <dgm:t>
        <a:bodyPr/>
        <a:lstStyle/>
        <a:p>
          <a:endParaRPr lang="en-IN"/>
        </a:p>
      </dgm:t>
    </dgm:pt>
    <dgm:pt modelId="{AB202967-3DBD-49B6-AA11-0171AD42D4C7}" type="sibTrans" cxnId="{17ADE15A-D4FE-451E-8997-F435901B0982}">
      <dgm:prSet/>
      <dgm:spPr/>
      <dgm:t>
        <a:bodyPr/>
        <a:lstStyle/>
        <a:p>
          <a:endParaRPr lang="en-IN"/>
        </a:p>
      </dgm:t>
    </dgm:pt>
    <dgm:pt modelId="{50156AC8-EE00-4F31-A150-3B021BEA3B19}">
      <dgm:prSet/>
      <dgm:spPr/>
      <dgm:t>
        <a:bodyPr/>
        <a:lstStyle/>
        <a:p>
          <a:r>
            <a:rPr lang="en-IN" b="1"/>
            <a:t>After joining:</a:t>
          </a:r>
          <a:endParaRPr lang="en-IN"/>
        </a:p>
      </dgm:t>
    </dgm:pt>
    <dgm:pt modelId="{047C6F07-E129-4BE5-8670-60BB160659D3}" type="parTrans" cxnId="{244919DE-B099-48CE-B70A-F84B836AD948}">
      <dgm:prSet/>
      <dgm:spPr/>
      <dgm:t>
        <a:bodyPr/>
        <a:lstStyle/>
        <a:p>
          <a:endParaRPr lang="en-IN"/>
        </a:p>
      </dgm:t>
    </dgm:pt>
    <dgm:pt modelId="{951361C7-1621-4B37-9D8A-46830D956E12}" type="sibTrans" cxnId="{244919DE-B099-48CE-B70A-F84B836AD948}">
      <dgm:prSet/>
      <dgm:spPr/>
      <dgm:t>
        <a:bodyPr/>
        <a:lstStyle/>
        <a:p>
          <a:endParaRPr lang="en-IN"/>
        </a:p>
      </dgm:t>
    </dgm:pt>
    <dgm:pt modelId="{889F29CC-CEC3-4B38-80E0-76003366B236}">
      <dgm:prSet/>
      <dgm:spPr/>
      <dgm:t>
        <a:bodyPr/>
        <a:lstStyle/>
        <a:p>
          <a:r>
            <a:rPr lang="en-IN" dirty="0"/>
            <a:t>Server → Organization Directory → Users + Policies + Management</a:t>
          </a:r>
        </a:p>
      </dgm:t>
    </dgm:pt>
    <dgm:pt modelId="{F8C97788-7E25-4DC1-B0DC-86518A21B752}" type="parTrans" cxnId="{C7EF2467-E64F-46E2-93F5-E52BCCAAC52E}">
      <dgm:prSet/>
      <dgm:spPr/>
      <dgm:t>
        <a:bodyPr/>
        <a:lstStyle/>
        <a:p>
          <a:endParaRPr lang="en-IN"/>
        </a:p>
      </dgm:t>
    </dgm:pt>
    <dgm:pt modelId="{BE4D3C69-6595-45C0-8615-3A479FE1C85A}" type="sibTrans" cxnId="{C7EF2467-E64F-46E2-93F5-E52BCCAAC52E}">
      <dgm:prSet/>
      <dgm:spPr/>
      <dgm:t>
        <a:bodyPr/>
        <a:lstStyle/>
        <a:p>
          <a:endParaRPr lang="en-IN"/>
        </a:p>
      </dgm:t>
    </dgm:pt>
    <dgm:pt modelId="{8040E8CE-6056-41A2-A8D2-5EA4F5B623FF}">
      <dgm:prSet/>
      <dgm:spPr/>
      <dgm:t>
        <a:bodyPr/>
        <a:lstStyle/>
        <a:p>
          <a:r>
            <a:rPr lang="en-IN"/>
            <a:t>Server → manages itself</a:t>
          </a:r>
        </a:p>
      </dgm:t>
    </dgm:pt>
    <dgm:pt modelId="{7ECEA6FB-74D7-4FF7-924B-790B928E31E5}" type="parTrans" cxnId="{154EDC05-ABF8-459C-9762-038A0BCB627A}">
      <dgm:prSet/>
      <dgm:spPr/>
      <dgm:t>
        <a:bodyPr/>
        <a:lstStyle/>
        <a:p>
          <a:endParaRPr lang="en-IN"/>
        </a:p>
      </dgm:t>
    </dgm:pt>
    <dgm:pt modelId="{E6771310-6561-4CDB-91C3-7D5041FA363F}" type="sibTrans" cxnId="{154EDC05-ABF8-459C-9762-038A0BCB627A}">
      <dgm:prSet/>
      <dgm:spPr/>
      <dgm:t>
        <a:bodyPr/>
        <a:lstStyle/>
        <a:p>
          <a:endParaRPr lang="en-IN"/>
        </a:p>
      </dgm:t>
    </dgm:pt>
    <dgm:pt modelId="{AD19C188-AFDD-41A1-A4D2-D4D611A05999}" type="pres">
      <dgm:prSet presAssocID="{1236FC60-CD62-4691-BD9B-6249B5862F65}" presName="linearFlow" presStyleCnt="0">
        <dgm:presLayoutVars>
          <dgm:dir/>
          <dgm:animLvl val="lvl"/>
          <dgm:resizeHandles val="exact"/>
        </dgm:presLayoutVars>
      </dgm:prSet>
      <dgm:spPr/>
    </dgm:pt>
    <dgm:pt modelId="{9D2DB9BD-43DC-41B3-8C64-45E77B0F487A}" type="pres">
      <dgm:prSet presAssocID="{ACC51CC4-6236-40F5-97E6-667E86269E26}" presName="composite" presStyleCnt="0"/>
      <dgm:spPr/>
    </dgm:pt>
    <dgm:pt modelId="{DD7950AF-B330-48CA-8477-21039D06EBE0}" type="pres">
      <dgm:prSet presAssocID="{ACC51CC4-6236-40F5-97E6-667E86269E26}" presName="parentText" presStyleLbl="alignNode1" presStyleIdx="0" presStyleCnt="2">
        <dgm:presLayoutVars>
          <dgm:chMax val="1"/>
          <dgm:bulletEnabled val="1"/>
        </dgm:presLayoutVars>
      </dgm:prSet>
      <dgm:spPr/>
    </dgm:pt>
    <dgm:pt modelId="{EF75B6D9-A3CE-4B7D-B7FD-D72CFA22A26D}" type="pres">
      <dgm:prSet presAssocID="{ACC51CC4-6236-40F5-97E6-667E86269E26}" presName="descendantText" presStyleLbl="alignAcc1" presStyleIdx="0" presStyleCnt="2">
        <dgm:presLayoutVars>
          <dgm:bulletEnabled val="1"/>
        </dgm:presLayoutVars>
      </dgm:prSet>
      <dgm:spPr/>
    </dgm:pt>
    <dgm:pt modelId="{C78A9B5A-8A62-4F91-8083-DD9D65F28C83}" type="pres">
      <dgm:prSet presAssocID="{AB202967-3DBD-49B6-AA11-0171AD42D4C7}" presName="sp" presStyleCnt="0"/>
      <dgm:spPr/>
    </dgm:pt>
    <dgm:pt modelId="{5CCD7ABB-1472-41C3-AB30-7F3ACB200B47}" type="pres">
      <dgm:prSet presAssocID="{50156AC8-EE00-4F31-A150-3B021BEA3B19}" presName="composite" presStyleCnt="0"/>
      <dgm:spPr/>
    </dgm:pt>
    <dgm:pt modelId="{6B4B2A09-94BD-40A7-A464-494B111BE9AE}" type="pres">
      <dgm:prSet presAssocID="{50156AC8-EE00-4F31-A150-3B021BEA3B19}" presName="parentText" presStyleLbl="alignNode1" presStyleIdx="1" presStyleCnt="2">
        <dgm:presLayoutVars>
          <dgm:chMax val="1"/>
          <dgm:bulletEnabled val="1"/>
        </dgm:presLayoutVars>
      </dgm:prSet>
      <dgm:spPr/>
    </dgm:pt>
    <dgm:pt modelId="{16C2936E-0AA4-45CD-839E-FDCA2FE14435}" type="pres">
      <dgm:prSet presAssocID="{50156AC8-EE00-4F31-A150-3B021BEA3B19}" presName="descendantText" presStyleLbl="alignAcc1" presStyleIdx="1" presStyleCnt="2">
        <dgm:presLayoutVars>
          <dgm:bulletEnabled val="1"/>
        </dgm:presLayoutVars>
      </dgm:prSet>
      <dgm:spPr/>
    </dgm:pt>
  </dgm:ptLst>
  <dgm:cxnLst>
    <dgm:cxn modelId="{154EDC05-ABF8-459C-9762-038A0BCB627A}" srcId="{ACC51CC4-6236-40F5-97E6-667E86269E26}" destId="{8040E8CE-6056-41A2-A8D2-5EA4F5B623FF}" srcOrd="0" destOrd="0" parTransId="{7ECEA6FB-74D7-4FF7-924B-790B928E31E5}" sibTransId="{E6771310-6561-4CDB-91C3-7D5041FA363F}"/>
    <dgm:cxn modelId="{C7EF2467-E64F-46E2-93F5-E52BCCAAC52E}" srcId="{50156AC8-EE00-4F31-A150-3B021BEA3B19}" destId="{889F29CC-CEC3-4B38-80E0-76003366B236}" srcOrd="0" destOrd="0" parTransId="{F8C97788-7E25-4DC1-B0DC-86518A21B752}" sibTransId="{BE4D3C69-6595-45C0-8615-3A479FE1C85A}"/>
    <dgm:cxn modelId="{F3411451-A896-4085-B9B7-E4AD798B5E4F}" type="presOf" srcId="{8040E8CE-6056-41A2-A8D2-5EA4F5B623FF}" destId="{EF75B6D9-A3CE-4B7D-B7FD-D72CFA22A26D}" srcOrd="0" destOrd="0" presId="urn:microsoft.com/office/officeart/2005/8/layout/chevron2"/>
    <dgm:cxn modelId="{17ADE15A-D4FE-451E-8997-F435901B0982}" srcId="{1236FC60-CD62-4691-BD9B-6249B5862F65}" destId="{ACC51CC4-6236-40F5-97E6-667E86269E26}" srcOrd="0" destOrd="0" parTransId="{FF0DE9ED-D9D0-4684-9068-97F766483814}" sibTransId="{AB202967-3DBD-49B6-AA11-0171AD42D4C7}"/>
    <dgm:cxn modelId="{1581FF8A-B309-44AB-9277-C7A1F54EA5CA}" type="presOf" srcId="{1236FC60-CD62-4691-BD9B-6249B5862F65}" destId="{AD19C188-AFDD-41A1-A4D2-D4D611A05999}" srcOrd="0" destOrd="0" presId="urn:microsoft.com/office/officeart/2005/8/layout/chevron2"/>
    <dgm:cxn modelId="{F658699D-DCFE-4840-8C4D-3B8B35530372}" type="presOf" srcId="{50156AC8-EE00-4F31-A150-3B021BEA3B19}" destId="{6B4B2A09-94BD-40A7-A464-494B111BE9AE}" srcOrd="0" destOrd="0" presId="urn:microsoft.com/office/officeart/2005/8/layout/chevron2"/>
    <dgm:cxn modelId="{4B99B7B8-8579-4758-883A-6CE7BB17DBD8}" type="presOf" srcId="{889F29CC-CEC3-4B38-80E0-76003366B236}" destId="{16C2936E-0AA4-45CD-839E-FDCA2FE14435}" srcOrd="0" destOrd="0" presId="urn:microsoft.com/office/officeart/2005/8/layout/chevron2"/>
    <dgm:cxn modelId="{F5E2F4BB-52A3-4024-A206-A1A9C08A1DFF}" type="presOf" srcId="{ACC51CC4-6236-40F5-97E6-667E86269E26}" destId="{DD7950AF-B330-48CA-8477-21039D06EBE0}" srcOrd="0" destOrd="0" presId="urn:microsoft.com/office/officeart/2005/8/layout/chevron2"/>
    <dgm:cxn modelId="{244919DE-B099-48CE-B70A-F84B836AD948}" srcId="{1236FC60-CD62-4691-BD9B-6249B5862F65}" destId="{50156AC8-EE00-4F31-A150-3B021BEA3B19}" srcOrd="1" destOrd="0" parTransId="{047C6F07-E129-4BE5-8670-60BB160659D3}" sibTransId="{951361C7-1621-4B37-9D8A-46830D956E12}"/>
    <dgm:cxn modelId="{7E20BB71-25E1-4CDB-9355-D70D3F396434}" type="presParOf" srcId="{AD19C188-AFDD-41A1-A4D2-D4D611A05999}" destId="{9D2DB9BD-43DC-41B3-8C64-45E77B0F487A}" srcOrd="0" destOrd="0" presId="urn:microsoft.com/office/officeart/2005/8/layout/chevron2"/>
    <dgm:cxn modelId="{7B722FF1-F621-4839-9CA5-D22CF36FB1AF}" type="presParOf" srcId="{9D2DB9BD-43DC-41B3-8C64-45E77B0F487A}" destId="{DD7950AF-B330-48CA-8477-21039D06EBE0}" srcOrd="0" destOrd="0" presId="urn:microsoft.com/office/officeart/2005/8/layout/chevron2"/>
    <dgm:cxn modelId="{B6EE982B-8C5C-4334-87E1-0AB83277E4F4}" type="presParOf" srcId="{9D2DB9BD-43DC-41B3-8C64-45E77B0F487A}" destId="{EF75B6D9-A3CE-4B7D-B7FD-D72CFA22A26D}" srcOrd="1" destOrd="0" presId="urn:microsoft.com/office/officeart/2005/8/layout/chevron2"/>
    <dgm:cxn modelId="{D2EFBF3D-C7FB-4DE1-A8A0-1C5DD81B586B}" type="presParOf" srcId="{AD19C188-AFDD-41A1-A4D2-D4D611A05999}" destId="{C78A9B5A-8A62-4F91-8083-DD9D65F28C83}" srcOrd="1" destOrd="0" presId="urn:microsoft.com/office/officeart/2005/8/layout/chevron2"/>
    <dgm:cxn modelId="{78F07BE4-70B2-4827-83B8-C89F5C958922}" type="presParOf" srcId="{AD19C188-AFDD-41A1-A4D2-D4D611A05999}" destId="{5CCD7ABB-1472-41C3-AB30-7F3ACB200B47}" srcOrd="2" destOrd="0" presId="urn:microsoft.com/office/officeart/2005/8/layout/chevron2"/>
    <dgm:cxn modelId="{C86A2543-328B-49FA-B204-AA076248DDAE}" type="presParOf" srcId="{5CCD7ABB-1472-41C3-AB30-7F3ACB200B47}" destId="{6B4B2A09-94BD-40A7-A464-494B111BE9AE}" srcOrd="0" destOrd="0" presId="urn:microsoft.com/office/officeart/2005/8/layout/chevron2"/>
    <dgm:cxn modelId="{BC9A974B-9C84-4D21-BF3D-3CD08B960BE3}" type="presParOf" srcId="{5CCD7ABB-1472-41C3-AB30-7F3ACB200B47}" destId="{16C2936E-0AA4-45CD-839E-FDCA2FE14435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4A19224-732C-410D-A131-3974E1A5EF4D}" type="doc">
      <dgm:prSet loTypeId="urn:microsoft.com/office/officeart/2018/5/layout/CenteredIconLabelDescriptionList" loCatId="icon" qsTypeId="urn:microsoft.com/office/officeart/2005/8/quickstyle/simple1#13" qsCatId="simple" csTypeId="urn:microsoft.com/office/officeart/2005/8/colors/accent1_2#4" csCatId="accent1" phldr="1"/>
      <dgm:spPr/>
      <dgm:t>
        <a:bodyPr/>
        <a:lstStyle/>
        <a:p>
          <a:endParaRPr lang="en-US"/>
        </a:p>
      </dgm:t>
    </dgm:pt>
    <dgm:pt modelId="{BAFB1833-547D-44C5-A143-F6E841039FB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 i="0" baseline="0"/>
            <a:t>Build a stable software stack</a:t>
          </a:r>
          <a:endParaRPr lang="en-US"/>
        </a:p>
      </dgm:t>
    </dgm:pt>
    <dgm:pt modelId="{4291E5F0-E1B4-4B77-B196-C882A386B181}" type="parTrans" cxnId="{9A6D42DC-78DA-44C1-AA29-806A0C283675}">
      <dgm:prSet/>
      <dgm:spPr/>
      <dgm:t>
        <a:bodyPr/>
        <a:lstStyle/>
        <a:p>
          <a:endParaRPr lang="en-US"/>
        </a:p>
      </dgm:t>
    </dgm:pt>
    <dgm:pt modelId="{ED07B093-2F64-4522-80AC-4226A76D6E41}" type="sibTrans" cxnId="{9A6D42DC-78DA-44C1-AA29-806A0C283675}">
      <dgm:prSet/>
      <dgm:spPr/>
      <dgm:t>
        <a:bodyPr/>
        <a:lstStyle/>
        <a:p>
          <a:endParaRPr lang="en-US"/>
        </a:p>
      </dgm:t>
    </dgm:pt>
    <dgm:pt modelId="{CFE90E6E-7FD7-4F25-87D2-F69335F7FF9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 b="0" i="0" baseline="0"/>
            <a:t>Drivers</a:t>
          </a:r>
          <a:br>
            <a:rPr lang="en-IN" b="0" i="0" baseline="0"/>
          </a:br>
          <a:r>
            <a:rPr lang="en-IN" b="0" i="0" baseline="0"/>
            <a:t>Storage</a:t>
          </a:r>
          <a:br>
            <a:rPr lang="en-IN" b="0" i="0" baseline="0"/>
          </a:br>
          <a:r>
            <a:rPr lang="en-IN" b="0" i="0" baseline="0"/>
            <a:t>Network</a:t>
          </a:r>
          <a:br>
            <a:rPr lang="en-IN" b="0" i="0" baseline="0"/>
          </a:br>
          <a:r>
            <a:rPr lang="en-IN" b="0" i="0" baseline="0"/>
            <a:t>Chipset</a:t>
          </a:r>
          <a:br>
            <a:rPr lang="en-IN" b="0" i="0" baseline="0"/>
          </a:br>
          <a:r>
            <a:rPr lang="en-IN" b="0" i="0" baseline="0"/>
            <a:t>Management</a:t>
          </a:r>
          <a:endParaRPr lang="en-US" dirty="0"/>
        </a:p>
      </dgm:t>
    </dgm:pt>
    <dgm:pt modelId="{A3EF92BA-2DD0-4DA3-BCD5-7DEDD2EB35BF}" type="parTrans" cxnId="{9BFBE716-630B-4255-9B37-068C3F1476DB}">
      <dgm:prSet/>
      <dgm:spPr/>
      <dgm:t>
        <a:bodyPr/>
        <a:lstStyle/>
        <a:p>
          <a:endParaRPr lang="en-US"/>
        </a:p>
      </dgm:t>
    </dgm:pt>
    <dgm:pt modelId="{CAE4B978-8E58-4547-A042-A9F2451BB29E}" type="sibTrans" cxnId="{9BFBE716-630B-4255-9B37-068C3F1476DB}">
      <dgm:prSet/>
      <dgm:spPr/>
      <dgm:t>
        <a:bodyPr/>
        <a:lstStyle/>
        <a:p>
          <a:endParaRPr lang="en-US"/>
        </a:p>
      </dgm:t>
    </dgm:pt>
    <dgm:pt modelId="{2DAC021E-9952-4C79-89DA-E3B354BC04B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 b="0" i="0" baseline="0" dirty="0"/>
            <a:t>Applications</a:t>
          </a:r>
          <a:br>
            <a:rPr lang="en-IN" b="0" i="0" baseline="0" dirty="0"/>
          </a:br>
          <a:r>
            <a:rPr lang="en-IN" b="0" i="0" baseline="0" dirty="0"/>
            <a:t>Database</a:t>
          </a:r>
          <a:br>
            <a:rPr lang="en-IN" b="0" i="0" baseline="0"/>
          </a:br>
          <a:r>
            <a:rPr lang="en-IN" b="0" i="0" baseline="0"/>
            <a:t>Web Backup</a:t>
          </a:r>
          <a:br>
            <a:rPr lang="en-IN" b="0" i="0" baseline="0"/>
          </a:br>
          <a:r>
            <a:rPr lang="en-IN" b="0" i="0" baseline="0"/>
            <a:t>Monitoring</a:t>
          </a:r>
          <a:br>
            <a:rPr lang="en-IN" b="0" i="0" baseline="0"/>
          </a:br>
          <a:r>
            <a:rPr lang="en-IN" b="0" i="0" baseline="0"/>
            <a:t>Security</a:t>
          </a:r>
          <a:endParaRPr lang="en-US" dirty="0"/>
        </a:p>
      </dgm:t>
    </dgm:pt>
    <dgm:pt modelId="{D1940831-F758-4A2C-8645-73273CBC59F8}" type="parTrans" cxnId="{40CF81ED-1FE3-4503-A942-85D76A282005}">
      <dgm:prSet/>
      <dgm:spPr/>
      <dgm:t>
        <a:bodyPr/>
        <a:lstStyle/>
        <a:p>
          <a:endParaRPr lang="en-US"/>
        </a:p>
      </dgm:t>
    </dgm:pt>
    <dgm:pt modelId="{49315BE4-620E-4550-8265-78E7F7BB2C98}" type="sibTrans" cxnId="{40CF81ED-1FE3-4503-A942-85D76A282005}">
      <dgm:prSet/>
      <dgm:spPr/>
      <dgm:t>
        <a:bodyPr/>
        <a:lstStyle/>
        <a:p>
          <a:endParaRPr lang="en-US"/>
        </a:p>
      </dgm:t>
    </dgm:pt>
    <dgm:pt modelId="{B83771D0-EDD3-47C7-AD56-778A88E57EE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 b="0" i="0" baseline="0" dirty="0"/>
            <a:t>Controlled </a:t>
          </a:r>
          <a:r>
            <a:rPr lang="en-IN" b="0" i="0" baseline="0"/>
            <a:t>Change Process</a:t>
          </a:r>
          <a:br>
            <a:rPr lang="en-IN" b="0" i="0" baseline="0"/>
          </a:br>
          <a:r>
            <a:rPr lang="en-US" b="0" i="0" baseline="0"/>
            <a:t>Install &gt; Patch &gt; Reboot &gt; Verify &gt; Test</a:t>
          </a:r>
          <a:endParaRPr lang="en-US" dirty="0"/>
        </a:p>
      </dgm:t>
    </dgm:pt>
    <dgm:pt modelId="{2ACF5CAF-E6F8-4984-A060-5286D862C1F5}" type="parTrans" cxnId="{A3975258-3509-42DD-AAE2-8DFB14B4D7DD}">
      <dgm:prSet/>
      <dgm:spPr/>
      <dgm:t>
        <a:bodyPr/>
        <a:lstStyle/>
        <a:p>
          <a:endParaRPr lang="en-US"/>
        </a:p>
      </dgm:t>
    </dgm:pt>
    <dgm:pt modelId="{ECE4869F-85F9-4E62-BEA6-0B3B753692FB}" type="sibTrans" cxnId="{A3975258-3509-42DD-AAE2-8DFB14B4D7DD}">
      <dgm:prSet/>
      <dgm:spPr/>
      <dgm:t>
        <a:bodyPr/>
        <a:lstStyle/>
        <a:p>
          <a:endParaRPr lang="en-US"/>
        </a:p>
      </dgm:t>
    </dgm:pt>
    <dgm:pt modelId="{D0CC2048-40A2-4D96-B812-733CE378D9C2}" type="pres">
      <dgm:prSet presAssocID="{D4A19224-732C-410D-A131-3974E1A5EF4D}" presName="root" presStyleCnt="0">
        <dgm:presLayoutVars>
          <dgm:dir/>
          <dgm:resizeHandles val="exact"/>
        </dgm:presLayoutVars>
      </dgm:prSet>
      <dgm:spPr/>
    </dgm:pt>
    <dgm:pt modelId="{4CB70931-C50F-4494-9515-39AD24ACB6AA}" type="pres">
      <dgm:prSet presAssocID="{BAFB1833-547D-44C5-A143-F6E841039FBE}" presName="compNode" presStyleCnt="0"/>
      <dgm:spPr/>
    </dgm:pt>
    <dgm:pt modelId="{7D47CFA1-D8A1-4B75-8C10-77C7071017CD}" type="pres">
      <dgm:prSet presAssocID="{BAFB1833-547D-44C5-A143-F6E841039FBE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31C78FC-70A6-4F2F-BC75-7B02CC9A024A}" type="pres">
      <dgm:prSet presAssocID="{BAFB1833-547D-44C5-A143-F6E841039FBE}" presName="iconSpace" presStyleCnt="0"/>
      <dgm:spPr/>
    </dgm:pt>
    <dgm:pt modelId="{70D0907C-0347-4FF3-8FE2-1553952749C7}" type="pres">
      <dgm:prSet presAssocID="{BAFB1833-547D-44C5-A143-F6E841039FBE}" presName="parTx" presStyleLbl="revTx" presStyleIdx="0" presStyleCnt="8">
        <dgm:presLayoutVars>
          <dgm:chMax val="0"/>
          <dgm:chPref val="0"/>
        </dgm:presLayoutVars>
      </dgm:prSet>
      <dgm:spPr/>
    </dgm:pt>
    <dgm:pt modelId="{289A5F4A-72EB-45AC-87B8-D7CF6C042F7D}" type="pres">
      <dgm:prSet presAssocID="{BAFB1833-547D-44C5-A143-F6E841039FBE}" presName="txSpace" presStyleCnt="0"/>
      <dgm:spPr/>
    </dgm:pt>
    <dgm:pt modelId="{64C41323-3AC8-4C8C-B17F-359DA14CFED2}" type="pres">
      <dgm:prSet presAssocID="{BAFB1833-547D-44C5-A143-F6E841039FBE}" presName="desTx" presStyleLbl="revTx" presStyleIdx="1" presStyleCnt="8">
        <dgm:presLayoutVars/>
      </dgm:prSet>
      <dgm:spPr/>
    </dgm:pt>
    <dgm:pt modelId="{268AF0EE-5911-4578-9F7D-CC0A6CEB3E60}" type="pres">
      <dgm:prSet presAssocID="{ED07B093-2F64-4522-80AC-4226A76D6E41}" presName="sibTrans" presStyleCnt="0"/>
      <dgm:spPr/>
    </dgm:pt>
    <dgm:pt modelId="{35AF0ABD-3B04-45D4-99D4-96A0D8CEBAC8}" type="pres">
      <dgm:prSet presAssocID="{CFE90E6E-7FD7-4F25-87D2-F69335F7FF9C}" presName="compNode" presStyleCnt="0"/>
      <dgm:spPr/>
    </dgm:pt>
    <dgm:pt modelId="{376441D4-B3B6-43ED-83A7-8531EC231126}" type="pres">
      <dgm:prSet presAssocID="{CFE90E6E-7FD7-4F25-87D2-F69335F7FF9C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78A4B32-23C0-4625-BC50-8046DD28F6B2}" type="pres">
      <dgm:prSet presAssocID="{CFE90E6E-7FD7-4F25-87D2-F69335F7FF9C}" presName="iconSpace" presStyleCnt="0"/>
      <dgm:spPr/>
    </dgm:pt>
    <dgm:pt modelId="{B2FF224F-55F5-47D9-82CB-D61A7BCD23C5}" type="pres">
      <dgm:prSet presAssocID="{CFE90E6E-7FD7-4F25-87D2-F69335F7FF9C}" presName="parTx" presStyleLbl="revTx" presStyleIdx="2" presStyleCnt="8">
        <dgm:presLayoutVars>
          <dgm:chMax val="0"/>
          <dgm:chPref val="0"/>
        </dgm:presLayoutVars>
      </dgm:prSet>
      <dgm:spPr/>
    </dgm:pt>
    <dgm:pt modelId="{29C10C36-C429-4BB0-AB69-BF585F4FA416}" type="pres">
      <dgm:prSet presAssocID="{CFE90E6E-7FD7-4F25-87D2-F69335F7FF9C}" presName="txSpace" presStyleCnt="0"/>
      <dgm:spPr/>
    </dgm:pt>
    <dgm:pt modelId="{709A09A9-3405-4788-BE96-3A75B80506A4}" type="pres">
      <dgm:prSet presAssocID="{CFE90E6E-7FD7-4F25-87D2-F69335F7FF9C}" presName="desTx" presStyleLbl="revTx" presStyleIdx="3" presStyleCnt="8">
        <dgm:presLayoutVars/>
      </dgm:prSet>
      <dgm:spPr/>
    </dgm:pt>
    <dgm:pt modelId="{01837C7B-B52E-4EBC-A2EE-5B4FACC2A356}" type="pres">
      <dgm:prSet presAssocID="{CAE4B978-8E58-4547-A042-A9F2451BB29E}" presName="sibTrans" presStyleCnt="0"/>
      <dgm:spPr/>
    </dgm:pt>
    <dgm:pt modelId="{565E6C0F-1078-4B5C-AC08-A4C6BB8EAC97}" type="pres">
      <dgm:prSet presAssocID="{2DAC021E-9952-4C79-89DA-E3B354BC04B8}" presName="compNode" presStyleCnt="0"/>
      <dgm:spPr/>
    </dgm:pt>
    <dgm:pt modelId="{E5C43F06-4DCC-4DF4-B3B5-429AA24595E7}" type="pres">
      <dgm:prSet presAssocID="{2DAC021E-9952-4C79-89DA-E3B354BC04B8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A507EE2D-2616-4098-9713-D2F448B526C7}" type="pres">
      <dgm:prSet presAssocID="{2DAC021E-9952-4C79-89DA-E3B354BC04B8}" presName="iconSpace" presStyleCnt="0"/>
      <dgm:spPr/>
    </dgm:pt>
    <dgm:pt modelId="{C316AC8F-F131-4627-84BF-C154BD5ABCED}" type="pres">
      <dgm:prSet presAssocID="{2DAC021E-9952-4C79-89DA-E3B354BC04B8}" presName="parTx" presStyleLbl="revTx" presStyleIdx="4" presStyleCnt="8">
        <dgm:presLayoutVars>
          <dgm:chMax val="0"/>
          <dgm:chPref val="0"/>
        </dgm:presLayoutVars>
      </dgm:prSet>
      <dgm:spPr/>
    </dgm:pt>
    <dgm:pt modelId="{C4DDFF1E-0848-4793-A61B-EDC8026D74F0}" type="pres">
      <dgm:prSet presAssocID="{2DAC021E-9952-4C79-89DA-E3B354BC04B8}" presName="txSpace" presStyleCnt="0"/>
      <dgm:spPr/>
    </dgm:pt>
    <dgm:pt modelId="{1B3B53A4-1EF5-404F-A06F-02D7AF4406A3}" type="pres">
      <dgm:prSet presAssocID="{2DAC021E-9952-4C79-89DA-E3B354BC04B8}" presName="desTx" presStyleLbl="revTx" presStyleIdx="5" presStyleCnt="8">
        <dgm:presLayoutVars/>
      </dgm:prSet>
      <dgm:spPr/>
    </dgm:pt>
    <dgm:pt modelId="{96398608-AAFD-4E75-9A9D-71879E2966B2}" type="pres">
      <dgm:prSet presAssocID="{49315BE4-620E-4550-8265-78E7F7BB2C98}" presName="sibTrans" presStyleCnt="0"/>
      <dgm:spPr/>
    </dgm:pt>
    <dgm:pt modelId="{030CBDC8-1C04-46E4-B67B-238964D7FDB6}" type="pres">
      <dgm:prSet presAssocID="{B83771D0-EDD3-47C7-AD56-778A88E57EEB}" presName="compNode" presStyleCnt="0"/>
      <dgm:spPr/>
    </dgm:pt>
    <dgm:pt modelId="{85B4EC24-F3C0-41DC-830B-DCB80839CC77}" type="pres">
      <dgm:prSet presAssocID="{B83771D0-EDD3-47C7-AD56-778A88E57EEB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668CFBA7-7650-4BD9-990C-13A88E9E7B98}" type="pres">
      <dgm:prSet presAssocID="{B83771D0-EDD3-47C7-AD56-778A88E57EEB}" presName="iconSpace" presStyleCnt="0"/>
      <dgm:spPr/>
    </dgm:pt>
    <dgm:pt modelId="{7BAB444E-1B23-4EE9-B6BA-BA785628DD11}" type="pres">
      <dgm:prSet presAssocID="{B83771D0-EDD3-47C7-AD56-778A88E57EEB}" presName="parTx" presStyleLbl="revTx" presStyleIdx="6" presStyleCnt="8">
        <dgm:presLayoutVars>
          <dgm:chMax val="0"/>
          <dgm:chPref val="0"/>
        </dgm:presLayoutVars>
      </dgm:prSet>
      <dgm:spPr/>
    </dgm:pt>
    <dgm:pt modelId="{46CB4948-D90F-4630-9536-2E3E3C2BFFE1}" type="pres">
      <dgm:prSet presAssocID="{B83771D0-EDD3-47C7-AD56-778A88E57EEB}" presName="txSpace" presStyleCnt="0"/>
      <dgm:spPr/>
    </dgm:pt>
    <dgm:pt modelId="{A05EF70F-60EE-4983-A476-0E8557284CC4}" type="pres">
      <dgm:prSet presAssocID="{B83771D0-EDD3-47C7-AD56-778A88E57EEB}" presName="desTx" presStyleLbl="revTx" presStyleIdx="7" presStyleCnt="8">
        <dgm:presLayoutVars/>
      </dgm:prSet>
      <dgm:spPr/>
    </dgm:pt>
  </dgm:ptLst>
  <dgm:cxnLst>
    <dgm:cxn modelId="{9BFBE716-630B-4255-9B37-068C3F1476DB}" srcId="{D4A19224-732C-410D-A131-3974E1A5EF4D}" destId="{CFE90E6E-7FD7-4F25-87D2-F69335F7FF9C}" srcOrd="1" destOrd="0" parTransId="{A3EF92BA-2DD0-4DA3-BCD5-7DEDD2EB35BF}" sibTransId="{CAE4B978-8E58-4547-A042-A9F2451BB29E}"/>
    <dgm:cxn modelId="{34FADF25-8F77-4324-A7AC-EEC3B518E80C}" type="presOf" srcId="{2DAC021E-9952-4C79-89DA-E3B354BC04B8}" destId="{C316AC8F-F131-4627-84BF-C154BD5ABCED}" srcOrd="0" destOrd="0" presId="urn:microsoft.com/office/officeart/2018/5/layout/CenteredIconLabelDescriptionList"/>
    <dgm:cxn modelId="{948F4133-90DF-4457-967F-3BABD95E2A3A}" type="presOf" srcId="{CFE90E6E-7FD7-4F25-87D2-F69335F7FF9C}" destId="{B2FF224F-55F5-47D9-82CB-D61A7BCD23C5}" srcOrd="0" destOrd="0" presId="urn:microsoft.com/office/officeart/2018/5/layout/CenteredIconLabelDescriptionList"/>
    <dgm:cxn modelId="{A3975258-3509-42DD-AAE2-8DFB14B4D7DD}" srcId="{D4A19224-732C-410D-A131-3974E1A5EF4D}" destId="{B83771D0-EDD3-47C7-AD56-778A88E57EEB}" srcOrd="3" destOrd="0" parTransId="{2ACF5CAF-E6F8-4984-A060-5286D862C1F5}" sibTransId="{ECE4869F-85F9-4E62-BEA6-0B3B753692FB}"/>
    <dgm:cxn modelId="{7D6EAF86-6C65-47DE-BABC-1D643E1CFCC7}" type="presOf" srcId="{B83771D0-EDD3-47C7-AD56-778A88E57EEB}" destId="{7BAB444E-1B23-4EE9-B6BA-BA785628DD11}" srcOrd="0" destOrd="0" presId="urn:microsoft.com/office/officeart/2018/5/layout/CenteredIconLabelDescriptionList"/>
    <dgm:cxn modelId="{2D42BEC2-4888-4441-B208-5C998F349ED0}" type="presOf" srcId="{D4A19224-732C-410D-A131-3974E1A5EF4D}" destId="{D0CC2048-40A2-4D96-B812-733CE378D9C2}" srcOrd="0" destOrd="0" presId="urn:microsoft.com/office/officeart/2018/5/layout/CenteredIconLabelDescriptionList"/>
    <dgm:cxn modelId="{9A6D42DC-78DA-44C1-AA29-806A0C283675}" srcId="{D4A19224-732C-410D-A131-3974E1A5EF4D}" destId="{BAFB1833-547D-44C5-A143-F6E841039FBE}" srcOrd="0" destOrd="0" parTransId="{4291E5F0-E1B4-4B77-B196-C882A386B181}" sibTransId="{ED07B093-2F64-4522-80AC-4226A76D6E41}"/>
    <dgm:cxn modelId="{71559CE2-51EA-464F-B9EE-F55D9A9DE2AE}" type="presOf" srcId="{BAFB1833-547D-44C5-A143-F6E841039FBE}" destId="{70D0907C-0347-4FF3-8FE2-1553952749C7}" srcOrd="0" destOrd="0" presId="urn:microsoft.com/office/officeart/2018/5/layout/CenteredIconLabelDescriptionList"/>
    <dgm:cxn modelId="{40CF81ED-1FE3-4503-A942-85D76A282005}" srcId="{D4A19224-732C-410D-A131-3974E1A5EF4D}" destId="{2DAC021E-9952-4C79-89DA-E3B354BC04B8}" srcOrd="2" destOrd="0" parTransId="{D1940831-F758-4A2C-8645-73273CBC59F8}" sibTransId="{49315BE4-620E-4550-8265-78E7F7BB2C98}"/>
    <dgm:cxn modelId="{D88BA93E-8B62-4F41-953D-C576C98595BC}" type="presParOf" srcId="{D0CC2048-40A2-4D96-B812-733CE378D9C2}" destId="{4CB70931-C50F-4494-9515-39AD24ACB6AA}" srcOrd="0" destOrd="0" presId="urn:microsoft.com/office/officeart/2018/5/layout/CenteredIconLabelDescriptionList"/>
    <dgm:cxn modelId="{45AD0815-E0F1-46E6-B0DD-75CA5165084C}" type="presParOf" srcId="{4CB70931-C50F-4494-9515-39AD24ACB6AA}" destId="{7D47CFA1-D8A1-4B75-8C10-77C7071017CD}" srcOrd="0" destOrd="0" presId="urn:microsoft.com/office/officeart/2018/5/layout/CenteredIconLabelDescriptionList"/>
    <dgm:cxn modelId="{00319B7D-ACED-4316-B60C-F7265F1996D8}" type="presParOf" srcId="{4CB70931-C50F-4494-9515-39AD24ACB6AA}" destId="{631C78FC-70A6-4F2F-BC75-7B02CC9A024A}" srcOrd="1" destOrd="0" presId="urn:microsoft.com/office/officeart/2018/5/layout/CenteredIconLabelDescriptionList"/>
    <dgm:cxn modelId="{A195E6EC-E2CC-4679-A360-32EF6117C2EA}" type="presParOf" srcId="{4CB70931-C50F-4494-9515-39AD24ACB6AA}" destId="{70D0907C-0347-4FF3-8FE2-1553952749C7}" srcOrd="2" destOrd="0" presId="urn:microsoft.com/office/officeart/2018/5/layout/CenteredIconLabelDescriptionList"/>
    <dgm:cxn modelId="{9BC663C4-6C20-41D9-BF9F-E76FBA6EA302}" type="presParOf" srcId="{4CB70931-C50F-4494-9515-39AD24ACB6AA}" destId="{289A5F4A-72EB-45AC-87B8-D7CF6C042F7D}" srcOrd="3" destOrd="0" presId="urn:microsoft.com/office/officeart/2018/5/layout/CenteredIconLabelDescriptionList"/>
    <dgm:cxn modelId="{DBCD76B9-6C5C-490E-84AE-A60AAAB3AFAA}" type="presParOf" srcId="{4CB70931-C50F-4494-9515-39AD24ACB6AA}" destId="{64C41323-3AC8-4C8C-B17F-359DA14CFED2}" srcOrd="4" destOrd="0" presId="urn:microsoft.com/office/officeart/2018/5/layout/CenteredIconLabelDescriptionList"/>
    <dgm:cxn modelId="{785161A3-B0A3-4DCF-B43F-8FBC6F5556B0}" type="presParOf" srcId="{D0CC2048-40A2-4D96-B812-733CE378D9C2}" destId="{268AF0EE-5911-4578-9F7D-CC0A6CEB3E60}" srcOrd="1" destOrd="0" presId="urn:microsoft.com/office/officeart/2018/5/layout/CenteredIconLabelDescriptionList"/>
    <dgm:cxn modelId="{8D54EAF2-CA9D-4FB8-96B9-992495141A36}" type="presParOf" srcId="{D0CC2048-40A2-4D96-B812-733CE378D9C2}" destId="{35AF0ABD-3B04-45D4-99D4-96A0D8CEBAC8}" srcOrd="2" destOrd="0" presId="urn:microsoft.com/office/officeart/2018/5/layout/CenteredIconLabelDescriptionList"/>
    <dgm:cxn modelId="{B86238E5-AEF7-49BB-A94E-583575305A25}" type="presParOf" srcId="{35AF0ABD-3B04-45D4-99D4-96A0D8CEBAC8}" destId="{376441D4-B3B6-43ED-83A7-8531EC231126}" srcOrd="0" destOrd="0" presId="urn:microsoft.com/office/officeart/2018/5/layout/CenteredIconLabelDescriptionList"/>
    <dgm:cxn modelId="{AB0ADEBA-AB78-4118-861F-0EA59DDCA19C}" type="presParOf" srcId="{35AF0ABD-3B04-45D4-99D4-96A0D8CEBAC8}" destId="{778A4B32-23C0-4625-BC50-8046DD28F6B2}" srcOrd="1" destOrd="0" presId="urn:microsoft.com/office/officeart/2018/5/layout/CenteredIconLabelDescriptionList"/>
    <dgm:cxn modelId="{53ED8AFE-254D-4810-94A8-C29C85AE989A}" type="presParOf" srcId="{35AF0ABD-3B04-45D4-99D4-96A0D8CEBAC8}" destId="{B2FF224F-55F5-47D9-82CB-D61A7BCD23C5}" srcOrd="2" destOrd="0" presId="urn:microsoft.com/office/officeart/2018/5/layout/CenteredIconLabelDescriptionList"/>
    <dgm:cxn modelId="{50E0016D-AB97-4842-86D1-A15078705786}" type="presParOf" srcId="{35AF0ABD-3B04-45D4-99D4-96A0D8CEBAC8}" destId="{29C10C36-C429-4BB0-AB69-BF585F4FA416}" srcOrd="3" destOrd="0" presId="urn:microsoft.com/office/officeart/2018/5/layout/CenteredIconLabelDescriptionList"/>
    <dgm:cxn modelId="{78DA4D9E-D136-4116-9FC8-0B5A2EC97EC8}" type="presParOf" srcId="{35AF0ABD-3B04-45D4-99D4-96A0D8CEBAC8}" destId="{709A09A9-3405-4788-BE96-3A75B80506A4}" srcOrd="4" destOrd="0" presId="urn:microsoft.com/office/officeart/2018/5/layout/CenteredIconLabelDescriptionList"/>
    <dgm:cxn modelId="{7F9F4F47-6D20-48E6-B91B-EB9A925EA837}" type="presParOf" srcId="{D0CC2048-40A2-4D96-B812-733CE378D9C2}" destId="{01837C7B-B52E-4EBC-A2EE-5B4FACC2A356}" srcOrd="3" destOrd="0" presId="urn:microsoft.com/office/officeart/2018/5/layout/CenteredIconLabelDescriptionList"/>
    <dgm:cxn modelId="{D6582612-0644-4D65-B026-87543462AC72}" type="presParOf" srcId="{D0CC2048-40A2-4D96-B812-733CE378D9C2}" destId="{565E6C0F-1078-4B5C-AC08-A4C6BB8EAC97}" srcOrd="4" destOrd="0" presId="urn:microsoft.com/office/officeart/2018/5/layout/CenteredIconLabelDescriptionList"/>
    <dgm:cxn modelId="{F38C804F-2634-41D9-9F5C-77420A9D691C}" type="presParOf" srcId="{565E6C0F-1078-4B5C-AC08-A4C6BB8EAC97}" destId="{E5C43F06-4DCC-4DF4-B3B5-429AA24595E7}" srcOrd="0" destOrd="0" presId="urn:microsoft.com/office/officeart/2018/5/layout/CenteredIconLabelDescriptionList"/>
    <dgm:cxn modelId="{0A41E8E7-98EA-4252-89F0-12E2C008058D}" type="presParOf" srcId="{565E6C0F-1078-4B5C-AC08-A4C6BB8EAC97}" destId="{A507EE2D-2616-4098-9713-D2F448B526C7}" srcOrd="1" destOrd="0" presId="urn:microsoft.com/office/officeart/2018/5/layout/CenteredIconLabelDescriptionList"/>
    <dgm:cxn modelId="{325AAD4E-CB75-4E20-B3F4-71489D57E292}" type="presParOf" srcId="{565E6C0F-1078-4B5C-AC08-A4C6BB8EAC97}" destId="{C316AC8F-F131-4627-84BF-C154BD5ABCED}" srcOrd="2" destOrd="0" presId="urn:microsoft.com/office/officeart/2018/5/layout/CenteredIconLabelDescriptionList"/>
    <dgm:cxn modelId="{C3F1D491-64E4-469D-A0FF-6233DE0EBAFB}" type="presParOf" srcId="{565E6C0F-1078-4B5C-AC08-A4C6BB8EAC97}" destId="{C4DDFF1E-0848-4793-A61B-EDC8026D74F0}" srcOrd="3" destOrd="0" presId="urn:microsoft.com/office/officeart/2018/5/layout/CenteredIconLabelDescriptionList"/>
    <dgm:cxn modelId="{3608562F-663A-4637-9AFA-45878557DF53}" type="presParOf" srcId="{565E6C0F-1078-4B5C-AC08-A4C6BB8EAC97}" destId="{1B3B53A4-1EF5-404F-A06F-02D7AF4406A3}" srcOrd="4" destOrd="0" presId="urn:microsoft.com/office/officeart/2018/5/layout/CenteredIconLabelDescriptionList"/>
    <dgm:cxn modelId="{43906672-EAE1-4AC3-B749-FAA9ADC17589}" type="presParOf" srcId="{D0CC2048-40A2-4D96-B812-733CE378D9C2}" destId="{96398608-AAFD-4E75-9A9D-71879E2966B2}" srcOrd="5" destOrd="0" presId="urn:microsoft.com/office/officeart/2018/5/layout/CenteredIconLabelDescriptionList"/>
    <dgm:cxn modelId="{045A96C5-0192-431E-8111-F3EB3F9855EA}" type="presParOf" srcId="{D0CC2048-40A2-4D96-B812-733CE378D9C2}" destId="{030CBDC8-1C04-46E4-B67B-238964D7FDB6}" srcOrd="6" destOrd="0" presId="urn:microsoft.com/office/officeart/2018/5/layout/CenteredIconLabelDescriptionList"/>
    <dgm:cxn modelId="{87A35B1C-2CFD-4DB1-8492-E8F7DA888D05}" type="presParOf" srcId="{030CBDC8-1C04-46E4-B67B-238964D7FDB6}" destId="{85B4EC24-F3C0-41DC-830B-DCB80839CC77}" srcOrd="0" destOrd="0" presId="urn:microsoft.com/office/officeart/2018/5/layout/CenteredIconLabelDescriptionList"/>
    <dgm:cxn modelId="{D1D99B00-BFBC-4D57-9DAB-B67F13405177}" type="presParOf" srcId="{030CBDC8-1C04-46E4-B67B-238964D7FDB6}" destId="{668CFBA7-7650-4BD9-990C-13A88E9E7B98}" srcOrd="1" destOrd="0" presId="urn:microsoft.com/office/officeart/2018/5/layout/CenteredIconLabelDescriptionList"/>
    <dgm:cxn modelId="{036511F4-DC81-439E-A4AD-679993B1659B}" type="presParOf" srcId="{030CBDC8-1C04-46E4-B67B-238964D7FDB6}" destId="{7BAB444E-1B23-4EE9-B6BA-BA785628DD11}" srcOrd="2" destOrd="0" presId="urn:microsoft.com/office/officeart/2018/5/layout/CenteredIconLabelDescriptionList"/>
    <dgm:cxn modelId="{2D7276CD-9AF4-4D0E-B71E-05F30D39653D}" type="presParOf" srcId="{030CBDC8-1C04-46E4-B67B-238964D7FDB6}" destId="{46CB4948-D90F-4630-9536-2E3E3C2BFFE1}" srcOrd="3" destOrd="0" presId="urn:microsoft.com/office/officeart/2018/5/layout/CenteredIconLabelDescriptionList"/>
    <dgm:cxn modelId="{640C016C-1E1A-4AAD-AAE8-0C21AE736E43}" type="presParOf" srcId="{030CBDC8-1C04-46E4-B67B-238964D7FDB6}" destId="{A05EF70F-60EE-4983-A476-0E8557284CC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4E73800-F8DD-4063-9434-9D20C3276EB3}" type="doc">
      <dgm:prSet loTypeId="urn:microsoft.com/office/officeart/2005/8/layout/chevron1" loCatId="process" qsTypeId="urn:microsoft.com/office/officeart/2005/8/quickstyle/simple1#14" qsCatId="simple" csTypeId="urn:microsoft.com/office/officeart/2005/8/colors/colorful1#3" csCatId="colorful" phldr="1"/>
      <dgm:spPr/>
      <dgm:t>
        <a:bodyPr/>
        <a:lstStyle/>
        <a:p>
          <a:endParaRPr lang="en-US"/>
        </a:p>
      </dgm:t>
    </dgm:pt>
    <dgm:pt modelId="{519A2F8E-EA82-48E7-97ED-CB0E9FD5F21C}">
      <dgm:prSet/>
      <dgm:spPr/>
      <dgm:t>
        <a:bodyPr/>
        <a:lstStyle/>
        <a:p>
          <a:r>
            <a:rPr lang="en-US" b="0" i="0" baseline="0"/>
            <a:t>What does "normal" look like?</a:t>
          </a:r>
          <a:endParaRPr lang="en-US"/>
        </a:p>
      </dgm:t>
    </dgm:pt>
    <dgm:pt modelId="{4A91A468-633C-40B8-92F6-D1ACCB207D3A}" type="parTrans" cxnId="{0FA58570-25D5-49F8-8BD4-B84A27F465C8}">
      <dgm:prSet/>
      <dgm:spPr/>
      <dgm:t>
        <a:bodyPr/>
        <a:lstStyle/>
        <a:p>
          <a:endParaRPr lang="en-US"/>
        </a:p>
      </dgm:t>
    </dgm:pt>
    <dgm:pt modelId="{8C571908-29F0-4CD0-9F43-569766A8BB67}" type="sibTrans" cxnId="{0FA58570-25D5-49F8-8BD4-B84A27F465C8}">
      <dgm:prSet/>
      <dgm:spPr/>
      <dgm:t>
        <a:bodyPr/>
        <a:lstStyle/>
        <a:p>
          <a:endParaRPr lang="en-US"/>
        </a:p>
      </dgm:t>
    </dgm:pt>
    <dgm:pt modelId="{516223E5-FE82-42B4-B9A5-4948E2884A6B}">
      <dgm:prSet/>
      <dgm:spPr/>
      <dgm:t>
        <a:bodyPr/>
        <a:lstStyle/>
        <a:p>
          <a:r>
            <a:rPr lang="en-IN" b="0" i="0" baseline="0"/>
            <a:t>Basic Process</a:t>
          </a:r>
          <a:endParaRPr lang="en-US"/>
        </a:p>
      </dgm:t>
    </dgm:pt>
    <dgm:pt modelId="{844E9F18-6C29-4718-ABB0-2EE7602AA9AA}" type="parTrans" cxnId="{888EB8CD-76B9-4C33-B505-57869E59BA52}">
      <dgm:prSet/>
      <dgm:spPr/>
      <dgm:t>
        <a:bodyPr/>
        <a:lstStyle/>
        <a:p>
          <a:endParaRPr lang="en-US"/>
        </a:p>
      </dgm:t>
    </dgm:pt>
    <dgm:pt modelId="{43A05E38-A36C-4110-B451-BA78951565BB}" type="sibTrans" cxnId="{888EB8CD-76B9-4C33-B505-57869E59BA52}">
      <dgm:prSet/>
      <dgm:spPr/>
      <dgm:t>
        <a:bodyPr/>
        <a:lstStyle/>
        <a:p>
          <a:endParaRPr lang="en-US"/>
        </a:p>
      </dgm:t>
    </dgm:pt>
    <dgm:pt modelId="{AD998782-369A-48BC-B907-62E83C3104F2}" type="pres">
      <dgm:prSet presAssocID="{C4E73800-F8DD-4063-9434-9D20C3276EB3}" presName="Name0" presStyleCnt="0">
        <dgm:presLayoutVars>
          <dgm:dir/>
          <dgm:animLvl val="lvl"/>
          <dgm:resizeHandles val="exact"/>
        </dgm:presLayoutVars>
      </dgm:prSet>
      <dgm:spPr/>
    </dgm:pt>
    <dgm:pt modelId="{1555C746-4477-45D3-9F04-5F734D32A29D}" type="pres">
      <dgm:prSet presAssocID="{519A2F8E-EA82-48E7-97ED-CB0E9FD5F21C}" presName="parTxOnly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00E12EEA-F2F3-43EC-B7B7-386B485F652D}" type="pres">
      <dgm:prSet presAssocID="{8C571908-29F0-4CD0-9F43-569766A8BB67}" presName="parTxOnlySpace" presStyleCnt="0"/>
      <dgm:spPr/>
    </dgm:pt>
    <dgm:pt modelId="{2AB5777D-4767-4969-B0C3-6D0B96B19461}" type="pres">
      <dgm:prSet presAssocID="{516223E5-FE82-42B4-B9A5-4948E2884A6B}" presName="parTxOnly" presStyleLbl="node1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0FA58570-25D5-49F8-8BD4-B84A27F465C8}" srcId="{C4E73800-F8DD-4063-9434-9D20C3276EB3}" destId="{519A2F8E-EA82-48E7-97ED-CB0E9FD5F21C}" srcOrd="0" destOrd="0" parTransId="{4A91A468-633C-40B8-92F6-D1ACCB207D3A}" sibTransId="{8C571908-29F0-4CD0-9F43-569766A8BB67}"/>
    <dgm:cxn modelId="{5385087F-E4DC-491B-BEAA-4CF28AC72061}" type="presOf" srcId="{519A2F8E-EA82-48E7-97ED-CB0E9FD5F21C}" destId="{1555C746-4477-45D3-9F04-5F734D32A29D}" srcOrd="0" destOrd="0" presId="urn:microsoft.com/office/officeart/2005/8/layout/chevron1"/>
    <dgm:cxn modelId="{FEA2D292-F1C1-4E09-AB64-A64A62B13C8F}" type="presOf" srcId="{516223E5-FE82-42B4-B9A5-4948E2884A6B}" destId="{2AB5777D-4767-4969-B0C3-6D0B96B19461}" srcOrd="0" destOrd="0" presId="urn:microsoft.com/office/officeart/2005/8/layout/chevron1"/>
    <dgm:cxn modelId="{C2A12DCB-D281-4737-8CE6-05D2FB1FBFAD}" type="presOf" srcId="{C4E73800-F8DD-4063-9434-9D20C3276EB3}" destId="{AD998782-369A-48BC-B907-62E83C3104F2}" srcOrd="0" destOrd="0" presId="urn:microsoft.com/office/officeart/2005/8/layout/chevron1"/>
    <dgm:cxn modelId="{888EB8CD-76B9-4C33-B505-57869E59BA52}" srcId="{C4E73800-F8DD-4063-9434-9D20C3276EB3}" destId="{516223E5-FE82-42B4-B9A5-4948E2884A6B}" srcOrd="1" destOrd="0" parTransId="{844E9F18-6C29-4718-ABB0-2EE7602AA9AA}" sibTransId="{43A05E38-A36C-4110-B451-BA78951565BB}"/>
    <dgm:cxn modelId="{F701EFB4-7AD7-41B8-831E-37A94E405342}" type="presParOf" srcId="{AD998782-369A-48BC-B907-62E83C3104F2}" destId="{1555C746-4477-45D3-9F04-5F734D32A29D}" srcOrd="0" destOrd="0" presId="urn:microsoft.com/office/officeart/2005/8/layout/chevron1"/>
    <dgm:cxn modelId="{E4FE645D-F85E-47A2-A4DD-C6AAED8A6B6E}" type="presParOf" srcId="{AD998782-369A-48BC-B907-62E83C3104F2}" destId="{00E12EEA-F2F3-43EC-B7B7-386B485F652D}" srcOrd="1" destOrd="0" presId="urn:microsoft.com/office/officeart/2005/8/layout/chevron1"/>
    <dgm:cxn modelId="{75FD88A1-9B0D-41EA-A71C-1BC01782B2A8}" type="presParOf" srcId="{AD998782-369A-48BC-B907-62E83C3104F2}" destId="{2AB5777D-4767-4969-B0C3-6D0B96B19461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5BE0FB2-C7E7-45F7-8145-632322649D8C}" type="doc">
      <dgm:prSet loTypeId="urn:microsoft.com/office/officeart/2018/5/layout/CenteredIconLabelDescriptionList" loCatId="icon" qsTypeId="urn:microsoft.com/office/officeart/2005/8/quickstyle/simple1#15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4A31C52-BC18-4026-8E2E-576B77DC97BD}">
      <dgm:prSet/>
      <dgm:spPr/>
      <dgm:t>
        <a:bodyPr/>
        <a:lstStyle/>
        <a:p>
          <a:pPr>
            <a:defRPr b="1"/>
          </a:pPr>
          <a:r>
            <a:rPr lang="en-US" b="0" i="0" baseline="0"/>
            <a:t>One physical server. Multiple workloads.</a:t>
          </a:r>
          <a:endParaRPr lang="en-US"/>
        </a:p>
      </dgm:t>
    </dgm:pt>
    <dgm:pt modelId="{84604F85-052E-4C42-95CE-F12537C11799}" type="parTrans" cxnId="{6745FA4A-1484-4B96-BA85-F8BB9CF50934}">
      <dgm:prSet/>
      <dgm:spPr/>
      <dgm:t>
        <a:bodyPr/>
        <a:lstStyle/>
        <a:p>
          <a:endParaRPr lang="en-US"/>
        </a:p>
      </dgm:t>
    </dgm:pt>
    <dgm:pt modelId="{E139632E-772B-44CC-919F-3B6152FFC0BB}" type="sibTrans" cxnId="{6745FA4A-1484-4B96-BA85-F8BB9CF50934}">
      <dgm:prSet/>
      <dgm:spPr/>
      <dgm:t>
        <a:bodyPr/>
        <a:lstStyle/>
        <a:p>
          <a:endParaRPr lang="en-US"/>
        </a:p>
      </dgm:t>
    </dgm:pt>
    <dgm:pt modelId="{4085B6C3-B00A-4A8E-9C18-59DF973930FB}">
      <dgm:prSet/>
      <dgm:spPr/>
      <dgm:t>
        <a:bodyPr/>
        <a:lstStyle/>
        <a:p>
          <a:pPr>
            <a:defRPr b="1"/>
          </a:pPr>
          <a:r>
            <a:rPr lang="en-IN" b="0" i="0" baseline="0"/>
            <a:t>Why virtualization?</a:t>
          </a:r>
          <a:endParaRPr lang="en-US"/>
        </a:p>
      </dgm:t>
    </dgm:pt>
    <dgm:pt modelId="{FB0ECD6D-5EC5-44D6-A843-8F5594236894}" type="parTrans" cxnId="{CEAF826E-40BE-446E-81EB-303E8CF9386E}">
      <dgm:prSet/>
      <dgm:spPr/>
      <dgm:t>
        <a:bodyPr/>
        <a:lstStyle/>
        <a:p>
          <a:endParaRPr lang="en-US"/>
        </a:p>
      </dgm:t>
    </dgm:pt>
    <dgm:pt modelId="{7E50377A-225A-484B-A2FF-F7C33859C340}" type="sibTrans" cxnId="{CEAF826E-40BE-446E-81EB-303E8CF9386E}">
      <dgm:prSet/>
      <dgm:spPr/>
      <dgm:t>
        <a:bodyPr/>
        <a:lstStyle/>
        <a:p>
          <a:endParaRPr lang="en-US"/>
        </a:p>
      </dgm:t>
    </dgm:pt>
    <dgm:pt modelId="{63542C39-3AF1-4BBB-B8A0-D33D864F0C8C}">
      <dgm:prSet/>
      <dgm:spPr/>
      <dgm:t>
        <a:bodyPr/>
        <a:lstStyle/>
        <a:p>
          <a:r>
            <a:rPr lang="en-IN" b="0" i="0" baseline="0"/>
            <a:t>Better hardware utilization</a:t>
          </a:r>
          <a:endParaRPr lang="en-US"/>
        </a:p>
      </dgm:t>
    </dgm:pt>
    <dgm:pt modelId="{6A8B98C3-DB11-445C-93E8-15C55889A1D9}" type="parTrans" cxnId="{56756F8B-AFCC-48BB-975C-7B8EF2FD1B4B}">
      <dgm:prSet/>
      <dgm:spPr/>
      <dgm:t>
        <a:bodyPr/>
        <a:lstStyle/>
        <a:p>
          <a:endParaRPr lang="en-US"/>
        </a:p>
      </dgm:t>
    </dgm:pt>
    <dgm:pt modelId="{7F5D348F-10D2-43E1-BE8B-9660ED41EF7E}" type="sibTrans" cxnId="{56756F8B-AFCC-48BB-975C-7B8EF2FD1B4B}">
      <dgm:prSet/>
      <dgm:spPr/>
      <dgm:t>
        <a:bodyPr/>
        <a:lstStyle/>
        <a:p>
          <a:endParaRPr lang="en-US"/>
        </a:p>
      </dgm:t>
    </dgm:pt>
    <dgm:pt modelId="{A286F2E2-5902-4968-A549-B6A77FC22191}">
      <dgm:prSet/>
      <dgm:spPr/>
      <dgm:t>
        <a:bodyPr/>
        <a:lstStyle/>
        <a:p>
          <a:r>
            <a:rPr lang="en-IN" b="0" i="0" baseline="0"/>
            <a:t>Workload isolation</a:t>
          </a:r>
          <a:endParaRPr lang="en-US"/>
        </a:p>
      </dgm:t>
    </dgm:pt>
    <dgm:pt modelId="{79CCF273-A290-4E7F-A926-EF0F792E4134}" type="parTrans" cxnId="{84C39873-E443-4588-AA5D-EB4BDE9830DD}">
      <dgm:prSet/>
      <dgm:spPr/>
      <dgm:t>
        <a:bodyPr/>
        <a:lstStyle/>
        <a:p>
          <a:endParaRPr lang="en-US"/>
        </a:p>
      </dgm:t>
    </dgm:pt>
    <dgm:pt modelId="{6EDE6DD2-817B-45F3-A955-141068AD4B08}" type="sibTrans" cxnId="{84C39873-E443-4588-AA5D-EB4BDE9830DD}">
      <dgm:prSet/>
      <dgm:spPr/>
      <dgm:t>
        <a:bodyPr/>
        <a:lstStyle/>
        <a:p>
          <a:endParaRPr lang="en-US"/>
        </a:p>
      </dgm:t>
    </dgm:pt>
    <dgm:pt modelId="{945723CB-A113-4EF8-AFF5-171CC4327BF6}">
      <dgm:prSet/>
      <dgm:spPr/>
      <dgm:t>
        <a:bodyPr/>
        <a:lstStyle/>
        <a:p>
          <a:r>
            <a:rPr lang="en-IN" b="0" i="0" baseline="0"/>
            <a:t>Easier deployment</a:t>
          </a:r>
          <a:endParaRPr lang="en-US"/>
        </a:p>
      </dgm:t>
    </dgm:pt>
    <dgm:pt modelId="{F4DECCBB-0E47-47C1-A008-9743C1E83AA0}" type="parTrans" cxnId="{56F0AED7-CE3A-4D92-9F65-186B4780D4DD}">
      <dgm:prSet/>
      <dgm:spPr/>
      <dgm:t>
        <a:bodyPr/>
        <a:lstStyle/>
        <a:p>
          <a:endParaRPr lang="en-US"/>
        </a:p>
      </dgm:t>
    </dgm:pt>
    <dgm:pt modelId="{B038008A-D59A-44EC-A51E-2FD9BE761215}" type="sibTrans" cxnId="{56F0AED7-CE3A-4D92-9F65-186B4780D4DD}">
      <dgm:prSet/>
      <dgm:spPr/>
      <dgm:t>
        <a:bodyPr/>
        <a:lstStyle/>
        <a:p>
          <a:endParaRPr lang="en-US"/>
        </a:p>
      </dgm:t>
    </dgm:pt>
    <dgm:pt modelId="{0310FAEC-A576-4B58-9FA8-2D6B4FEB1B83}">
      <dgm:prSet/>
      <dgm:spPr/>
      <dgm:t>
        <a:bodyPr/>
        <a:lstStyle/>
        <a:p>
          <a:r>
            <a:rPr lang="en-IN" b="0" i="0" baseline="0"/>
            <a:t>Flexible resource allocation</a:t>
          </a:r>
          <a:endParaRPr lang="en-US"/>
        </a:p>
      </dgm:t>
    </dgm:pt>
    <dgm:pt modelId="{46098BBC-DE81-4391-A9FB-FBB38EA63966}" type="parTrans" cxnId="{DDE9136A-B6EC-41EE-B594-1C7272E5894B}">
      <dgm:prSet/>
      <dgm:spPr/>
      <dgm:t>
        <a:bodyPr/>
        <a:lstStyle/>
        <a:p>
          <a:endParaRPr lang="en-US"/>
        </a:p>
      </dgm:t>
    </dgm:pt>
    <dgm:pt modelId="{86CFBBF6-5FF8-44DF-9C4D-ED7E86CF5DE6}" type="sibTrans" cxnId="{DDE9136A-B6EC-41EE-B594-1C7272E5894B}">
      <dgm:prSet/>
      <dgm:spPr/>
      <dgm:t>
        <a:bodyPr/>
        <a:lstStyle/>
        <a:p>
          <a:endParaRPr lang="en-US"/>
        </a:p>
      </dgm:t>
    </dgm:pt>
    <dgm:pt modelId="{B53A2EF1-125F-4283-83EC-CBC963F877F8}">
      <dgm:prSet/>
      <dgm:spPr/>
      <dgm:t>
        <a:bodyPr/>
        <a:lstStyle/>
        <a:p>
          <a:r>
            <a:rPr lang="en-IN" b="0" i="0" baseline="0"/>
            <a:t>Simplified management</a:t>
          </a:r>
          <a:endParaRPr lang="en-US"/>
        </a:p>
      </dgm:t>
    </dgm:pt>
    <dgm:pt modelId="{7A51746A-7E52-48FF-AE40-26BEFBD0D39E}" type="parTrans" cxnId="{BFF1C407-18AE-499E-AA50-BB4ECE079354}">
      <dgm:prSet/>
      <dgm:spPr/>
      <dgm:t>
        <a:bodyPr/>
        <a:lstStyle/>
        <a:p>
          <a:endParaRPr lang="en-US"/>
        </a:p>
      </dgm:t>
    </dgm:pt>
    <dgm:pt modelId="{03178C48-5C7F-4154-9181-D93206646313}" type="sibTrans" cxnId="{BFF1C407-18AE-499E-AA50-BB4ECE079354}">
      <dgm:prSet/>
      <dgm:spPr/>
      <dgm:t>
        <a:bodyPr/>
        <a:lstStyle/>
        <a:p>
          <a:endParaRPr lang="en-US"/>
        </a:p>
      </dgm:t>
    </dgm:pt>
    <dgm:pt modelId="{8026F9BC-85C8-454C-BFF6-473E5C386E4D}" type="pres">
      <dgm:prSet presAssocID="{F5BE0FB2-C7E7-45F7-8145-632322649D8C}" presName="root" presStyleCnt="0">
        <dgm:presLayoutVars>
          <dgm:dir/>
          <dgm:resizeHandles val="exact"/>
        </dgm:presLayoutVars>
      </dgm:prSet>
      <dgm:spPr/>
    </dgm:pt>
    <dgm:pt modelId="{A2842811-7A2F-483C-B590-02144CE39307}" type="pres">
      <dgm:prSet presAssocID="{04A31C52-BC18-4026-8E2E-576B77DC97BD}" presName="compNode" presStyleCnt="0"/>
      <dgm:spPr/>
    </dgm:pt>
    <dgm:pt modelId="{195178A9-6D7D-4646-B43E-CFF3DA896C4F}" type="pres">
      <dgm:prSet presAssocID="{04A31C52-BC18-4026-8E2E-576B77DC97BD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0E70EE2E-C7A9-48BF-8B55-B4C74B8BDEBE}" type="pres">
      <dgm:prSet presAssocID="{04A31C52-BC18-4026-8E2E-576B77DC97BD}" presName="iconSpace" presStyleCnt="0"/>
      <dgm:spPr/>
    </dgm:pt>
    <dgm:pt modelId="{CC18A24C-7F1C-4905-92AE-5939E82096A3}" type="pres">
      <dgm:prSet presAssocID="{04A31C52-BC18-4026-8E2E-576B77DC97BD}" presName="parTx" presStyleLbl="revTx" presStyleIdx="0" presStyleCnt="4">
        <dgm:presLayoutVars>
          <dgm:chMax val="0"/>
          <dgm:chPref val="0"/>
        </dgm:presLayoutVars>
      </dgm:prSet>
      <dgm:spPr/>
    </dgm:pt>
    <dgm:pt modelId="{BE492D7B-C8F6-46D8-8464-BB6F9BDA88EF}" type="pres">
      <dgm:prSet presAssocID="{04A31C52-BC18-4026-8E2E-576B77DC97BD}" presName="txSpace" presStyleCnt="0"/>
      <dgm:spPr/>
    </dgm:pt>
    <dgm:pt modelId="{E2D31E72-AF83-405B-B1C8-CAB16122881E}" type="pres">
      <dgm:prSet presAssocID="{04A31C52-BC18-4026-8E2E-576B77DC97BD}" presName="desTx" presStyleLbl="revTx" presStyleIdx="1" presStyleCnt="4">
        <dgm:presLayoutVars/>
      </dgm:prSet>
      <dgm:spPr/>
    </dgm:pt>
    <dgm:pt modelId="{9257ED3B-2B93-4E4D-800E-E71A6A315D11}" type="pres">
      <dgm:prSet presAssocID="{E139632E-772B-44CC-919F-3B6152FFC0BB}" presName="sibTrans" presStyleCnt="0"/>
      <dgm:spPr/>
    </dgm:pt>
    <dgm:pt modelId="{C13A64E4-1B4B-4749-B77A-D221F3BE3AFE}" type="pres">
      <dgm:prSet presAssocID="{4085B6C3-B00A-4A8E-9C18-59DF973930FB}" presName="compNode" presStyleCnt="0"/>
      <dgm:spPr/>
    </dgm:pt>
    <dgm:pt modelId="{CE246383-B9F4-4846-8659-21697FD6145B}" type="pres">
      <dgm:prSet presAssocID="{4085B6C3-B00A-4A8E-9C18-59DF973930FB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5B7155FF-2039-453C-A0AA-C490DE25E606}" type="pres">
      <dgm:prSet presAssocID="{4085B6C3-B00A-4A8E-9C18-59DF973930FB}" presName="iconSpace" presStyleCnt="0"/>
      <dgm:spPr/>
    </dgm:pt>
    <dgm:pt modelId="{259BFDD7-9ADD-4273-9025-0F58A41FE07B}" type="pres">
      <dgm:prSet presAssocID="{4085B6C3-B00A-4A8E-9C18-59DF973930FB}" presName="parTx" presStyleLbl="revTx" presStyleIdx="2" presStyleCnt="4">
        <dgm:presLayoutVars>
          <dgm:chMax val="0"/>
          <dgm:chPref val="0"/>
        </dgm:presLayoutVars>
      </dgm:prSet>
      <dgm:spPr/>
    </dgm:pt>
    <dgm:pt modelId="{0C286E56-85C8-490B-978B-EB4A70F27019}" type="pres">
      <dgm:prSet presAssocID="{4085B6C3-B00A-4A8E-9C18-59DF973930FB}" presName="txSpace" presStyleCnt="0"/>
      <dgm:spPr/>
    </dgm:pt>
    <dgm:pt modelId="{CCFB87DC-0F07-4054-ACFB-E38461632B86}" type="pres">
      <dgm:prSet presAssocID="{4085B6C3-B00A-4A8E-9C18-59DF973930FB}" presName="desTx" presStyleLbl="revTx" presStyleIdx="3" presStyleCnt="4">
        <dgm:presLayoutVars/>
      </dgm:prSet>
      <dgm:spPr/>
    </dgm:pt>
  </dgm:ptLst>
  <dgm:cxnLst>
    <dgm:cxn modelId="{BFF1C407-18AE-499E-AA50-BB4ECE079354}" srcId="{4085B6C3-B00A-4A8E-9C18-59DF973930FB}" destId="{B53A2EF1-125F-4283-83EC-CBC963F877F8}" srcOrd="4" destOrd="0" parTransId="{7A51746A-7E52-48FF-AE40-26BEFBD0D39E}" sibTransId="{03178C48-5C7F-4154-9181-D93206646313}"/>
    <dgm:cxn modelId="{18779718-69F7-41A4-9C2D-B17B6A4360D2}" type="presOf" srcId="{63542C39-3AF1-4BBB-B8A0-D33D864F0C8C}" destId="{CCFB87DC-0F07-4054-ACFB-E38461632B86}" srcOrd="0" destOrd="0" presId="urn:microsoft.com/office/officeart/2018/5/layout/CenteredIconLabelDescriptionList"/>
    <dgm:cxn modelId="{14FE0319-979B-4B7D-B840-ADC74A9F27B8}" type="presOf" srcId="{4085B6C3-B00A-4A8E-9C18-59DF973930FB}" destId="{259BFDD7-9ADD-4273-9025-0F58A41FE07B}" srcOrd="0" destOrd="0" presId="urn:microsoft.com/office/officeart/2018/5/layout/CenteredIconLabelDescriptionList"/>
    <dgm:cxn modelId="{ECFAAB1E-1C86-4B5D-A303-430466BBEE2B}" type="presOf" srcId="{A286F2E2-5902-4968-A549-B6A77FC22191}" destId="{CCFB87DC-0F07-4054-ACFB-E38461632B86}" srcOrd="0" destOrd="1" presId="urn:microsoft.com/office/officeart/2018/5/layout/CenteredIconLabelDescriptionList"/>
    <dgm:cxn modelId="{0165B23C-55CD-4D66-8278-125BA3A88BEA}" type="presOf" srcId="{945723CB-A113-4EF8-AFF5-171CC4327BF6}" destId="{CCFB87DC-0F07-4054-ACFB-E38461632B86}" srcOrd="0" destOrd="2" presId="urn:microsoft.com/office/officeart/2018/5/layout/CenteredIconLabelDescriptionList"/>
    <dgm:cxn modelId="{DDE9136A-B6EC-41EE-B594-1C7272E5894B}" srcId="{4085B6C3-B00A-4A8E-9C18-59DF973930FB}" destId="{0310FAEC-A576-4B58-9FA8-2D6B4FEB1B83}" srcOrd="3" destOrd="0" parTransId="{46098BBC-DE81-4391-A9FB-FBB38EA63966}" sibTransId="{86CFBBF6-5FF8-44DF-9C4D-ED7E86CF5DE6}"/>
    <dgm:cxn modelId="{6745FA4A-1484-4B96-BA85-F8BB9CF50934}" srcId="{F5BE0FB2-C7E7-45F7-8145-632322649D8C}" destId="{04A31C52-BC18-4026-8E2E-576B77DC97BD}" srcOrd="0" destOrd="0" parTransId="{84604F85-052E-4C42-95CE-F12537C11799}" sibTransId="{E139632E-772B-44CC-919F-3B6152FFC0BB}"/>
    <dgm:cxn modelId="{CEAF826E-40BE-446E-81EB-303E8CF9386E}" srcId="{F5BE0FB2-C7E7-45F7-8145-632322649D8C}" destId="{4085B6C3-B00A-4A8E-9C18-59DF973930FB}" srcOrd="1" destOrd="0" parTransId="{FB0ECD6D-5EC5-44D6-A843-8F5594236894}" sibTransId="{7E50377A-225A-484B-A2FF-F7C33859C340}"/>
    <dgm:cxn modelId="{84C39873-E443-4588-AA5D-EB4BDE9830DD}" srcId="{4085B6C3-B00A-4A8E-9C18-59DF973930FB}" destId="{A286F2E2-5902-4968-A549-B6A77FC22191}" srcOrd="1" destOrd="0" parTransId="{79CCF273-A290-4E7F-A926-EF0F792E4134}" sibTransId="{6EDE6DD2-817B-45F3-A955-141068AD4B08}"/>
    <dgm:cxn modelId="{56756F8B-AFCC-48BB-975C-7B8EF2FD1B4B}" srcId="{4085B6C3-B00A-4A8E-9C18-59DF973930FB}" destId="{63542C39-3AF1-4BBB-B8A0-D33D864F0C8C}" srcOrd="0" destOrd="0" parTransId="{6A8B98C3-DB11-445C-93E8-15C55889A1D9}" sibTransId="{7F5D348F-10D2-43E1-BE8B-9660ED41EF7E}"/>
    <dgm:cxn modelId="{0BB7B8D2-407A-4B20-AB46-D7736301EFC6}" type="presOf" srcId="{F5BE0FB2-C7E7-45F7-8145-632322649D8C}" destId="{8026F9BC-85C8-454C-BFF6-473E5C386E4D}" srcOrd="0" destOrd="0" presId="urn:microsoft.com/office/officeart/2018/5/layout/CenteredIconLabelDescriptionList"/>
    <dgm:cxn modelId="{56F0AED7-CE3A-4D92-9F65-186B4780D4DD}" srcId="{4085B6C3-B00A-4A8E-9C18-59DF973930FB}" destId="{945723CB-A113-4EF8-AFF5-171CC4327BF6}" srcOrd="2" destOrd="0" parTransId="{F4DECCBB-0E47-47C1-A008-9743C1E83AA0}" sibTransId="{B038008A-D59A-44EC-A51E-2FD9BE761215}"/>
    <dgm:cxn modelId="{98B479E2-5189-4CA2-9CCA-003894359245}" type="presOf" srcId="{B53A2EF1-125F-4283-83EC-CBC963F877F8}" destId="{CCFB87DC-0F07-4054-ACFB-E38461632B86}" srcOrd="0" destOrd="4" presId="urn:microsoft.com/office/officeart/2018/5/layout/CenteredIconLabelDescriptionList"/>
    <dgm:cxn modelId="{C9C4F2E3-B9C8-47D8-895B-4A2395ED8DC7}" type="presOf" srcId="{0310FAEC-A576-4B58-9FA8-2D6B4FEB1B83}" destId="{CCFB87DC-0F07-4054-ACFB-E38461632B86}" srcOrd="0" destOrd="3" presId="urn:microsoft.com/office/officeart/2018/5/layout/CenteredIconLabelDescriptionList"/>
    <dgm:cxn modelId="{9E5610EF-7455-49A8-811C-84D24EFD3594}" type="presOf" srcId="{04A31C52-BC18-4026-8E2E-576B77DC97BD}" destId="{CC18A24C-7F1C-4905-92AE-5939E82096A3}" srcOrd="0" destOrd="0" presId="urn:microsoft.com/office/officeart/2018/5/layout/CenteredIconLabelDescriptionList"/>
    <dgm:cxn modelId="{774958D9-9BEF-4D68-A391-031CB2AFD319}" type="presParOf" srcId="{8026F9BC-85C8-454C-BFF6-473E5C386E4D}" destId="{A2842811-7A2F-483C-B590-02144CE39307}" srcOrd="0" destOrd="0" presId="urn:microsoft.com/office/officeart/2018/5/layout/CenteredIconLabelDescriptionList"/>
    <dgm:cxn modelId="{A7575F97-99B8-41D7-BF67-2A83C6D31E2B}" type="presParOf" srcId="{A2842811-7A2F-483C-B590-02144CE39307}" destId="{195178A9-6D7D-4646-B43E-CFF3DA896C4F}" srcOrd="0" destOrd="0" presId="urn:microsoft.com/office/officeart/2018/5/layout/CenteredIconLabelDescriptionList"/>
    <dgm:cxn modelId="{310837EA-1223-4503-BB37-2C0E7F755875}" type="presParOf" srcId="{A2842811-7A2F-483C-B590-02144CE39307}" destId="{0E70EE2E-C7A9-48BF-8B55-B4C74B8BDEBE}" srcOrd="1" destOrd="0" presId="urn:microsoft.com/office/officeart/2018/5/layout/CenteredIconLabelDescriptionList"/>
    <dgm:cxn modelId="{1F8BC04D-D052-43DF-AEB1-D47E9BA07AEA}" type="presParOf" srcId="{A2842811-7A2F-483C-B590-02144CE39307}" destId="{CC18A24C-7F1C-4905-92AE-5939E82096A3}" srcOrd="2" destOrd="0" presId="urn:microsoft.com/office/officeart/2018/5/layout/CenteredIconLabelDescriptionList"/>
    <dgm:cxn modelId="{ADCB6707-3493-42C2-B560-74DD4F28F297}" type="presParOf" srcId="{A2842811-7A2F-483C-B590-02144CE39307}" destId="{BE492D7B-C8F6-46D8-8464-BB6F9BDA88EF}" srcOrd="3" destOrd="0" presId="urn:microsoft.com/office/officeart/2018/5/layout/CenteredIconLabelDescriptionList"/>
    <dgm:cxn modelId="{882126B0-BB88-4644-BDA4-CE9BE4AB6786}" type="presParOf" srcId="{A2842811-7A2F-483C-B590-02144CE39307}" destId="{E2D31E72-AF83-405B-B1C8-CAB16122881E}" srcOrd="4" destOrd="0" presId="urn:microsoft.com/office/officeart/2018/5/layout/CenteredIconLabelDescriptionList"/>
    <dgm:cxn modelId="{CAD5B0F7-011C-464C-BE25-E89EC5279C8E}" type="presParOf" srcId="{8026F9BC-85C8-454C-BFF6-473E5C386E4D}" destId="{9257ED3B-2B93-4E4D-800E-E71A6A315D11}" srcOrd="1" destOrd="0" presId="urn:microsoft.com/office/officeart/2018/5/layout/CenteredIconLabelDescriptionList"/>
    <dgm:cxn modelId="{3FB2A319-1B76-43A3-B55D-1EBD00E6FD4F}" type="presParOf" srcId="{8026F9BC-85C8-454C-BFF6-473E5C386E4D}" destId="{C13A64E4-1B4B-4749-B77A-D221F3BE3AFE}" srcOrd="2" destOrd="0" presId="urn:microsoft.com/office/officeart/2018/5/layout/CenteredIconLabelDescriptionList"/>
    <dgm:cxn modelId="{B7AE8076-CE61-4EAA-8F8B-7B33583CAD47}" type="presParOf" srcId="{C13A64E4-1B4B-4749-B77A-D221F3BE3AFE}" destId="{CE246383-B9F4-4846-8659-21697FD6145B}" srcOrd="0" destOrd="0" presId="urn:microsoft.com/office/officeart/2018/5/layout/CenteredIconLabelDescriptionList"/>
    <dgm:cxn modelId="{3FBDF589-8017-4245-8151-CC45F9FC564B}" type="presParOf" srcId="{C13A64E4-1B4B-4749-B77A-D221F3BE3AFE}" destId="{5B7155FF-2039-453C-A0AA-C490DE25E606}" srcOrd="1" destOrd="0" presId="urn:microsoft.com/office/officeart/2018/5/layout/CenteredIconLabelDescriptionList"/>
    <dgm:cxn modelId="{5FAEF9C1-4BF4-448E-B7BA-E4EBB30D847F}" type="presParOf" srcId="{C13A64E4-1B4B-4749-B77A-D221F3BE3AFE}" destId="{259BFDD7-9ADD-4273-9025-0F58A41FE07B}" srcOrd="2" destOrd="0" presId="urn:microsoft.com/office/officeart/2018/5/layout/CenteredIconLabelDescriptionList"/>
    <dgm:cxn modelId="{B5432B2F-2389-44BF-8E1A-C144BEBFB69D}" type="presParOf" srcId="{C13A64E4-1B4B-4749-B77A-D221F3BE3AFE}" destId="{0C286E56-85C8-490B-978B-EB4A70F27019}" srcOrd="3" destOrd="0" presId="urn:microsoft.com/office/officeart/2018/5/layout/CenteredIconLabelDescriptionList"/>
    <dgm:cxn modelId="{913C91D8-4C9A-4CAC-A83C-818CC99684C7}" type="presParOf" srcId="{C13A64E4-1B4B-4749-B77A-D221F3BE3AFE}" destId="{CCFB87DC-0F07-4054-ACFB-E38461632B86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DAD7253B-A569-4646-B4F0-D6BFA06C8486}" type="doc">
      <dgm:prSet loTypeId="urn:microsoft.com/office/officeart/2016/7/layout/VerticalDownArrowProcess" loCatId="process" qsTypeId="urn:microsoft.com/office/officeart/2005/8/quickstyle/simple5#3" qsCatId="simple" csTypeId="urn:microsoft.com/office/officeart/2005/8/colors/colorful2#4" csCatId="colorful" phldr="1"/>
      <dgm:spPr/>
      <dgm:t>
        <a:bodyPr/>
        <a:lstStyle/>
        <a:p>
          <a:endParaRPr lang="en-US"/>
        </a:p>
      </dgm:t>
    </dgm:pt>
    <dgm:pt modelId="{5F791488-F3B8-4891-A09D-459494254BAF}">
      <dgm:prSet/>
      <dgm:spPr/>
      <dgm:t>
        <a:bodyPr/>
        <a:lstStyle/>
        <a:p>
          <a:r>
            <a:rPr lang="en-IN" b="0" i="0" baseline="0"/>
            <a:t>Physical Server</a:t>
          </a:r>
          <a:endParaRPr lang="en-US"/>
        </a:p>
      </dgm:t>
    </dgm:pt>
    <dgm:pt modelId="{97A6F279-80E9-498C-9841-0752146CE8F9}" type="parTrans" cxnId="{76D5748D-9619-498D-A2A2-B0AD8AEB3ABC}">
      <dgm:prSet/>
      <dgm:spPr/>
      <dgm:t>
        <a:bodyPr/>
        <a:lstStyle/>
        <a:p>
          <a:endParaRPr lang="en-US"/>
        </a:p>
      </dgm:t>
    </dgm:pt>
    <dgm:pt modelId="{80202576-28D9-48E8-B2B2-CC8E5FD1DF01}" type="sibTrans" cxnId="{76D5748D-9619-498D-A2A2-B0AD8AEB3ABC}">
      <dgm:prSet/>
      <dgm:spPr/>
      <dgm:t>
        <a:bodyPr/>
        <a:lstStyle/>
        <a:p>
          <a:endParaRPr lang="en-US"/>
        </a:p>
      </dgm:t>
    </dgm:pt>
    <dgm:pt modelId="{A55EC0D6-CB04-46D4-8C37-4D41A197F7DA}">
      <dgm:prSet/>
      <dgm:spPr/>
      <dgm:t>
        <a:bodyPr/>
        <a:lstStyle/>
        <a:p>
          <a:r>
            <a:rPr lang="en-IN" b="0" i="0" baseline="0" dirty="0"/>
            <a:t>Hypervisor</a:t>
          </a:r>
          <a:endParaRPr lang="en-US" dirty="0"/>
        </a:p>
      </dgm:t>
    </dgm:pt>
    <dgm:pt modelId="{6FC1D173-A202-4D97-84FE-58955ACB50E6}" type="parTrans" cxnId="{EF75C4BE-7852-496D-8602-9EC2F0A3DFF6}">
      <dgm:prSet/>
      <dgm:spPr/>
      <dgm:t>
        <a:bodyPr/>
        <a:lstStyle/>
        <a:p>
          <a:endParaRPr lang="en-US"/>
        </a:p>
      </dgm:t>
    </dgm:pt>
    <dgm:pt modelId="{4EB4196F-40B5-44C1-B2A1-E09AFDFCBCF6}" type="sibTrans" cxnId="{EF75C4BE-7852-496D-8602-9EC2F0A3DFF6}">
      <dgm:prSet/>
      <dgm:spPr/>
      <dgm:t>
        <a:bodyPr/>
        <a:lstStyle/>
        <a:p>
          <a:endParaRPr lang="en-US"/>
        </a:p>
      </dgm:t>
    </dgm:pt>
    <dgm:pt modelId="{401C0188-0CF5-4485-8D2F-BF074BF5F4E5}">
      <dgm:prSet/>
      <dgm:spPr/>
      <dgm:t>
        <a:bodyPr/>
        <a:lstStyle/>
        <a:p>
          <a:r>
            <a:rPr lang="en-IN" b="0" i="0" baseline="0"/>
            <a:t>Manages virtual machines</a:t>
          </a:r>
          <a:endParaRPr lang="en-US"/>
        </a:p>
      </dgm:t>
    </dgm:pt>
    <dgm:pt modelId="{E163C01A-3DA7-4A2E-8C47-88B50A9BEF87}" type="parTrans" cxnId="{935FB974-99AA-42DC-AF53-AE8C9F58B9A0}">
      <dgm:prSet/>
      <dgm:spPr/>
      <dgm:t>
        <a:bodyPr/>
        <a:lstStyle/>
        <a:p>
          <a:endParaRPr lang="en-US"/>
        </a:p>
      </dgm:t>
    </dgm:pt>
    <dgm:pt modelId="{5134C27F-5B22-431C-A03C-F29ADF8A06D0}" type="sibTrans" cxnId="{935FB974-99AA-42DC-AF53-AE8C9F58B9A0}">
      <dgm:prSet/>
      <dgm:spPr/>
      <dgm:t>
        <a:bodyPr/>
        <a:lstStyle/>
        <a:p>
          <a:endParaRPr lang="en-US"/>
        </a:p>
      </dgm:t>
    </dgm:pt>
    <dgm:pt modelId="{4D9D3D5B-AD6D-4B3D-B3FB-2FB22773B43D}">
      <dgm:prSet/>
      <dgm:spPr/>
      <dgm:t>
        <a:bodyPr/>
        <a:lstStyle/>
        <a:p>
          <a:r>
            <a:rPr lang="en-IN" b="0" i="0" baseline="0"/>
            <a:t>Virtual Machines</a:t>
          </a:r>
          <a:endParaRPr lang="en-US"/>
        </a:p>
      </dgm:t>
    </dgm:pt>
    <dgm:pt modelId="{031A1B08-F7C4-4479-A2E6-46580F6D62CB}" type="parTrans" cxnId="{1AC855D4-D4AD-45F0-90D0-45F71B05BED2}">
      <dgm:prSet/>
      <dgm:spPr/>
      <dgm:t>
        <a:bodyPr/>
        <a:lstStyle/>
        <a:p>
          <a:endParaRPr lang="en-US"/>
        </a:p>
      </dgm:t>
    </dgm:pt>
    <dgm:pt modelId="{00E82B52-48CD-490D-9AB5-0CC28232BBB7}" type="sibTrans" cxnId="{1AC855D4-D4AD-45F0-90D0-45F71B05BED2}">
      <dgm:prSet/>
      <dgm:spPr/>
      <dgm:t>
        <a:bodyPr/>
        <a:lstStyle/>
        <a:p>
          <a:endParaRPr lang="en-US"/>
        </a:p>
      </dgm:t>
    </dgm:pt>
    <dgm:pt modelId="{B5CF34DB-3B4D-4DBF-ADDE-59554D7FC287}">
      <dgm:prSet/>
      <dgm:spPr/>
      <dgm:t>
        <a:bodyPr/>
        <a:lstStyle/>
        <a:p>
          <a:r>
            <a:rPr lang="en-IN" b="0" i="0" baseline="0"/>
            <a:t>VM 1 — Web</a:t>
          </a:r>
          <a:endParaRPr lang="en-US"/>
        </a:p>
      </dgm:t>
    </dgm:pt>
    <dgm:pt modelId="{7E93C07C-0D31-4C41-9B47-97673ED766DD}" type="parTrans" cxnId="{2A435A5C-098B-4C9C-B29E-9595F95FEC39}">
      <dgm:prSet/>
      <dgm:spPr/>
      <dgm:t>
        <a:bodyPr/>
        <a:lstStyle/>
        <a:p>
          <a:endParaRPr lang="en-US"/>
        </a:p>
      </dgm:t>
    </dgm:pt>
    <dgm:pt modelId="{1553C274-8805-45B6-BC83-CEEB58593F2D}" type="sibTrans" cxnId="{2A435A5C-098B-4C9C-B29E-9595F95FEC39}">
      <dgm:prSet/>
      <dgm:spPr/>
      <dgm:t>
        <a:bodyPr/>
        <a:lstStyle/>
        <a:p>
          <a:endParaRPr lang="en-US"/>
        </a:p>
      </dgm:t>
    </dgm:pt>
    <dgm:pt modelId="{CFA75F8D-3ECA-426D-AF5E-B6B8FE73CC68}">
      <dgm:prSet/>
      <dgm:spPr/>
      <dgm:t>
        <a:bodyPr/>
        <a:lstStyle/>
        <a:p>
          <a:r>
            <a:rPr lang="en-IN" b="0" i="0" baseline="0"/>
            <a:t>VM 2 — Database</a:t>
          </a:r>
          <a:endParaRPr lang="en-US"/>
        </a:p>
      </dgm:t>
    </dgm:pt>
    <dgm:pt modelId="{CA14063A-C364-4939-B90B-44C238C4C068}" type="parTrans" cxnId="{7834BE48-2F8D-4133-ACED-214DAACB479F}">
      <dgm:prSet/>
      <dgm:spPr/>
      <dgm:t>
        <a:bodyPr/>
        <a:lstStyle/>
        <a:p>
          <a:endParaRPr lang="en-US"/>
        </a:p>
      </dgm:t>
    </dgm:pt>
    <dgm:pt modelId="{B4377C68-14BE-4DE6-9EB6-7B6574920887}" type="sibTrans" cxnId="{7834BE48-2F8D-4133-ACED-214DAACB479F}">
      <dgm:prSet/>
      <dgm:spPr/>
      <dgm:t>
        <a:bodyPr/>
        <a:lstStyle/>
        <a:p>
          <a:endParaRPr lang="en-US"/>
        </a:p>
      </dgm:t>
    </dgm:pt>
    <dgm:pt modelId="{26A6862D-454C-43B5-911C-F780ABB8ED5E}">
      <dgm:prSet/>
      <dgm:spPr/>
      <dgm:t>
        <a:bodyPr/>
        <a:lstStyle/>
        <a:p>
          <a:r>
            <a:rPr lang="en-IN" b="0" i="0" baseline="0"/>
            <a:t>VM 3 — DNS</a:t>
          </a:r>
          <a:endParaRPr lang="en-US"/>
        </a:p>
      </dgm:t>
    </dgm:pt>
    <dgm:pt modelId="{298126B5-C043-428C-ABF0-5C6927D9CB05}" type="parTrans" cxnId="{63B5304D-6E39-4CA1-AF30-57B02109D213}">
      <dgm:prSet/>
      <dgm:spPr/>
      <dgm:t>
        <a:bodyPr/>
        <a:lstStyle/>
        <a:p>
          <a:endParaRPr lang="en-US"/>
        </a:p>
      </dgm:t>
    </dgm:pt>
    <dgm:pt modelId="{CA602088-8304-4836-9E9E-F6F5B297194E}" type="sibTrans" cxnId="{63B5304D-6E39-4CA1-AF30-57B02109D213}">
      <dgm:prSet/>
      <dgm:spPr/>
      <dgm:t>
        <a:bodyPr/>
        <a:lstStyle/>
        <a:p>
          <a:endParaRPr lang="en-US"/>
        </a:p>
      </dgm:t>
    </dgm:pt>
    <dgm:pt modelId="{AEA5661A-70B6-4636-A484-004A5B917676}">
      <dgm:prSet/>
      <dgm:spPr/>
      <dgm:t>
        <a:bodyPr/>
        <a:lstStyle/>
        <a:p>
          <a:r>
            <a:rPr lang="en-IN" b="0" i="0" baseline="0" dirty="0"/>
            <a:t>CPU | RAM |Storage |NIC</a:t>
          </a:r>
          <a:endParaRPr lang="en-US" dirty="0"/>
        </a:p>
      </dgm:t>
    </dgm:pt>
    <dgm:pt modelId="{F4B0C7B9-4A10-4C9E-BFE4-20F5D9436394}" type="parTrans" cxnId="{01295ECB-D82C-42B2-816A-86E16B3B44D5}">
      <dgm:prSet/>
      <dgm:spPr/>
      <dgm:t>
        <a:bodyPr/>
        <a:lstStyle/>
        <a:p>
          <a:endParaRPr lang="en-US"/>
        </a:p>
      </dgm:t>
    </dgm:pt>
    <dgm:pt modelId="{157C1E60-6FF5-4C9F-8FC3-478A79113AEE}" type="sibTrans" cxnId="{01295ECB-D82C-42B2-816A-86E16B3B44D5}">
      <dgm:prSet/>
      <dgm:spPr/>
      <dgm:t>
        <a:bodyPr/>
        <a:lstStyle/>
        <a:p>
          <a:endParaRPr lang="en-US"/>
        </a:p>
      </dgm:t>
    </dgm:pt>
    <dgm:pt modelId="{8FECC6D2-1996-4A8D-BDCC-EDBB2B1FEF55}" type="pres">
      <dgm:prSet presAssocID="{DAD7253B-A569-4646-B4F0-D6BFA06C8486}" presName="Name0" presStyleCnt="0">
        <dgm:presLayoutVars>
          <dgm:dir/>
          <dgm:animLvl val="lvl"/>
          <dgm:resizeHandles val="exact"/>
        </dgm:presLayoutVars>
      </dgm:prSet>
      <dgm:spPr/>
    </dgm:pt>
    <dgm:pt modelId="{15792AB5-F70F-46EF-B4FB-4C7CDB42CBA0}" type="pres">
      <dgm:prSet presAssocID="{4D9D3D5B-AD6D-4B3D-B3FB-2FB22773B43D}" presName="boxAndChildren" presStyleCnt="0"/>
      <dgm:spPr/>
    </dgm:pt>
    <dgm:pt modelId="{ABAFB5DA-BFC8-4B9F-9C8D-59E163EA0C1F}" type="pres">
      <dgm:prSet presAssocID="{4D9D3D5B-AD6D-4B3D-B3FB-2FB22773B43D}" presName="parentTextBox" presStyleLbl="alignNode1" presStyleIdx="0" presStyleCnt="3"/>
      <dgm:spPr/>
    </dgm:pt>
    <dgm:pt modelId="{5BF6743E-C304-4D7A-AFEA-C2E66752B636}" type="pres">
      <dgm:prSet presAssocID="{4D9D3D5B-AD6D-4B3D-B3FB-2FB22773B43D}" presName="descendantBox" presStyleLbl="bgAccFollowNode1" presStyleIdx="0" presStyleCnt="3"/>
      <dgm:spPr/>
    </dgm:pt>
    <dgm:pt modelId="{CE9253CC-148D-4B94-8B69-E6D6A1BADA3A}" type="pres">
      <dgm:prSet presAssocID="{4EB4196F-40B5-44C1-B2A1-E09AFDFCBCF6}" presName="sp" presStyleCnt="0"/>
      <dgm:spPr/>
    </dgm:pt>
    <dgm:pt modelId="{1432F67A-FDA8-41F0-A12A-336A18506318}" type="pres">
      <dgm:prSet presAssocID="{A55EC0D6-CB04-46D4-8C37-4D41A197F7DA}" presName="arrowAndChildren" presStyleCnt="0"/>
      <dgm:spPr/>
    </dgm:pt>
    <dgm:pt modelId="{0E1CDB2E-DE34-4D4A-8A12-045C9F8754A5}" type="pres">
      <dgm:prSet presAssocID="{A55EC0D6-CB04-46D4-8C37-4D41A197F7DA}" presName="parentTextArrow" presStyleLbl="node1" presStyleIdx="0" presStyleCnt="0"/>
      <dgm:spPr/>
    </dgm:pt>
    <dgm:pt modelId="{FB0D731D-A2A0-430B-9DD2-BD2646323755}" type="pres">
      <dgm:prSet presAssocID="{A55EC0D6-CB04-46D4-8C37-4D41A197F7DA}" presName="arrow" presStyleLbl="alignNode1" presStyleIdx="1" presStyleCnt="3"/>
      <dgm:spPr/>
    </dgm:pt>
    <dgm:pt modelId="{A2CDA23A-8D3B-432C-86FE-0344F7AD6ABC}" type="pres">
      <dgm:prSet presAssocID="{A55EC0D6-CB04-46D4-8C37-4D41A197F7DA}" presName="descendantArrow" presStyleLbl="bgAccFollowNode1" presStyleIdx="1" presStyleCnt="3"/>
      <dgm:spPr/>
    </dgm:pt>
    <dgm:pt modelId="{47F41474-AEC8-4499-BFDD-87D6776379A3}" type="pres">
      <dgm:prSet presAssocID="{80202576-28D9-48E8-B2B2-CC8E5FD1DF01}" presName="sp" presStyleCnt="0"/>
      <dgm:spPr/>
    </dgm:pt>
    <dgm:pt modelId="{68E99886-F189-42C8-8A61-359A345641D3}" type="pres">
      <dgm:prSet presAssocID="{5F791488-F3B8-4891-A09D-459494254BAF}" presName="arrowAndChildren" presStyleCnt="0"/>
      <dgm:spPr/>
    </dgm:pt>
    <dgm:pt modelId="{5C280B8C-5C4E-4C17-8C49-7A49A1A2AEA2}" type="pres">
      <dgm:prSet presAssocID="{5F791488-F3B8-4891-A09D-459494254BAF}" presName="parentTextArrow" presStyleLbl="node1" presStyleIdx="0" presStyleCnt="0"/>
      <dgm:spPr/>
    </dgm:pt>
    <dgm:pt modelId="{09AFC0DC-11E2-47E4-A27B-09537F91ECE7}" type="pres">
      <dgm:prSet presAssocID="{5F791488-F3B8-4891-A09D-459494254BAF}" presName="arrow" presStyleLbl="alignNode1" presStyleIdx="2" presStyleCnt="3"/>
      <dgm:spPr/>
    </dgm:pt>
    <dgm:pt modelId="{3020D648-E3FA-45CA-BA2F-2B1F3A08523A}" type="pres">
      <dgm:prSet presAssocID="{5F791488-F3B8-4891-A09D-459494254BAF}" presName="descendantArrow" presStyleLbl="bgAccFollowNode1" presStyleIdx="2" presStyleCnt="3"/>
      <dgm:spPr/>
    </dgm:pt>
  </dgm:ptLst>
  <dgm:cxnLst>
    <dgm:cxn modelId="{0F8F861C-2334-4357-A891-B2C8D78B3D93}" type="presOf" srcId="{401C0188-0CF5-4485-8D2F-BF074BF5F4E5}" destId="{A2CDA23A-8D3B-432C-86FE-0344F7AD6ABC}" srcOrd="0" destOrd="0" presId="urn:microsoft.com/office/officeart/2016/7/layout/VerticalDownArrowProcess"/>
    <dgm:cxn modelId="{E16C4B35-2B42-4BEC-930D-DB5C10B13E60}" type="presOf" srcId="{AEA5661A-70B6-4636-A484-004A5B917676}" destId="{3020D648-E3FA-45CA-BA2F-2B1F3A08523A}" srcOrd="0" destOrd="0" presId="urn:microsoft.com/office/officeart/2016/7/layout/VerticalDownArrowProcess"/>
    <dgm:cxn modelId="{2A435A5C-098B-4C9C-B29E-9595F95FEC39}" srcId="{4D9D3D5B-AD6D-4B3D-B3FB-2FB22773B43D}" destId="{B5CF34DB-3B4D-4DBF-ADDE-59554D7FC287}" srcOrd="0" destOrd="0" parTransId="{7E93C07C-0D31-4C41-9B47-97673ED766DD}" sibTransId="{1553C274-8805-45B6-BC83-CEEB58593F2D}"/>
    <dgm:cxn modelId="{1EC25361-FEF2-4CCC-B006-8A4D74D41E5F}" type="presOf" srcId="{26A6862D-454C-43B5-911C-F780ABB8ED5E}" destId="{5BF6743E-C304-4D7A-AFEA-C2E66752B636}" srcOrd="0" destOrd="2" presId="urn:microsoft.com/office/officeart/2016/7/layout/VerticalDownArrowProcess"/>
    <dgm:cxn modelId="{DB11B242-F01E-427D-8218-E69856B079DD}" type="presOf" srcId="{A55EC0D6-CB04-46D4-8C37-4D41A197F7DA}" destId="{FB0D731D-A2A0-430B-9DD2-BD2646323755}" srcOrd="1" destOrd="0" presId="urn:microsoft.com/office/officeart/2016/7/layout/VerticalDownArrowProcess"/>
    <dgm:cxn modelId="{CA3A3B44-F445-4DEF-874C-2FA52F41796F}" type="presOf" srcId="{CFA75F8D-3ECA-426D-AF5E-B6B8FE73CC68}" destId="{5BF6743E-C304-4D7A-AFEA-C2E66752B636}" srcOrd="0" destOrd="1" presId="urn:microsoft.com/office/officeart/2016/7/layout/VerticalDownArrowProcess"/>
    <dgm:cxn modelId="{7834BE48-2F8D-4133-ACED-214DAACB479F}" srcId="{4D9D3D5B-AD6D-4B3D-B3FB-2FB22773B43D}" destId="{CFA75F8D-3ECA-426D-AF5E-B6B8FE73CC68}" srcOrd="1" destOrd="0" parTransId="{CA14063A-C364-4939-B90B-44C238C4C068}" sibTransId="{B4377C68-14BE-4DE6-9EB6-7B6574920887}"/>
    <dgm:cxn modelId="{63B5304D-6E39-4CA1-AF30-57B02109D213}" srcId="{4D9D3D5B-AD6D-4B3D-B3FB-2FB22773B43D}" destId="{26A6862D-454C-43B5-911C-F780ABB8ED5E}" srcOrd="2" destOrd="0" parTransId="{298126B5-C043-428C-ABF0-5C6927D9CB05}" sibTransId="{CA602088-8304-4836-9E9E-F6F5B297194E}"/>
    <dgm:cxn modelId="{6CD73652-53C2-4F48-B0EB-3C0A6B6DE8F3}" type="presOf" srcId="{4D9D3D5B-AD6D-4B3D-B3FB-2FB22773B43D}" destId="{ABAFB5DA-BFC8-4B9F-9C8D-59E163EA0C1F}" srcOrd="0" destOrd="0" presId="urn:microsoft.com/office/officeart/2016/7/layout/VerticalDownArrowProcess"/>
    <dgm:cxn modelId="{935FB974-99AA-42DC-AF53-AE8C9F58B9A0}" srcId="{A55EC0D6-CB04-46D4-8C37-4D41A197F7DA}" destId="{401C0188-0CF5-4485-8D2F-BF074BF5F4E5}" srcOrd="0" destOrd="0" parTransId="{E163C01A-3DA7-4A2E-8C47-88B50A9BEF87}" sibTransId="{5134C27F-5B22-431C-A03C-F29ADF8A06D0}"/>
    <dgm:cxn modelId="{76D5748D-9619-498D-A2A2-B0AD8AEB3ABC}" srcId="{DAD7253B-A569-4646-B4F0-D6BFA06C8486}" destId="{5F791488-F3B8-4891-A09D-459494254BAF}" srcOrd="0" destOrd="0" parTransId="{97A6F279-80E9-498C-9841-0752146CE8F9}" sibTransId="{80202576-28D9-48E8-B2B2-CC8E5FD1DF01}"/>
    <dgm:cxn modelId="{5DF8569E-0498-4123-BA6B-5826C2ED2B0C}" type="presOf" srcId="{5F791488-F3B8-4891-A09D-459494254BAF}" destId="{5C280B8C-5C4E-4C17-8C49-7A49A1A2AEA2}" srcOrd="0" destOrd="0" presId="urn:microsoft.com/office/officeart/2016/7/layout/VerticalDownArrowProcess"/>
    <dgm:cxn modelId="{88CBBDA8-1B02-413C-925D-50E43313B4A7}" type="presOf" srcId="{A55EC0D6-CB04-46D4-8C37-4D41A197F7DA}" destId="{0E1CDB2E-DE34-4D4A-8A12-045C9F8754A5}" srcOrd="0" destOrd="0" presId="urn:microsoft.com/office/officeart/2016/7/layout/VerticalDownArrowProcess"/>
    <dgm:cxn modelId="{63CDF0B4-3C6F-4672-92A5-F85BBA109AEA}" type="presOf" srcId="{5F791488-F3B8-4891-A09D-459494254BAF}" destId="{09AFC0DC-11E2-47E4-A27B-09537F91ECE7}" srcOrd="1" destOrd="0" presId="urn:microsoft.com/office/officeart/2016/7/layout/VerticalDownArrowProcess"/>
    <dgm:cxn modelId="{EF75C4BE-7852-496D-8602-9EC2F0A3DFF6}" srcId="{DAD7253B-A569-4646-B4F0-D6BFA06C8486}" destId="{A55EC0D6-CB04-46D4-8C37-4D41A197F7DA}" srcOrd="1" destOrd="0" parTransId="{6FC1D173-A202-4D97-84FE-58955ACB50E6}" sibTransId="{4EB4196F-40B5-44C1-B2A1-E09AFDFCBCF6}"/>
    <dgm:cxn modelId="{5DA739CA-F581-4A64-9E43-D7AF4CC881B2}" type="presOf" srcId="{B5CF34DB-3B4D-4DBF-ADDE-59554D7FC287}" destId="{5BF6743E-C304-4D7A-AFEA-C2E66752B636}" srcOrd="0" destOrd="0" presId="urn:microsoft.com/office/officeart/2016/7/layout/VerticalDownArrowProcess"/>
    <dgm:cxn modelId="{01295ECB-D82C-42B2-816A-86E16B3B44D5}" srcId="{5F791488-F3B8-4891-A09D-459494254BAF}" destId="{AEA5661A-70B6-4636-A484-004A5B917676}" srcOrd="0" destOrd="0" parTransId="{F4B0C7B9-4A10-4C9E-BFE4-20F5D9436394}" sibTransId="{157C1E60-6FF5-4C9F-8FC3-478A79113AEE}"/>
    <dgm:cxn modelId="{1AC855D4-D4AD-45F0-90D0-45F71B05BED2}" srcId="{DAD7253B-A569-4646-B4F0-D6BFA06C8486}" destId="{4D9D3D5B-AD6D-4B3D-B3FB-2FB22773B43D}" srcOrd="2" destOrd="0" parTransId="{031A1B08-F7C4-4479-A2E6-46580F6D62CB}" sibTransId="{00E82B52-48CD-490D-9AB5-0CC28232BBB7}"/>
    <dgm:cxn modelId="{C07B4BE6-000C-4186-80DB-5AABD18BBE49}" type="presOf" srcId="{DAD7253B-A569-4646-B4F0-D6BFA06C8486}" destId="{8FECC6D2-1996-4A8D-BDCC-EDBB2B1FEF55}" srcOrd="0" destOrd="0" presId="urn:microsoft.com/office/officeart/2016/7/layout/VerticalDownArrowProcess"/>
    <dgm:cxn modelId="{9E75EAB1-73EA-438E-9120-E6923EBBF2A1}" type="presParOf" srcId="{8FECC6D2-1996-4A8D-BDCC-EDBB2B1FEF55}" destId="{15792AB5-F70F-46EF-B4FB-4C7CDB42CBA0}" srcOrd="0" destOrd="0" presId="urn:microsoft.com/office/officeart/2016/7/layout/VerticalDownArrowProcess"/>
    <dgm:cxn modelId="{05932D3C-C579-4F9F-8B3D-50FDAD76B1AA}" type="presParOf" srcId="{15792AB5-F70F-46EF-B4FB-4C7CDB42CBA0}" destId="{ABAFB5DA-BFC8-4B9F-9C8D-59E163EA0C1F}" srcOrd="0" destOrd="0" presId="urn:microsoft.com/office/officeart/2016/7/layout/VerticalDownArrowProcess"/>
    <dgm:cxn modelId="{59FE695B-554F-45D0-93B7-5B9C34A815FF}" type="presParOf" srcId="{15792AB5-F70F-46EF-B4FB-4C7CDB42CBA0}" destId="{5BF6743E-C304-4D7A-AFEA-C2E66752B636}" srcOrd="1" destOrd="0" presId="urn:microsoft.com/office/officeart/2016/7/layout/VerticalDownArrowProcess"/>
    <dgm:cxn modelId="{5C49C1FF-ED62-426F-BE44-411D0D7BFD73}" type="presParOf" srcId="{8FECC6D2-1996-4A8D-BDCC-EDBB2B1FEF55}" destId="{CE9253CC-148D-4B94-8B69-E6D6A1BADA3A}" srcOrd="1" destOrd="0" presId="urn:microsoft.com/office/officeart/2016/7/layout/VerticalDownArrowProcess"/>
    <dgm:cxn modelId="{26A86561-6C2E-4D7C-B7F6-EB2E7A799FC5}" type="presParOf" srcId="{8FECC6D2-1996-4A8D-BDCC-EDBB2B1FEF55}" destId="{1432F67A-FDA8-41F0-A12A-336A18506318}" srcOrd="2" destOrd="0" presId="urn:microsoft.com/office/officeart/2016/7/layout/VerticalDownArrowProcess"/>
    <dgm:cxn modelId="{0F0D078B-5DA0-4A8B-AFD3-2C7BDAD4608C}" type="presParOf" srcId="{1432F67A-FDA8-41F0-A12A-336A18506318}" destId="{0E1CDB2E-DE34-4D4A-8A12-045C9F8754A5}" srcOrd="0" destOrd="0" presId="urn:microsoft.com/office/officeart/2016/7/layout/VerticalDownArrowProcess"/>
    <dgm:cxn modelId="{63F8C622-C82F-4B5A-B7C9-253EEC2BA274}" type="presParOf" srcId="{1432F67A-FDA8-41F0-A12A-336A18506318}" destId="{FB0D731D-A2A0-430B-9DD2-BD2646323755}" srcOrd="1" destOrd="0" presId="urn:microsoft.com/office/officeart/2016/7/layout/VerticalDownArrowProcess"/>
    <dgm:cxn modelId="{C4D1D251-89CE-49DB-9235-30C9A2EE8F6A}" type="presParOf" srcId="{1432F67A-FDA8-41F0-A12A-336A18506318}" destId="{A2CDA23A-8D3B-432C-86FE-0344F7AD6ABC}" srcOrd="2" destOrd="0" presId="urn:microsoft.com/office/officeart/2016/7/layout/VerticalDownArrowProcess"/>
    <dgm:cxn modelId="{81A5D5A8-1E63-4EBA-9D87-F8DE87B94099}" type="presParOf" srcId="{8FECC6D2-1996-4A8D-BDCC-EDBB2B1FEF55}" destId="{47F41474-AEC8-4499-BFDD-87D6776379A3}" srcOrd="3" destOrd="0" presId="urn:microsoft.com/office/officeart/2016/7/layout/VerticalDownArrowProcess"/>
    <dgm:cxn modelId="{121BA51E-6F32-4C94-BDD6-6C9C97F5666D}" type="presParOf" srcId="{8FECC6D2-1996-4A8D-BDCC-EDBB2B1FEF55}" destId="{68E99886-F189-42C8-8A61-359A345641D3}" srcOrd="4" destOrd="0" presId="urn:microsoft.com/office/officeart/2016/7/layout/VerticalDownArrowProcess"/>
    <dgm:cxn modelId="{552121E8-02CD-4E52-90A3-A3A9A70C5F28}" type="presParOf" srcId="{68E99886-F189-42C8-8A61-359A345641D3}" destId="{5C280B8C-5C4E-4C17-8C49-7A49A1A2AEA2}" srcOrd="0" destOrd="0" presId="urn:microsoft.com/office/officeart/2016/7/layout/VerticalDownArrowProcess"/>
    <dgm:cxn modelId="{1CBEEFD1-6A9D-4E1F-B990-E0A4499C155D}" type="presParOf" srcId="{68E99886-F189-42C8-8A61-359A345641D3}" destId="{09AFC0DC-11E2-47E4-A27B-09537F91ECE7}" srcOrd="1" destOrd="0" presId="urn:microsoft.com/office/officeart/2016/7/layout/VerticalDownArrowProcess"/>
    <dgm:cxn modelId="{820859BF-A9BF-47CE-B7FA-D85DCA49DD39}" type="presParOf" srcId="{68E99886-F189-42C8-8A61-359A345641D3}" destId="{3020D648-E3FA-45CA-BA2F-2B1F3A08523A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D0D6A066-F323-4E1F-AD3B-FD73071BFB98}" type="doc">
      <dgm:prSet loTypeId="urn:microsoft.com/office/officeart/2018/5/layout/CenteredIconLabelDescriptionList" loCatId="icon" qsTypeId="urn:microsoft.com/office/officeart/2005/8/quickstyle/simple1#16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771B3F3-8569-4BC9-A59F-ADE81D6389CA}">
      <dgm:prSet/>
      <dgm:spPr/>
      <dgm:t>
        <a:bodyPr/>
        <a:lstStyle/>
        <a:p>
          <a:pPr>
            <a:defRPr b="1"/>
          </a:pPr>
          <a:r>
            <a:rPr lang="en-IN" b="0" i="0" baseline="0"/>
            <a:t>Type 1 — Bare Metal</a:t>
          </a:r>
          <a:endParaRPr lang="en-US"/>
        </a:p>
      </dgm:t>
    </dgm:pt>
    <dgm:pt modelId="{1210615B-E094-4F46-AF24-9117AD8A974F}" type="parTrans" cxnId="{7C78A6F7-CD8D-417F-A5AE-4607CA496845}">
      <dgm:prSet/>
      <dgm:spPr/>
      <dgm:t>
        <a:bodyPr/>
        <a:lstStyle/>
        <a:p>
          <a:endParaRPr lang="en-US"/>
        </a:p>
      </dgm:t>
    </dgm:pt>
    <dgm:pt modelId="{2A135F6C-B9B2-4B85-8402-794A2824A24C}" type="sibTrans" cxnId="{7C78A6F7-CD8D-417F-A5AE-4607CA496845}">
      <dgm:prSet/>
      <dgm:spPr/>
      <dgm:t>
        <a:bodyPr/>
        <a:lstStyle/>
        <a:p>
          <a:endParaRPr lang="en-US"/>
        </a:p>
      </dgm:t>
    </dgm:pt>
    <dgm:pt modelId="{EDA330E7-A2E1-4158-9DAE-1D904824F365}">
      <dgm:prSet/>
      <dgm:spPr/>
      <dgm:t>
        <a:bodyPr/>
        <a:lstStyle/>
        <a:p>
          <a:r>
            <a:rPr lang="en-IN" b="0" i="0" baseline="0"/>
            <a:t>VMs &gt; Hypervisor &gt; Hardware</a:t>
          </a:r>
          <a:endParaRPr lang="en-US"/>
        </a:p>
      </dgm:t>
    </dgm:pt>
    <dgm:pt modelId="{2E66F251-71BB-423D-BDCC-DC31E2238564}" type="parTrans" cxnId="{48F2871B-9C0D-411A-89A2-54C15443775D}">
      <dgm:prSet/>
      <dgm:spPr/>
      <dgm:t>
        <a:bodyPr/>
        <a:lstStyle/>
        <a:p>
          <a:endParaRPr lang="en-US"/>
        </a:p>
      </dgm:t>
    </dgm:pt>
    <dgm:pt modelId="{E2EDEFF3-D1D9-4D70-92F2-DA4B6E1B22EA}" type="sibTrans" cxnId="{48F2871B-9C0D-411A-89A2-54C15443775D}">
      <dgm:prSet/>
      <dgm:spPr/>
      <dgm:t>
        <a:bodyPr/>
        <a:lstStyle/>
        <a:p>
          <a:endParaRPr lang="en-US"/>
        </a:p>
      </dgm:t>
    </dgm:pt>
    <dgm:pt modelId="{183DF8A3-1D74-4D1B-A46B-BE53F90C6CB3}">
      <dgm:prSet/>
      <dgm:spPr/>
      <dgm:t>
        <a:bodyPr/>
        <a:lstStyle/>
        <a:p>
          <a:r>
            <a:rPr lang="en-IN" b="0" i="0" baseline="0"/>
            <a:t>Examples: ESXi, Hyper-V</a:t>
          </a:r>
          <a:endParaRPr lang="en-US"/>
        </a:p>
      </dgm:t>
    </dgm:pt>
    <dgm:pt modelId="{113A64D5-0A65-4540-A9E5-11D4EFB0BF86}" type="parTrans" cxnId="{A1760833-17E4-4C8C-BD40-9397304A3373}">
      <dgm:prSet/>
      <dgm:spPr/>
      <dgm:t>
        <a:bodyPr/>
        <a:lstStyle/>
        <a:p>
          <a:endParaRPr lang="en-US"/>
        </a:p>
      </dgm:t>
    </dgm:pt>
    <dgm:pt modelId="{4854329E-14CA-42FC-9667-34BF76FD8261}" type="sibTrans" cxnId="{A1760833-17E4-4C8C-BD40-9397304A3373}">
      <dgm:prSet/>
      <dgm:spPr/>
      <dgm:t>
        <a:bodyPr/>
        <a:lstStyle/>
        <a:p>
          <a:endParaRPr lang="en-US"/>
        </a:p>
      </dgm:t>
    </dgm:pt>
    <dgm:pt modelId="{55A14C36-750B-4D7F-B882-95B05C27F331}">
      <dgm:prSet/>
      <dgm:spPr/>
      <dgm:t>
        <a:bodyPr/>
        <a:lstStyle/>
        <a:p>
          <a:pPr>
            <a:defRPr b="1"/>
          </a:pPr>
          <a:r>
            <a:rPr lang="en-IN" b="0" i="0" baseline="0"/>
            <a:t>Type 2 — Hosted</a:t>
          </a:r>
          <a:endParaRPr lang="en-US"/>
        </a:p>
      </dgm:t>
    </dgm:pt>
    <dgm:pt modelId="{323A932A-C55D-4D60-BB8A-15517060DBD4}" type="parTrans" cxnId="{04E249EB-D36B-45E5-A2B6-04D85496B843}">
      <dgm:prSet/>
      <dgm:spPr/>
      <dgm:t>
        <a:bodyPr/>
        <a:lstStyle/>
        <a:p>
          <a:endParaRPr lang="en-US"/>
        </a:p>
      </dgm:t>
    </dgm:pt>
    <dgm:pt modelId="{4257627D-9A07-4811-8E55-65C711CDADDA}" type="sibTrans" cxnId="{04E249EB-D36B-45E5-A2B6-04D85496B843}">
      <dgm:prSet/>
      <dgm:spPr/>
      <dgm:t>
        <a:bodyPr/>
        <a:lstStyle/>
        <a:p>
          <a:endParaRPr lang="en-US"/>
        </a:p>
      </dgm:t>
    </dgm:pt>
    <dgm:pt modelId="{7692B26B-48EC-4493-8821-0C18DC1EE946}">
      <dgm:prSet/>
      <dgm:spPr/>
      <dgm:t>
        <a:bodyPr/>
        <a:lstStyle/>
        <a:p>
          <a:r>
            <a:rPr lang="en-IN" b="0" i="0" baseline="0"/>
            <a:t>VMs &gt; Hypervisor &gt; Host OS &gt; Hardware</a:t>
          </a:r>
          <a:endParaRPr lang="en-US"/>
        </a:p>
      </dgm:t>
    </dgm:pt>
    <dgm:pt modelId="{A621700F-AF26-49A1-AAC7-7C3976B99EF7}" type="parTrans" cxnId="{98F1F6F4-7F55-45E3-9D9E-2B4A9EDDC073}">
      <dgm:prSet/>
      <dgm:spPr/>
      <dgm:t>
        <a:bodyPr/>
        <a:lstStyle/>
        <a:p>
          <a:endParaRPr lang="en-US"/>
        </a:p>
      </dgm:t>
    </dgm:pt>
    <dgm:pt modelId="{828A33C5-D17D-4EDD-905B-4613652AF490}" type="sibTrans" cxnId="{98F1F6F4-7F55-45E3-9D9E-2B4A9EDDC073}">
      <dgm:prSet/>
      <dgm:spPr/>
      <dgm:t>
        <a:bodyPr/>
        <a:lstStyle/>
        <a:p>
          <a:endParaRPr lang="en-US"/>
        </a:p>
      </dgm:t>
    </dgm:pt>
    <dgm:pt modelId="{21C06EAE-94B9-44EE-924B-AA5BEF1357F4}">
      <dgm:prSet/>
      <dgm:spPr/>
      <dgm:t>
        <a:bodyPr/>
        <a:lstStyle/>
        <a:p>
          <a:r>
            <a:rPr lang="en-IN" b="0" i="0" baseline="0"/>
            <a:t>Example: VirtualBox</a:t>
          </a:r>
          <a:endParaRPr lang="en-US"/>
        </a:p>
      </dgm:t>
    </dgm:pt>
    <dgm:pt modelId="{9E071393-DC26-424F-890E-30996224457F}" type="parTrans" cxnId="{DE92A1AB-0E52-4299-BEFD-507561160361}">
      <dgm:prSet/>
      <dgm:spPr/>
      <dgm:t>
        <a:bodyPr/>
        <a:lstStyle/>
        <a:p>
          <a:endParaRPr lang="en-US"/>
        </a:p>
      </dgm:t>
    </dgm:pt>
    <dgm:pt modelId="{CACF269D-AF2B-4857-B6D6-B21C1FC1047C}" type="sibTrans" cxnId="{DE92A1AB-0E52-4299-BEFD-507561160361}">
      <dgm:prSet/>
      <dgm:spPr/>
      <dgm:t>
        <a:bodyPr/>
        <a:lstStyle/>
        <a:p>
          <a:endParaRPr lang="en-US"/>
        </a:p>
      </dgm:t>
    </dgm:pt>
    <dgm:pt modelId="{4ED40B70-DE4C-47BB-892B-A39D516083BF}" type="pres">
      <dgm:prSet presAssocID="{D0D6A066-F323-4E1F-AD3B-FD73071BFB98}" presName="root" presStyleCnt="0">
        <dgm:presLayoutVars>
          <dgm:dir/>
          <dgm:resizeHandles val="exact"/>
        </dgm:presLayoutVars>
      </dgm:prSet>
      <dgm:spPr/>
    </dgm:pt>
    <dgm:pt modelId="{0FA36381-BFDF-44D5-B0BF-C5B7717B0D67}" type="pres">
      <dgm:prSet presAssocID="{3771B3F3-8569-4BC9-A59F-ADE81D6389CA}" presName="compNode" presStyleCnt="0"/>
      <dgm:spPr/>
    </dgm:pt>
    <dgm:pt modelId="{8954F4D4-E193-4F62-8F54-4B44AED341BB}" type="pres">
      <dgm:prSet presAssocID="{3771B3F3-8569-4BC9-A59F-ADE81D6389CA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B249563B-8E10-4DA2-9D8B-3993C5505970}" type="pres">
      <dgm:prSet presAssocID="{3771B3F3-8569-4BC9-A59F-ADE81D6389CA}" presName="iconSpace" presStyleCnt="0"/>
      <dgm:spPr/>
    </dgm:pt>
    <dgm:pt modelId="{E851FF89-C39D-4BAB-80E7-F7324F4D3FFD}" type="pres">
      <dgm:prSet presAssocID="{3771B3F3-8569-4BC9-A59F-ADE81D6389CA}" presName="parTx" presStyleLbl="revTx" presStyleIdx="0" presStyleCnt="4">
        <dgm:presLayoutVars>
          <dgm:chMax val="0"/>
          <dgm:chPref val="0"/>
        </dgm:presLayoutVars>
      </dgm:prSet>
      <dgm:spPr/>
    </dgm:pt>
    <dgm:pt modelId="{226DAA75-EBFD-4287-A82B-46ABFD106EF3}" type="pres">
      <dgm:prSet presAssocID="{3771B3F3-8569-4BC9-A59F-ADE81D6389CA}" presName="txSpace" presStyleCnt="0"/>
      <dgm:spPr/>
    </dgm:pt>
    <dgm:pt modelId="{DA153366-9596-4490-BFB0-6725EB9352A0}" type="pres">
      <dgm:prSet presAssocID="{3771B3F3-8569-4BC9-A59F-ADE81D6389CA}" presName="desTx" presStyleLbl="revTx" presStyleIdx="1" presStyleCnt="4">
        <dgm:presLayoutVars/>
      </dgm:prSet>
      <dgm:spPr/>
    </dgm:pt>
    <dgm:pt modelId="{2999A2AD-6057-4ECE-87FA-A1A32EADF640}" type="pres">
      <dgm:prSet presAssocID="{2A135F6C-B9B2-4B85-8402-794A2824A24C}" presName="sibTrans" presStyleCnt="0"/>
      <dgm:spPr/>
    </dgm:pt>
    <dgm:pt modelId="{C214B5EE-B915-43F1-94B3-EBE5C365C460}" type="pres">
      <dgm:prSet presAssocID="{55A14C36-750B-4D7F-B882-95B05C27F331}" presName="compNode" presStyleCnt="0"/>
      <dgm:spPr/>
    </dgm:pt>
    <dgm:pt modelId="{AF5C5E3E-5764-4929-95AE-D901C5BCC613}" type="pres">
      <dgm:prSet presAssocID="{55A14C36-750B-4D7F-B882-95B05C27F331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5DF9D3C0-B810-4568-97E6-6563083F633B}" type="pres">
      <dgm:prSet presAssocID="{55A14C36-750B-4D7F-B882-95B05C27F331}" presName="iconSpace" presStyleCnt="0"/>
      <dgm:spPr/>
    </dgm:pt>
    <dgm:pt modelId="{CC734D4E-6E90-41EB-9674-56461B9B1AA5}" type="pres">
      <dgm:prSet presAssocID="{55A14C36-750B-4D7F-B882-95B05C27F331}" presName="parTx" presStyleLbl="revTx" presStyleIdx="2" presStyleCnt="4">
        <dgm:presLayoutVars>
          <dgm:chMax val="0"/>
          <dgm:chPref val="0"/>
        </dgm:presLayoutVars>
      </dgm:prSet>
      <dgm:spPr/>
    </dgm:pt>
    <dgm:pt modelId="{881AB498-61DA-4A9B-A3FD-DDDCCA4743EA}" type="pres">
      <dgm:prSet presAssocID="{55A14C36-750B-4D7F-B882-95B05C27F331}" presName="txSpace" presStyleCnt="0"/>
      <dgm:spPr/>
    </dgm:pt>
    <dgm:pt modelId="{2721BEA8-6B61-4C46-8143-3BDCCBC4EE30}" type="pres">
      <dgm:prSet presAssocID="{55A14C36-750B-4D7F-B882-95B05C27F331}" presName="desTx" presStyleLbl="revTx" presStyleIdx="3" presStyleCnt="4">
        <dgm:presLayoutVars/>
      </dgm:prSet>
      <dgm:spPr/>
    </dgm:pt>
  </dgm:ptLst>
  <dgm:cxnLst>
    <dgm:cxn modelId="{48F2871B-9C0D-411A-89A2-54C15443775D}" srcId="{3771B3F3-8569-4BC9-A59F-ADE81D6389CA}" destId="{EDA330E7-A2E1-4158-9DAE-1D904824F365}" srcOrd="0" destOrd="0" parTransId="{2E66F251-71BB-423D-BDCC-DC31E2238564}" sibTransId="{E2EDEFF3-D1D9-4D70-92F2-DA4B6E1B22EA}"/>
    <dgm:cxn modelId="{8FA71228-C35A-4068-BB70-A4AC21A08073}" type="presOf" srcId="{21C06EAE-94B9-44EE-924B-AA5BEF1357F4}" destId="{2721BEA8-6B61-4C46-8143-3BDCCBC4EE30}" srcOrd="0" destOrd="1" presId="urn:microsoft.com/office/officeart/2018/5/layout/CenteredIconLabelDescriptionList"/>
    <dgm:cxn modelId="{A1760833-17E4-4C8C-BD40-9397304A3373}" srcId="{3771B3F3-8569-4BC9-A59F-ADE81D6389CA}" destId="{183DF8A3-1D74-4D1B-A46B-BE53F90C6CB3}" srcOrd="1" destOrd="0" parTransId="{113A64D5-0A65-4540-A9E5-11D4EFB0BF86}" sibTransId="{4854329E-14CA-42FC-9667-34BF76FD8261}"/>
    <dgm:cxn modelId="{C6CF7D3A-1A0B-4541-89D1-324E4094FDF8}" type="presOf" srcId="{3771B3F3-8569-4BC9-A59F-ADE81D6389CA}" destId="{E851FF89-C39D-4BAB-80E7-F7324F4D3FFD}" srcOrd="0" destOrd="0" presId="urn:microsoft.com/office/officeart/2018/5/layout/CenteredIconLabelDescriptionList"/>
    <dgm:cxn modelId="{24F2B945-0FC9-4ADB-B747-D57229209CCF}" type="presOf" srcId="{EDA330E7-A2E1-4158-9DAE-1D904824F365}" destId="{DA153366-9596-4490-BFB0-6725EB9352A0}" srcOrd="0" destOrd="0" presId="urn:microsoft.com/office/officeart/2018/5/layout/CenteredIconLabelDescriptionList"/>
    <dgm:cxn modelId="{F214A77C-4B1B-448C-9483-C82A25663F2A}" type="presOf" srcId="{55A14C36-750B-4D7F-B882-95B05C27F331}" destId="{CC734D4E-6E90-41EB-9674-56461B9B1AA5}" srcOrd="0" destOrd="0" presId="urn:microsoft.com/office/officeart/2018/5/layout/CenteredIconLabelDescriptionList"/>
    <dgm:cxn modelId="{DE92A1AB-0E52-4299-BEFD-507561160361}" srcId="{55A14C36-750B-4D7F-B882-95B05C27F331}" destId="{21C06EAE-94B9-44EE-924B-AA5BEF1357F4}" srcOrd="1" destOrd="0" parTransId="{9E071393-DC26-424F-890E-30996224457F}" sibTransId="{CACF269D-AF2B-4857-B6D6-B21C1FC1047C}"/>
    <dgm:cxn modelId="{CF706CB0-AE0E-4C87-90B0-B24EDADDFD5D}" type="presOf" srcId="{D0D6A066-F323-4E1F-AD3B-FD73071BFB98}" destId="{4ED40B70-DE4C-47BB-892B-A39D516083BF}" srcOrd="0" destOrd="0" presId="urn:microsoft.com/office/officeart/2018/5/layout/CenteredIconLabelDescriptionList"/>
    <dgm:cxn modelId="{2B3CACC9-DFEE-4A3F-AA16-8AB00087AFA7}" type="presOf" srcId="{7692B26B-48EC-4493-8821-0C18DC1EE946}" destId="{2721BEA8-6B61-4C46-8143-3BDCCBC4EE30}" srcOrd="0" destOrd="0" presId="urn:microsoft.com/office/officeart/2018/5/layout/CenteredIconLabelDescriptionList"/>
    <dgm:cxn modelId="{04E249EB-D36B-45E5-A2B6-04D85496B843}" srcId="{D0D6A066-F323-4E1F-AD3B-FD73071BFB98}" destId="{55A14C36-750B-4D7F-B882-95B05C27F331}" srcOrd="1" destOrd="0" parTransId="{323A932A-C55D-4D60-BB8A-15517060DBD4}" sibTransId="{4257627D-9A07-4811-8E55-65C711CDADDA}"/>
    <dgm:cxn modelId="{827439F0-D9B3-4F98-88CD-E8BD8BC3B293}" type="presOf" srcId="{183DF8A3-1D74-4D1B-A46B-BE53F90C6CB3}" destId="{DA153366-9596-4490-BFB0-6725EB9352A0}" srcOrd="0" destOrd="1" presId="urn:microsoft.com/office/officeart/2018/5/layout/CenteredIconLabelDescriptionList"/>
    <dgm:cxn modelId="{98F1F6F4-7F55-45E3-9D9E-2B4A9EDDC073}" srcId="{55A14C36-750B-4D7F-B882-95B05C27F331}" destId="{7692B26B-48EC-4493-8821-0C18DC1EE946}" srcOrd="0" destOrd="0" parTransId="{A621700F-AF26-49A1-AAC7-7C3976B99EF7}" sibTransId="{828A33C5-D17D-4EDD-905B-4613652AF490}"/>
    <dgm:cxn modelId="{7C78A6F7-CD8D-417F-A5AE-4607CA496845}" srcId="{D0D6A066-F323-4E1F-AD3B-FD73071BFB98}" destId="{3771B3F3-8569-4BC9-A59F-ADE81D6389CA}" srcOrd="0" destOrd="0" parTransId="{1210615B-E094-4F46-AF24-9117AD8A974F}" sibTransId="{2A135F6C-B9B2-4B85-8402-794A2824A24C}"/>
    <dgm:cxn modelId="{20FFDE9C-A99E-49FF-8F27-612049C83A2E}" type="presParOf" srcId="{4ED40B70-DE4C-47BB-892B-A39D516083BF}" destId="{0FA36381-BFDF-44D5-B0BF-C5B7717B0D67}" srcOrd="0" destOrd="0" presId="urn:microsoft.com/office/officeart/2018/5/layout/CenteredIconLabelDescriptionList"/>
    <dgm:cxn modelId="{A1B143C2-B03C-4AF1-88DF-FA0F0FE4E307}" type="presParOf" srcId="{0FA36381-BFDF-44D5-B0BF-C5B7717B0D67}" destId="{8954F4D4-E193-4F62-8F54-4B44AED341BB}" srcOrd="0" destOrd="0" presId="urn:microsoft.com/office/officeart/2018/5/layout/CenteredIconLabelDescriptionList"/>
    <dgm:cxn modelId="{A44B102C-B0B1-48BB-8E49-CF1468B59893}" type="presParOf" srcId="{0FA36381-BFDF-44D5-B0BF-C5B7717B0D67}" destId="{B249563B-8E10-4DA2-9D8B-3993C5505970}" srcOrd="1" destOrd="0" presId="urn:microsoft.com/office/officeart/2018/5/layout/CenteredIconLabelDescriptionList"/>
    <dgm:cxn modelId="{96C3EAAF-8E1D-4614-A974-D3095E46E842}" type="presParOf" srcId="{0FA36381-BFDF-44D5-B0BF-C5B7717B0D67}" destId="{E851FF89-C39D-4BAB-80E7-F7324F4D3FFD}" srcOrd="2" destOrd="0" presId="urn:microsoft.com/office/officeart/2018/5/layout/CenteredIconLabelDescriptionList"/>
    <dgm:cxn modelId="{8E11956F-293B-4500-AB82-C2A6AAE32370}" type="presParOf" srcId="{0FA36381-BFDF-44D5-B0BF-C5B7717B0D67}" destId="{226DAA75-EBFD-4287-A82B-46ABFD106EF3}" srcOrd="3" destOrd="0" presId="urn:microsoft.com/office/officeart/2018/5/layout/CenteredIconLabelDescriptionList"/>
    <dgm:cxn modelId="{E0A84B4C-BC94-4313-8CAB-E2163A79F8BF}" type="presParOf" srcId="{0FA36381-BFDF-44D5-B0BF-C5B7717B0D67}" destId="{DA153366-9596-4490-BFB0-6725EB9352A0}" srcOrd="4" destOrd="0" presId="urn:microsoft.com/office/officeart/2018/5/layout/CenteredIconLabelDescriptionList"/>
    <dgm:cxn modelId="{1FEF9BBF-AF68-4C59-9AE9-F46141F8A1D2}" type="presParOf" srcId="{4ED40B70-DE4C-47BB-892B-A39D516083BF}" destId="{2999A2AD-6057-4ECE-87FA-A1A32EADF640}" srcOrd="1" destOrd="0" presId="urn:microsoft.com/office/officeart/2018/5/layout/CenteredIconLabelDescriptionList"/>
    <dgm:cxn modelId="{1CB9A596-B311-474E-B55D-1BBC9EA20B8F}" type="presParOf" srcId="{4ED40B70-DE4C-47BB-892B-A39D516083BF}" destId="{C214B5EE-B915-43F1-94B3-EBE5C365C460}" srcOrd="2" destOrd="0" presId="urn:microsoft.com/office/officeart/2018/5/layout/CenteredIconLabelDescriptionList"/>
    <dgm:cxn modelId="{45A1E1EB-71A7-4522-A758-8EBFFD62DDA6}" type="presParOf" srcId="{C214B5EE-B915-43F1-94B3-EBE5C365C460}" destId="{AF5C5E3E-5764-4929-95AE-D901C5BCC613}" srcOrd="0" destOrd="0" presId="urn:microsoft.com/office/officeart/2018/5/layout/CenteredIconLabelDescriptionList"/>
    <dgm:cxn modelId="{0FC8406C-385C-4BCE-BC09-4C6274FAA7BD}" type="presParOf" srcId="{C214B5EE-B915-43F1-94B3-EBE5C365C460}" destId="{5DF9D3C0-B810-4568-97E6-6563083F633B}" srcOrd="1" destOrd="0" presId="urn:microsoft.com/office/officeart/2018/5/layout/CenteredIconLabelDescriptionList"/>
    <dgm:cxn modelId="{FA661864-E210-4276-B8D0-8360776A9CB5}" type="presParOf" srcId="{C214B5EE-B915-43F1-94B3-EBE5C365C460}" destId="{CC734D4E-6E90-41EB-9674-56461B9B1AA5}" srcOrd="2" destOrd="0" presId="urn:microsoft.com/office/officeart/2018/5/layout/CenteredIconLabelDescriptionList"/>
    <dgm:cxn modelId="{058AF809-AE55-4FE8-9098-7E77504334F4}" type="presParOf" srcId="{C214B5EE-B915-43F1-94B3-EBE5C365C460}" destId="{881AB498-61DA-4A9B-A3FD-DDDCCA4743EA}" srcOrd="3" destOrd="0" presId="urn:microsoft.com/office/officeart/2018/5/layout/CenteredIconLabelDescriptionList"/>
    <dgm:cxn modelId="{2D8989A7-D5A3-42B9-9548-047BD4468D6C}" type="presParOf" srcId="{C214B5EE-B915-43F1-94B3-EBE5C365C460}" destId="{2721BEA8-6B61-4C46-8143-3BDCCBC4EE30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9ED48808-C8F0-4000-B54F-18ECDA1F627E}" type="doc">
      <dgm:prSet loTypeId="urn:microsoft.com/office/officeart/2005/8/layout/list1" loCatId="list" qsTypeId="urn:microsoft.com/office/officeart/2005/8/quickstyle/simple4#2" qsCatId="simple" csTypeId="urn:microsoft.com/office/officeart/2005/8/colors/colorful2#3" csCatId="colorful" phldr="1"/>
      <dgm:spPr/>
      <dgm:t>
        <a:bodyPr/>
        <a:lstStyle/>
        <a:p>
          <a:endParaRPr lang="en-US"/>
        </a:p>
      </dgm:t>
    </dgm:pt>
    <dgm:pt modelId="{DE351A7D-5E51-4E7E-93AB-8D8F0BCB674C}">
      <dgm:prSet/>
      <dgm:spPr/>
      <dgm:t>
        <a:bodyPr/>
        <a:lstStyle/>
        <a:p>
          <a:r>
            <a:rPr lang="en-IN" b="0" i="0" baseline="0"/>
            <a:t>Why HCL Matters</a:t>
          </a:r>
          <a:endParaRPr lang="en-US"/>
        </a:p>
      </dgm:t>
    </dgm:pt>
    <dgm:pt modelId="{BD4B72A6-CD02-4246-A4D9-53F87C9414B0}" type="parTrans" cxnId="{E2B94813-6906-489B-9477-88F721FFA7C8}">
      <dgm:prSet/>
      <dgm:spPr/>
      <dgm:t>
        <a:bodyPr/>
        <a:lstStyle/>
        <a:p>
          <a:endParaRPr lang="en-US"/>
        </a:p>
      </dgm:t>
    </dgm:pt>
    <dgm:pt modelId="{96F345E6-431B-4717-9416-BADE2130A3C6}" type="sibTrans" cxnId="{E2B94813-6906-489B-9477-88F721FFA7C8}">
      <dgm:prSet/>
      <dgm:spPr/>
      <dgm:t>
        <a:bodyPr/>
        <a:lstStyle/>
        <a:p>
          <a:endParaRPr lang="en-US"/>
        </a:p>
      </dgm:t>
    </dgm:pt>
    <dgm:pt modelId="{AA4DC55C-B5B4-409D-88EF-4DE246BA1C26}">
      <dgm:prSet/>
      <dgm:spPr/>
      <dgm:t>
        <a:bodyPr/>
        <a:lstStyle/>
        <a:p>
          <a:r>
            <a:rPr lang="en-IN" b="0" i="0" baseline="0"/>
            <a:t>Stability</a:t>
          </a:r>
          <a:endParaRPr lang="en-US"/>
        </a:p>
      </dgm:t>
    </dgm:pt>
    <dgm:pt modelId="{34532788-F410-43CD-B697-897DDBC757A4}" type="parTrans" cxnId="{62DD734B-BE48-4179-816B-998E8AF4C1E6}">
      <dgm:prSet/>
      <dgm:spPr/>
      <dgm:t>
        <a:bodyPr/>
        <a:lstStyle/>
        <a:p>
          <a:endParaRPr lang="en-US"/>
        </a:p>
      </dgm:t>
    </dgm:pt>
    <dgm:pt modelId="{3FA73DD6-242E-440B-AC1D-9C1CD2D0BA0C}" type="sibTrans" cxnId="{62DD734B-BE48-4179-816B-998E8AF4C1E6}">
      <dgm:prSet/>
      <dgm:spPr/>
      <dgm:t>
        <a:bodyPr/>
        <a:lstStyle/>
        <a:p>
          <a:endParaRPr lang="en-US"/>
        </a:p>
      </dgm:t>
    </dgm:pt>
    <dgm:pt modelId="{734011F3-0079-43AC-97AC-6343EE70942F}">
      <dgm:prSet/>
      <dgm:spPr/>
      <dgm:t>
        <a:bodyPr/>
        <a:lstStyle/>
        <a:p>
          <a:r>
            <a:rPr lang="en-IN" b="0" i="0" baseline="0" dirty="0"/>
            <a:t>Drivers</a:t>
          </a:r>
          <a:endParaRPr lang="en-US" dirty="0"/>
        </a:p>
      </dgm:t>
    </dgm:pt>
    <dgm:pt modelId="{EF489E1C-6DE2-410E-A229-2F7D1DD8A5F2}" type="parTrans" cxnId="{3A59C58F-6E35-4468-B0CE-C36D255CEDDE}">
      <dgm:prSet/>
      <dgm:spPr/>
      <dgm:t>
        <a:bodyPr/>
        <a:lstStyle/>
        <a:p>
          <a:endParaRPr lang="en-US"/>
        </a:p>
      </dgm:t>
    </dgm:pt>
    <dgm:pt modelId="{11D79D67-3618-467E-B456-295BC001CC4C}" type="sibTrans" cxnId="{3A59C58F-6E35-4468-B0CE-C36D255CEDDE}">
      <dgm:prSet/>
      <dgm:spPr/>
      <dgm:t>
        <a:bodyPr/>
        <a:lstStyle/>
        <a:p>
          <a:endParaRPr lang="en-US"/>
        </a:p>
      </dgm:t>
    </dgm:pt>
    <dgm:pt modelId="{20EB73A9-86C0-49CD-8299-A17F22C8AD1A}">
      <dgm:prSet/>
      <dgm:spPr/>
      <dgm:t>
        <a:bodyPr/>
        <a:lstStyle/>
        <a:p>
          <a:r>
            <a:rPr lang="en-IN" b="0" i="0" baseline="0"/>
            <a:t>Performance</a:t>
          </a:r>
          <a:endParaRPr lang="en-US"/>
        </a:p>
      </dgm:t>
    </dgm:pt>
    <dgm:pt modelId="{F3AC44A0-660F-4C9B-8FF1-D6A9FDA87A6A}" type="parTrans" cxnId="{EAFD6EB7-D977-4796-BD55-8002D29C3B04}">
      <dgm:prSet/>
      <dgm:spPr/>
      <dgm:t>
        <a:bodyPr/>
        <a:lstStyle/>
        <a:p>
          <a:endParaRPr lang="en-US"/>
        </a:p>
      </dgm:t>
    </dgm:pt>
    <dgm:pt modelId="{3DA81D2A-E1FC-4ABD-9D24-9568F53486D7}" type="sibTrans" cxnId="{EAFD6EB7-D977-4796-BD55-8002D29C3B04}">
      <dgm:prSet/>
      <dgm:spPr/>
      <dgm:t>
        <a:bodyPr/>
        <a:lstStyle/>
        <a:p>
          <a:endParaRPr lang="en-US"/>
        </a:p>
      </dgm:t>
    </dgm:pt>
    <dgm:pt modelId="{87BE8324-CBB5-4814-AE45-1DF6824647ED}">
      <dgm:prSet/>
      <dgm:spPr/>
      <dgm:t>
        <a:bodyPr/>
        <a:lstStyle/>
        <a:p>
          <a:r>
            <a:rPr lang="en-IN" b="0" i="0" baseline="0"/>
            <a:t>Vendor Support</a:t>
          </a:r>
          <a:endParaRPr lang="en-US"/>
        </a:p>
      </dgm:t>
    </dgm:pt>
    <dgm:pt modelId="{E5F6AF5E-1CC9-491C-BCD9-F3E4312B6335}" type="parTrans" cxnId="{F1B2B2B3-9CFE-401C-ABEE-9678BE8F4DD8}">
      <dgm:prSet/>
      <dgm:spPr/>
      <dgm:t>
        <a:bodyPr/>
        <a:lstStyle/>
        <a:p>
          <a:endParaRPr lang="en-US"/>
        </a:p>
      </dgm:t>
    </dgm:pt>
    <dgm:pt modelId="{F859261B-F5D9-4300-B3D1-779D0E8AA82C}" type="sibTrans" cxnId="{F1B2B2B3-9CFE-401C-ABEE-9678BE8F4DD8}">
      <dgm:prSet/>
      <dgm:spPr/>
      <dgm:t>
        <a:bodyPr/>
        <a:lstStyle/>
        <a:p>
          <a:endParaRPr lang="en-US"/>
        </a:p>
      </dgm:t>
    </dgm:pt>
    <dgm:pt modelId="{75C808E2-5954-455A-9FFE-CE685B39A8FC}">
      <dgm:prSet/>
      <dgm:spPr/>
      <dgm:t>
        <a:bodyPr/>
        <a:lstStyle/>
        <a:p>
          <a:r>
            <a:rPr lang="en-IN" b="0" i="0" baseline="0"/>
            <a:t>Troubleshooting</a:t>
          </a:r>
          <a:endParaRPr lang="en-US"/>
        </a:p>
      </dgm:t>
    </dgm:pt>
    <dgm:pt modelId="{A429790B-0655-4546-8AD8-7426ED758B25}" type="parTrans" cxnId="{0FE75FED-2EA1-4A91-885A-AAB867239416}">
      <dgm:prSet/>
      <dgm:spPr/>
      <dgm:t>
        <a:bodyPr/>
        <a:lstStyle/>
        <a:p>
          <a:endParaRPr lang="en-US"/>
        </a:p>
      </dgm:t>
    </dgm:pt>
    <dgm:pt modelId="{763FAC1E-BBD6-4C0D-BF22-DEFC9BA4064A}" type="sibTrans" cxnId="{0FE75FED-2EA1-4A91-885A-AAB867239416}">
      <dgm:prSet/>
      <dgm:spPr/>
      <dgm:t>
        <a:bodyPr/>
        <a:lstStyle/>
        <a:p>
          <a:endParaRPr lang="en-US"/>
        </a:p>
      </dgm:t>
    </dgm:pt>
    <dgm:pt modelId="{2880BF46-7AAB-4BC4-8FEF-15E21E077826}" type="pres">
      <dgm:prSet presAssocID="{9ED48808-C8F0-4000-B54F-18ECDA1F627E}" presName="linear" presStyleCnt="0">
        <dgm:presLayoutVars>
          <dgm:dir/>
          <dgm:animLvl val="lvl"/>
          <dgm:resizeHandles val="exact"/>
        </dgm:presLayoutVars>
      </dgm:prSet>
      <dgm:spPr/>
    </dgm:pt>
    <dgm:pt modelId="{DA8FDC39-B4C8-4405-9ECF-1F2E7C113A23}" type="pres">
      <dgm:prSet presAssocID="{DE351A7D-5E51-4E7E-93AB-8D8F0BCB674C}" presName="parentLin" presStyleCnt="0"/>
      <dgm:spPr/>
    </dgm:pt>
    <dgm:pt modelId="{FFF001E3-0B97-4A83-B961-60D894F57061}" type="pres">
      <dgm:prSet presAssocID="{DE351A7D-5E51-4E7E-93AB-8D8F0BCB674C}" presName="parentLeftMargin" presStyleLbl="node1" presStyleIdx="0" presStyleCnt="1"/>
      <dgm:spPr/>
    </dgm:pt>
    <dgm:pt modelId="{FF7F1FD0-4437-427A-96DD-8A4098423EF1}" type="pres">
      <dgm:prSet presAssocID="{DE351A7D-5E51-4E7E-93AB-8D8F0BCB674C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8156E486-7796-4797-A587-B4D7FCD87103}" type="pres">
      <dgm:prSet presAssocID="{DE351A7D-5E51-4E7E-93AB-8D8F0BCB674C}" presName="negativeSpace" presStyleCnt="0"/>
      <dgm:spPr/>
    </dgm:pt>
    <dgm:pt modelId="{4FEBA1A7-89F3-4E76-A366-AD377513598B}" type="pres">
      <dgm:prSet presAssocID="{DE351A7D-5E51-4E7E-93AB-8D8F0BCB674C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51966105-3CF6-4C7D-B89D-8ED74BD2F616}" type="presOf" srcId="{9ED48808-C8F0-4000-B54F-18ECDA1F627E}" destId="{2880BF46-7AAB-4BC4-8FEF-15E21E077826}" srcOrd="0" destOrd="0" presId="urn:microsoft.com/office/officeart/2005/8/layout/list1"/>
    <dgm:cxn modelId="{E2B94813-6906-489B-9477-88F721FFA7C8}" srcId="{9ED48808-C8F0-4000-B54F-18ECDA1F627E}" destId="{DE351A7D-5E51-4E7E-93AB-8D8F0BCB674C}" srcOrd="0" destOrd="0" parTransId="{BD4B72A6-CD02-4246-A4D9-53F87C9414B0}" sibTransId="{96F345E6-431B-4717-9416-BADE2130A3C6}"/>
    <dgm:cxn modelId="{901A9134-827D-48F0-99CB-79F70153F512}" type="presOf" srcId="{AA4DC55C-B5B4-409D-88EF-4DE246BA1C26}" destId="{4FEBA1A7-89F3-4E76-A366-AD377513598B}" srcOrd="0" destOrd="0" presId="urn:microsoft.com/office/officeart/2005/8/layout/list1"/>
    <dgm:cxn modelId="{EE96FF35-9D27-4E75-AA13-804285C92F41}" type="presOf" srcId="{20EB73A9-86C0-49CD-8299-A17F22C8AD1A}" destId="{4FEBA1A7-89F3-4E76-A366-AD377513598B}" srcOrd="0" destOrd="2" presId="urn:microsoft.com/office/officeart/2005/8/layout/list1"/>
    <dgm:cxn modelId="{6361483F-044F-489F-BA76-F38CFC625C1D}" type="presOf" srcId="{DE351A7D-5E51-4E7E-93AB-8D8F0BCB674C}" destId="{FF7F1FD0-4437-427A-96DD-8A4098423EF1}" srcOrd="1" destOrd="0" presId="urn:microsoft.com/office/officeart/2005/8/layout/list1"/>
    <dgm:cxn modelId="{62DD734B-BE48-4179-816B-998E8AF4C1E6}" srcId="{DE351A7D-5E51-4E7E-93AB-8D8F0BCB674C}" destId="{AA4DC55C-B5B4-409D-88EF-4DE246BA1C26}" srcOrd="0" destOrd="0" parTransId="{34532788-F410-43CD-B697-897DDBC757A4}" sibTransId="{3FA73DD6-242E-440B-AC1D-9C1CD2D0BA0C}"/>
    <dgm:cxn modelId="{B7020D6C-4AE5-4343-BAA7-70B93D6697D8}" type="presOf" srcId="{87BE8324-CBB5-4814-AE45-1DF6824647ED}" destId="{4FEBA1A7-89F3-4E76-A366-AD377513598B}" srcOrd="0" destOrd="3" presId="urn:microsoft.com/office/officeart/2005/8/layout/list1"/>
    <dgm:cxn modelId="{4FBEE28B-A674-41C7-9E12-DD25D0D7573B}" type="presOf" srcId="{75C808E2-5954-455A-9FFE-CE685B39A8FC}" destId="{4FEBA1A7-89F3-4E76-A366-AD377513598B}" srcOrd="0" destOrd="4" presId="urn:microsoft.com/office/officeart/2005/8/layout/list1"/>
    <dgm:cxn modelId="{3A59C58F-6E35-4468-B0CE-C36D255CEDDE}" srcId="{DE351A7D-5E51-4E7E-93AB-8D8F0BCB674C}" destId="{734011F3-0079-43AC-97AC-6343EE70942F}" srcOrd="1" destOrd="0" parTransId="{EF489E1C-6DE2-410E-A229-2F7D1DD8A5F2}" sibTransId="{11D79D67-3618-467E-B456-295BC001CC4C}"/>
    <dgm:cxn modelId="{E37A5C96-495B-430B-90DB-F2D91A8796CA}" type="presOf" srcId="{734011F3-0079-43AC-97AC-6343EE70942F}" destId="{4FEBA1A7-89F3-4E76-A366-AD377513598B}" srcOrd="0" destOrd="1" presId="urn:microsoft.com/office/officeart/2005/8/layout/list1"/>
    <dgm:cxn modelId="{4D3D04A9-4196-44A8-9E7E-5E981E64458A}" type="presOf" srcId="{DE351A7D-5E51-4E7E-93AB-8D8F0BCB674C}" destId="{FFF001E3-0B97-4A83-B961-60D894F57061}" srcOrd="0" destOrd="0" presId="urn:microsoft.com/office/officeart/2005/8/layout/list1"/>
    <dgm:cxn modelId="{F1B2B2B3-9CFE-401C-ABEE-9678BE8F4DD8}" srcId="{DE351A7D-5E51-4E7E-93AB-8D8F0BCB674C}" destId="{87BE8324-CBB5-4814-AE45-1DF6824647ED}" srcOrd="3" destOrd="0" parTransId="{E5F6AF5E-1CC9-491C-BCD9-F3E4312B6335}" sibTransId="{F859261B-F5D9-4300-B3D1-779D0E8AA82C}"/>
    <dgm:cxn modelId="{EAFD6EB7-D977-4796-BD55-8002D29C3B04}" srcId="{DE351A7D-5E51-4E7E-93AB-8D8F0BCB674C}" destId="{20EB73A9-86C0-49CD-8299-A17F22C8AD1A}" srcOrd="2" destOrd="0" parTransId="{F3AC44A0-660F-4C9B-8FF1-D6A9FDA87A6A}" sibTransId="{3DA81D2A-E1FC-4ABD-9D24-9568F53486D7}"/>
    <dgm:cxn modelId="{0FE75FED-2EA1-4A91-885A-AAB867239416}" srcId="{DE351A7D-5E51-4E7E-93AB-8D8F0BCB674C}" destId="{75C808E2-5954-455A-9FFE-CE685B39A8FC}" srcOrd="4" destOrd="0" parTransId="{A429790B-0655-4546-8AD8-7426ED758B25}" sibTransId="{763FAC1E-BBD6-4C0D-BF22-DEFC9BA4064A}"/>
    <dgm:cxn modelId="{4A0FFE21-8FA3-4BA2-9469-002E7D707828}" type="presParOf" srcId="{2880BF46-7AAB-4BC4-8FEF-15E21E077826}" destId="{DA8FDC39-B4C8-4405-9ECF-1F2E7C113A23}" srcOrd="0" destOrd="0" presId="urn:microsoft.com/office/officeart/2005/8/layout/list1"/>
    <dgm:cxn modelId="{D54DC9A2-6C18-465F-8A1A-AA63B1274F3C}" type="presParOf" srcId="{DA8FDC39-B4C8-4405-9ECF-1F2E7C113A23}" destId="{FFF001E3-0B97-4A83-B961-60D894F57061}" srcOrd="0" destOrd="0" presId="urn:microsoft.com/office/officeart/2005/8/layout/list1"/>
    <dgm:cxn modelId="{1108382D-9CCF-4922-B102-2C2DC8BA85DE}" type="presParOf" srcId="{DA8FDC39-B4C8-4405-9ECF-1F2E7C113A23}" destId="{FF7F1FD0-4437-427A-96DD-8A4098423EF1}" srcOrd="1" destOrd="0" presId="urn:microsoft.com/office/officeart/2005/8/layout/list1"/>
    <dgm:cxn modelId="{DFECB540-4CA4-4ECC-A878-A10366430021}" type="presParOf" srcId="{2880BF46-7AAB-4BC4-8FEF-15E21E077826}" destId="{8156E486-7796-4797-A587-B4D7FCD87103}" srcOrd="1" destOrd="0" presId="urn:microsoft.com/office/officeart/2005/8/layout/list1"/>
    <dgm:cxn modelId="{8A419A04-5281-4DD6-930F-46399AC3C188}" type="presParOf" srcId="{2880BF46-7AAB-4BC4-8FEF-15E21E077826}" destId="{4FEBA1A7-89F3-4E76-A366-AD377513598B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AB090615-71E6-4CA8-9FB9-CE6B643FA728}" type="doc">
      <dgm:prSet loTypeId="urn:microsoft.com/office/officeart/2005/8/layout/process1" loCatId="process" qsTypeId="urn:microsoft.com/office/officeart/2005/8/quickstyle/simple1#9" qsCatId="simple" csTypeId="urn:microsoft.com/office/officeart/2005/8/colors/accent1_2#5" csCatId="accent1"/>
      <dgm:spPr/>
      <dgm:t>
        <a:bodyPr/>
        <a:lstStyle/>
        <a:p>
          <a:endParaRPr lang="en-IN"/>
        </a:p>
      </dgm:t>
    </dgm:pt>
    <dgm:pt modelId="{B983E5EC-F11F-4597-BF2C-EAAFF44DF36E}">
      <dgm:prSet/>
      <dgm:spPr/>
      <dgm:t>
        <a:bodyPr/>
        <a:lstStyle/>
        <a:p>
          <a:r>
            <a:rPr lang="en-US" dirty="0"/>
            <a:t>Supported does not mean "it seems to work"</a:t>
          </a:r>
          <a:endParaRPr lang="en-IN" dirty="0"/>
        </a:p>
      </dgm:t>
    </dgm:pt>
    <dgm:pt modelId="{BAD1A14E-341B-4C7C-A102-A0B8A653AC15}" type="parTrans" cxnId="{1EEF5E3C-D15A-48E0-B534-DBF9C4507EA1}">
      <dgm:prSet/>
      <dgm:spPr/>
      <dgm:t>
        <a:bodyPr/>
        <a:lstStyle/>
        <a:p>
          <a:endParaRPr lang="en-IN"/>
        </a:p>
      </dgm:t>
    </dgm:pt>
    <dgm:pt modelId="{7067A149-5A5B-4B79-ADD9-51361A41A60E}" type="sibTrans" cxnId="{1EEF5E3C-D15A-48E0-B534-DBF9C4507EA1}">
      <dgm:prSet/>
      <dgm:spPr/>
      <dgm:t>
        <a:bodyPr/>
        <a:lstStyle/>
        <a:p>
          <a:endParaRPr lang="en-IN"/>
        </a:p>
      </dgm:t>
    </dgm:pt>
    <dgm:pt modelId="{D8F020BB-5A43-4EE4-8E46-986259BA436C}" type="pres">
      <dgm:prSet presAssocID="{AB090615-71E6-4CA8-9FB9-CE6B643FA728}" presName="Name0" presStyleCnt="0">
        <dgm:presLayoutVars>
          <dgm:dir/>
          <dgm:resizeHandles val="exact"/>
        </dgm:presLayoutVars>
      </dgm:prSet>
      <dgm:spPr/>
    </dgm:pt>
    <dgm:pt modelId="{1F4AA21E-308D-4EBF-A8BB-FD1C1E5F8F46}" type="pres">
      <dgm:prSet presAssocID="{B983E5EC-F11F-4597-BF2C-EAAFF44DF36E}" presName="node" presStyleLbl="node1" presStyleIdx="0" presStyleCnt="1" custLinFactNeighborX="62782" custLinFactNeighborY="-27022">
        <dgm:presLayoutVars>
          <dgm:bulletEnabled val="1"/>
        </dgm:presLayoutVars>
      </dgm:prSet>
      <dgm:spPr/>
    </dgm:pt>
  </dgm:ptLst>
  <dgm:cxnLst>
    <dgm:cxn modelId="{535ACE1A-4003-4FB6-808E-3D0EB2F17164}" type="presOf" srcId="{B983E5EC-F11F-4597-BF2C-EAAFF44DF36E}" destId="{1F4AA21E-308D-4EBF-A8BB-FD1C1E5F8F46}" srcOrd="0" destOrd="0" presId="urn:microsoft.com/office/officeart/2005/8/layout/process1"/>
    <dgm:cxn modelId="{1EEF5E3C-D15A-48E0-B534-DBF9C4507EA1}" srcId="{AB090615-71E6-4CA8-9FB9-CE6B643FA728}" destId="{B983E5EC-F11F-4597-BF2C-EAAFF44DF36E}" srcOrd="0" destOrd="0" parTransId="{BAD1A14E-341B-4C7C-A102-A0B8A653AC15}" sibTransId="{7067A149-5A5B-4B79-ADD9-51361A41A60E}"/>
    <dgm:cxn modelId="{E0E24BA6-4D7F-477E-8ABA-0CB3751A8D3D}" type="presOf" srcId="{AB090615-71E6-4CA8-9FB9-CE6B643FA728}" destId="{D8F020BB-5A43-4EE4-8E46-986259BA436C}" srcOrd="0" destOrd="0" presId="urn:microsoft.com/office/officeart/2005/8/layout/process1"/>
    <dgm:cxn modelId="{FA6E9543-5063-47DB-8119-8C32DE4C87FA}" type="presParOf" srcId="{D8F020BB-5A43-4EE4-8E46-986259BA436C}" destId="{1F4AA21E-308D-4EBF-A8BB-FD1C1E5F8F46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28B27E49-6221-4BEF-9448-C9ECAE434CBF}" type="doc">
      <dgm:prSet loTypeId="urn:microsoft.com/office/officeart/2005/8/layout/vList2" loCatId="list" qsTypeId="urn:microsoft.com/office/officeart/2005/8/quickstyle/simple4#3" qsCatId="simple" csTypeId="urn:microsoft.com/office/officeart/2005/8/colors/colorful2#4" csCatId="colorful"/>
      <dgm:spPr/>
      <dgm:t>
        <a:bodyPr/>
        <a:lstStyle/>
        <a:p>
          <a:endParaRPr lang="en-US"/>
        </a:p>
      </dgm:t>
    </dgm:pt>
    <dgm:pt modelId="{E6679735-8BB2-4DEA-A063-A9D5EF4122AC}">
      <dgm:prSet/>
      <dgm:spPr/>
      <dgm:t>
        <a:bodyPr/>
        <a:lstStyle/>
        <a:p>
          <a:r>
            <a:rPr lang="en-IN" b="0" i="0" baseline="0"/>
            <a:t>Example Host</a:t>
          </a:r>
          <a:endParaRPr lang="en-US"/>
        </a:p>
      </dgm:t>
    </dgm:pt>
    <dgm:pt modelId="{FD0277B3-D119-4D6D-98B3-6C7EE54D0F7D}" type="parTrans" cxnId="{3B066BC2-63C7-48D7-BEC5-BBF7A9453F60}">
      <dgm:prSet/>
      <dgm:spPr/>
      <dgm:t>
        <a:bodyPr/>
        <a:lstStyle/>
        <a:p>
          <a:endParaRPr lang="en-US"/>
        </a:p>
      </dgm:t>
    </dgm:pt>
    <dgm:pt modelId="{FA1AE597-D957-49EA-90DA-4BE9B5AF0BF5}" type="sibTrans" cxnId="{3B066BC2-63C7-48D7-BEC5-BBF7A9453F60}">
      <dgm:prSet/>
      <dgm:spPr/>
      <dgm:t>
        <a:bodyPr/>
        <a:lstStyle/>
        <a:p>
          <a:endParaRPr lang="en-US"/>
        </a:p>
      </dgm:t>
    </dgm:pt>
    <dgm:pt modelId="{A3908B88-3367-4377-B706-F4694CDF7986}">
      <dgm:prSet/>
      <dgm:spPr/>
      <dgm:t>
        <a:bodyPr/>
        <a:lstStyle/>
        <a:p>
          <a:r>
            <a:rPr lang="en-IN" b="0" i="0" baseline="0"/>
            <a:t>16 CPU Cores</a:t>
          </a:r>
          <a:endParaRPr lang="en-US"/>
        </a:p>
      </dgm:t>
    </dgm:pt>
    <dgm:pt modelId="{A07FAA2B-79A9-473B-87F6-B9930EDB3CA0}" type="parTrans" cxnId="{499E349F-C826-48C9-AAA2-69E6F8D9F35D}">
      <dgm:prSet/>
      <dgm:spPr/>
      <dgm:t>
        <a:bodyPr/>
        <a:lstStyle/>
        <a:p>
          <a:endParaRPr lang="en-US"/>
        </a:p>
      </dgm:t>
    </dgm:pt>
    <dgm:pt modelId="{D595AB51-1667-48D2-AC2D-143FEA9D79AE}" type="sibTrans" cxnId="{499E349F-C826-48C9-AAA2-69E6F8D9F35D}">
      <dgm:prSet/>
      <dgm:spPr/>
      <dgm:t>
        <a:bodyPr/>
        <a:lstStyle/>
        <a:p>
          <a:endParaRPr lang="en-US"/>
        </a:p>
      </dgm:t>
    </dgm:pt>
    <dgm:pt modelId="{C6F469C3-6B33-4152-A97A-94ADC6E7A5B9}">
      <dgm:prSet/>
      <dgm:spPr/>
      <dgm:t>
        <a:bodyPr/>
        <a:lstStyle/>
        <a:p>
          <a:r>
            <a:rPr lang="en-IN" b="0" i="0" baseline="0"/>
            <a:t>64 GB RAM</a:t>
          </a:r>
          <a:endParaRPr lang="en-US"/>
        </a:p>
      </dgm:t>
    </dgm:pt>
    <dgm:pt modelId="{55DACE20-7250-4977-93D9-8A6E285D3C60}" type="parTrans" cxnId="{ACF3D1E8-9748-4131-BD8D-3602C5D3B49C}">
      <dgm:prSet/>
      <dgm:spPr/>
      <dgm:t>
        <a:bodyPr/>
        <a:lstStyle/>
        <a:p>
          <a:endParaRPr lang="en-US"/>
        </a:p>
      </dgm:t>
    </dgm:pt>
    <dgm:pt modelId="{D436E2C5-4C20-4191-A4DA-61AB1769D9F1}" type="sibTrans" cxnId="{ACF3D1E8-9748-4131-BD8D-3602C5D3B49C}">
      <dgm:prSet/>
      <dgm:spPr/>
      <dgm:t>
        <a:bodyPr/>
        <a:lstStyle/>
        <a:p>
          <a:endParaRPr lang="en-US"/>
        </a:p>
      </dgm:t>
    </dgm:pt>
    <dgm:pt modelId="{F73F27DB-B1F0-4397-9487-952E3B7A0E9A}">
      <dgm:prSet/>
      <dgm:spPr/>
      <dgm:t>
        <a:bodyPr/>
        <a:lstStyle/>
        <a:p>
          <a:r>
            <a:rPr lang="en-IN" b="0" i="0" baseline="0"/>
            <a:t>2 TB Storage</a:t>
          </a:r>
          <a:endParaRPr lang="en-US"/>
        </a:p>
      </dgm:t>
    </dgm:pt>
    <dgm:pt modelId="{7617D5CE-44E3-48D6-B9DA-F14DC09CD644}" type="parTrans" cxnId="{821E9A0F-C85F-455C-A4EF-B583229D944C}">
      <dgm:prSet/>
      <dgm:spPr/>
      <dgm:t>
        <a:bodyPr/>
        <a:lstStyle/>
        <a:p>
          <a:endParaRPr lang="en-US"/>
        </a:p>
      </dgm:t>
    </dgm:pt>
    <dgm:pt modelId="{A6B5B403-ADA7-4532-B6E6-8F68073C39A4}" type="sibTrans" cxnId="{821E9A0F-C85F-455C-A4EF-B583229D944C}">
      <dgm:prSet/>
      <dgm:spPr/>
      <dgm:t>
        <a:bodyPr/>
        <a:lstStyle/>
        <a:p>
          <a:endParaRPr lang="en-US"/>
        </a:p>
      </dgm:t>
    </dgm:pt>
    <dgm:pt modelId="{8664724B-5EDE-41CD-B164-CC7D1C61F165}">
      <dgm:prSet/>
      <dgm:spPr/>
      <dgm:t>
        <a:bodyPr/>
        <a:lstStyle/>
        <a:p>
          <a:r>
            <a:rPr lang="en-IN" b="0" i="0" baseline="0"/>
            <a:t>2 × 1 Gb NIC</a:t>
          </a:r>
          <a:endParaRPr lang="en-US"/>
        </a:p>
      </dgm:t>
    </dgm:pt>
    <dgm:pt modelId="{4AF9C75E-F88E-4FCC-B08A-3B10ACFD291D}" type="parTrans" cxnId="{6D8BE1CB-E385-4D38-8B54-1B5C306F74D2}">
      <dgm:prSet/>
      <dgm:spPr/>
      <dgm:t>
        <a:bodyPr/>
        <a:lstStyle/>
        <a:p>
          <a:endParaRPr lang="en-US"/>
        </a:p>
      </dgm:t>
    </dgm:pt>
    <dgm:pt modelId="{C97E1B0F-F749-4227-AC0E-9C2A0B33B8A5}" type="sibTrans" cxnId="{6D8BE1CB-E385-4D38-8B54-1B5C306F74D2}">
      <dgm:prSet/>
      <dgm:spPr/>
      <dgm:t>
        <a:bodyPr/>
        <a:lstStyle/>
        <a:p>
          <a:endParaRPr lang="en-US"/>
        </a:p>
      </dgm:t>
    </dgm:pt>
    <dgm:pt modelId="{AA5717E8-6730-41EC-AED8-A662620EB752}">
      <dgm:prSet/>
      <dgm:spPr/>
      <dgm:t>
        <a:bodyPr/>
        <a:lstStyle/>
        <a:p>
          <a:r>
            <a:rPr lang="en-IN" b="0" i="0" baseline="0"/>
            <a:t>Example VM Allocation</a:t>
          </a:r>
          <a:endParaRPr lang="en-US"/>
        </a:p>
      </dgm:t>
    </dgm:pt>
    <dgm:pt modelId="{5177C294-ABA6-4362-A052-B8597CA9C6D2}" type="parTrans" cxnId="{1B183C58-B3F0-4924-B383-C71C8D7E8F52}">
      <dgm:prSet/>
      <dgm:spPr/>
      <dgm:t>
        <a:bodyPr/>
        <a:lstStyle/>
        <a:p>
          <a:endParaRPr lang="en-US"/>
        </a:p>
      </dgm:t>
    </dgm:pt>
    <dgm:pt modelId="{1505705E-7ABE-49BA-B652-CC43EAC96163}" type="sibTrans" cxnId="{1B183C58-B3F0-4924-B383-C71C8D7E8F52}">
      <dgm:prSet/>
      <dgm:spPr/>
      <dgm:t>
        <a:bodyPr/>
        <a:lstStyle/>
        <a:p>
          <a:endParaRPr lang="en-US"/>
        </a:p>
      </dgm:t>
    </dgm:pt>
    <dgm:pt modelId="{14EEAA13-5DC2-4E44-90B0-F6F9040245DF}">
      <dgm:prSet/>
      <dgm:spPr/>
      <dgm:t>
        <a:bodyPr/>
        <a:lstStyle/>
        <a:p>
          <a:r>
            <a:rPr lang="en-IN" b="0" i="0" baseline="0"/>
            <a:t>Web — 2 vCPU — 4 GB RAM</a:t>
          </a:r>
          <a:endParaRPr lang="en-US"/>
        </a:p>
      </dgm:t>
    </dgm:pt>
    <dgm:pt modelId="{3292D8F3-4E9F-47A5-8CD7-DCBF533A766B}" type="parTrans" cxnId="{058A47EF-2592-4F9D-A161-51FDB43B14EE}">
      <dgm:prSet/>
      <dgm:spPr/>
      <dgm:t>
        <a:bodyPr/>
        <a:lstStyle/>
        <a:p>
          <a:endParaRPr lang="en-US"/>
        </a:p>
      </dgm:t>
    </dgm:pt>
    <dgm:pt modelId="{A207120B-B4AF-435E-A535-B30972D58D84}" type="sibTrans" cxnId="{058A47EF-2592-4F9D-A161-51FDB43B14EE}">
      <dgm:prSet/>
      <dgm:spPr/>
      <dgm:t>
        <a:bodyPr/>
        <a:lstStyle/>
        <a:p>
          <a:endParaRPr lang="en-US"/>
        </a:p>
      </dgm:t>
    </dgm:pt>
    <dgm:pt modelId="{567EE38E-7305-4A27-93FD-943FB0D25C00}">
      <dgm:prSet/>
      <dgm:spPr/>
      <dgm:t>
        <a:bodyPr/>
        <a:lstStyle/>
        <a:p>
          <a:r>
            <a:rPr lang="en-IN" b="0" i="0" baseline="0"/>
            <a:t>Database — 4 vCPU — 16 GB RAM</a:t>
          </a:r>
          <a:endParaRPr lang="en-US"/>
        </a:p>
      </dgm:t>
    </dgm:pt>
    <dgm:pt modelId="{49A5573A-D1B8-4916-B91E-77168460978D}" type="parTrans" cxnId="{A4C1D5B6-CEAA-4CF6-930D-9D0582A8EEE2}">
      <dgm:prSet/>
      <dgm:spPr/>
      <dgm:t>
        <a:bodyPr/>
        <a:lstStyle/>
        <a:p>
          <a:endParaRPr lang="en-US"/>
        </a:p>
      </dgm:t>
    </dgm:pt>
    <dgm:pt modelId="{271FA6D5-840B-471F-BFEB-115A4A46D352}" type="sibTrans" cxnId="{A4C1D5B6-CEAA-4CF6-930D-9D0582A8EEE2}">
      <dgm:prSet/>
      <dgm:spPr/>
      <dgm:t>
        <a:bodyPr/>
        <a:lstStyle/>
        <a:p>
          <a:endParaRPr lang="en-US"/>
        </a:p>
      </dgm:t>
    </dgm:pt>
    <dgm:pt modelId="{0C687C92-8E14-4E63-B8E5-F0C9BB60DAE5}">
      <dgm:prSet/>
      <dgm:spPr/>
      <dgm:t>
        <a:bodyPr/>
        <a:lstStyle/>
        <a:p>
          <a:r>
            <a:rPr lang="en-IN" b="0" i="0" baseline="0"/>
            <a:t>DNS — 2 vCPU — 4 GB RAM</a:t>
          </a:r>
          <a:endParaRPr lang="en-US"/>
        </a:p>
      </dgm:t>
    </dgm:pt>
    <dgm:pt modelId="{0E5CDE07-4AA0-45FD-9635-10AD649E1C1A}" type="parTrans" cxnId="{C26D3F7D-1FC4-4B28-918D-B5FDB3124279}">
      <dgm:prSet/>
      <dgm:spPr/>
      <dgm:t>
        <a:bodyPr/>
        <a:lstStyle/>
        <a:p>
          <a:endParaRPr lang="en-US"/>
        </a:p>
      </dgm:t>
    </dgm:pt>
    <dgm:pt modelId="{0281F66D-4A3E-424C-A9D1-441DAE7369B8}" type="sibTrans" cxnId="{C26D3F7D-1FC4-4B28-918D-B5FDB3124279}">
      <dgm:prSet/>
      <dgm:spPr/>
      <dgm:t>
        <a:bodyPr/>
        <a:lstStyle/>
        <a:p>
          <a:endParaRPr lang="en-US"/>
        </a:p>
      </dgm:t>
    </dgm:pt>
    <dgm:pt modelId="{D5E63F36-F623-4F85-8CB9-156559B19C6A}">
      <dgm:prSet/>
      <dgm:spPr/>
      <dgm:t>
        <a:bodyPr/>
        <a:lstStyle/>
        <a:p>
          <a:r>
            <a:rPr lang="fr-FR" b="0" i="0" baseline="0"/>
            <a:t>Application — 4 vCPU — 16 GB RAM</a:t>
          </a:r>
          <a:endParaRPr lang="en-US"/>
        </a:p>
      </dgm:t>
    </dgm:pt>
    <dgm:pt modelId="{10FAEC4D-5F2F-4A65-B92B-BDA4CACCBD5C}" type="parTrans" cxnId="{C2C92908-7EC5-410B-B4A1-C2E3E2D23041}">
      <dgm:prSet/>
      <dgm:spPr/>
      <dgm:t>
        <a:bodyPr/>
        <a:lstStyle/>
        <a:p>
          <a:endParaRPr lang="en-US"/>
        </a:p>
      </dgm:t>
    </dgm:pt>
    <dgm:pt modelId="{2BD55C92-F5A4-462F-A7A9-049C00D2369C}" type="sibTrans" cxnId="{C2C92908-7EC5-410B-B4A1-C2E3E2D23041}">
      <dgm:prSet/>
      <dgm:spPr/>
      <dgm:t>
        <a:bodyPr/>
        <a:lstStyle/>
        <a:p>
          <a:endParaRPr lang="en-US"/>
        </a:p>
      </dgm:t>
    </dgm:pt>
    <dgm:pt modelId="{DE6A1761-E627-4FFA-9F59-42620198E4DA}">
      <dgm:prSet/>
      <dgm:spPr/>
      <dgm:t>
        <a:bodyPr/>
        <a:lstStyle/>
        <a:p>
          <a:r>
            <a:rPr lang="en-US" b="0" i="0" baseline="0"/>
            <a:t>Resources that must remain available</a:t>
          </a:r>
          <a:endParaRPr lang="en-US"/>
        </a:p>
      </dgm:t>
    </dgm:pt>
    <dgm:pt modelId="{09C60E7E-E40F-4BD5-B328-E82CE4BD9E04}" type="parTrans" cxnId="{200FDF4A-3795-4E9F-BCD9-7BAD88B9E1CD}">
      <dgm:prSet/>
      <dgm:spPr/>
      <dgm:t>
        <a:bodyPr/>
        <a:lstStyle/>
        <a:p>
          <a:endParaRPr lang="en-US"/>
        </a:p>
      </dgm:t>
    </dgm:pt>
    <dgm:pt modelId="{8968BBD4-18EB-428B-804B-AA65B935F715}" type="sibTrans" cxnId="{200FDF4A-3795-4E9F-BCD9-7BAD88B9E1CD}">
      <dgm:prSet/>
      <dgm:spPr/>
      <dgm:t>
        <a:bodyPr/>
        <a:lstStyle/>
        <a:p>
          <a:endParaRPr lang="en-US"/>
        </a:p>
      </dgm:t>
    </dgm:pt>
    <dgm:pt modelId="{71B0F5AF-8588-4B05-855E-C259F40BDA23}">
      <dgm:prSet/>
      <dgm:spPr/>
      <dgm:t>
        <a:bodyPr/>
        <a:lstStyle/>
        <a:p>
          <a:r>
            <a:rPr lang="en-IN" b="0" i="0" baseline="0"/>
            <a:t>CPU Headroom</a:t>
          </a:r>
          <a:endParaRPr lang="en-US"/>
        </a:p>
      </dgm:t>
    </dgm:pt>
    <dgm:pt modelId="{5016B059-2E12-4253-8B8D-7BBBDB7EA709}" type="parTrans" cxnId="{16234F78-3211-4C96-9687-C0F56EF2FCB9}">
      <dgm:prSet/>
      <dgm:spPr/>
      <dgm:t>
        <a:bodyPr/>
        <a:lstStyle/>
        <a:p>
          <a:endParaRPr lang="en-US"/>
        </a:p>
      </dgm:t>
    </dgm:pt>
    <dgm:pt modelId="{420468D5-C3C5-4935-A82E-D4086F35EC1D}" type="sibTrans" cxnId="{16234F78-3211-4C96-9687-C0F56EF2FCB9}">
      <dgm:prSet/>
      <dgm:spPr/>
      <dgm:t>
        <a:bodyPr/>
        <a:lstStyle/>
        <a:p>
          <a:endParaRPr lang="en-US"/>
        </a:p>
      </dgm:t>
    </dgm:pt>
    <dgm:pt modelId="{99B8ABC2-FE42-490B-9098-57313DCBB59B}">
      <dgm:prSet/>
      <dgm:spPr/>
      <dgm:t>
        <a:bodyPr/>
        <a:lstStyle/>
        <a:p>
          <a:r>
            <a:rPr lang="en-IN" b="0" i="0" baseline="0"/>
            <a:t>Memory Headroom</a:t>
          </a:r>
          <a:endParaRPr lang="en-US"/>
        </a:p>
      </dgm:t>
    </dgm:pt>
    <dgm:pt modelId="{49D3C7E0-093F-4E06-99D8-81A59DD8C572}" type="parTrans" cxnId="{A5CBAABF-3363-400E-A05F-4D9E5A01A03F}">
      <dgm:prSet/>
      <dgm:spPr/>
      <dgm:t>
        <a:bodyPr/>
        <a:lstStyle/>
        <a:p>
          <a:endParaRPr lang="en-US"/>
        </a:p>
      </dgm:t>
    </dgm:pt>
    <dgm:pt modelId="{F4973365-7FEE-4D8E-89D7-53D274E58A5E}" type="sibTrans" cxnId="{A5CBAABF-3363-400E-A05F-4D9E5A01A03F}">
      <dgm:prSet/>
      <dgm:spPr/>
      <dgm:t>
        <a:bodyPr/>
        <a:lstStyle/>
        <a:p>
          <a:endParaRPr lang="en-US"/>
        </a:p>
      </dgm:t>
    </dgm:pt>
    <dgm:pt modelId="{52832202-539F-4200-A60B-0743D6A6C193}">
      <dgm:prSet/>
      <dgm:spPr/>
      <dgm:t>
        <a:bodyPr/>
        <a:lstStyle/>
        <a:p>
          <a:r>
            <a:rPr lang="en-IN" b="0" i="0" baseline="0"/>
            <a:t>Storage I/O</a:t>
          </a:r>
          <a:endParaRPr lang="en-US"/>
        </a:p>
      </dgm:t>
    </dgm:pt>
    <dgm:pt modelId="{BC8963B9-9FAC-442D-850A-074DE25312C5}" type="parTrans" cxnId="{B0F57533-C70B-428A-B45A-1899062C171D}">
      <dgm:prSet/>
      <dgm:spPr/>
      <dgm:t>
        <a:bodyPr/>
        <a:lstStyle/>
        <a:p>
          <a:endParaRPr lang="en-US"/>
        </a:p>
      </dgm:t>
    </dgm:pt>
    <dgm:pt modelId="{9F9C33E6-8FF1-452D-8F8B-3BA3D132A851}" type="sibTrans" cxnId="{B0F57533-C70B-428A-B45A-1899062C171D}">
      <dgm:prSet/>
      <dgm:spPr/>
      <dgm:t>
        <a:bodyPr/>
        <a:lstStyle/>
        <a:p>
          <a:endParaRPr lang="en-US"/>
        </a:p>
      </dgm:t>
    </dgm:pt>
    <dgm:pt modelId="{B642E19F-2D51-4F9C-81D7-892AE62380F4}">
      <dgm:prSet/>
      <dgm:spPr/>
      <dgm:t>
        <a:bodyPr/>
        <a:lstStyle/>
        <a:p>
          <a:r>
            <a:rPr lang="en-IN" b="0" i="0" baseline="0"/>
            <a:t>Network Capacity</a:t>
          </a:r>
          <a:endParaRPr lang="en-US"/>
        </a:p>
      </dgm:t>
    </dgm:pt>
    <dgm:pt modelId="{B25F4FD3-C6FE-4178-8923-FE167CF8EA31}" type="parTrans" cxnId="{7D7AF073-65CE-468A-8839-6A6543A294D1}">
      <dgm:prSet/>
      <dgm:spPr/>
      <dgm:t>
        <a:bodyPr/>
        <a:lstStyle/>
        <a:p>
          <a:endParaRPr lang="en-US"/>
        </a:p>
      </dgm:t>
    </dgm:pt>
    <dgm:pt modelId="{9F592F94-A477-48B3-9CB5-B7C354388C8E}" type="sibTrans" cxnId="{7D7AF073-65CE-468A-8839-6A6543A294D1}">
      <dgm:prSet/>
      <dgm:spPr/>
      <dgm:t>
        <a:bodyPr/>
        <a:lstStyle/>
        <a:p>
          <a:endParaRPr lang="en-US"/>
        </a:p>
      </dgm:t>
    </dgm:pt>
    <dgm:pt modelId="{D27A2198-62DE-4BD7-892A-40F8AA041C3A}" type="pres">
      <dgm:prSet presAssocID="{28B27E49-6221-4BEF-9448-C9ECAE434CBF}" presName="linear" presStyleCnt="0">
        <dgm:presLayoutVars>
          <dgm:animLvl val="lvl"/>
          <dgm:resizeHandles val="exact"/>
        </dgm:presLayoutVars>
      </dgm:prSet>
      <dgm:spPr/>
    </dgm:pt>
    <dgm:pt modelId="{B4CC8D72-1229-490D-A2D6-BAE4226C7FFB}" type="pres">
      <dgm:prSet presAssocID="{E6679735-8BB2-4DEA-A063-A9D5EF4122A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AC0675D-58CE-4F78-977B-281C593470F2}" type="pres">
      <dgm:prSet presAssocID="{E6679735-8BB2-4DEA-A063-A9D5EF4122AC}" presName="childText" presStyleLbl="revTx" presStyleIdx="0" presStyleCnt="3">
        <dgm:presLayoutVars>
          <dgm:bulletEnabled val="1"/>
        </dgm:presLayoutVars>
      </dgm:prSet>
      <dgm:spPr/>
    </dgm:pt>
    <dgm:pt modelId="{A18042E5-0399-48F7-B9B1-3400456156D8}" type="pres">
      <dgm:prSet presAssocID="{AA5717E8-6730-41EC-AED8-A662620EB75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65E2D3E-B5B0-4721-B78E-012EEB229A5A}" type="pres">
      <dgm:prSet presAssocID="{AA5717E8-6730-41EC-AED8-A662620EB752}" presName="childText" presStyleLbl="revTx" presStyleIdx="1" presStyleCnt="3">
        <dgm:presLayoutVars>
          <dgm:bulletEnabled val="1"/>
        </dgm:presLayoutVars>
      </dgm:prSet>
      <dgm:spPr/>
    </dgm:pt>
    <dgm:pt modelId="{C457E362-A3D8-4A0F-8929-4952C8828998}" type="pres">
      <dgm:prSet presAssocID="{DE6A1761-E627-4FFA-9F59-42620198E4DA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934435AD-5D91-4796-84EE-C668C1EF1975}" type="pres">
      <dgm:prSet presAssocID="{DE6A1761-E627-4FFA-9F59-42620198E4DA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C2C92908-7EC5-410B-B4A1-C2E3E2D23041}" srcId="{AA5717E8-6730-41EC-AED8-A662620EB752}" destId="{D5E63F36-F623-4F85-8CB9-156559B19C6A}" srcOrd="3" destOrd="0" parTransId="{10FAEC4D-5F2F-4A65-B92B-BDA4CACCBD5C}" sibTransId="{2BD55C92-F5A4-462F-A7A9-049C00D2369C}"/>
    <dgm:cxn modelId="{821E9A0F-C85F-455C-A4EF-B583229D944C}" srcId="{E6679735-8BB2-4DEA-A063-A9D5EF4122AC}" destId="{F73F27DB-B1F0-4397-9487-952E3B7A0E9A}" srcOrd="2" destOrd="0" parTransId="{7617D5CE-44E3-48D6-B9DA-F14DC09CD644}" sibTransId="{A6B5B403-ADA7-4532-B6E6-8F68073C39A4}"/>
    <dgm:cxn modelId="{7BA3E531-7689-47F3-BF2F-EF3495A35F76}" type="presOf" srcId="{F73F27DB-B1F0-4397-9487-952E3B7A0E9A}" destId="{5AC0675D-58CE-4F78-977B-281C593470F2}" srcOrd="0" destOrd="2" presId="urn:microsoft.com/office/officeart/2005/8/layout/vList2"/>
    <dgm:cxn modelId="{B0F57533-C70B-428A-B45A-1899062C171D}" srcId="{DE6A1761-E627-4FFA-9F59-42620198E4DA}" destId="{52832202-539F-4200-A60B-0743D6A6C193}" srcOrd="2" destOrd="0" parTransId="{BC8963B9-9FAC-442D-850A-074DE25312C5}" sibTransId="{9F9C33E6-8FF1-452D-8F8B-3BA3D132A851}"/>
    <dgm:cxn modelId="{BB12D833-6EC4-4D11-B193-F25E367F432A}" type="presOf" srcId="{8664724B-5EDE-41CD-B164-CC7D1C61F165}" destId="{5AC0675D-58CE-4F78-977B-281C593470F2}" srcOrd="0" destOrd="3" presId="urn:microsoft.com/office/officeart/2005/8/layout/vList2"/>
    <dgm:cxn modelId="{9F788935-27E5-4AF3-B0BC-F7C35EF3772B}" type="presOf" srcId="{E6679735-8BB2-4DEA-A063-A9D5EF4122AC}" destId="{B4CC8D72-1229-490D-A2D6-BAE4226C7FFB}" srcOrd="0" destOrd="0" presId="urn:microsoft.com/office/officeart/2005/8/layout/vList2"/>
    <dgm:cxn modelId="{AA486262-F804-4673-B01C-4111FB917F1D}" type="presOf" srcId="{0C687C92-8E14-4E63-B8E5-F0C9BB60DAE5}" destId="{665E2D3E-B5B0-4721-B78E-012EEB229A5A}" srcOrd="0" destOrd="2" presId="urn:microsoft.com/office/officeart/2005/8/layout/vList2"/>
    <dgm:cxn modelId="{CCB8C142-B348-4949-8B29-C735C744E37C}" type="presOf" srcId="{567EE38E-7305-4A27-93FD-943FB0D25C00}" destId="{665E2D3E-B5B0-4721-B78E-012EEB229A5A}" srcOrd="0" destOrd="1" presId="urn:microsoft.com/office/officeart/2005/8/layout/vList2"/>
    <dgm:cxn modelId="{266D0A43-CB54-4D08-A3C5-5909D44AF224}" type="presOf" srcId="{28B27E49-6221-4BEF-9448-C9ECAE434CBF}" destId="{D27A2198-62DE-4BD7-892A-40F8AA041C3A}" srcOrd="0" destOrd="0" presId="urn:microsoft.com/office/officeart/2005/8/layout/vList2"/>
    <dgm:cxn modelId="{200FDF4A-3795-4E9F-BCD9-7BAD88B9E1CD}" srcId="{28B27E49-6221-4BEF-9448-C9ECAE434CBF}" destId="{DE6A1761-E627-4FFA-9F59-42620198E4DA}" srcOrd="2" destOrd="0" parTransId="{09C60E7E-E40F-4BD5-B328-E82CE4BD9E04}" sibTransId="{8968BBD4-18EB-428B-804B-AA65B935F715}"/>
    <dgm:cxn modelId="{7D7AF073-65CE-468A-8839-6A6543A294D1}" srcId="{DE6A1761-E627-4FFA-9F59-42620198E4DA}" destId="{B642E19F-2D51-4F9C-81D7-892AE62380F4}" srcOrd="3" destOrd="0" parTransId="{B25F4FD3-C6FE-4178-8923-FE167CF8EA31}" sibTransId="{9F592F94-A477-48B3-9CB5-B7C354388C8E}"/>
    <dgm:cxn modelId="{1B183C58-B3F0-4924-B383-C71C8D7E8F52}" srcId="{28B27E49-6221-4BEF-9448-C9ECAE434CBF}" destId="{AA5717E8-6730-41EC-AED8-A662620EB752}" srcOrd="1" destOrd="0" parTransId="{5177C294-ABA6-4362-A052-B8597CA9C6D2}" sibTransId="{1505705E-7ABE-49BA-B652-CC43EAC96163}"/>
    <dgm:cxn modelId="{16234F78-3211-4C96-9687-C0F56EF2FCB9}" srcId="{DE6A1761-E627-4FFA-9F59-42620198E4DA}" destId="{71B0F5AF-8588-4B05-855E-C259F40BDA23}" srcOrd="0" destOrd="0" parTransId="{5016B059-2E12-4253-8B8D-7BBBDB7EA709}" sibTransId="{420468D5-C3C5-4935-A82E-D4086F35EC1D}"/>
    <dgm:cxn modelId="{C26D3F7D-1FC4-4B28-918D-B5FDB3124279}" srcId="{AA5717E8-6730-41EC-AED8-A662620EB752}" destId="{0C687C92-8E14-4E63-B8E5-F0C9BB60DAE5}" srcOrd="2" destOrd="0" parTransId="{0E5CDE07-4AA0-45FD-9635-10AD649E1C1A}" sibTransId="{0281F66D-4A3E-424C-A9D1-441DAE7369B8}"/>
    <dgm:cxn modelId="{06EC7286-CE97-47A9-B06F-26F5A877CB12}" type="presOf" srcId="{B642E19F-2D51-4F9C-81D7-892AE62380F4}" destId="{934435AD-5D91-4796-84EE-C668C1EF1975}" srcOrd="0" destOrd="3" presId="urn:microsoft.com/office/officeart/2005/8/layout/vList2"/>
    <dgm:cxn modelId="{3FB5638A-1B03-459B-B9C8-38FC5C2A8D90}" type="presOf" srcId="{C6F469C3-6B33-4152-A97A-94ADC6E7A5B9}" destId="{5AC0675D-58CE-4F78-977B-281C593470F2}" srcOrd="0" destOrd="1" presId="urn:microsoft.com/office/officeart/2005/8/layout/vList2"/>
    <dgm:cxn modelId="{F15DB693-F3F3-4716-BA83-BDF1B6DECEE6}" type="presOf" srcId="{99B8ABC2-FE42-490B-9098-57313DCBB59B}" destId="{934435AD-5D91-4796-84EE-C668C1EF1975}" srcOrd="0" destOrd="1" presId="urn:microsoft.com/office/officeart/2005/8/layout/vList2"/>
    <dgm:cxn modelId="{499E349F-C826-48C9-AAA2-69E6F8D9F35D}" srcId="{E6679735-8BB2-4DEA-A063-A9D5EF4122AC}" destId="{A3908B88-3367-4377-B706-F4694CDF7986}" srcOrd="0" destOrd="0" parTransId="{A07FAA2B-79A9-473B-87F6-B9930EDB3CA0}" sibTransId="{D595AB51-1667-48D2-AC2D-143FEA9D79AE}"/>
    <dgm:cxn modelId="{A4C1D5B6-CEAA-4CF6-930D-9D0582A8EEE2}" srcId="{AA5717E8-6730-41EC-AED8-A662620EB752}" destId="{567EE38E-7305-4A27-93FD-943FB0D25C00}" srcOrd="1" destOrd="0" parTransId="{49A5573A-D1B8-4916-B91E-77168460978D}" sibTransId="{271FA6D5-840B-471F-BFEB-115A4A46D352}"/>
    <dgm:cxn modelId="{A5CBAABF-3363-400E-A05F-4D9E5A01A03F}" srcId="{DE6A1761-E627-4FFA-9F59-42620198E4DA}" destId="{99B8ABC2-FE42-490B-9098-57313DCBB59B}" srcOrd="1" destOrd="0" parTransId="{49D3C7E0-093F-4E06-99D8-81A59DD8C572}" sibTransId="{F4973365-7FEE-4D8E-89D7-53D274E58A5E}"/>
    <dgm:cxn modelId="{63F242C0-625F-4702-9EA0-1C48516822C8}" type="presOf" srcId="{D5E63F36-F623-4F85-8CB9-156559B19C6A}" destId="{665E2D3E-B5B0-4721-B78E-012EEB229A5A}" srcOrd="0" destOrd="3" presId="urn:microsoft.com/office/officeart/2005/8/layout/vList2"/>
    <dgm:cxn modelId="{3B066BC2-63C7-48D7-BEC5-BBF7A9453F60}" srcId="{28B27E49-6221-4BEF-9448-C9ECAE434CBF}" destId="{E6679735-8BB2-4DEA-A063-A9D5EF4122AC}" srcOrd="0" destOrd="0" parTransId="{FD0277B3-D119-4D6D-98B3-6C7EE54D0F7D}" sibTransId="{FA1AE597-D957-49EA-90DA-4BE9B5AF0BF5}"/>
    <dgm:cxn modelId="{1B0190C5-09EF-4B36-84F7-53B8DA6AF12E}" type="presOf" srcId="{A3908B88-3367-4377-B706-F4694CDF7986}" destId="{5AC0675D-58CE-4F78-977B-281C593470F2}" srcOrd="0" destOrd="0" presId="urn:microsoft.com/office/officeart/2005/8/layout/vList2"/>
    <dgm:cxn modelId="{6D8BE1CB-E385-4D38-8B54-1B5C306F74D2}" srcId="{E6679735-8BB2-4DEA-A063-A9D5EF4122AC}" destId="{8664724B-5EDE-41CD-B164-CC7D1C61F165}" srcOrd="3" destOrd="0" parTransId="{4AF9C75E-F88E-4FCC-B08A-3B10ACFD291D}" sibTransId="{C97E1B0F-F749-4227-AC0E-9C2A0B33B8A5}"/>
    <dgm:cxn modelId="{FC0654CC-2AAF-4BE5-9E3C-02125C168299}" type="presOf" srcId="{14EEAA13-5DC2-4E44-90B0-F6F9040245DF}" destId="{665E2D3E-B5B0-4721-B78E-012EEB229A5A}" srcOrd="0" destOrd="0" presId="urn:microsoft.com/office/officeart/2005/8/layout/vList2"/>
    <dgm:cxn modelId="{CC4BC4CF-6F49-4734-884C-FD18F98A790E}" type="presOf" srcId="{52832202-539F-4200-A60B-0743D6A6C193}" destId="{934435AD-5D91-4796-84EE-C668C1EF1975}" srcOrd="0" destOrd="2" presId="urn:microsoft.com/office/officeart/2005/8/layout/vList2"/>
    <dgm:cxn modelId="{150798E4-4D27-4E0D-BC95-E08522040C74}" type="presOf" srcId="{AA5717E8-6730-41EC-AED8-A662620EB752}" destId="{A18042E5-0399-48F7-B9B1-3400456156D8}" srcOrd="0" destOrd="0" presId="urn:microsoft.com/office/officeart/2005/8/layout/vList2"/>
    <dgm:cxn modelId="{2B3470E6-F5BA-449B-A357-D5A7BB7C9F1D}" type="presOf" srcId="{71B0F5AF-8588-4B05-855E-C259F40BDA23}" destId="{934435AD-5D91-4796-84EE-C668C1EF1975}" srcOrd="0" destOrd="0" presId="urn:microsoft.com/office/officeart/2005/8/layout/vList2"/>
    <dgm:cxn modelId="{ACF3D1E8-9748-4131-BD8D-3602C5D3B49C}" srcId="{E6679735-8BB2-4DEA-A063-A9D5EF4122AC}" destId="{C6F469C3-6B33-4152-A97A-94ADC6E7A5B9}" srcOrd="1" destOrd="0" parTransId="{55DACE20-7250-4977-93D9-8A6E285D3C60}" sibTransId="{D436E2C5-4C20-4191-A4DA-61AB1769D9F1}"/>
    <dgm:cxn modelId="{3A0FC9EC-9707-4EAC-AE48-2635E3F364BE}" type="presOf" srcId="{DE6A1761-E627-4FFA-9F59-42620198E4DA}" destId="{C457E362-A3D8-4A0F-8929-4952C8828998}" srcOrd="0" destOrd="0" presId="urn:microsoft.com/office/officeart/2005/8/layout/vList2"/>
    <dgm:cxn modelId="{058A47EF-2592-4F9D-A161-51FDB43B14EE}" srcId="{AA5717E8-6730-41EC-AED8-A662620EB752}" destId="{14EEAA13-5DC2-4E44-90B0-F6F9040245DF}" srcOrd="0" destOrd="0" parTransId="{3292D8F3-4E9F-47A5-8CD7-DCBF533A766B}" sibTransId="{A207120B-B4AF-435E-A535-B30972D58D84}"/>
    <dgm:cxn modelId="{7EA4FD53-E2AE-4DCE-8B44-8AFF6A4EDD4D}" type="presParOf" srcId="{D27A2198-62DE-4BD7-892A-40F8AA041C3A}" destId="{B4CC8D72-1229-490D-A2D6-BAE4226C7FFB}" srcOrd="0" destOrd="0" presId="urn:microsoft.com/office/officeart/2005/8/layout/vList2"/>
    <dgm:cxn modelId="{5E1C708E-8AB7-42E0-81E5-9757515394D2}" type="presParOf" srcId="{D27A2198-62DE-4BD7-892A-40F8AA041C3A}" destId="{5AC0675D-58CE-4F78-977B-281C593470F2}" srcOrd="1" destOrd="0" presId="urn:microsoft.com/office/officeart/2005/8/layout/vList2"/>
    <dgm:cxn modelId="{02DBF6FE-9B3C-401E-AE14-DB7621DEAEB1}" type="presParOf" srcId="{D27A2198-62DE-4BD7-892A-40F8AA041C3A}" destId="{A18042E5-0399-48F7-B9B1-3400456156D8}" srcOrd="2" destOrd="0" presId="urn:microsoft.com/office/officeart/2005/8/layout/vList2"/>
    <dgm:cxn modelId="{D0E79A0C-F1C5-4148-92B2-7C18DA9AB3B4}" type="presParOf" srcId="{D27A2198-62DE-4BD7-892A-40F8AA041C3A}" destId="{665E2D3E-B5B0-4721-B78E-012EEB229A5A}" srcOrd="3" destOrd="0" presId="urn:microsoft.com/office/officeart/2005/8/layout/vList2"/>
    <dgm:cxn modelId="{0241A381-76BA-45FE-B1E4-358C6AF442AD}" type="presParOf" srcId="{D27A2198-62DE-4BD7-892A-40F8AA041C3A}" destId="{C457E362-A3D8-4A0F-8929-4952C8828998}" srcOrd="4" destOrd="0" presId="urn:microsoft.com/office/officeart/2005/8/layout/vList2"/>
    <dgm:cxn modelId="{A3543E4C-9E42-43A5-A993-8394B58614E7}" type="presParOf" srcId="{D27A2198-62DE-4BD7-892A-40F8AA041C3A}" destId="{934435AD-5D91-4796-84EE-C668C1EF1975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414D9FCE-8BC9-42F7-9615-5982EED7B32F}" type="doc">
      <dgm:prSet loTypeId="urn:microsoft.com/office/officeart/2005/8/layout/list1" loCatId="list" qsTypeId="urn:microsoft.com/office/officeart/2005/8/quickstyle/simple4#4" qsCatId="simple" csTypeId="urn:microsoft.com/office/officeart/2005/8/colors/colorful2#5" csCatId="colorful" phldr="1"/>
      <dgm:spPr/>
      <dgm:t>
        <a:bodyPr/>
        <a:lstStyle/>
        <a:p>
          <a:endParaRPr lang="en-US"/>
        </a:p>
      </dgm:t>
    </dgm:pt>
    <dgm:pt modelId="{31C7EA99-18BB-41FF-9871-0AB46E4B4373}">
      <dgm:prSet/>
      <dgm:spPr/>
      <dgm:t>
        <a:bodyPr/>
        <a:lstStyle/>
        <a:p>
          <a:r>
            <a:rPr lang="en-IN" b="0" i="0" baseline="0"/>
            <a:t>Hardware</a:t>
          </a:r>
          <a:endParaRPr lang="en-US"/>
        </a:p>
      </dgm:t>
    </dgm:pt>
    <dgm:pt modelId="{5F5FE93E-7A2F-48F3-A80E-19737F6F28CA}" type="parTrans" cxnId="{5ED3EE23-A2CB-45EF-8250-A3152F0D0CB2}">
      <dgm:prSet/>
      <dgm:spPr/>
      <dgm:t>
        <a:bodyPr/>
        <a:lstStyle/>
        <a:p>
          <a:endParaRPr lang="en-US"/>
        </a:p>
      </dgm:t>
    </dgm:pt>
    <dgm:pt modelId="{7DF8C01F-5FAD-44E5-8152-D0EE647258C7}" type="sibTrans" cxnId="{5ED3EE23-A2CB-45EF-8250-A3152F0D0CB2}">
      <dgm:prSet/>
      <dgm:spPr/>
      <dgm:t>
        <a:bodyPr/>
        <a:lstStyle/>
        <a:p>
          <a:endParaRPr lang="en-US"/>
        </a:p>
      </dgm:t>
    </dgm:pt>
    <dgm:pt modelId="{057055BB-7057-42F0-84C5-DE40909AD75F}">
      <dgm:prSet/>
      <dgm:spPr/>
      <dgm:t>
        <a:bodyPr/>
        <a:lstStyle/>
        <a:p>
          <a:endParaRPr lang="en-US" dirty="0"/>
        </a:p>
      </dgm:t>
    </dgm:pt>
    <dgm:pt modelId="{12178A04-8D10-4E61-8350-A7D409F7359A}" type="parTrans" cxnId="{AEF24F98-6DAD-42F7-BB35-69E55BD2A995}">
      <dgm:prSet/>
      <dgm:spPr/>
      <dgm:t>
        <a:bodyPr/>
        <a:lstStyle/>
        <a:p>
          <a:endParaRPr lang="en-US"/>
        </a:p>
      </dgm:t>
    </dgm:pt>
    <dgm:pt modelId="{4D0AEADE-5CF1-41A0-8099-BE7158B6E655}" type="sibTrans" cxnId="{AEF24F98-6DAD-42F7-BB35-69E55BD2A995}">
      <dgm:prSet/>
      <dgm:spPr/>
      <dgm:t>
        <a:bodyPr/>
        <a:lstStyle/>
        <a:p>
          <a:endParaRPr lang="en-US"/>
        </a:p>
      </dgm:t>
    </dgm:pt>
    <dgm:pt modelId="{BD02B75A-F3EA-4B8F-83CE-9877C0348080}">
      <dgm:prSet/>
      <dgm:spPr/>
      <dgm:t>
        <a:bodyPr/>
        <a:lstStyle/>
        <a:p>
          <a:r>
            <a:rPr lang="en-IN" b="0" i="0" baseline="0"/>
            <a:t>The organization needs</a:t>
          </a:r>
          <a:endParaRPr lang="en-US"/>
        </a:p>
      </dgm:t>
    </dgm:pt>
    <dgm:pt modelId="{6C89CE05-5B2E-4A44-B9DD-3CDD867C72F4}" type="parTrans" cxnId="{A99C63FB-529F-466E-95D1-B155CD3C4447}">
      <dgm:prSet/>
      <dgm:spPr/>
      <dgm:t>
        <a:bodyPr/>
        <a:lstStyle/>
        <a:p>
          <a:endParaRPr lang="en-US"/>
        </a:p>
      </dgm:t>
    </dgm:pt>
    <dgm:pt modelId="{BB7C49CA-0FE5-4422-986B-5217C3331CF4}" type="sibTrans" cxnId="{A99C63FB-529F-466E-95D1-B155CD3C4447}">
      <dgm:prSet/>
      <dgm:spPr/>
      <dgm:t>
        <a:bodyPr/>
        <a:lstStyle/>
        <a:p>
          <a:endParaRPr lang="en-US"/>
        </a:p>
      </dgm:t>
    </dgm:pt>
    <dgm:pt modelId="{F9A1D9B3-C87A-4304-8F39-3A0198E91085}">
      <dgm:prSet/>
      <dgm:spPr/>
      <dgm:t>
        <a:bodyPr/>
        <a:lstStyle/>
        <a:p>
          <a:r>
            <a:rPr lang="en-IN" b="0" i="0" baseline="0"/>
            <a:t>Web Server</a:t>
          </a:r>
          <a:endParaRPr lang="en-US"/>
        </a:p>
      </dgm:t>
    </dgm:pt>
    <dgm:pt modelId="{11171C09-47CC-43AD-998A-DFC018072D71}" type="parTrans" cxnId="{FADD6C60-9EB3-432D-84A0-EB494E037751}">
      <dgm:prSet/>
      <dgm:spPr/>
      <dgm:t>
        <a:bodyPr/>
        <a:lstStyle/>
        <a:p>
          <a:endParaRPr lang="en-US"/>
        </a:p>
      </dgm:t>
    </dgm:pt>
    <dgm:pt modelId="{89861C21-4ABA-461F-9AF5-7FBF74809EBF}" type="sibTrans" cxnId="{FADD6C60-9EB3-432D-84A0-EB494E037751}">
      <dgm:prSet/>
      <dgm:spPr/>
      <dgm:t>
        <a:bodyPr/>
        <a:lstStyle/>
        <a:p>
          <a:endParaRPr lang="en-US"/>
        </a:p>
      </dgm:t>
    </dgm:pt>
    <dgm:pt modelId="{F20209E1-DA1E-4A32-91D6-8BFEA98D993D}">
      <dgm:prSet/>
      <dgm:spPr/>
      <dgm:t>
        <a:bodyPr/>
        <a:lstStyle/>
        <a:p>
          <a:r>
            <a:rPr lang="en-IN" b="0" i="0" baseline="0"/>
            <a:t>Database Server</a:t>
          </a:r>
          <a:endParaRPr lang="en-US"/>
        </a:p>
      </dgm:t>
    </dgm:pt>
    <dgm:pt modelId="{9B2609E6-1556-4688-A9AE-200FE581C307}" type="parTrans" cxnId="{E69A2C2F-C528-4A8D-9DE1-CFDED41B705E}">
      <dgm:prSet/>
      <dgm:spPr/>
      <dgm:t>
        <a:bodyPr/>
        <a:lstStyle/>
        <a:p>
          <a:endParaRPr lang="en-US"/>
        </a:p>
      </dgm:t>
    </dgm:pt>
    <dgm:pt modelId="{91A2DE0B-AB74-4D19-B233-20EF0483D3E7}" type="sibTrans" cxnId="{E69A2C2F-C528-4A8D-9DE1-CFDED41B705E}">
      <dgm:prSet/>
      <dgm:spPr/>
      <dgm:t>
        <a:bodyPr/>
        <a:lstStyle/>
        <a:p>
          <a:endParaRPr lang="en-US"/>
        </a:p>
      </dgm:t>
    </dgm:pt>
    <dgm:pt modelId="{A6D99942-BC22-4E95-B4E4-4B0B9485DCEC}">
      <dgm:prSet/>
      <dgm:spPr/>
      <dgm:t>
        <a:bodyPr/>
        <a:lstStyle/>
        <a:p>
          <a:r>
            <a:rPr lang="en-IN" b="0" i="0" baseline="0"/>
            <a:t>DNS Server</a:t>
          </a:r>
          <a:endParaRPr lang="en-US"/>
        </a:p>
      </dgm:t>
    </dgm:pt>
    <dgm:pt modelId="{D4897409-B528-4212-BACD-7D554616F216}" type="parTrans" cxnId="{235FFA99-CCA3-441A-A1FF-3F2E895E94CE}">
      <dgm:prSet/>
      <dgm:spPr/>
      <dgm:t>
        <a:bodyPr/>
        <a:lstStyle/>
        <a:p>
          <a:endParaRPr lang="en-US"/>
        </a:p>
      </dgm:t>
    </dgm:pt>
    <dgm:pt modelId="{5CFB9A04-D6CB-4F81-B406-158CC2CBE250}" type="sibTrans" cxnId="{235FFA99-CCA3-441A-A1FF-3F2E895E94CE}">
      <dgm:prSet/>
      <dgm:spPr/>
      <dgm:t>
        <a:bodyPr/>
        <a:lstStyle/>
        <a:p>
          <a:endParaRPr lang="en-US"/>
        </a:p>
      </dgm:t>
    </dgm:pt>
    <dgm:pt modelId="{7E2A0AC7-02DF-47D8-90AF-65CFB1E530C0}" type="pres">
      <dgm:prSet presAssocID="{414D9FCE-8BC9-42F7-9615-5982EED7B32F}" presName="linear" presStyleCnt="0">
        <dgm:presLayoutVars>
          <dgm:dir/>
          <dgm:animLvl val="lvl"/>
          <dgm:resizeHandles val="exact"/>
        </dgm:presLayoutVars>
      </dgm:prSet>
      <dgm:spPr/>
    </dgm:pt>
    <dgm:pt modelId="{57FC7C8F-9793-4329-9274-630DCDAF0992}" type="pres">
      <dgm:prSet presAssocID="{31C7EA99-18BB-41FF-9871-0AB46E4B4373}" presName="parentLin" presStyleCnt="0"/>
      <dgm:spPr/>
    </dgm:pt>
    <dgm:pt modelId="{1E0470A0-0FC5-40BF-AC13-61B066B01044}" type="pres">
      <dgm:prSet presAssocID="{31C7EA99-18BB-41FF-9871-0AB46E4B4373}" presName="parentLeftMargin" presStyleLbl="node1" presStyleIdx="0" presStyleCnt="5"/>
      <dgm:spPr/>
    </dgm:pt>
    <dgm:pt modelId="{8B17B2D8-8D5C-4B17-98EB-2B4D6009B4CB}" type="pres">
      <dgm:prSet presAssocID="{31C7EA99-18BB-41FF-9871-0AB46E4B4373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9106FC5-F6D0-4301-B012-EBCF365035DC}" type="pres">
      <dgm:prSet presAssocID="{31C7EA99-18BB-41FF-9871-0AB46E4B4373}" presName="negativeSpace" presStyleCnt="0"/>
      <dgm:spPr/>
    </dgm:pt>
    <dgm:pt modelId="{3DAE2C83-D49C-4062-8484-D8794C9549BF}" type="pres">
      <dgm:prSet presAssocID="{31C7EA99-18BB-41FF-9871-0AB46E4B4373}" presName="childText" presStyleLbl="conFgAcc1" presStyleIdx="0" presStyleCnt="5">
        <dgm:presLayoutVars>
          <dgm:bulletEnabled val="1"/>
        </dgm:presLayoutVars>
      </dgm:prSet>
      <dgm:spPr/>
    </dgm:pt>
    <dgm:pt modelId="{8B38BDF4-B94A-435A-AED9-48CF5731F2D3}" type="pres">
      <dgm:prSet presAssocID="{7DF8C01F-5FAD-44E5-8152-D0EE647258C7}" presName="spaceBetweenRectangles" presStyleCnt="0"/>
      <dgm:spPr/>
    </dgm:pt>
    <dgm:pt modelId="{07B08D63-0878-4D31-B05B-5BDAD9733989}" type="pres">
      <dgm:prSet presAssocID="{BD02B75A-F3EA-4B8F-83CE-9877C0348080}" presName="parentLin" presStyleCnt="0"/>
      <dgm:spPr/>
    </dgm:pt>
    <dgm:pt modelId="{B1CC44D6-B907-4954-8792-74B5065EC36C}" type="pres">
      <dgm:prSet presAssocID="{BD02B75A-F3EA-4B8F-83CE-9877C0348080}" presName="parentLeftMargin" presStyleLbl="node1" presStyleIdx="0" presStyleCnt="5"/>
      <dgm:spPr/>
    </dgm:pt>
    <dgm:pt modelId="{77293E53-CD12-46A4-A832-39665F240252}" type="pres">
      <dgm:prSet presAssocID="{BD02B75A-F3EA-4B8F-83CE-9877C034808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3B17343-E9D7-4377-A5D1-63633E4C6C49}" type="pres">
      <dgm:prSet presAssocID="{BD02B75A-F3EA-4B8F-83CE-9877C0348080}" presName="negativeSpace" presStyleCnt="0"/>
      <dgm:spPr/>
    </dgm:pt>
    <dgm:pt modelId="{4F36EDFA-1198-4B3F-8FE4-C65618A3F0FF}" type="pres">
      <dgm:prSet presAssocID="{BD02B75A-F3EA-4B8F-83CE-9877C0348080}" presName="childText" presStyleLbl="conFgAcc1" presStyleIdx="1" presStyleCnt="5">
        <dgm:presLayoutVars>
          <dgm:bulletEnabled val="1"/>
        </dgm:presLayoutVars>
      </dgm:prSet>
      <dgm:spPr/>
    </dgm:pt>
    <dgm:pt modelId="{3EDCB1B0-C6C2-4564-8FCF-658AF59BD679}" type="pres">
      <dgm:prSet presAssocID="{BB7C49CA-0FE5-4422-986B-5217C3331CF4}" presName="spaceBetweenRectangles" presStyleCnt="0"/>
      <dgm:spPr/>
    </dgm:pt>
    <dgm:pt modelId="{8C9D9E79-BE11-42E1-B366-1D620BB4FA87}" type="pres">
      <dgm:prSet presAssocID="{F9A1D9B3-C87A-4304-8F39-3A0198E91085}" presName="parentLin" presStyleCnt="0"/>
      <dgm:spPr/>
    </dgm:pt>
    <dgm:pt modelId="{263B3C12-2524-42EC-8934-7AB14CD757E4}" type="pres">
      <dgm:prSet presAssocID="{F9A1D9B3-C87A-4304-8F39-3A0198E91085}" presName="parentLeftMargin" presStyleLbl="node1" presStyleIdx="1" presStyleCnt="5"/>
      <dgm:spPr/>
    </dgm:pt>
    <dgm:pt modelId="{1974BE83-5932-4525-91DB-22A35928DCB7}" type="pres">
      <dgm:prSet presAssocID="{F9A1D9B3-C87A-4304-8F39-3A0198E91085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DF6F5C9-2C93-4795-BB5C-4D875047EBA5}" type="pres">
      <dgm:prSet presAssocID="{F9A1D9B3-C87A-4304-8F39-3A0198E91085}" presName="negativeSpace" presStyleCnt="0"/>
      <dgm:spPr/>
    </dgm:pt>
    <dgm:pt modelId="{BA35E1B6-9289-4D06-9767-EC03CEF0B59E}" type="pres">
      <dgm:prSet presAssocID="{F9A1D9B3-C87A-4304-8F39-3A0198E91085}" presName="childText" presStyleLbl="conFgAcc1" presStyleIdx="2" presStyleCnt="5">
        <dgm:presLayoutVars>
          <dgm:bulletEnabled val="1"/>
        </dgm:presLayoutVars>
      </dgm:prSet>
      <dgm:spPr/>
    </dgm:pt>
    <dgm:pt modelId="{F24C70FE-8FFB-430C-B2DA-1479AA3F7F0A}" type="pres">
      <dgm:prSet presAssocID="{89861C21-4ABA-461F-9AF5-7FBF74809EBF}" presName="spaceBetweenRectangles" presStyleCnt="0"/>
      <dgm:spPr/>
    </dgm:pt>
    <dgm:pt modelId="{292887F0-43A4-4A64-B06F-55BC385496FA}" type="pres">
      <dgm:prSet presAssocID="{F20209E1-DA1E-4A32-91D6-8BFEA98D993D}" presName="parentLin" presStyleCnt="0"/>
      <dgm:spPr/>
    </dgm:pt>
    <dgm:pt modelId="{0A6D90B0-26C4-4B52-BBA5-B38714117B55}" type="pres">
      <dgm:prSet presAssocID="{F20209E1-DA1E-4A32-91D6-8BFEA98D993D}" presName="parentLeftMargin" presStyleLbl="node1" presStyleIdx="2" presStyleCnt="5"/>
      <dgm:spPr/>
    </dgm:pt>
    <dgm:pt modelId="{A43E065F-0646-4DD1-9B15-B1300E72EDA7}" type="pres">
      <dgm:prSet presAssocID="{F20209E1-DA1E-4A32-91D6-8BFEA98D993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B8BE5D83-D047-4E5E-83D5-C979C3335A8F}" type="pres">
      <dgm:prSet presAssocID="{F20209E1-DA1E-4A32-91D6-8BFEA98D993D}" presName="negativeSpace" presStyleCnt="0"/>
      <dgm:spPr/>
    </dgm:pt>
    <dgm:pt modelId="{DD35D683-27DC-4EB0-A829-88EB2438F34B}" type="pres">
      <dgm:prSet presAssocID="{F20209E1-DA1E-4A32-91D6-8BFEA98D993D}" presName="childText" presStyleLbl="conFgAcc1" presStyleIdx="3" presStyleCnt="5">
        <dgm:presLayoutVars>
          <dgm:bulletEnabled val="1"/>
        </dgm:presLayoutVars>
      </dgm:prSet>
      <dgm:spPr/>
    </dgm:pt>
    <dgm:pt modelId="{CE0BEF47-6E2D-485E-A578-C41A943A0CC7}" type="pres">
      <dgm:prSet presAssocID="{91A2DE0B-AB74-4D19-B233-20EF0483D3E7}" presName="spaceBetweenRectangles" presStyleCnt="0"/>
      <dgm:spPr/>
    </dgm:pt>
    <dgm:pt modelId="{D45CC628-9118-4B84-8BA5-D1E9E56A9882}" type="pres">
      <dgm:prSet presAssocID="{A6D99942-BC22-4E95-B4E4-4B0B9485DCEC}" presName="parentLin" presStyleCnt="0"/>
      <dgm:spPr/>
    </dgm:pt>
    <dgm:pt modelId="{01782DD0-FB7E-4CD5-A735-E753CF191393}" type="pres">
      <dgm:prSet presAssocID="{A6D99942-BC22-4E95-B4E4-4B0B9485DCEC}" presName="parentLeftMargin" presStyleLbl="node1" presStyleIdx="3" presStyleCnt="5"/>
      <dgm:spPr/>
    </dgm:pt>
    <dgm:pt modelId="{4332655E-21C1-4DAE-B810-7DF9C593C2CD}" type="pres">
      <dgm:prSet presAssocID="{A6D99942-BC22-4E95-B4E4-4B0B9485DCEC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41124A18-B428-462C-BB6A-3ADB4192B05A}" type="pres">
      <dgm:prSet presAssocID="{A6D99942-BC22-4E95-B4E4-4B0B9485DCEC}" presName="negativeSpace" presStyleCnt="0"/>
      <dgm:spPr/>
    </dgm:pt>
    <dgm:pt modelId="{418DBBE1-C4D1-4F84-A7DE-F18D5EB9C9D3}" type="pres">
      <dgm:prSet presAssocID="{A6D99942-BC22-4E95-B4E4-4B0B9485DCEC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5ED3EE23-A2CB-45EF-8250-A3152F0D0CB2}" srcId="{414D9FCE-8BC9-42F7-9615-5982EED7B32F}" destId="{31C7EA99-18BB-41FF-9871-0AB46E4B4373}" srcOrd="0" destOrd="0" parTransId="{5F5FE93E-7A2F-48F3-A80E-19737F6F28CA}" sibTransId="{7DF8C01F-5FAD-44E5-8152-D0EE647258C7}"/>
    <dgm:cxn modelId="{E69A2C2F-C528-4A8D-9DE1-CFDED41B705E}" srcId="{414D9FCE-8BC9-42F7-9615-5982EED7B32F}" destId="{F20209E1-DA1E-4A32-91D6-8BFEA98D993D}" srcOrd="3" destOrd="0" parTransId="{9B2609E6-1556-4688-A9AE-200FE581C307}" sibTransId="{91A2DE0B-AB74-4D19-B233-20EF0483D3E7}"/>
    <dgm:cxn modelId="{FADD6C60-9EB3-432D-84A0-EB494E037751}" srcId="{414D9FCE-8BC9-42F7-9615-5982EED7B32F}" destId="{F9A1D9B3-C87A-4304-8F39-3A0198E91085}" srcOrd="2" destOrd="0" parTransId="{11171C09-47CC-43AD-998A-DFC018072D71}" sibTransId="{89861C21-4ABA-461F-9AF5-7FBF74809EBF}"/>
    <dgm:cxn modelId="{D4067A41-78DD-4C10-B323-044CEC1C9518}" type="presOf" srcId="{BD02B75A-F3EA-4B8F-83CE-9877C0348080}" destId="{B1CC44D6-B907-4954-8792-74B5065EC36C}" srcOrd="0" destOrd="0" presId="urn:microsoft.com/office/officeart/2005/8/layout/list1"/>
    <dgm:cxn modelId="{8CA28A68-D733-4624-B5C6-C9C39F9E4CC7}" type="presOf" srcId="{F9A1D9B3-C87A-4304-8F39-3A0198E91085}" destId="{1974BE83-5932-4525-91DB-22A35928DCB7}" srcOrd="1" destOrd="0" presId="urn:microsoft.com/office/officeart/2005/8/layout/list1"/>
    <dgm:cxn modelId="{703F864C-4393-487B-9F7E-1660634C98E5}" type="presOf" srcId="{31C7EA99-18BB-41FF-9871-0AB46E4B4373}" destId="{1E0470A0-0FC5-40BF-AC13-61B066B01044}" srcOrd="0" destOrd="0" presId="urn:microsoft.com/office/officeart/2005/8/layout/list1"/>
    <dgm:cxn modelId="{B2836A72-DEC1-4D19-8277-C7C3C9F63BBF}" type="presOf" srcId="{F9A1D9B3-C87A-4304-8F39-3A0198E91085}" destId="{263B3C12-2524-42EC-8934-7AB14CD757E4}" srcOrd="0" destOrd="0" presId="urn:microsoft.com/office/officeart/2005/8/layout/list1"/>
    <dgm:cxn modelId="{4DC0AD52-ED78-4457-869E-9134D4A5D737}" type="presOf" srcId="{A6D99942-BC22-4E95-B4E4-4B0B9485DCEC}" destId="{4332655E-21C1-4DAE-B810-7DF9C593C2CD}" srcOrd="1" destOrd="0" presId="urn:microsoft.com/office/officeart/2005/8/layout/list1"/>
    <dgm:cxn modelId="{EFB2587A-F8E3-4FE4-9D98-325BBBE6075C}" type="presOf" srcId="{BD02B75A-F3EA-4B8F-83CE-9877C0348080}" destId="{77293E53-CD12-46A4-A832-39665F240252}" srcOrd="1" destOrd="0" presId="urn:microsoft.com/office/officeart/2005/8/layout/list1"/>
    <dgm:cxn modelId="{A1A6377F-7E0A-404E-9295-DA6360579849}" type="presOf" srcId="{31C7EA99-18BB-41FF-9871-0AB46E4B4373}" destId="{8B17B2D8-8D5C-4B17-98EB-2B4D6009B4CB}" srcOrd="1" destOrd="0" presId="urn:microsoft.com/office/officeart/2005/8/layout/list1"/>
    <dgm:cxn modelId="{BC3C2991-D44C-4441-A044-340905BC53EE}" type="presOf" srcId="{A6D99942-BC22-4E95-B4E4-4B0B9485DCEC}" destId="{01782DD0-FB7E-4CD5-A735-E753CF191393}" srcOrd="0" destOrd="0" presId="urn:microsoft.com/office/officeart/2005/8/layout/list1"/>
    <dgm:cxn modelId="{AEF24F98-6DAD-42F7-BB35-69E55BD2A995}" srcId="{31C7EA99-18BB-41FF-9871-0AB46E4B4373}" destId="{057055BB-7057-42F0-84C5-DE40909AD75F}" srcOrd="0" destOrd="0" parTransId="{12178A04-8D10-4E61-8350-A7D409F7359A}" sibTransId="{4D0AEADE-5CF1-41A0-8099-BE7158B6E655}"/>
    <dgm:cxn modelId="{235FFA99-CCA3-441A-A1FF-3F2E895E94CE}" srcId="{414D9FCE-8BC9-42F7-9615-5982EED7B32F}" destId="{A6D99942-BC22-4E95-B4E4-4B0B9485DCEC}" srcOrd="4" destOrd="0" parTransId="{D4897409-B528-4212-BACD-7D554616F216}" sibTransId="{5CFB9A04-D6CB-4F81-B406-158CC2CBE250}"/>
    <dgm:cxn modelId="{1056889C-6AB9-4D3A-BCB4-EAE16521A59E}" type="presOf" srcId="{414D9FCE-8BC9-42F7-9615-5982EED7B32F}" destId="{7E2A0AC7-02DF-47D8-90AF-65CFB1E530C0}" srcOrd="0" destOrd="0" presId="urn:microsoft.com/office/officeart/2005/8/layout/list1"/>
    <dgm:cxn modelId="{886D6C9D-2AFC-4991-AE9E-41544F25318C}" type="presOf" srcId="{057055BB-7057-42F0-84C5-DE40909AD75F}" destId="{3DAE2C83-D49C-4062-8484-D8794C9549BF}" srcOrd="0" destOrd="0" presId="urn:microsoft.com/office/officeart/2005/8/layout/list1"/>
    <dgm:cxn modelId="{79DB28CA-9BD1-4101-97A2-AADA7B9363F4}" type="presOf" srcId="{F20209E1-DA1E-4A32-91D6-8BFEA98D993D}" destId="{A43E065F-0646-4DD1-9B15-B1300E72EDA7}" srcOrd="1" destOrd="0" presId="urn:microsoft.com/office/officeart/2005/8/layout/list1"/>
    <dgm:cxn modelId="{4ADE6BF5-11BA-4355-9A97-A4F680E22AE0}" type="presOf" srcId="{F20209E1-DA1E-4A32-91D6-8BFEA98D993D}" destId="{0A6D90B0-26C4-4B52-BBA5-B38714117B55}" srcOrd="0" destOrd="0" presId="urn:microsoft.com/office/officeart/2005/8/layout/list1"/>
    <dgm:cxn modelId="{A99C63FB-529F-466E-95D1-B155CD3C4447}" srcId="{414D9FCE-8BC9-42F7-9615-5982EED7B32F}" destId="{BD02B75A-F3EA-4B8F-83CE-9877C0348080}" srcOrd="1" destOrd="0" parTransId="{6C89CE05-5B2E-4A44-B9DD-3CDD867C72F4}" sibTransId="{BB7C49CA-0FE5-4422-986B-5217C3331CF4}"/>
    <dgm:cxn modelId="{A2207AD1-D0F0-4987-8D0F-D60D8826E462}" type="presParOf" srcId="{7E2A0AC7-02DF-47D8-90AF-65CFB1E530C0}" destId="{57FC7C8F-9793-4329-9274-630DCDAF0992}" srcOrd="0" destOrd="0" presId="urn:microsoft.com/office/officeart/2005/8/layout/list1"/>
    <dgm:cxn modelId="{63240EC8-63F8-4649-8683-C501095BA351}" type="presParOf" srcId="{57FC7C8F-9793-4329-9274-630DCDAF0992}" destId="{1E0470A0-0FC5-40BF-AC13-61B066B01044}" srcOrd="0" destOrd="0" presId="urn:microsoft.com/office/officeart/2005/8/layout/list1"/>
    <dgm:cxn modelId="{977D8B5B-9138-4804-923C-6BD6ABEA68AC}" type="presParOf" srcId="{57FC7C8F-9793-4329-9274-630DCDAF0992}" destId="{8B17B2D8-8D5C-4B17-98EB-2B4D6009B4CB}" srcOrd="1" destOrd="0" presId="urn:microsoft.com/office/officeart/2005/8/layout/list1"/>
    <dgm:cxn modelId="{E4D2B4FF-BFF5-4125-B4F5-47A49A512DEB}" type="presParOf" srcId="{7E2A0AC7-02DF-47D8-90AF-65CFB1E530C0}" destId="{D9106FC5-F6D0-4301-B012-EBCF365035DC}" srcOrd="1" destOrd="0" presId="urn:microsoft.com/office/officeart/2005/8/layout/list1"/>
    <dgm:cxn modelId="{F141C927-9301-4597-B702-47AB9F3B8BE6}" type="presParOf" srcId="{7E2A0AC7-02DF-47D8-90AF-65CFB1E530C0}" destId="{3DAE2C83-D49C-4062-8484-D8794C9549BF}" srcOrd="2" destOrd="0" presId="urn:microsoft.com/office/officeart/2005/8/layout/list1"/>
    <dgm:cxn modelId="{906C7AA0-E284-4B2C-9DA6-F7D934E078D3}" type="presParOf" srcId="{7E2A0AC7-02DF-47D8-90AF-65CFB1E530C0}" destId="{8B38BDF4-B94A-435A-AED9-48CF5731F2D3}" srcOrd="3" destOrd="0" presId="urn:microsoft.com/office/officeart/2005/8/layout/list1"/>
    <dgm:cxn modelId="{916A9FE4-40C2-4C4E-AD3A-1926E19D1E4C}" type="presParOf" srcId="{7E2A0AC7-02DF-47D8-90AF-65CFB1E530C0}" destId="{07B08D63-0878-4D31-B05B-5BDAD9733989}" srcOrd="4" destOrd="0" presId="urn:microsoft.com/office/officeart/2005/8/layout/list1"/>
    <dgm:cxn modelId="{0494ABF8-85D5-4288-860B-908A725139DE}" type="presParOf" srcId="{07B08D63-0878-4D31-B05B-5BDAD9733989}" destId="{B1CC44D6-B907-4954-8792-74B5065EC36C}" srcOrd="0" destOrd="0" presId="urn:microsoft.com/office/officeart/2005/8/layout/list1"/>
    <dgm:cxn modelId="{A9675E25-6986-4AAF-9BCB-6D8E60E5DB36}" type="presParOf" srcId="{07B08D63-0878-4D31-B05B-5BDAD9733989}" destId="{77293E53-CD12-46A4-A832-39665F240252}" srcOrd="1" destOrd="0" presId="urn:microsoft.com/office/officeart/2005/8/layout/list1"/>
    <dgm:cxn modelId="{A658BA7C-F8C4-4774-A1C4-E454FA383868}" type="presParOf" srcId="{7E2A0AC7-02DF-47D8-90AF-65CFB1E530C0}" destId="{53B17343-E9D7-4377-A5D1-63633E4C6C49}" srcOrd="5" destOrd="0" presId="urn:microsoft.com/office/officeart/2005/8/layout/list1"/>
    <dgm:cxn modelId="{853B15C2-F534-4F74-9DF2-F8E38A24A26F}" type="presParOf" srcId="{7E2A0AC7-02DF-47D8-90AF-65CFB1E530C0}" destId="{4F36EDFA-1198-4B3F-8FE4-C65618A3F0FF}" srcOrd="6" destOrd="0" presId="urn:microsoft.com/office/officeart/2005/8/layout/list1"/>
    <dgm:cxn modelId="{3C438B6D-BD6B-4689-B61E-338EC3B05AAE}" type="presParOf" srcId="{7E2A0AC7-02DF-47D8-90AF-65CFB1E530C0}" destId="{3EDCB1B0-C6C2-4564-8FCF-658AF59BD679}" srcOrd="7" destOrd="0" presId="urn:microsoft.com/office/officeart/2005/8/layout/list1"/>
    <dgm:cxn modelId="{9D44DA49-744E-4A14-9155-4A5A61322F87}" type="presParOf" srcId="{7E2A0AC7-02DF-47D8-90AF-65CFB1E530C0}" destId="{8C9D9E79-BE11-42E1-B366-1D620BB4FA87}" srcOrd="8" destOrd="0" presId="urn:microsoft.com/office/officeart/2005/8/layout/list1"/>
    <dgm:cxn modelId="{FAD1F722-B32A-40D1-B5CB-2F4355F60FDC}" type="presParOf" srcId="{8C9D9E79-BE11-42E1-B366-1D620BB4FA87}" destId="{263B3C12-2524-42EC-8934-7AB14CD757E4}" srcOrd="0" destOrd="0" presId="urn:microsoft.com/office/officeart/2005/8/layout/list1"/>
    <dgm:cxn modelId="{BE7B2F36-6C49-4528-AFC0-F0D316729F84}" type="presParOf" srcId="{8C9D9E79-BE11-42E1-B366-1D620BB4FA87}" destId="{1974BE83-5932-4525-91DB-22A35928DCB7}" srcOrd="1" destOrd="0" presId="urn:microsoft.com/office/officeart/2005/8/layout/list1"/>
    <dgm:cxn modelId="{7011B221-FC0A-4841-9B3E-8C48E661D09E}" type="presParOf" srcId="{7E2A0AC7-02DF-47D8-90AF-65CFB1E530C0}" destId="{8DF6F5C9-2C93-4795-BB5C-4D875047EBA5}" srcOrd="9" destOrd="0" presId="urn:microsoft.com/office/officeart/2005/8/layout/list1"/>
    <dgm:cxn modelId="{F85817B0-AFAF-4475-92F9-7CA6FDC0778B}" type="presParOf" srcId="{7E2A0AC7-02DF-47D8-90AF-65CFB1E530C0}" destId="{BA35E1B6-9289-4D06-9767-EC03CEF0B59E}" srcOrd="10" destOrd="0" presId="urn:microsoft.com/office/officeart/2005/8/layout/list1"/>
    <dgm:cxn modelId="{29F6A3CC-52A9-4DC7-9C09-F6F378B9BE9A}" type="presParOf" srcId="{7E2A0AC7-02DF-47D8-90AF-65CFB1E530C0}" destId="{F24C70FE-8FFB-430C-B2DA-1479AA3F7F0A}" srcOrd="11" destOrd="0" presId="urn:microsoft.com/office/officeart/2005/8/layout/list1"/>
    <dgm:cxn modelId="{0C760969-A7AC-4218-A87C-17F17E9CC0F7}" type="presParOf" srcId="{7E2A0AC7-02DF-47D8-90AF-65CFB1E530C0}" destId="{292887F0-43A4-4A64-B06F-55BC385496FA}" srcOrd="12" destOrd="0" presId="urn:microsoft.com/office/officeart/2005/8/layout/list1"/>
    <dgm:cxn modelId="{DAF43996-4588-426E-B61A-50B2119544E2}" type="presParOf" srcId="{292887F0-43A4-4A64-B06F-55BC385496FA}" destId="{0A6D90B0-26C4-4B52-BBA5-B38714117B55}" srcOrd="0" destOrd="0" presId="urn:microsoft.com/office/officeart/2005/8/layout/list1"/>
    <dgm:cxn modelId="{B57E5D44-A476-4AC3-8BDA-2744806CFF4F}" type="presParOf" srcId="{292887F0-43A4-4A64-B06F-55BC385496FA}" destId="{A43E065F-0646-4DD1-9B15-B1300E72EDA7}" srcOrd="1" destOrd="0" presId="urn:microsoft.com/office/officeart/2005/8/layout/list1"/>
    <dgm:cxn modelId="{4B69E3B0-C3D1-4B2A-9BFE-1C330D2DEB20}" type="presParOf" srcId="{7E2A0AC7-02DF-47D8-90AF-65CFB1E530C0}" destId="{B8BE5D83-D047-4E5E-83D5-C979C3335A8F}" srcOrd="13" destOrd="0" presId="urn:microsoft.com/office/officeart/2005/8/layout/list1"/>
    <dgm:cxn modelId="{65D0875D-7A3B-4E81-92C4-3524693A2AC2}" type="presParOf" srcId="{7E2A0AC7-02DF-47D8-90AF-65CFB1E530C0}" destId="{DD35D683-27DC-4EB0-A829-88EB2438F34B}" srcOrd="14" destOrd="0" presId="urn:microsoft.com/office/officeart/2005/8/layout/list1"/>
    <dgm:cxn modelId="{830D8C61-28CE-4BB0-B1B1-B0C1B3713776}" type="presParOf" srcId="{7E2A0AC7-02DF-47D8-90AF-65CFB1E530C0}" destId="{CE0BEF47-6E2D-485E-A578-C41A943A0CC7}" srcOrd="15" destOrd="0" presId="urn:microsoft.com/office/officeart/2005/8/layout/list1"/>
    <dgm:cxn modelId="{073D9E1B-6A80-486D-8088-D2281D4CF31D}" type="presParOf" srcId="{7E2A0AC7-02DF-47D8-90AF-65CFB1E530C0}" destId="{D45CC628-9118-4B84-8BA5-D1E9E56A9882}" srcOrd="16" destOrd="0" presId="urn:microsoft.com/office/officeart/2005/8/layout/list1"/>
    <dgm:cxn modelId="{EA66B6B0-9B65-438C-BA10-B1532622A347}" type="presParOf" srcId="{D45CC628-9118-4B84-8BA5-D1E9E56A9882}" destId="{01782DD0-FB7E-4CD5-A735-E753CF191393}" srcOrd="0" destOrd="0" presId="urn:microsoft.com/office/officeart/2005/8/layout/list1"/>
    <dgm:cxn modelId="{F5C2ED80-5B05-4261-8952-BB1BD62E1462}" type="presParOf" srcId="{D45CC628-9118-4B84-8BA5-D1E9E56A9882}" destId="{4332655E-21C1-4DAE-B810-7DF9C593C2CD}" srcOrd="1" destOrd="0" presId="urn:microsoft.com/office/officeart/2005/8/layout/list1"/>
    <dgm:cxn modelId="{F152D022-9DC2-432F-AAE7-D9B1FBB3CA29}" type="presParOf" srcId="{7E2A0AC7-02DF-47D8-90AF-65CFB1E530C0}" destId="{41124A18-B428-462C-BB6A-3ADB4192B05A}" srcOrd="17" destOrd="0" presId="urn:microsoft.com/office/officeart/2005/8/layout/list1"/>
    <dgm:cxn modelId="{6F0194DF-5BDF-40C6-95F3-BE94B80BE102}" type="presParOf" srcId="{7E2A0AC7-02DF-47D8-90AF-65CFB1E530C0}" destId="{418DBBE1-C4D1-4F84-A7DE-F18D5EB9C9D3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C28B2382-29AC-4A90-A3F2-BA8EA7F46010}" type="doc">
      <dgm:prSet loTypeId="urn:microsoft.com/office/officeart/2005/8/layout/chevron2" loCatId="process" qsTypeId="urn:microsoft.com/office/officeart/2005/8/quickstyle/simple1#10" qsCatId="simple" csTypeId="urn:microsoft.com/office/officeart/2005/8/colors/accent1_2#6" csCatId="accent1"/>
      <dgm:spPr/>
      <dgm:t>
        <a:bodyPr/>
        <a:lstStyle/>
        <a:p>
          <a:endParaRPr lang="en-IN"/>
        </a:p>
      </dgm:t>
    </dgm:pt>
    <dgm:pt modelId="{5603F7AA-0A7B-4DC1-9B42-1B13466547CF}">
      <dgm:prSet/>
      <dgm:spPr/>
      <dgm:t>
        <a:bodyPr/>
        <a:lstStyle/>
        <a:p>
          <a:r>
            <a:rPr lang="en-US" b="0" i="0" baseline="0"/>
            <a:t>Deployment Checklist</a:t>
          </a:r>
          <a:endParaRPr lang="en-IN"/>
        </a:p>
      </dgm:t>
    </dgm:pt>
    <dgm:pt modelId="{A5588BD8-4C25-4C87-932C-11763EC574E3}" type="parTrans" cxnId="{DC190B32-F8D1-47AB-8753-5147F52C2142}">
      <dgm:prSet/>
      <dgm:spPr/>
      <dgm:t>
        <a:bodyPr/>
        <a:lstStyle/>
        <a:p>
          <a:endParaRPr lang="en-IN"/>
        </a:p>
      </dgm:t>
    </dgm:pt>
    <dgm:pt modelId="{497FCB57-8850-410A-B119-BA837C4E89B1}" type="sibTrans" cxnId="{DC190B32-F8D1-47AB-8753-5147F52C2142}">
      <dgm:prSet/>
      <dgm:spPr/>
      <dgm:t>
        <a:bodyPr/>
        <a:lstStyle/>
        <a:p>
          <a:endParaRPr lang="en-IN"/>
        </a:p>
      </dgm:t>
    </dgm:pt>
    <dgm:pt modelId="{36589AE9-8050-43D2-A5BD-710F694028D1}">
      <dgm:prSet/>
      <dgm:spPr/>
      <dgm:t>
        <a:bodyPr/>
        <a:lstStyle/>
        <a:p>
          <a:r>
            <a:rPr lang="en-US" b="0" i="0" baseline="0"/>
            <a:t>Identify role</a:t>
          </a:r>
          <a:endParaRPr lang="en-IN"/>
        </a:p>
      </dgm:t>
    </dgm:pt>
    <dgm:pt modelId="{3EA2A039-84CE-43A4-9C6E-1AEA9FCD881B}" type="parTrans" cxnId="{161D180A-7697-4675-9ED1-D26CD6FBF246}">
      <dgm:prSet/>
      <dgm:spPr/>
      <dgm:t>
        <a:bodyPr/>
        <a:lstStyle/>
        <a:p>
          <a:endParaRPr lang="en-IN"/>
        </a:p>
      </dgm:t>
    </dgm:pt>
    <dgm:pt modelId="{A0C11DD7-D084-4E80-97A4-7A453098665A}" type="sibTrans" cxnId="{161D180A-7697-4675-9ED1-D26CD6FBF246}">
      <dgm:prSet/>
      <dgm:spPr/>
      <dgm:t>
        <a:bodyPr/>
        <a:lstStyle/>
        <a:p>
          <a:endParaRPr lang="en-IN"/>
        </a:p>
      </dgm:t>
    </dgm:pt>
    <dgm:pt modelId="{BE5B73CE-1523-4423-92A3-8B6B6EE9FD09}">
      <dgm:prSet/>
      <dgm:spPr/>
      <dgm:t>
        <a:bodyPr/>
        <a:lstStyle/>
        <a:p>
          <a:r>
            <a:rPr lang="en-US" b="0" i="0" baseline="0"/>
            <a:t>Verify compatibility</a:t>
          </a:r>
          <a:endParaRPr lang="en-IN"/>
        </a:p>
      </dgm:t>
    </dgm:pt>
    <dgm:pt modelId="{6755410D-E612-405D-B663-86234F1A4A74}" type="parTrans" cxnId="{2BDBC35F-E923-4F01-B25B-94FC7A58EBF3}">
      <dgm:prSet/>
      <dgm:spPr/>
      <dgm:t>
        <a:bodyPr/>
        <a:lstStyle/>
        <a:p>
          <a:endParaRPr lang="en-IN"/>
        </a:p>
      </dgm:t>
    </dgm:pt>
    <dgm:pt modelId="{4A49D23A-BC89-4903-AB8E-2FFC6474EF62}" type="sibTrans" cxnId="{2BDBC35F-E923-4F01-B25B-94FC7A58EBF3}">
      <dgm:prSet/>
      <dgm:spPr/>
      <dgm:t>
        <a:bodyPr/>
        <a:lstStyle/>
        <a:p>
          <a:endParaRPr lang="en-IN"/>
        </a:p>
      </dgm:t>
    </dgm:pt>
    <dgm:pt modelId="{5A30D0C0-B0BB-4E0C-B37A-0C0A3E4E332F}">
      <dgm:prSet/>
      <dgm:spPr/>
      <dgm:t>
        <a:bodyPr/>
        <a:lstStyle/>
        <a:p>
          <a:r>
            <a:rPr lang="en-US" b="0" i="0" baseline="0"/>
            <a:t>Update firmware</a:t>
          </a:r>
          <a:endParaRPr lang="en-IN"/>
        </a:p>
      </dgm:t>
    </dgm:pt>
    <dgm:pt modelId="{D68C0BB1-26AD-4F3E-881A-C81199692544}" type="parTrans" cxnId="{E8E22CB8-01A8-46F0-9D4D-0F28B43F9D25}">
      <dgm:prSet/>
      <dgm:spPr/>
      <dgm:t>
        <a:bodyPr/>
        <a:lstStyle/>
        <a:p>
          <a:endParaRPr lang="en-IN"/>
        </a:p>
      </dgm:t>
    </dgm:pt>
    <dgm:pt modelId="{332A9775-F996-40BD-B553-B06C002C46C1}" type="sibTrans" cxnId="{E8E22CB8-01A8-46F0-9D4D-0F28B43F9D25}">
      <dgm:prSet/>
      <dgm:spPr/>
      <dgm:t>
        <a:bodyPr/>
        <a:lstStyle/>
        <a:p>
          <a:endParaRPr lang="en-IN"/>
        </a:p>
      </dgm:t>
    </dgm:pt>
    <dgm:pt modelId="{69B08B63-9FF3-4FAF-924C-C034B76BFB86}">
      <dgm:prSet/>
      <dgm:spPr/>
      <dgm:t>
        <a:bodyPr/>
        <a:lstStyle/>
        <a:p>
          <a:r>
            <a:rPr lang="en-US" b="0" i="0" baseline="0"/>
            <a:t>Configure BIOS / UEFI</a:t>
          </a:r>
          <a:endParaRPr lang="en-IN"/>
        </a:p>
      </dgm:t>
    </dgm:pt>
    <dgm:pt modelId="{63BD925F-7ECD-4CF8-97C9-FAE471C5AE8E}" type="parTrans" cxnId="{571751FD-A589-4465-AC71-F6BDE1FDA47C}">
      <dgm:prSet/>
      <dgm:spPr/>
      <dgm:t>
        <a:bodyPr/>
        <a:lstStyle/>
        <a:p>
          <a:endParaRPr lang="en-IN"/>
        </a:p>
      </dgm:t>
    </dgm:pt>
    <dgm:pt modelId="{A492D140-A5D0-4E46-A08F-DFF6172B70FE}" type="sibTrans" cxnId="{571751FD-A589-4465-AC71-F6BDE1FDA47C}">
      <dgm:prSet/>
      <dgm:spPr/>
      <dgm:t>
        <a:bodyPr/>
        <a:lstStyle/>
        <a:p>
          <a:endParaRPr lang="en-IN"/>
        </a:p>
      </dgm:t>
    </dgm:pt>
    <dgm:pt modelId="{5FD1BC0E-3A47-4BDB-AE6C-A24DEBC62C1D}">
      <dgm:prSet/>
      <dgm:spPr/>
      <dgm:t>
        <a:bodyPr/>
        <a:lstStyle/>
        <a:p>
          <a:r>
            <a:rPr lang="en-US" b="0" i="0" baseline="0"/>
            <a:t>Prepare storage</a:t>
          </a:r>
          <a:endParaRPr lang="en-IN"/>
        </a:p>
      </dgm:t>
    </dgm:pt>
    <dgm:pt modelId="{E7EE6ED9-0E12-4076-8DF8-0F1ADE2249CB}" type="parTrans" cxnId="{FD983228-41DB-4D68-B48A-96356495AE48}">
      <dgm:prSet/>
      <dgm:spPr/>
      <dgm:t>
        <a:bodyPr/>
        <a:lstStyle/>
        <a:p>
          <a:endParaRPr lang="en-IN"/>
        </a:p>
      </dgm:t>
    </dgm:pt>
    <dgm:pt modelId="{7D11230F-245F-4E33-AEC3-A68D5AB5153A}" type="sibTrans" cxnId="{FD983228-41DB-4D68-B48A-96356495AE48}">
      <dgm:prSet/>
      <dgm:spPr/>
      <dgm:t>
        <a:bodyPr/>
        <a:lstStyle/>
        <a:p>
          <a:endParaRPr lang="en-IN"/>
        </a:p>
      </dgm:t>
    </dgm:pt>
    <dgm:pt modelId="{DC7F5B65-EA7B-4168-81F2-32CB1FC34E0D}">
      <dgm:prSet/>
      <dgm:spPr/>
      <dgm:t>
        <a:bodyPr/>
        <a:lstStyle/>
        <a:p>
          <a:r>
            <a:rPr lang="en-US" b="0" i="0" baseline="0"/>
            <a:t>Install OS</a:t>
          </a:r>
          <a:endParaRPr lang="en-IN"/>
        </a:p>
      </dgm:t>
    </dgm:pt>
    <dgm:pt modelId="{643B13D7-C49A-4B6D-8536-3B3FBEAE23FC}" type="parTrans" cxnId="{F1F7D0F0-E01B-4BDD-9AB4-E7B306DDF06D}">
      <dgm:prSet/>
      <dgm:spPr/>
      <dgm:t>
        <a:bodyPr/>
        <a:lstStyle/>
        <a:p>
          <a:endParaRPr lang="en-IN"/>
        </a:p>
      </dgm:t>
    </dgm:pt>
    <dgm:pt modelId="{A8A0F0EB-9D05-47A4-B163-32EFD9B46BB8}" type="sibTrans" cxnId="{F1F7D0F0-E01B-4BDD-9AB4-E7B306DDF06D}">
      <dgm:prSet/>
      <dgm:spPr/>
      <dgm:t>
        <a:bodyPr/>
        <a:lstStyle/>
        <a:p>
          <a:endParaRPr lang="en-IN"/>
        </a:p>
      </dgm:t>
    </dgm:pt>
    <dgm:pt modelId="{F2628B91-4290-4271-BDDA-4A48AB521873}">
      <dgm:prSet/>
      <dgm:spPr/>
      <dgm:t>
        <a:bodyPr/>
        <a:lstStyle/>
        <a:p>
          <a:r>
            <a:rPr lang="en-US" b="0" i="0" baseline="0"/>
            <a:t>Configure hostname</a:t>
          </a:r>
          <a:endParaRPr lang="en-IN"/>
        </a:p>
      </dgm:t>
    </dgm:pt>
    <dgm:pt modelId="{3183C6BC-1685-46A5-B398-BE3B1B306B2D}" type="parTrans" cxnId="{E0CF17D1-CCD3-4CF5-9DD3-946C8A9CD115}">
      <dgm:prSet/>
      <dgm:spPr/>
      <dgm:t>
        <a:bodyPr/>
        <a:lstStyle/>
        <a:p>
          <a:endParaRPr lang="en-IN"/>
        </a:p>
      </dgm:t>
    </dgm:pt>
    <dgm:pt modelId="{6D2F0D0F-1F5F-47B5-A7CD-A6F44D3646F3}" type="sibTrans" cxnId="{E0CF17D1-CCD3-4CF5-9DD3-946C8A9CD115}">
      <dgm:prSet/>
      <dgm:spPr/>
      <dgm:t>
        <a:bodyPr/>
        <a:lstStyle/>
        <a:p>
          <a:endParaRPr lang="en-IN"/>
        </a:p>
      </dgm:t>
    </dgm:pt>
    <dgm:pt modelId="{519BF28C-7CA7-49B3-AA9C-F1D66836C427}">
      <dgm:prSet/>
      <dgm:spPr/>
      <dgm:t>
        <a:bodyPr/>
        <a:lstStyle/>
        <a:p>
          <a:r>
            <a:rPr lang="en-US" b="0" i="0" baseline="0"/>
            <a:t>Configure network</a:t>
          </a:r>
          <a:endParaRPr lang="en-IN"/>
        </a:p>
      </dgm:t>
    </dgm:pt>
    <dgm:pt modelId="{1E1B41C7-38DF-4C90-8284-C26C3D036A98}" type="parTrans" cxnId="{BC81CD67-6E0F-49BD-A1C7-D275917DE9D5}">
      <dgm:prSet/>
      <dgm:spPr/>
      <dgm:t>
        <a:bodyPr/>
        <a:lstStyle/>
        <a:p>
          <a:endParaRPr lang="en-IN"/>
        </a:p>
      </dgm:t>
    </dgm:pt>
    <dgm:pt modelId="{E19CF912-46B3-420D-882E-66673930E383}" type="sibTrans" cxnId="{BC81CD67-6E0F-49BD-A1C7-D275917DE9D5}">
      <dgm:prSet/>
      <dgm:spPr/>
      <dgm:t>
        <a:bodyPr/>
        <a:lstStyle/>
        <a:p>
          <a:endParaRPr lang="en-IN"/>
        </a:p>
      </dgm:t>
    </dgm:pt>
    <dgm:pt modelId="{4309D41A-F322-4ABC-BC7F-026D54DA9E82}">
      <dgm:prSet/>
      <dgm:spPr/>
      <dgm:t>
        <a:bodyPr/>
        <a:lstStyle/>
        <a:p>
          <a:r>
            <a:rPr lang="en-US" b="0" i="0" baseline="0"/>
            <a:t>Configure accounts</a:t>
          </a:r>
          <a:endParaRPr lang="en-IN"/>
        </a:p>
      </dgm:t>
    </dgm:pt>
    <dgm:pt modelId="{4AA353F5-2F9C-48BF-9032-C65B84D6A16F}" type="parTrans" cxnId="{20D1BCDA-C323-40A9-A48B-D9E82310306F}">
      <dgm:prSet/>
      <dgm:spPr/>
      <dgm:t>
        <a:bodyPr/>
        <a:lstStyle/>
        <a:p>
          <a:endParaRPr lang="en-IN"/>
        </a:p>
      </dgm:t>
    </dgm:pt>
    <dgm:pt modelId="{7F739D5F-4B5A-4089-B5EA-26D12F9675D5}" type="sibTrans" cxnId="{20D1BCDA-C323-40A9-A48B-D9E82310306F}">
      <dgm:prSet/>
      <dgm:spPr/>
      <dgm:t>
        <a:bodyPr/>
        <a:lstStyle/>
        <a:p>
          <a:endParaRPr lang="en-IN"/>
        </a:p>
      </dgm:t>
    </dgm:pt>
    <dgm:pt modelId="{E0D9995B-2EAA-4FD4-AE99-0FEAE14D7E9E}">
      <dgm:prSet/>
      <dgm:spPr/>
      <dgm:t>
        <a:bodyPr/>
        <a:lstStyle/>
        <a:p>
          <a:r>
            <a:rPr lang="en-US" b="0" i="0" baseline="0"/>
            <a:t>Join directory</a:t>
          </a:r>
          <a:endParaRPr lang="en-IN"/>
        </a:p>
      </dgm:t>
    </dgm:pt>
    <dgm:pt modelId="{D0ABD825-4049-49B1-A207-56823601DAFC}" type="parTrans" cxnId="{833F1F0A-759F-4231-BBB2-4A5DA04AFF15}">
      <dgm:prSet/>
      <dgm:spPr/>
      <dgm:t>
        <a:bodyPr/>
        <a:lstStyle/>
        <a:p>
          <a:endParaRPr lang="en-IN"/>
        </a:p>
      </dgm:t>
    </dgm:pt>
    <dgm:pt modelId="{5E8DBB0D-360B-4035-BC8E-5E0793BC0A8E}" type="sibTrans" cxnId="{833F1F0A-759F-4231-BBB2-4A5DA04AFF15}">
      <dgm:prSet/>
      <dgm:spPr/>
      <dgm:t>
        <a:bodyPr/>
        <a:lstStyle/>
        <a:p>
          <a:endParaRPr lang="en-IN"/>
        </a:p>
      </dgm:t>
    </dgm:pt>
    <dgm:pt modelId="{3FE87966-701D-44A5-B8C6-7ACAD79F4FB9}">
      <dgm:prSet/>
      <dgm:spPr/>
      <dgm:t>
        <a:bodyPr/>
        <a:lstStyle/>
        <a:p>
          <a:r>
            <a:rPr lang="en-US" b="0" i="0" baseline="0"/>
            <a:t>Install roles &amp; features</a:t>
          </a:r>
          <a:endParaRPr lang="en-IN"/>
        </a:p>
      </dgm:t>
    </dgm:pt>
    <dgm:pt modelId="{0DE4F592-8302-4ACA-AB3C-DD848FBADC44}" type="parTrans" cxnId="{D6F50A1E-DF2A-42F4-B61F-6328CCF1A303}">
      <dgm:prSet/>
      <dgm:spPr/>
      <dgm:t>
        <a:bodyPr/>
        <a:lstStyle/>
        <a:p>
          <a:endParaRPr lang="en-IN"/>
        </a:p>
      </dgm:t>
    </dgm:pt>
    <dgm:pt modelId="{9508A2E6-2794-4483-85C9-42AC5B566C46}" type="sibTrans" cxnId="{D6F50A1E-DF2A-42F4-B61F-6328CCF1A303}">
      <dgm:prSet/>
      <dgm:spPr/>
      <dgm:t>
        <a:bodyPr/>
        <a:lstStyle/>
        <a:p>
          <a:endParaRPr lang="en-IN"/>
        </a:p>
      </dgm:t>
    </dgm:pt>
    <dgm:pt modelId="{7318D65D-B461-45EB-B4BB-DBF3D4FDEDAF}">
      <dgm:prSet/>
      <dgm:spPr/>
      <dgm:t>
        <a:bodyPr/>
        <a:lstStyle/>
        <a:p>
          <a:r>
            <a:rPr lang="en-US" b="0" i="0" baseline="0"/>
            <a:t>Install drivers &amp; applications</a:t>
          </a:r>
          <a:endParaRPr lang="en-IN"/>
        </a:p>
      </dgm:t>
    </dgm:pt>
    <dgm:pt modelId="{7EFD6ED5-681B-41EE-8613-3C45EF9CD459}" type="parTrans" cxnId="{1759E759-4DDC-424E-A5A3-2C904C4CE3BF}">
      <dgm:prSet/>
      <dgm:spPr/>
      <dgm:t>
        <a:bodyPr/>
        <a:lstStyle/>
        <a:p>
          <a:endParaRPr lang="en-IN"/>
        </a:p>
      </dgm:t>
    </dgm:pt>
    <dgm:pt modelId="{6BA7619F-09A4-4610-BBB3-B892CC1663E1}" type="sibTrans" cxnId="{1759E759-4DDC-424E-A5A3-2C904C4CE3BF}">
      <dgm:prSet/>
      <dgm:spPr/>
      <dgm:t>
        <a:bodyPr/>
        <a:lstStyle/>
        <a:p>
          <a:endParaRPr lang="en-IN"/>
        </a:p>
      </dgm:t>
    </dgm:pt>
    <dgm:pt modelId="{918F2506-7BBA-49AE-BA92-8A9E2848F296}">
      <dgm:prSet/>
      <dgm:spPr/>
      <dgm:t>
        <a:bodyPr/>
        <a:lstStyle/>
        <a:p>
          <a:r>
            <a:rPr lang="en-US" b="0" i="0" baseline="0"/>
            <a:t>Patch</a:t>
          </a:r>
          <a:endParaRPr lang="en-IN"/>
        </a:p>
      </dgm:t>
    </dgm:pt>
    <dgm:pt modelId="{F64F2B2C-EF52-4BDA-99E8-6F2A7BCC6242}" type="parTrans" cxnId="{DCD71B96-4D1B-425D-88DC-BF4573CCC6D8}">
      <dgm:prSet/>
      <dgm:spPr/>
      <dgm:t>
        <a:bodyPr/>
        <a:lstStyle/>
        <a:p>
          <a:endParaRPr lang="en-IN"/>
        </a:p>
      </dgm:t>
    </dgm:pt>
    <dgm:pt modelId="{16AC1804-D821-4A9D-A95E-21F06FC9F5E2}" type="sibTrans" cxnId="{DCD71B96-4D1B-425D-88DC-BF4573CCC6D8}">
      <dgm:prSet/>
      <dgm:spPr/>
      <dgm:t>
        <a:bodyPr/>
        <a:lstStyle/>
        <a:p>
          <a:endParaRPr lang="en-IN"/>
        </a:p>
      </dgm:t>
    </dgm:pt>
    <dgm:pt modelId="{07171C39-CC7C-4DB2-8F8A-BCF6DA004C30}">
      <dgm:prSet/>
      <dgm:spPr/>
      <dgm:t>
        <a:bodyPr/>
        <a:lstStyle/>
        <a:p>
          <a:r>
            <a:rPr lang="en-US" b="0" i="0" baseline="0"/>
            <a:t>Test</a:t>
          </a:r>
          <a:endParaRPr lang="en-IN"/>
        </a:p>
      </dgm:t>
    </dgm:pt>
    <dgm:pt modelId="{9F4B3544-E5D1-4E1A-80B1-25FAF321DD2D}" type="parTrans" cxnId="{166A73AE-ABFC-4EDD-920A-E9C83E0D59F7}">
      <dgm:prSet/>
      <dgm:spPr/>
      <dgm:t>
        <a:bodyPr/>
        <a:lstStyle/>
        <a:p>
          <a:endParaRPr lang="en-IN"/>
        </a:p>
      </dgm:t>
    </dgm:pt>
    <dgm:pt modelId="{CBFC3BFE-3CEC-472A-A677-26AC687B5AD7}" type="sibTrans" cxnId="{166A73AE-ABFC-4EDD-920A-E9C83E0D59F7}">
      <dgm:prSet/>
      <dgm:spPr/>
      <dgm:t>
        <a:bodyPr/>
        <a:lstStyle/>
        <a:p>
          <a:endParaRPr lang="en-IN"/>
        </a:p>
      </dgm:t>
    </dgm:pt>
    <dgm:pt modelId="{31C7094A-C69A-4CFA-BEF2-F2508D2EFA03}">
      <dgm:prSet/>
      <dgm:spPr/>
      <dgm:t>
        <a:bodyPr/>
        <a:lstStyle/>
        <a:p>
          <a:r>
            <a:rPr lang="en-US" b="0" i="0" baseline="0"/>
            <a:t>Baseline</a:t>
          </a:r>
          <a:endParaRPr lang="en-IN"/>
        </a:p>
      </dgm:t>
    </dgm:pt>
    <dgm:pt modelId="{B59640D5-F1E8-418C-B4DB-B3A19943BAAC}" type="parTrans" cxnId="{457EDA50-4CF8-4988-A493-7A8B22CAE3ED}">
      <dgm:prSet/>
      <dgm:spPr/>
      <dgm:t>
        <a:bodyPr/>
        <a:lstStyle/>
        <a:p>
          <a:endParaRPr lang="en-IN"/>
        </a:p>
      </dgm:t>
    </dgm:pt>
    <dgm:pt modelId="{9CE41617-5621-44D9-9B8E-D6AE3A38537D}" type="sibTrans" cxnId="{457EDA50-4CF8-4988-A493-7A8B22CAE3ED}">
      <dgm:prSet/>
      <dgm:spPr/>
      <dgm:t>
        <a:bodyPr/>
        <a:lstStyle/>
        <a:p>
          <a:endParaRPr lang="en-IN"/>
        </a:p>
      </dgm:t>
    </dgm:pt>
    <dgm:pt modelId="{7C1DA0FE-D0EE-4E82-8737-6C7BC9118D2B}">
      <dgm:prSet/>
      <dgm:spPr/>
      <dgm:t>
        <a:bodyPr/>
        <a:lstStyle/>
        <a:p>
          <a:r>
            <a:rPr lang="en-US" b="0" i="0" baseline="0"/>
            <a:t>Document</a:t>
          </a:r>
          <a:endParaRPr lang="en-IN"/>
        </a:p>
      </dgm:t>
    </dgm:pt>
    <dgm:pt modelId="{57FA475C-7BBB-4DF7-990C-B52ED47B6434}" type="parTrans" cxnId="{9FD92E34-3AF2-4092-BFC7-8E79294F8234}">
      <dgm:prSet/>
      <dgm:spPr/>
      <dgm:t>
        <a:bodyPr/>
        <a:lstStyle/>
        <a:p>
          <a:endParaRPr lang="en-IN"/>
        </a:p>
      </dgm:t>
    </dgm:pt>
    <dgm:pt modelId="{7F802E1B-64BD-4F02-9CA0-2E7D775340B6}" type="sibTrans" cxnId="{9FD92E34-3AF2-4092-BFC7-8E79294F8234}">
      <dgm:prSet/>
      <dgm:spPr/>
      <dgm:t>
        <a:bodyPr/>
        <a:lstStyle/>
        <a:p>
          <a:endParaRPr lang="en-IN"/>
        </a:p>
      </dgm:t>
    </dgm:pt>
    <dgm:pt modelId="{E881CEB9-5914-4ED0-A483-7E37D23B28F1}" type="pres">
      <dgm:prSet presAssocID="{C28B2382-29AC-4A90-A3F2-BA8EA7F46010}" presName="linearFlow" presStyleCnt="0">
        <dgm:presLayoutVars>
          <dgm:dir/>
          <dgm:animLvl val="lvl"/>
          <dgm:resizeHandles val="exact"/>
        </dgm:presLayoutVars>
      </dgm:prSet>
      <dgm:spPr/>
    </dgm:pt>
    <dgm:pt modelId="{D4494CBE-ADDF-4DB0-A963-FC5272C7D8A7}" type="pres">
      <dgm:prSet presAssocID="{5603F7AA-0A7B-4DC1-9B42-1B13466547CF}" presName="composite" presStyleCnt="0"/>
      <dgm:spPr/>
    </dgm:pt>
    <dgm:pt modelId="{D63DFA3B-F5DB-4C63-8E87-313D6DFF2A2A}" type="pres">
      <dgm:prSet presAssocID="{5603F7AA-0A7B-4DC1-9B42-1B13466547CF}" presName="parentText" presStyleLbl="alignNode1" presStyleIdx="0" presStyleCnt="1">
        <dgm:presLayoutVars>
          <dgm:chMax val="1"/>
          <dgm:bulletEnabled val="1"/>
        </dgm:presLayoutVars>
      </dgm:prSet>
      <dgm:spPr/>
    </dgm:pt>
    <dgm:pt modelId="{31183B42-7984-4767-9569-D6830441475E}" type="pres">
      <dgm:prSet presAssocID="{5603F7AA-0A7B-4DC1-9B42-1B13466547CF}" presName="descendantText" presStyleLbl="alignAcc1" presStyleIdx="0" presStyleCnt="1">
        <dgm:presLayoutVars>
          <dgm:bulletEnabled val="1"/>
        </dgm:presLayoutVars>
      </dgm:prSet>
      <dgm:spPr/>
    </dgm:pt>
  </dgm:ptLst>
  <dgm:cxnLst>
    <dgm:cxn modelId="{161D180A-7697-4675-9ED1-D26CD6FBF246}" srcId="{5603F7AA-0A7B-4DC1-9B42-1B13466547CF}" destId="{36589AE9-8050-43D2-A5BD-710F694028D1}" srcOrd="0" destOrd="0" parTransId="{3EA2A039-84CE-43A4-9C6E-1AEA9FCD881B}" sibTransId="{A0C11DD7-D084-4E80-97A4-7A453098665A}"/>
    <dgm:cxn modelId="{833F1F0A-759F-4231-BBB2-4A5DA04AFF15}" srcId="{5603F7AA-0A7B-4DC1-9B42-1B13466547CF}" destId="{E0D9995B-2EAA-4FD4-AE99-0FEAE14D7E9E}" srcOrd="9" destOrd="0" parTransId="{D0ABD825-4049-49B1-A207-56823601DAFC}" sibTransId="{5E8DBB0D-360B-4035-BC8E-5E0793BC0A8E}"/>
    <dgm:cxn modelId="{C5D3350B-DF30-4EC9-8C47-EED9AAB30AD4}" type="presOf" srcId="{BE5B73CE-1523-4423-92A3-8B6B6EE9FD09}" destId="{31183B42-7984-4767-9569-D6830441475E}" srcOrd="0" destOrd="1" presId="urn:microsoft.com/office/officeart/2005/8/layout/chevron2"/>
    <dgm:cxn modelId="{5C3F710E-47CD-4CEB-A94B-0AAC6D6723E5}" type="presOf" srcId="{519BF28C-7CA7-49B3-AA9C-F1D66836C427}" destId="{31183B42-7984-4767-9569-D6830441475E}" srcOrd="0" destOrd="7" presId="urn:microsoft.com/office/officeart/2005/8/layout/chevron2"/>
    <dgm:cxn modelId="{E8A2870F-94C9-4AC0-A63A-3123C02F96A2}" type="presOf" srcId="{7318D65D-B461-45EB-B4BB-DBF3D4FDEDAF}" destId="{31183B42-7984-4767-9569-D6830441475E}" srcOrd="0" destOrd="11" presId="urn:microsoft.com/office/officeart/2005/8/layout/chevron2"/>
    <dgm:cxn modelId="{26EC4212-0CBE-4623-A942-0B8D70EB9950}" type="presOf" srcId="{5603F7AA-0A7B-4DC1-9B42-1B13466547CF}" destId="{D63DFA3B-F5DB-4C63-8E87-313D6DFF2A2A}" srcOrd="0" destOrd="0" presId="urn:microsoft.com/office/officeart/2005/8/layout/chevron2"/>
    <dgm:cxn modelId="{D6F50A1E-DF2A-42F4-B61F-6328CCF1A303}" srcId="{5603F7AA-0A7B-4DC1-9B42-1B13466547CF}" destId="{3FE87966-701D-44A5-B8C6-7ACAD79F4FB9}" srcOrd="10" destOrd="0" parTransId="{0DE4F592-8302-4ACA-AB3C-DD848FBADC44}" sibTransId="{9508A2E6-2794-4483-85C9-42AC5B566C46}"/>
    <dgm:cxn modelId="{FE29F125-3C01-4A9C-9DBC-570F4D4C6E0C}" type="presOf" srcId="{69B08B63-9FF3-4FAF-924C-C034B76BFB86}" destId="{31183B42-7984-4767-9569-D6830441475E}" srcOrd="0" destOrd="3" presId="urn:microsoft.com/office/officeart/2005/8/layout/chevron2"/>
    <dgm:cxn modelId="{FD983228-41DB-4D68-B48A-96356495AE48}" srcId="{5603F7AA-0A7B-4DC1-9B42-1B13466547CF}" destId="{5FD1BC0E-3A47-4BDB-AE6C-A24DEBC62C1D}" srcOrd="4" destOrd="0" parTransId="{E7EE6ED9-0E12-4076-8DF8-0F1ADE2249CB}" sibTransId="{7D11230F-245F-4E33-AEC3-A68D5AB5153A}"/>
    <dgm:cxn modelId="{DC190B32-F8D1-47AB-8753-5147F52C2142}" srcId="{C28B2382-29AC-4A90-A3F2-BA8EA7F46010}" destId="{5603F7AA-0A7B-4DC1-9B42-1B13466547CF}" srcOrd="0" destOrd="0" parTransId="{A5588BD8-4C25-4C87-932C-11763EC574E3}" sibTransId="{497FCB57-8850-410A-B119-BA837C4E89B1}"/>
    <dgm:cxn modelId="{9FD92E34-3AF2-4092-BFC7-8E79294F8234}" srcId="{5603F7AA-0A7B-4DC1-9B42-1B13466547CF}" destId="{7C1DA0FE-D0EE-4E82-8737-6C7BC9118D2B}" srcOrd="15" destOrd="0" parTransId="{57FA475C-7BBB-4DF7-990C-B52ED47B6434}" sibTransId="{7F802E1B-64BD-4F02-9CA0-2E7D775340B6}"/>
    <dgm:cxn modelId="{EA7EEB38-8BDC-445C-81BB-973F07047983}" type="presOf" srcId="{07171C39-CC7C-4DB2-8F8A-BCF6DA004C30}" destId="{31183B42-7984-4767-9569-D6830441475E}" srcOrd="0" destOrd="13" presId="urn:microsoft.com/office/officeart/2005/8/layout/chevron2"/>
    <dgm:cxn modelId="{AD508F5E-C312-4581-8BF5-5C6F1D5EC0B0}" type="presOf" srcId="{5A30D0C0-B0BB-4E0C-B37A-0C0A3E4E332F}" destId="{31183B42-7984-4767-9569-D6830441475E}" srcOrd="0" destOrd="2" presId="urn:microsoft.com/office/officeart/2005/8/layout/chevron2"/>
    <dgm:cxn modelId="{2BDBC35F-E923-4F01-B25B-94FC7A58EBF3}" srcId="{5603F7AA-0A7B-4DC1-9B42-1B13466547CF}" destId="{BE5B73CE-1523-4423-92A3-8B6B6EE9FD09}" srcOrd="1" destOrd="0" parTransId="{6755410D-E612-405D-B663-86234F1A4A74}" sibTransId="{4A49D23A-BC89-4903-AB8E-2FFC6474EF62}"/>
    <dgm:cxn modelId="{BC81CD67-6E0F-49BD-A1C7-D275917DE9D5}" srcId="{5603F7AA-0A7B-4DC1-9B42-1B13466547CF}" destId="{519BF28C-7CA7-49B3-AA9C-F1D66836C427}" srcOrd="7" destOrd="0" parTransId="{1E1B41C7-38DF-4C90-8284-C26C3D036A98}" sibTransId="{E19CF912-46B3-420D-882E-66673930E383}"/>
    <dgm:cxn modelId="{457EDA50-4CF8-4988-A493-7A8B22CAE3ED}" srcId="{5603F7AA-0A7B-4DC1-9B42-1B13466547CF}" destId="{31C7094A-C69A-4CFA-BEF2-F2508D2EFA03}" srcOrd="14" destOrd="0" parTransId="{B59640D5-F1E8-418C-B4DB-B3A19943BAAC}" sibTransId="{9CE41617-5621-44D9-9B8E-D6AE3A38537D}"/>
    <dgm:cxn modelId="{283A5372-A834-416D-AE55-200232376DAC}" type="presOf" srcId="{DC7F5B65-EA7B-4168-81F2-32CB1FC34E0D}" destId="{31183B42-7984-4767-9569-D6830441475E}" srcOrd="0" destOrd="5" presId="urn:microsoft.com/office/officeart/2005/8/layout/chevron2"/>
    <dgm:cxn modelId="{63A4F676-2BE0-4032-A8E9-8E6156A50BE1}" type="presOf" srcId="{31C7094A-C69A-4CFA-BEF2-F2508D2EFA03}" destId="{31183B42-7984-4767-9569-D6830441475E}" srcOrd="0" destOrd="14" presId="urn:microsoft.com/office/officeart/2005/8/layout/chevron2"/>
    <dgm:cxn modelId="{13C8AA78-41FC-4DD5-B79C-9D8BF2E10F23}" type="presOf" srcId="{36589AE9-8050-43D2-A5BD-710F694028D1}" destId="{31183B42-7984-4767-9569-D6830441475E}" srcOrd="0" destOrd="0" presId="urn:microsoft.com/office/officeart/2005/8/layout/chevron2"/>
    <dgm:cxn modelId="{1759E759-4DDC-424E-A5A3-2C904C4CE3BF}" srcId="{5603F7AA-0A7B-4DC1-9B42-1B13466547CF}" destId="{7318D65D-B461-45EB-B4BB-DBF3D4FDEDAF}" srcOrd="11" destOrd="0" parTransId="{7EFD6ED5-681B-41EE-8613-3C45EF9CD459}" sibTransId="{6BA7619F-09A4-4610-BBB3-B892CC1663E1}"/>
    <dgm:cxn modelId="{DCD71B96-4D1B-425D-88DC-BF4573CCC6D8}" srcId="{5603F7AA-0A7B-4DC1-9B42-1B13466547CF}" destId="{918F2506-7BBA-49AE-BA92-8A9E2848F296}" srcOrd="12" destOrd="0" parTransId="{F64F2B2C-EF52-4BDA-99E8-6F2A7BCC6242}" sibTransId="{16AC1804-D821-4A9D-A95E-21F06FC9F5E2}"/>
    <dgm:cxn modelId="{B10D7896-FAC9-40F9-AA6C-174FFB0490CB}" type="presOf" srcId="{7C1DA0FE-D0EE-4E82-8737-6C7BC9118D2B}" destId="{31183B42-7984-4767-9569-D6830441475E}" srcOrd="0" destOrd="15" presId="urn:microsoft.com/office/officeart/2005/8/layout/chevron2"/>
    <dgm:cxn modelId="{7D81F597-277D-4058-8D63-C704B6A215C3}" type="presOf" srcId="{F2628B91-4290-4271-BDDA-4A48AB521873}" destId="{31183B42-7984-4767-9569-D6830441475E}" srcOrd="0" destOrd="6" presId="urn:microsoft.com/office/officeart/2005/8/layout/chevron2"/>
    <dgm:cxn modelId="{79E08AAA-9B83-4FEF-915D-EA3F40C790D8}" type="presOf" srcId="{3FE87966-701D-44A5-B8C6-7ACAD79F4FB9}" destId="{31183B42-7984-4767-9569-D6830441475E}" srcOrd="0" destOrd="10" presId="urn:microsoft.com/office/officeart/2005/8/layout/chevron2"/>
    <dgm:cxn modelId="{166A73AE-ABFC-4EDD-920A-E9C83E0D59F7}" srcId="{5603F7AA-0A7B-4DC1-9B42-1B13466547CF}" destId="{07171C39-CC7C-4DB2-8F8A-BCF6DA004C30}" srcOrd="13" destOrd="0" parTransId="{9F4B3544-E5D1-4E1A-80B1-25FAF321DD2D}" sibTransId="{CBFC3BFE-3CEC-472A-A677-26AC687B5AD7}"/>
    <dgm:cxn modelId="{E8E22CB8-01A8-46F0-9D4D-0F28B43F9D25}" srcId="{5603F7AA-0A7B-4DC1-9B42-1B13466547CF}" destId="{5A30D0C0-B0BB-4E0C-B37A-0C0A3E4E332F}" srcOrd="2" destOrd="0" parTransId="{D68C0BB1-26AD-4F3E-881A-C81199692544}" sibTransId="{332A9775-F996-40BD-B553-B06C002C46C1}"/>
    <dgm:cxn modelId="{E0CF17D1-CCD3-4CF5-9DD3-946C8A9CD115}" srcId="{5603F7AA-0A7B-4DC1-9B42-1B13466547CF}" destId="{F2628B91-4290-4271-BDDA-4A48AB521873}" srcOrd="6" destOrd="0" parTransId="{3183C6BC-1685-46A5-B398-BE3B1B306B2D}" sibTransId="{6D2F0D0F-1F5F-47B5-A7CD-A6F44D3646F3}"/>
    <dgm:cxn modelId="{20D1BCDA-C323-40A9-A48B-D9E82310306F}" srcId="{5603F7AA-0A7B-4DC1-9B42-1B13466547CF}" destId="{4309D41A-F322-4ABC-BC7F-026D54DA9E82}" srcOrd="8" destOrd="0" parTransId="{4AA353F5-2F9C-48BF-9032-C65B84D6A16F}" sibTransId="{7F739D5F-4B5A-4089-B5EA-26D12F9675D5}"/>
    <dgm:cxn modelId="{5C8278DD-A2B6-47F9-837E-6325B65FBD8C}" type="presOf" srcId="{918F2506-7BBA-49AE-BA92-8A9E2848F296}" destId="{31183B42-7984-4767-9569-D6830441475E}" srcOrd="0" destOrd="12" presId="urn:microsoft.com/office/officeart/2005/8/layout/chevron2"/>
    <dgm:cxn modelId="{0CDE58E6-B4B5-4EB4-8C3C-60CD206EAE35}" type="presOf" srcId="{5FD1BC0E-3A47-4BDB-AE6C-A24DEBC62C1D}" destId="{31183B42-7984-4767-9569-D6830441475E}" srcOrd="0" destOrd="4" presId="urn:microsoft.com/office/officeart/2005/8/layout/chevron2"/>
    <dgm:cxn modelId="{F1F7D0F0-E01B-4BDD-9AB4-E7B306DDF06D}" srcId="{5603F7AA-0A7B-4DC1-9B42-1B13466547CF}" destId="{DC7F5B65-EA7B-4168-81F2-32CB1FC34E0D}" srcOrd="5" destOrd="0" parTransId="{643B13D7-C49A-4B6D-8536-3B3FBEAE23FC}" sibTransId="{A8A0F0EB-9D05-47A4-B163-32EFD9B46BB8}"/>
    <dgm:cxn modelId="{8EE8B6F1-2B22-4EE1-81A0-2864C1360ABF}" type="presOf" srcId="{C28B2382-29AC-4A90-A3F2-BA8EA7F46010}" destId="{E881CEB9-5914-4ED0-A483-7E37D23B28F1}" srcOrd="0" destOrd="0" presId="urn:microsoft.com/office/officeart/2005/8/layout/chevron2"/>
    <dgm:cxn modelId="{7EBFBBF2-6609-4CA8-9D6E-43CE087148EE}" type="presOf" srcId="{4309D41A-F322-4ABC-BC7F-026D54DA9E82}" destId="{31183B42-7984-4767-9569-D6830441475E}" srcOrd="0" destOrd="8" presId="urn:microsoft.com/office/officeart/2005/8/layout/chevron2"/>
    <dgm:cxn modelId="{448279F4-41F1-4B2F-8EEE-CB4AA03A9DF6}" type="presOf" srcId="{E0D9995B-2EAA-4FD4-AE99-0FEAE14D7E9E}" destId="{31183B42-7984-4767-9569-D6830441475E}" srcOrd="0" destOrd="9" presId="urn:microsoft.com/office/officeart/2005/8/layout/chevron2"/>
    <dgm:cxn modelId="{571751FD-A589-4465-AC71-F6BDE1FDA47C}" srcId="{5603F7AA-0A7B-4DC1-9B42-1B13466547CF}" destId="{69B08B63-9FF3-4FAF-924C-C034B76BFB86}" srcOrd="3" destOrd="0" parTransId="{63BD925F-7ECD-4CF8-97C9-FAE471C5AE8E}" sibTransId="{A492D140-A5D0-4E46-A08F-DFF6172B70FE}"/>
    <dgm:cxn modelId="{C415D31F-3A33-475C-A5CC-01FC696F17F9}" type="presParOf" srcId="{E881CEB9-5914-4ED0-A483-7E37D23B28F1}" destId="{D4494CBE-ADDF-4DB0-A963-FC5272C7D8A7}" srcOrd="0" destOrd="0" presId="urn:microsoft.com/office/officeart/2005/8/layout/chevron2"/>
    <dgm:cxn modelId="{AE5EA3B5-0194-46F3-95B3-26984063DE80}" type="presParOf" srcId="{D4494CBE-ADDF-4DB0-A963-FC5272C7D8A7}" destId="{D63DFA3B-F5DB-4C63-8E87-313D6DFF2A2A}" srcOrd="0" destOrd="0" presId="urn:microsoft.com/office/officeart/2005/8/layout/chevron2"/>
    <dgm:cxn modelId="{DE3898D7-CEAE-43B4-8376-4CE15EBA4530}" type="presParOf" srcId="{D4494CBE-ADDF-4DB0-A963-FC5272C7D8A7}" destId="{31183B42-7984-4767-9569-D6830441475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CEB1D4-032F-4D60-B8E7-6EC4BDE366B7}">
      <dsp:nvSpPr>
        <dsp:cNvPr id="0" name=""/>
        <dsp:cNvSpPr/>
      </dsp:nvSpPr>
      <dsp:spPr>
        <a:xfrm>
          <a:off x="0" y="1956271"/>
          <a:ext cx="6245265" cy="16768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AD7735-532A-40DF-9227-DB03B9D95AB6}">
      <dsp:nvSpPr>
        <dsp:cNvPr id="0" name=""/>
        <dsp:cNvSpPr/>
      </dsp:nvSpPr>
      <dsp:spPr>
        <a:xfrm>
          <a:off x="507233" y="2333552"/>
          <a:ext cx="922242" cy="92224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F91006-1C18-46AA-8DC8-2C5DFB0163F7}">
      <dsp:nvSpPr>
        <dsp:cNvPr id="0" name=""/>
        <dsp:cNvSpPr/>
      </dsp:nvSpPr>
      <dsp:spPr>
        <a:xfrm>
          <a:off x="1936708" y="1956271"/>
          <a:ext cx="4308556" cy="1676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462" tIns="177462" rIns="177462" bIns="177462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 dirty="0"/>
            <a:t>From bare hardware to a production-ready server</a:t>
          </a:r>
          <a:endParaRPr lang="en-US" sz="2500" kern="1200" dirty="0"/>
        </a:p>
      </dsp:txBody>
      <dsp:txXfrm>
        <a:off x="1936708" y="1956271"/>
        <a:ext cx="4308556" cy="16768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6FAA78-5334-447B-A744-B7162C1D5BE0}">
      <dsp:nvSpPr>
        <dsp:cNvPr id="0" name=""/>
        <dsp:cNvSpPr/>
      </dsp:nvSpPr>
      <dsp:spPr>
        <a:xfrm>
          <a:off x="0" y="104020"/>
          <a:ext cx="4865268" cy="58967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baseline="0"/>
            <a:t>Hardware</a:t>
          </a:r>
          <a:endParaRPr lang="en-US" sz="2400" kern="1200"/>
        </a:p>
      </dsp:txBody>
      <dsp:txXfrm>
        <a:off x="28786" y="132806"/>
        <a:ext cx="4807696" cy="532107"/>
      </dsp:txXfrm>
    </dsp:sp>
    <dsp:sp modelId="{75DBACE6-1165-4610-9E24-DDAD17430D29}">
      <dsp:nvSpPr>
        <dsp:cNvPr id="0" name=""/>
        <dsp:cNvSpPr/>
      </dsp:nvSpPr>
      <dsp:spPr>
        <a:xfrm>
          <a:off x="0" y="762820"/>
          <a:ext cx="4865268" cy="589679"/>
        </a:xfrm>
        <a:prstGeom prst="roundRect">
          <a:avLst/>
        </a:prstGeom>
        <a:solidFill>
          <a:schemeClr val="accent5">
            <a:hueOff val="-1736021"/>
            <a:satOff val="-118"/>
            <a:lumOff val="28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baseline="0"/>
            <a:t>Firmware</a:t>
          </a:r>
          <a:endParaRPr lang="en-US" sz="2400" kern="1200"/>
        </a:p>
      </dsp:txBody>
      <dsp:txXfrm>
        <a:off x="28786" y="791606"/>
        <a:ext cx="4807696" cy="532107"/>
      </dsp:txXfrm>
    </dsp:sp>
    <dsp:sp modelId="{92E2BE71-5918-4C8F-808E-7350A7575A94}">
      <dsp:nvSpPr>
        <dsp:cNvPr id="0" name=""/>
        <dsp:cNvSpPr/>
      </dsp:nvSpPr>
      <dsp:spPr>
        <a:xfrm>
          <a:off x="0" y="1421620"/>
          <a:ext cx="4865268" cy="589679"/>
        </a:xfrm>
        <a:prstGeom prst="roundRect">
          <a:avLst/>
        </a:prstGeom>
        <a:solidFill>
          <a:schemeClr val="accent5">
            <a:hueOff val="-3472043"/>
            <a:satOff val="-236"/>
            <a:lumOff val="56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baseline="0"/>
            <a:t>BIOS / UEFI</a:t>
          </a:r>
          <a:endParaRPr lang="en-US" sz="2400" kern="1200"/>
        </a:p>
      </dsp:txBody>
      <dsp:txXfrm>
        <a:off x="28786" y="1450406"/>
        <a:ext cx="4807696" cy="532107"/>
      </dsp:txXfrm>
    </dsp:sp>
    <dsp:sp modelId="{B86964F0-F408-4EC5-9B61-A116A62B62E4}">
      <dsp:nvSpPr>
        <dsp:cNvPr id="0" name=""/>
        <dsp:cNvSpPr/>
      </dsp:nvSpPr>
      <dsp:spPr>
        <a:xfrm>
          <a:off x="0" y="2080420"/>
          <a:ext cx="4865268" cy="589679"/>
        </a:xfrm>
        <a:prstGeom prst="roundRect">
          <a:avLst/>
        </a:prstGeom>
        <a:solidFill>
          <a:schemeClr val="accent5">
            <a:hueOff val="-5208064"/>
            <a:satOff val="-354"/>
            <a:lumOff val="84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baseline="0"/>
            <a:t>Storage</a:t>
          </a:r>
          <a:endParaRPr lang="en-US" sz="2400" kern="1200"/>
        </a:p>
      </dsp:txBody>
      <dsp:txXfrm>
        <a:off x="28786" y="2109206"/>
        <a:ext cx="4807696" cy="532107"/>
      </dsp:txXfrm>
    </dsp:sp>
    <dsp:sp modelId="{1E4A7E4A-C6FB-4F17-B542-25AD402CF841}">
      <dsp:nvSpPr>
        <dsp:cNvPr id="0" name=""/>
        <dsp:cNvSpPr/>
      </dsp:nvSpPr>
      <dsp:spPr>
        <a:xfrm>
          <a:off x="0" y="2739220"/>
          <a:ext cx="4865268" cy="589679"/>
        </a:xfrm>
        <a:prstGeom prst="roundRect">
          <a:avLst/>
        </a:prstGeom>
        <a:solidFill>
          <a:schemeClr val="accent5">
            <a:hueOff val="-6944086"/>
            <a:satOff val="-472"/>
            <a:lumOff val="11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baseline="0"/>
            <a:t>Operating System</a:t>
          </a:r>
          <a:endParaRPr lang="en-US" sz="2400" kern="1200"/>
        </a:p>
      </dsp:txBody>
      <dsp:txXfrm>
        <a:off x="28786" y="2768006"/>
        <a:ext cx="4807696" cy="532107"/>
      </dsp:txXfrm>
    </dsp:sp>
    <dsp:sp modelId="{4FA8A72D-8741-44A6-A7E9-6709B016EADC}">
      <dsp:nvSpPr>
        <dsp:cNvPr id="0" name=""/>
        <dsp:cNvSpPr/>
      </dsp:nvSpPr>
      <dsp:spPr>
        <a:xfrm>
          <a:off x="0" y="3398020"/>
          <a:ext cx="4865268" cy="589679"/>
        </a:xfrm>
        <a:prstGeom prst="roundRect">
          <a:avLst/>
        </a:prstGeom>
        <a:solidFill>
          <a:schemeClr val="accent5">
            <a:hueOff val="-8680107"/>
            <a:satOff val="-590"/>
            <a:lumOff val="140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baseline="0"/>
            <a:t>Network + Identity</a:t>
          </a:r>
          <a:endParaRPr lang="en-US" sz="2400" kern="1200"/>
        </a:p>
      </dsp:txBody>
      <dsp:txXfrm>
        <a:off x="28786" y="3426806"/>
        <a:ext cx="4807696" cy="532107"/>
      </dsp:txXfrm>
    </dsp:sp>
    <dsp:sp modelId="{9D417C75-BC29-486F-836D-5E1C72407C4F}">
      <dsp:nvSpPr>
        <dsp:cNvPr id="0" name=""/>
        <dsp:cNvSpPr/>
      </dsp:nvSpPr>
      <dsp:spPr>
        <a:xfrm>
          <a:off x="0" y="4056820"/>
          <a:ext cx="4865268" cy="589679"/>
        </a:xfrm>
        <a:prstGeom prst="roundRect">
          <a:avLst/>
        </a:prstGeom>
        <a:solidFill>
          <a:schemeClr val="accent5">
            <a:hueOff val="-10416129"/>
            <a:satOff val="-708"/>
            <a:lumOff val="16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baseline="0"/>
            <a:t>Roles + Applications</a:t>
          </a:r>
          <a:endParaRPr lang="en-US" sz="2400" kern="1200"/>
        </a:p>
      </dsp:txBody>
      <dsp:txXfrm>
        <a:off x="28786" y="4085606"/>
        <a:ext cx="4807696" cy="532107"/>
      </dsp:txXfrm>
    </dsp:sp>
    <dsp:sp modelId="{9338C0CB-1101-4478-85BF-56E148CE62B6}">
      <dsp:nvSpPr>
        <dsp:cNvPr id="0" name=""/>
        <dsp:cNvSpPr/>
      </dsp:nvSpPr>
      <dsp:spPr>
        <a:xfrm>
          <a:off x="0" y="4715620"/>
          <a:ext cx="4865268" cy="589679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baseline="0"/>
            <a:t>Testing + Monitoring</a:t>
          </a:r>
          <a:endParaRPr lang="en-US" sz="2400" kern="1200"/>
        </a:p>
      </dsp:txBody>
      <dsp:txXfrm>
        <a:off x="28786" y="4744406"/>
        <a:ext cx="4807696" cy="53210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08959E-6B81-457A-90D0-662533929284}">
      <dsp:nvSpPr>
        <dsp:cNvPr id="0" name=""/>
        <dsp:cNvSpPr/>
      </dsp:nvSpPr>
      <dsp:spPr>
        <a:xfrm>
          <a:off x="0" y="39687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CPU &amp; Memory</a:t>
          </a:r>
          <a:endParaRPr lang="en-US" sz="26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/>
            <a:t>How much processing power and RAM do we need?</a:t>
          </a:r>
          <a:endParaRPr lang="en-US" sz="2000" kern="1200"/>
        </a:p>
      </dsp:txBody>
      <dsp:txXfrm>
        <a:off x="0" y="39687"/>
        <a:ext cx="3286125" cy="1971675"/>
      </dsp:txXfrm>
    </dsp:sp>
    <dsp:sp modelId="{0F96231F-3CA9-4BFD-9131-93C1D6CA14BA}">
      <dsp:nvSpPr>
        <dsp:cNvPr id="0" name=""/>
        <dsp:cNvSpPr/>
      </dsp:nvSpPr>
      <dsp:spPr>
        <a:xfrm>
          <a:off x="3614737" y="39687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Storage &amp; RAID</a:t>
          </a:r>
          <a:endParaRPr lang="en-US" sz="26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How much storage do we need, and what RAID level is appropriate?</a:t>
          </a:r>
        </a:p>
      </dsp:txBody>
      <dsp:txXfrm>
        <a:off x="3614737" y="39687"/>
        <a:ext cx="3286125" cy="1971675"/>
      </dsp:txXfrm>
    </dsp:sp>
    <dsp:sp modelId="{7EF682AB-898E-45EC-B84F-16811A97A750}">
      <dsp:nvSpPr>
        <dsp:cNvPr id="0" name=""/>
        <dsp:cNvSpPr/>
      </dsp:nvSpPr>
      <dsp:spPr>
        <a:xfrm>
          <a:off x="7229475" y="39687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Network Adapters</a:t>
          </a:r>
          <a:endParaRPr lang="en-US" sz="26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/>
            <a:t>How many network adapters are needed, and what will each one be used for?</a:t>
          </a:r>
          <a:endParaRPr lang="en-US" sz="2000" kern="1200"/>
        </a:p>
      </dsp:txBody>
      <dsp:txXfrm>
        <a:off x="7229475" y="39687"/>
        <a:ext cx="3286125" cy="1971675"/>
      </dsp:txXfrm>
    </dsp:sp>
    <dsp:sp modelId="{8A5585CB-A282-44CF-A0F3-969B9EFF7A2E}">
      <dsp:nvSpPr>
        <dsp:cNvPr id="0" name=""/>
        <dsp:cNvSpPr/>
      </dsp:nvSpPr>
      <dsp:spPr>
        <a:xfrm>
          <a:off x="1807368" y="2339975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Management Controller</a:t>
          </a:r>
          <a:endParaRPr lang="en-US" sz="26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How will we remotely manage the server if the OS is unavailable?</a:t>
          </a:r>
        </a:p>
      </dsp:txBody>
      <dsp:txXfrm>
        <a:off x="1807368" y="2339975"/>
        <a:ext cx="3286125" cy="1971675"/>
      </dsp:txXfrm>
    </dsp:sp>
    <dsp:sp modelId="{F990BB7E-D4B8-4578-9AB3-E4A20A8B0E60}">
      <dsp:nvSpPr>
        <dsp:cNvPr id="0" name=""/>
        <dsp:cNvSpPr/>
      </dsp:nvSpPr>
      <dsp:spPr>
        <a:xfrm>
          <a:off x="5422106" y="2339975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Supported Operating Systems</a:t>
          </a:r>
          <a:endParaRPr lang="en-US" sz="26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/>
            <a:t>Which OS versions are officially supported by this hardware?</a:t>
          </a:r>
          <a:endParaRPr lang="en-US" sz="2000" kern="1200"/>
        </a:p>
      </dsp:txBody>
      <dsp:txXfrm>
        <a:off x="5422106" y="2339975"/>
        <a:ext cx="3286125" cy="197167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2F01AF-BFC8-4076-B2E7-2C845C5EBEBC}">
      <dsp:nvSpPr>
        <dsp:cNvPr id="0" name=""/>
        <dsp:cNvSpPr/>
      </dsp:nvSpPr>
      <dsp:spPr>
        <a:xfrm>
          <a:off x="1161809" y="770"/>
          <a:ext cx="1440000" cy="3370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Physical Disks</a:t>
          </a:r>
          <a:endParaRPr lang="en-IN" sz="1700" kern="1200"/>
        </a:p>
      </dsp:txBody>
      <dsp:txXfrm>
        <a:off x="1161809" y="770"/>
        <a:ext cx="1440000" cy="337073"/>
      </dsp:txXfrm>
    </dsp:sp>
    <dsp:sp modelId="{B6F16C35-233F-4031-B135-6DB92AF447B1}">
      <dsp:nvSpPr>
        <dsp:cNvPr id="0" name=""/>
        <dsp:cNvSpPr/>
      </dsp:nvSpPr>
      <dsp:spPr>
        <a:xfrm>
          <a:off x="509308" y="354698"/>
          <a:ext cx="2745000" cy="3370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RAID / Storage Configuration</a:t>
          </a:r>
          <a:endParaRPr lang="en-IN" sz="1700" kern="1200"/>
        </a:p>
      </dsp:txBody>
      <dsp:txXfrm>
        <a:off x="509308" y="354698"/>
        <a:ext cx="2745000" cy="337073"/>
      </dsp:txXfrm>
    </dsp:sp>
    <dsp:sp modelId="{CDEE0C19-205B-40C5-881C-D3E7B4184F12}">
      <dsp:nvSpPr>
        <dsp:cNvPr id="0" name=""/>
        <dsp:cNvSpPr/>
      </dsp:nvSpPr>
      <dsp:spPr>
        <a:xfrm>
          <a:off x="891809" y="708626"/>
          <a:ext cx="1980000" cy="3370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Volumes / Partitions</a:t>
          </a:r>
          <a:endParaRPr lang="en-IN" sz="1700" kern="1200"/>
        </a:p>
      </dsp:txBody>
      <dsp:txXfrm>
        <a:off x="891809" y="708626"/>
        <a:ext cx="1980000" cy="337073"/>
      </dsp:txXfrm>
    </dsp:sp>
    <dsp:sp modelId="{AB49468C-A316-4C4F-9E0E-0A53D0DEA413}">
      <dsp:nvSpPr>
        <dsp:cNvPr id="0" name=""/>
        <dsp:cNvSpPr/>
      </dsp:nvSpPr>
      <dsp:spPr>
        <a:xfrm>
          <a:off x="1296809" y="1062553"/>
          <a:ext cx="1170000" cy="3370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File System</a:t>
          </a:r>
          <a:endParaRPr lang="en-IN" sz="1700" kern="1200"/>
        </a:p>
      </dsp:txBody>
      <dsp:txXfrm>
        <a:off x="1296809" y="1062553"/>
        <a:ext cx="1170000" cy="337073"/>
      </dsp:txXfrm>
    </dsp:sp>
    <dsp:sp modelId="{B5CB9E01-C7B4-4A56-B5DA-9E65E102FA57}">
      <dsp:nvSpPr>
        <dsp:cNvPr id="0" name=""/>
        <dsp:cNvSpPr/>
      </dsp:nvSpPr>
      <dsp:spPr>
        <a:xfrm>
          <a:off x="689308" y="1416481"/>
          <a:ext cx="2385000" cy="3370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OS + Applications + Data</a:t>
          </a:r>
          <a:endParaRPr lang="en-IN" sz="1700" kern="1200"/>
        </a:p>
      </dsp:txBody>
      <dsp:txXfrm>
        <a:off x="689308" y="1416481"/>
        <a:ext cx="2385000" cy="33707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54102A-8B64-429D-B3F7-C383EEADA579}">
      <dsp:nvSpPr>
        <dsp:cNvPr id="0" name=""/>
        <dsp:cNvSpPr/>
      </dsp:nvSpPr>
      <dsp:spPr>
        <a:xfrm>
          <a:off x="0" y="43481"/>
          <a:ext cx="7026389" cy="73709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b="0" i="0" kern="1200" baseline="0" dirty="0"/>
            <a:t>Pre-</a:t>
          </a:r>
          <a:r>
            <a:rPr lang="en-IN" sz="3000" kern="1200" dirty="0"/>
            <a:t>requisite</a:t>
          </a:r>
          <a:r>
            <a:rPr lang="en-IN" sz="3000" b="0" i="0" kern="1200" baseline="0" dirty="0"/>
            <a:t>s before Joining</a:t>
          </a:r>
          <a:endParaRPr lang="en-US" sz="3000" kern="1200" dirty="0"/>
        </a:p>
      </dsp:txBody>
      <dsp:txXfrm>
        <a:off x="35982" y="79463"/>
        <a:ext cx="6954425" cy="665135"/>
      </dsp:txXfrm>
    </dsp:sp>
    <dsp:sp modelId="{C51E0BA7-523F-4D42-BEA5-973B6B808269}">
      <dsp:nvSpPr>
        <dsp:cNvPr id="0" name=""/>
        <dsp:cNvSpPr/>
      </dsp:nvSpPr>
      <dsp:spPr>
        <a:xfrm>
          <a:off x="0" y="780581"/>
          <a:ext cx="7026389" cy="1583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3088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300" b="0" i="0" kern="1200" baseline="0"/>
            <a:t>DNS must work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300" b="0" i="0" kern="1200" baseline="0"/>
            <a:t>Network connectivity must work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300" b="0" i="0" kern="1200" baseline="0"/>
            <a:t>Time must be synchronized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300" b="0" i="0" kern="1200" baseline="0"/>
            <a:t>Correct credentials are required</a:t>
          </a:r>
          <a:endParaRPr lang="en-US" sz="2300" kern="1200"/>
        </a:p>
      </dsp:txBody>
      <dsp:txXfrm>
        <a:off x="0" y="780581"/>
        <a:ext cx="7026389" cy="158354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7950AF-B330-48CA-8477-21039D06EBE0}">
      <dsp:nvSpPr>
        <dsp:cNvPr id="0" name=""/>
        <dsp:cNvSpPr/>
      </dsp:nvSpPr>
      <dsp:spPr>
        <a:xfrm rot="5400000">
          <a:off x="-285530" y="286124"/>
          <a:ext cx="1903537" cy="133247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/>
            <a:t>Before joining:</a:t>
          </a:r>
          <a:endParaRPr lang="en-IN" sz="1900" kern="1200"/>
        </a:p>
      </dsp:txBody>
      <dsp:txXfrm rot="-5400000">
        <a:off x="1" y="666831"/>
        <a:ext cx="1332476" cy="571061"/>
      </dsp:txXfrm>
    </dsp:sp>
    <dsp:sp modelId="{EF75B6D9-A3CE-4B7D-B7FD-D72CFA22A26D}">
      <dsp:nvSpPr>
        <dsp:cNvPr id="0" name=""/>
        <dsp:cNvSpPr/>
      </dsp:nvSpPr>
      <dsp:spPr>
        <a:xfrm rot="5400000">
          <a:off x="3560782" y="-2227712"/>
          <a:ext cx="1237299" cy="569391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800" kern="1200"/>
            <a:t>Server → manages itself</a:t>
          </a:r>
        </a:p>
      </dsp:txBody>
      <dsp:txXfrm rot="-5400000">
        <a:off x="1332476" y="60994"/>
        <a:ext cx="5633512" cy="1116499"/>
      </dsp:txXfrm>
    </dsp:sp>
    <dsp:sp modelId="{6B4B2A09-94BD-40A7-A464-494B111BE9AE}">
      <dsp:nvSpPr>
        <dsp:cNvPr id="0" name=""/>
        <dsp:cNvSpPr/>
      </dsp:nvSpPr>
      <dsp:spPr>
        <a:xfrm rot="5400000">
          <a:off x="-285530" y="1899851"/>
          <a:ext cx="1903537" cy="133247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/>
            <a:t>After joining:</a:t>
          </a:r>
          <a:endParaRPr lang="en-IN" sz="1900" kern="1200"/>
        </a:p>
      </dsp:txBody>
      <dsp:txXfrm rot="-5400000">
        <a:off x="1" y="2280558"/>
        <a:ext cx="1332476" cy="571061"/>
      </dsp:txXfrm>
    </dsp:sp>
    <dsp:sp modelId="{16C2936E-0AA4-45CD-839E-FDCA2FE14435}">
      <dsp:nvSpPr>
        <dsp:cNvPr id="0" name=""/>
        <dsp:cNvSpPr/>
      </dsp:nvSpPr>
      <dsp:spPr>
        <a:xfrm rot="5400000">
          <a:off x="3560782" y="-613986"/>
          <a:ext cx="1237299" cy="569391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800" kern="1200" dirty="0"/>
            <a:t>Server → Organization Directory → Users + Policies + Management</a:t>
          </a:r>
        </a:p>
      </dsp:txBody>
      <dsp:txXfrm rot="-5400000">
        <a:off x="1332476" y="1674720"/>
        <a:ext cx="5633512" cy="111649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47CFA1-D8A1-4B75-8C10-77C7071017CD}">
      <dsp:nvSpPr>
        <dsp:cNvPr id="0" name=""/>
        <dsp:cNvSpPr/>
      </dsp:nvSpPr>
      <dsp:spPr>
        <a:xfrm>
          <a:off x="762194" y="1126822"/>
          <a:ext cx="812109" cy="8121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D0907C-0347-4FF3-8FE2-1553952749C7}">
      <dsp:nvSpPr>
        <dsp:cNvPr id="0" name=""/>
        <dsp:cNvSpPr/>
      </dsp:nvSpPr>
      <dsp:spPr>
        <a:xfrm>
          <a:off x="8092" y="2029132"/>
          <a:ext cx="2320312" cy="10876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i="0" kern="1200" baseline="0"/>
            <a:t>Build a stable software stack</a:t>
          </a:r>
          <a:endParaRPr lang="en-US" sz="1400" kern="1200"/>
        </a:p>
      </dsp:txBody>
      <dsp:txXfrm>
        <a:off x="8092" y="2029132"/>
        <a:ext cx="2320312" cy="1087646"/>
      </dsp:txXfrm>
    </dsp:sp>
    <dsp:sp modelId="{64C41323-3AC8-4C8C-B17F-359DA14CFED2}">
      <dsp:nvSpPr>
        <dsp:cNvPr id="0" name=""/>
        <dsp:cNvSpPr/>
      </dsp:nvSpPr>
      <dsp:spPr>
        <a:xfrm>
          <a:off x="8092" y="3158732"/>
          <a:ext cx="2320312" cy="657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6441D4-B3B6-43ED-83A7-8531EC231126}">
      <dsp:nvSpPr>
        <dsp:cNvPr id="0" name=""/>
        <dsp:cNvSpPr/>
      </dsp:nvSpPr>
      <dsp:spPr>
        <a:xfrm>
          <a:off x="3488561" y="1126822"/>
          <a:ext cx="812109" cy="8121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FF224F-55F5-47D9-82CB-D61A7BCD23C5}">
      <dsp:nvSpPr>
        <dsp:cNvPr id="0" name=""/>
        <dsp:cNvSpPr/>
      </dsp:nvSpPr>
      <dsp:spPr>
        <a:xfrm>
          <a:off x="2734460" y="2029132"/>
          <a:ext cx="2320312" cy="10876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400" b="0" i="0" kern="1200" baseline="0"/>
            <a:t>Drivers</a:t>
          </a:r>
          <a:br>
            <a:rPr lang="en-IN" sz="1400" b="0" i="0" kern="1200" baseline="0"/>
          </a:br>
          <a:r>
            <a:rPr lang="en-IN" sz="1400" b="0" i="0" kern="1200" baseline="0"/>
            <a:t>Storage</a:t>
          </a:r>
          <a:br>
            <a:rPr lang="en-IN" sz="1400" b="0" i="0" kern="1200" baseline="0"/>
          </a:br>
          <a:r>
            <a:rPr lang="en-IN" sz="1400" b="0" i="0" kern="1200" baseline="0"/>
            <a:t>Network</a:t>
          </a:r>
          <a:br>
            <a:rPr lang="en-IN" sz="1400" b="0" i="0" kern="1200" baseline="0"/>
          </a:br>
          <a:r>
            <a:rPr lang="en-IN" sz="1400" b="0" i="0" kern="1200" baseline="0"/>
            <a:t>Chipset</a:t>
          </a:r>
          <a:br>
            <a:rPr lang="en-IN" sz="1400" b="0" i="0" kern="1200" baseline="0"/>
          </a:br>
          <a:r>
            <a:rPr lang="en-IN" sz="1400" b="0" i="0" kern="1200" baseline="0"/>
            <a:t>Management</a:t>
          </a:r>
          <a:endParaRPr lang="en-US" sz="1400" kern="1200" dirty="0"/>
        </a:p>
      </dsp:txBody>
      <dsp:txXfrm>
        <a:off x="2734460" y="2029132"/>
        <a:ext cx="2320312" cy="1087646"/>
      </dsp:txXfrm>
    </dsp:sp>
    <dsp:sp modelId="{709A09A9-3405-4788-BE96-3A75B80506A4}">
      <dsp:nvSpPr>
        <dsp:cNvPr id="0" name=""/>
        <dsp:cNvSpPr/>
      </dsp:nvSpPr>
      <dsp:spPr>
        <a:xfrm>
          <a:off x="2734460" y="3158732"/>
          <a:ext cx="2320312" cy="657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C43F06-4DCC-4DF4-B3B5-429AA24595E7}">
      <dsp:nvSpPr>
        <dsp:cNvPr id="0" name=""/>
        <dsp:cNvSpPr/>
      </dsp:nvSpPr>
      <dsp:spPr>
        <a:xfrm>
          <a:off x="6214928" y="1126822"/>
          <a:ext cx="812109" cy="8121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16AC8F-F131-4627-84BF-C154BD5ABCED}">
      <dsp:nvSpPr>
        <dsp:cNvPr id="0" name=""/>
        <dsp:cNvSpPr/>
      </dsp:nvSpPr>
      <dsp:spPr>
        <a:xfrm>
          <a:off x="5460827" y="2029132"/>
          <a:ext cx="2320312" cy="10876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400" b="0" i="0" kern="1200" baseline="0" dirty="0"/>
            <a:t>Applications</a:t>
          </a:r>
          <a:br>
            <a:rPr lang="en-IN" sz="1400" b="0" i="0" kern="1200" baseline="0" dirty="0"/>
          </a:br>
          <a:r>
            <a:rPr lang="en-IN" sz="1400" b="0" i="0" kern="1200" baseline="0" dirty="0"/>
            <a:t>Database</a:t>
          </a:r>
          <a:br>
            <a:rPr lang="en-IN" sz="1400" b="0" i="0" kern="1200" baseline="0"/>
          </a:br>
          <a:r>
            <a:rPr lang="en-IN" sz="1400" b="0" i="0" kern="1200" baseline="0"/>
            <a:t>Web Backup</a:t>
          </a:r>
          <a:br>
            <a:rPr lang="en-IN" sz="1400" b="0" i="0" kern="1200" baseline="0"/>
          </a:br>
          <a:r>
            <a:rPr lang="en-IN" sz="1400" b="0" i="0" kern="1200" baseline="0"/>
            <a:t>Monitoring</a:t>
          </a:r>
          <a:br>
            <a:rPr lang="en-IN" sz="1400" b="0" i="0" kern="1200" baseline="0"/>
          </a:br>
          <a:r>
            <a:rPr lang="en-IN" sz="1400" b="0" i="0" kern="1200" baseline="0"/>
            <a:t>Security</a:t>
          </a:r>
          <a:endParaRPr lang="en-US" sz="1400" kern="1200" dirty="0"/>
        </a:p>
      </dsp:txBody>
      <dsp:txXfrm>
        <a:off x="5460827" y="2029132"/>
        <a:ext cx="2320312" cy="1087646"/>
      </dsp:txXfrm>
    </dsp:sp>
    <dsp:sp modelId="{1B3B53A4-1EF5-404F-A06F-02D7AF4406A3}">
      <dsp:nvSpPr>
        <dsp:cNvPr id="0" name=""/>
        <dsp:cNvSpPr/>
      </dsp:nvSpPr>
      <dsp:spPr>
        <a:xfrm>
          <a:off x="5460827" y="3158732"/>
          <a:ext cx="2320312" cy="657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B4EC24-F3C0-41DC-830B-DCB80839CC77}">
      <dsp:nvSpPr>
        <dsp:cNvPr id="0" name=""/>
        <dsp:cNvSpPr/>
      </dsp:nvSpPr>
      <dsp:spPr>
        <a:xfrm>
          <a:off x="8941296" y="1126822"/>
          <a:ext cx="812109" cy="8121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AB444E-1B23-4EE9-B6BA-BA785628DD11}">
      <dsp:nvSpPr>
        <dsp:cNvPr id="0" name=""/>
        <dsp:cNvSpPr/>
      </dsp:nvSpPr>
      <dsp:spPr>
        <a:xfrm>
          <a:off x="8187194" y="2029132"/>
          <a:ext cx="2320312" cy="10876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400" b="0" i="0" kern="1200" baseline="0" dirty="0"/>
            <a:t>Controlled </a:t>
          </a:r>
          <a:r>
            <a:rPr lang="en-IN" sz="1400" b="0" i="0" kern="1200" baseline="0"/>
            <a:t>Change Process</a:t>
          </a:r>
          <a:br>
            <a:rPr lang="en-IN" sz="1400" b="0" i="0" kern="1200" baseline="0"/>
          </a:br>
          <a:r>
            <a:rPr lang="en-US" sz="1400" b="0" i="0" kern="1200" baseline="0"/>
            <a:t>Install &gt; Patch &gt; Reboot &gt; Verify &gt; Test</a:t>
          </a:r>
          <a:endParaRPr lang="en-US" sz="1400" kern="1200" dirty="0"/>
        </a:p>
      </dsp:txBody>
      <dsp:txXfrm>
        <a:off x="8187194" y="2029132"/>
        <a:ext cx="2320312" cy="1087646"/>
      </dsp:txXfrm>
    </dsp:sp>
    <dsp:sp modelId="{A05EF70F-60EE-4983-A476-0E8557284CC4}">
      <dsp:nvSpPr>
        <dsp:cNvPr id="0" name=""/>
        <dsp:cNvSpPr/>
      </dsp:nvSpPr>
      <dsp:spPr>
        <a:xfrm>
          <a:off x="8187194" y="3158732"/>
          <a:ext cx="2320312" cy="657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55C746-4477-45D3-9F04-5F734D32A29D}">
      <dsp:nvSpPr>
        <dsp:cNvPr id="0" name=""/>
        <dsp:cNvSpPr/>
      </dsp:nvSpPr>
      <dsp:spPr>
        <a:xfrm>
          <a:off x="5505" y="2094172"/>
          <a:ext cx="3290857" cy="1316343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015" tIns="38672" rIns="38672" bIns="38672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baseline="0"/>
            <a:t>What does "normal" look like?</a:t>
          </a:r>
          <a:endParaRPr lang="en-US" sz="2900" kern="1200"/>
        </a:p>
      </dsp:txBody>
      <dsp:txXfrm>
        <a:off x="663677" y="2094172"/>
        <a:ext cx="1974514" cy="1316343"/>
      </dsp:txXfrm>
    </dsp:sp>
    <dsp:sp modelId="{2AB5777D-4767-4969-B0C3-6D0B96B19461}">
      <dsp:nvSpPr>
        <dsp:cNvPr id="0" name=""/>
        <dsp:cNvSpPr/>
      </dsp:nvSpPr>
      <dsp:spPr>
        <a:xfrm>
          <a:off x="2967277" y="2094172"/>
          <a:ext cx="3290857" cy="1316343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015" tIns="38672" rIns="38672" bIns="38672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b="0" i="0" kern="1200" baseline="0"/>
            <a:t>Basic Process</a:t>
          </a:r>
          <a:endParaRPr lang="en-US" sz="2900" kern="1200"/>
        </a:p>
      </dsp:txBody>
      <dsp:txXfrm>
        <a:off x="3625449" y="2094172"/>
        <a:ext cx="1974514" cy="131634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5178A9-6D7D-4646-B43E-CFF3DA896C4F}">
      <dsp:nvSpPr>
        <dsp:cNvPr id="0" name=""/>
        <dsp:cNvSpPr/>
      </dsp:nvSpPr>
      <dsp:spPr>
        <a:xfrm>
          <a:off x="1967016" y="0"/>
          <a:ext cx="1510523" cy="14923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18A24C-7F1C-4905-92AE-5939E82096A3}">
      <dsp:nvSpPr>
        <dsp:cNvPr id="0" name=""/>
        <dsp:cNvSpPr/>
      </dsp:nvSpPr>
      <dsp:spPr>
        <a:xfrm>
          <a:off x="564387" y="1660064"/>
          <a:ext cx="4315781" cy="6395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200" b="0" i="0" kern="1200" baseline="0"/>
            <a:t>One physical server. Multiple workloads.</a:t>
          </a:r>
          <a:endParaRPr lang="en-US" sz="2200" kern="1200"/>
        </a:p>
      </dsp:txBody>
      <dsp:txXfrm>
        <a:off x="564387" y="1660064"/>
        <a:ext cx="4315781" cy="639561"/>
      </dsp:txXfrm>
    </dsp:sp>
    <dsp:sp modelId="{E2D31E72-AF83-405B-B1C8-CAB16122881E}">
      <dsp:nvSpPr>
        <dsp:cNvPr id="0" name=""/>
        <dsp:cNvSpPr/>
      </dsp:nvSpPr>
      <dsp:spPr>
        <a:xfrm>
          <a:off x="564387" y="2377651"/>
          <a:ext cx="4315781" cy="15712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246383-B9F4-4846-8659-21697FD6145B}">
      <dsp:nvSpPr>
        <dsp:cNvPr id="0" name=""/>
        <dsp:cNvSpPr/>
      </dsp:nvSpPr>
      <dsp:spPr>
        <a:xfrm>
          <a:off x="7038059" y="0"/>
          <a:ext cx="1510523" cy="14923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9BFDD7-9ADD-4273-9025-0F58A41FE07B}">
      <dsp:nvSpPr>
        <dsp:cNvPr id="0" name=""/>
        <dsp:cNvSpPr/>
      </dsp:nvSpPr>
      <dsp:spPr>
        <a:xfrm>
          <a:off x="5635430" y="1660064"/>
          <a:ext cx="4315781" cy="6395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2200" b="0" i="0" kern="1200" baseline="0"/>
            <a:t>Why virtualization?</a:t>
          </a:r>
          <a:endParaRPr lang="en-US" sz="2200" kern="1200"/>
        </a:p>
      </dsp:txBody>
      <dsp:txXfrm>
        <a:off x="5635430" y="1660064"/>
        <a:ext cx="4315781" cy="639561"/>
      </dsp:txXfrm>
    </dsp:sp>
    <dsp:sp modelId="{CCFB87DC-0F07-4054-ACFB-E38461632B86}">
      <dsp:nvSpPr>
        <dsp:cNvPr id="0" name=""/>
        <dsp:cNvSpPr/>
      </dsp:nvSpPr>
      <dsp:spPr>
        <a:xfrm>
          <a:off x="5635430" y="2377651"/>
          <a:ext cx="4315781" cy="15712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0" i="0" kern="1200" baseline="0"/>
            <a:t>Better hardware utilization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0" i="0" kern="1200" baseline="0"/>
            <a:t>Workload isolation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0" i="0" kern="1200" baseline="0"/>
            <a:t>Easier deployment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0" i="0" kern="1200" baseline="0"/>
            <a:t>Flexible resource allocation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0" i="0" kern="1200" baseline="0"/>
            <a:t>Simplified management</a:t>
          </a:r>
          <a:endParaRPr lang="en-US" sz="1700" kern="1200"/>
        </a:p>
      </dsp:txBody>
      <dsp:txXfrm>
        <a:off x="5635430" y="2377651"/>
        <a:ext cx="4315781" cy="157122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AFB5DA-BFC8-4B9F-9C8D-59E163EA0C1F}">
      <dsp:nvSpPr>
        <dsp:cNvPr id="0" name=""/>
        <dsp:cNvSpPr/>
      </dsp:nvSpPr>
      <dsp:spPr>
        <a:xfrm>
          <a:off x="0" y="3275482"/>
          <a:ext cx="2628900" cy="107508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6967" tIns="177800" rIns="186967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0" i="0" kern="1200" baseline="0"/>
            <a:t>Virtual Machines</a:t>
          </a:r>
          <a:endParaRPr lang="en-US" sz="2500" kern="1200"/>
        </a:p>
      </dsp:txBody>
      <dsp:txXfrm>
        <a:off x="0" y="3275482"/>
        <a:ext cx="2628900" cy="1075086"/>
      </dsp:txXfrm>
    </dsp:sp>
    <dsp:sp modelId="{5BF6743E-C304-4D7A-AFEA-C2E66752B636}">
      <dsp:nvSpPr>
        <dsp:cNvPr id="0" name=""/>
        <dsp:cNvSpPr/>
      </dsp:nvSpPr>
      <dsp:spPr>
        <a:xfrm>
          <a:off x="2628900" y="3275482"/>
          <a:ext cx="7886700" cy="107508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9980" tIns="165100" rIns="159980" bIns="16510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0" i="0" kern="1200" baseline="0"/>
            <a:t>VM 1 — Web</a:t>
          </a:r>
          <a:endParaRPr lang="en-US" sz="1300" kern="120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0" i="0" kern="1200" baseline="0"/>
            <a:t>VM 2 — Database</a:t>
          </a:r>
          <a:endParaRPr lang="en-US" sz="1300" kern="120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0" i="0" kern="1200" baseline="0"/>
            <a:t>VM 3 — DNS</a:t>
          </a:r>
          <a:endParaRPr lang="en-US" sz="1300" kern="1200"/>
        </a:p>
      </dsp:txBody>
      <dsp:txXfrm>
        <a:off x="2628900" y="3275482"/>
        <a:ext cx="7886700" cy="1075086"/>
      </dsp:txXfrm>
    </dsp:sp>
    <dsp:sp modelId="{FB0D731D-A2A0-430B-9DD2-BD2646323755}">
      <dsp:nvSpPr>
        <dsp:cNvPr id="0" name=""/>
        <dsp:cNvSpPr/>
      </dsp:nvSpPr>
      <dsp:spPr>
        <a:xfrm rot="10800000">
          <a:off x="0" y="1638125"/>
          <a:ext cx="2628900" cy="1653482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6967" tIns="177800" rIns="186967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0" i="0" kern="1200" baseline="0" dirty="0"/>
            <a:t>Hypervisor</a:t>
          </a:r>
          <a:endParaRPr lang="en-US" sz="2500" kern="1200" dirty="0"/>
        </a:p>
      </dsp:txBody>
      <dsp:txXfrm rot="-10800000">
        <a:off x="0" y="1638125"/>
        <a:ext cx="2628900" cy="1074763"/>
      </dsp:txXfrm>
    </dsp:sp>
    <dsp:sp modelId="{A2CDA23A-8D3B-432C-86FE-0344F7AD6ABC}">
      <dsp:nvSpPr>
        <dsp:cNvPr id="0" name=""/>
        <dsp:cNvSpPr/>
      </dsp:nvSpPr>
      <dsp:spPr>
        <a:xfrm>
          <a:off x="2628900" y="1638125"/>
          <a:ext cx="7886700" cy="1074763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9980" tIns="165100" rIns="159980" bIns="16510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0" i="0" kern="1200" baseline="0"/>
            <a:t>Manages virtual machines</a:t>
          </a:r>
          <a:endParaRPr lang="en-US" sz="1300" kern="1200"/>
        </a:p>
      </dsp:txBody>
      <dsp:txXfrm>
        <a:off x="2628900" y="1638125"/>
        <a:ext cx="7886700" cy="1074763"/>
      </dsp:txXfrm>
    </dsp:sp>
    <dsp:sp modelId="{09AFC0DC-11E2-47E4-A27B-09537F91ECE7}">
      <dsp:nvSpPr>
        <dsp:cNvPr id="0" name=""/>
        <dsp:cNvSpPr/>
      </dsp:nvSpPr>
      <dsp:spPr>
        <a:xfrm rot="10800000">
          <a:off x="0" y="769"/>
          <a:ext cx="2628900" cy="1653482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6967" tIns="177800" rIns="186967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0" i="0" kern="1200" baseline="0"/>
            <a:t>Physical Server</a:t>
          </a:r>
          <a:endParaRPr lang="en-US" sz="2500" kern="1200"/>
        </a:p>
      </dsp:txBody>
      <dsp:txXfrm rot="-10800000">
        <a:off x="0" y="769"/>
        <a:ext cx="2628900" cy="1074763"/>
      </dsp:txXfrm>
    </dsp:sp>
    <dsp:sp modelId="{3020D648-E3FA-45CA-BA2F-2B1F3A08523A}">
      <dsp:nvSpPr>
        <dsp:cNvPr id="0" name=""/>
        <dsp:cNvSpPr/>
      </dsp:nvSpPr>
      <dsp:spPr>
        <a:xfrm>
          <a:off x="2628900" y="769"/>
          <a:ext cx="7886700" cy="1074763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9980" tIns="165100" rIns="159980" bIns="16510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0" i="0" kern="1200" baseline="0" dirty="0"/>
            <a:t>CPU | RAM |Storage |NIC</a:t>
          </a:r>
          <a:endParaRPr lang="en-US" sz="1300" kern="1200" dirty="0"/>
        </a:p>
      </dsp:txBody>
      <dsp:txXfrm>
        <a:off x="2628900" y="769"/>
        <a:ext cx="7886700" cy="1074763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54F4D4-E193-4F62-8F54-4B44AED341BB}">
      <dsp:nvSpPr>
        <dsp:cNvPr id="0" name=""/>
        <dsp:cNvSpPr/>
      </dsp:nvSpPr>
      <dsp:spPr>
        <a:xfrm>
          <a:off x="1959228" y="479223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51FF89-C39D-4BAB-80E7-F7324F4D3FFD}">
      <dsp:nvSpPr>
        <dsp:cNvPr id="0" name=""/>
        <dsp:cNvSpPr/>
      </dsp:nvSpPr>
      <dsp:spPr>
        <a:xfrm>
          <a:off x="555228" y="211671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3600" b="0" i="0" kern="1200" baseline="0"/>
            <a:t>Type 1 — Bare Metal</a:t>
          </a:r>
          <a:endParaRPr lang="en-US" sz="3600" kern="1200"/>
        </a:p>
      </dsp:txBody>
      <dsp:txXfrm>
        <a:off x="555228" y="2116718"/>
        <a:ext cx="4320000" cy="648000"/>
      </dsp:txXfrm>
    </dsp:sp>
    <dsp:sp modelId="{DA153366-9596-4490-BFB0-6725EB9352A0}">
      <dsp:nvSpPr>
        <dsp:cNvPr id="0" name=""/>
        <dsp:cNvSpPr/>
      </dsp:nvSpPr>
      <dsp:spPr>
        <a:xfrm>
          <a:off x="555228" y="2823088"/>
          <a:ext cx="4320000" cy="5746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0" i="0" kern="1200" baseline="0"/>
            <a:t>VMs &gt; Hypervisor &gt; Hardware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0" i="0" kern="1200" baseline="0"/>
            <a:t>Examples: ESXi, Hyper-V</a:t>
          </a:r>
          <a:endParaRPr lang="en-US" sz="1700" kern="1200"/>
        </a:p>
      </dsp:txBody>
      <dsp:txXfrm>
        <a:off x="555228" y="2823088"/>
        <a:ext cx="4320000" cy="574635"/>
      </dsp:txXfrm>
    </dsp:sp>
    <dsp:sp modelId="{AF5C5E3E-5764-4929-95AE-D901C5BCC613}">
      <dsp:nvSpPr>
        <dsp:cNvPr id="0" name=""/>
        <dsp:cNvSpPr/>
      </dsp:nvSpPr>
      <dsp:spPr>
        <a:xfrm>
          <a:off x="7035228" y="479223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734D4E-6E90-41EB-9674-56461B9B1AA5}">
      <dsp:nvSpPr>
        <dsp:cNvPr id="0" name=""/>
        <dsp:cNvSpPr/>
      </dsp:nvSpPr>
      <dsp:spPr>
        <a:xfrm>
          <a:off x="5631228" y="211671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3600" b="0" i="0" kern="1200" baseline="0"/>
            <a:t>Type 2 — Hosted</a:t>
          </a:r>
          <a:endParaRPr lang="en-US" sz="3600" kern="1200"/>
        </a:p>
      </dsp:txBody>
      <dsp:txXfrm>
        <a:off x="5631228" y="2116718"/>
        <a:ext cx="4320000" cy="648000"/>
      </dsp:txXfrm>
    </dsp:sp>
    <dsp:sp modelId="{2721BEA8-6B61-4C46-8143-3BDCCBC4EE30}">
      <dsp:nvSpPr>
        <dsp:cNvPr id="0" name=""/>
        <dsp:cNvSpPr/>
      </dsp:nvSpPr>
      <dsp:spPr>
        <a:xfrm>
          <a:off x="5631228" y="2823088"/>
          <a:ext cx="4320000" cy="5746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0" i="0" kern="1200" baseline="0"/>
            <a:t>VMs &gt; Hypervisor &gt; Host OS &gt; Hardware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0" i="0" kern="1200" baseline="0"/>
            <a:t>Example: VirtualBox</a:t>
          </a:r>
          <a:endParaRPr lang="en-US" sz="1700" kern="1200"/>
        </a:p>
      </dsp:txBody>
      <dsp:txXfrm>
        <a:off x="5631228" y="2823088"/>
        <a:ext cx="4320000" cy="574635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EBA1A7-89F3-4E76-A366-AD377513598B}">
      <dsp:nvSpPr>
        <dsp:cNvPr id="0" name=""/>
        <dsp:cNvSpPr/>
      </dsp:nvSpPr>
      <dsp:spPr>
        <a:xfrm>
          <a:off x="0" y="695480"/>
          <a:ext cx="6666833" cy="471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916432" rIns="517420" bIns="312928" numCol="1" spcCol="1270" anchor="t" anchorCtr="0">
          <a:noAutofit/>
        </a:bodyPr>
        <a:lstStyle/>
        <a:p>
          <a:pPr marL="285750" lvl="1" indent="-285750" algn="l" defTabSz="1955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4400" b="0" i="0" kern="1200" baseline="0"/>
            <a:t>Stability</a:t>
          </a:r>
          <a:endParaRPr lang="en-US" sz="4400" kern="1200"/>
        </a:p>
        <a:p>
          <a:pPr marL="285750" lvl="1" indent="-285750" algn="l" defTabSz="1955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4400" b="0" i="0" kern="1200" baseline="0" dirty="0"/>
            <a:t>Drivers</a:t>
          </a:r>
          <a:endParaRPr lang="en-US" sz="4400" kern="1200" dirty="0"/>
        </a:p>
        <a:p>
          <a:pPr marL="285750" lvl="1" indent="-285750" algn="l" defTabSz="1955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4400" b="0" i="0" kern="1200" baseline="0"/>
            <a:t>Performance</a:t>
          </a:r>
          <a:endParaRPr lang="en-US" sz="4400" kern="1200"/>
        </a:p>
        <a:p>
          <a:pPr marL="285750" lvl="1" indent="-285750" algn="l" defTabSz="1955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4400" b="0" i="0" kern="1200" baseline="0"/>
            <a:t>Vendor Support</a:t>
          </a:r>
          <a:endParaRPr lang="en-US" sz="4400" kern="1200"/>
        </a:p>
        <a:p>
          <a:pPr marL="285750" lvl="1" indent="-285750" algn="l" defTabSz="1955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4400" b="0" i="0" kern="1200" baseline="0"/>
            <a:t>Troubleshooting</a:t>
          </a:r>
          <a:endParaRPr lang="en-US" sz="4400" kern="1200"/>
        </a:p>
      </dsp:txBody>
      <dsp:txXfrm>
        <a:off x="0" y="695480"/>
        <a:ext cx="6666833" cy="4712400"/>
      </dsp:txXfrm>
    </dsp:sp>
    <dsp:sp modelId="{FF7F1FD0-4437-427A-96DD-8A4098423EF1}">
      <dsp:nvSpPr>
        <dsp:cNvPr id="0" name=""/>
        <dsp:cNvSpPr/>
      </dsp:nvSpPr>
      <dsp:spPr>
        <a:xfrm>
          <a:off x="333341" y="46039"/>
          <a:ext cx="4666783" cy="12988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400" b="0" i="0" kern="1200" baseline="0"/>
            <a:t>Why HCL Matters</a:t>
          </a:r>
          <a:endParaRPr lang="en-US" sz="4400" kern="1200"/>
        </a:p>
      </dsp:txBody>
      <dsp:txXfrm>
        <a:off x="396747" y="109445"/>
        <a:ext cx="4539971" cy="1172068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4AA21E-308D-4EBF-A8BB-FD1C1E5F8F46}">
      <dsp:nvSpPr>
        <dsp:cNvPr id="0" name=""/>
        <dsp:cNvSpPr/>
      </dsp:nvSpPr>
      <dsp:spPr>
        <a:xfrm>
          <a:off x="7091" y="0"/>
          <a:ext cx="7255100" cy="10547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Supported does not mean "it seems to work"</a:t>
          </a:r>
          <a:endParaRPr lang="en-IN" sz="2800" kern="1200" dirty="0"/>
        </a:p>
      </dsp:txBody>
      <dsp:txXfrm>
        <a:off x="37984" y="30893"/>
        <a:ext cx="7193314" cy="992988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CC8D72-1229-490D-A2D6-BAE4226C7FFB}">
      <dsp:nvSpPr>
        <dsp:cNvPr id="0" name=""/>
        <dsp:cNvSpPr/>
      </dsp:nvSpPr>
      <dsp:spPr>
        <a:xfrm>
          <a:off x="0" y="22504"/>
          <a:ext cx="6666833" cy="56511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0" i="0" kern="1200" baseline="0"/>
            <a:t>Example Host</a:t>
          </a:r>
          <a:endParaRPr lang="en-US" sz="2300" kern="1200"/>
        </a:p>
      </dsp:txBody>
      <dsp:txXfrm>
        <a:off x="27586" y="50090"/>
        <a:ext cx="6611661" cy="509938"/>
      </dsp:txXfrm>
    </dsp:sp>
    <dsp:sp modelId="{5AC0675D-58CE-4F78-977B-281C593470F2}">
      <dsp:nvSpPr>
        <dsp:cNvPr id="0" name=""/>
        <dsp:cNvSpPr/>
      </dsp:nvSpPr>
      <dsp:spPr>
        <a:xfrm>
          <a:off x="0" y="587614"/>
          <a:ext cx="6666833" cy="1237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800" b="0" i="0" kern="1200" baseline="0"/>
            <a:t>16 CPU Cores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800" b="0" i="0" kern="1200" baseline="0"/>
            <a:t>64 GB RAM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800" b="0" i="0" kern="1200" baseline="0"/>
            <a:t>2 TB Storage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800" b="0" i="0" kern="1200" baseline="0"/>
            <a:t>2 × 1 Gb NIC</a:t>
          </a:r>
          <a:endParaRPr lang="en-US" sz="1800" kern="1200"/>
        </a:p>
      </dsp:txBody>
      <dsp:txXfrm>
        <a:off x="0" y="587614"/>
        <a:ext cx="6666833" cy="1237860"/>
      </dsp:txXfrm>
    </dsp:sp>
    <dsp:sp modelId="{A18042E5-0399-48F7-B9B1-3400456156D8}">
      <dsp:nvSpPr>
        <dsp:cNvPr id="0" name=""/>
        <dsp:cNvSpPr/>
      </dsp:nvSpPr>
      <dsp:spPr>
        <a:xfrm>
          <a:off x="0" y="1825474"/>
          <a:ext cx="6666833" cy="56511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0" i="0" kern="1200" baseline="0"/>
            <a:t>Example VM Allocation</a:t>
          </a:r>
          <a:endParaRPr lang="en-US" sz="2300" kern="1200"/>
        </a:p>
      </dsp:txBody>
      <dsp:txXfrm>
        <a:off x="27586" y="1853060"/>
        <a:ext cx="6611661" cy="509938"/>
      </dsp:txXfrm>
    </dsp:sp>
    <dsp:sp modelId="{665E2D3E-B5B0-4721-B78E-012EEB229A5A}">
      <dsp:nvSpPr>
        <dsp:cNvPr id="0" name=""/>
        <dsp:cNvSpPr/>
      </dsp:nvSpPr>
      <dsp:spPr>
        <a:xfrm>
          <a:off x="0" y="2390585"/>
          <a:ext cx="6666833" cy="1237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800" b="0" i="0" kern="1200" baseline="0"/>
            <a:t>Web — 2 vCPU — 4 GB RAM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800" b="0" i="0" kern="1200" baseline="0"/>
            <a:t>Database — 4 vCPU — 16 GB RAM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800" b="0" i="0" kern="1200" baseline="0"/>
            <a:t>DNS — 2 vCPU — 4 GB RAM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800" b="0" i="0" kern="1200" baseline="0"/>
            <a:t>Application — 4 vCPU — 16 GB RAM</a:t>
          </a:r>
          <a:endParaRPr lang="en-US" sz="1800" kern="1200"/>
        </a:p>
      </dsp:txBody>
      <dsp:txXfrm>
        <a:off x="0" y="2390585"/>
        <a:ext cx="6666833" cy="1237860"/>
      </dsp:txXfrm>
    </dsp:sp>
    <dsp:sp modelId="{C457E362-A3D8-4A0F-8929-4952C8828998}">
      <dsp:nvSpPr>
        <dsp:cNvPr id="0" name=""/>
        <dsp:cNvSpPr/>
      </dsp:nvSpPr>
      <dsp:spPr>
        <a:xfrm>
          <a:off x="0" y="3628444"/>
          <a:ext cx="6666833" cy="56511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Resources that must remain available</a:t>
          </a:r>
          <a:endParaRPr lang="en-US" sz="2300" kern="1200"/>
        </a:p>
      </dsp:txBody>
      <dsp:txXfrm>
        <a:off x="27586" y="3656030"/>
        <a:ext cx="6611661" cy="509938"/>
      </dsp:txXfrm>
    </dsp:sp>
    <dsp:sp modelId="{934435AD-5D91-4796-84EE-C668C1EF1975}">
      <dsp:nvSpPr>
        <dsp:cNvPr id="0" name=""/>
        <dsp:cNvSpPr/>
      </dsp:nvSpPr>
      <dsp:spPr>
        <a:xfrm>
          <a:off x="0" y="4193555"/>
          <a:ext cx="6666833" cy="1237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800" b="0" i="0" kern="1200" baseline="0"/>
            <a:t>CPU Headroom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800" b="0" i="0" kern="1200" baseline="0"/>
            <a:t>Memory Headroom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800" b="0" i="0" kern="1200" baseline="0"/>
            <a:t>Storage I/O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800" b="0" i="0" kern="1200" baseline="0"/>
            <a:t>Network Capacity</a:t>
          </a:r>
          <a:endParaRPr lang="en-US" sz="1800" kern="1200"/>
        </a:p>
      </dsp:txBody>
      <dsp:txXfrm>
        <a:off x="0" y="4193555"/>
        <a:ext cx="6666833" cy="123786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AE2C83-D49C-4062-8484-D8794C9549BF}">
      <dsp:nvSpPr>
        <dsp:cNvPr id="0" name=""/>
        <dsp:cNvSpPr/>
      </dsp:nvSpPr>
      <dsp:spPr>
        <a:xfrm>
          <a:off x="0" y="424400"/>
          <a:ext cx="6666833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499872" rIns="517420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400" kern="1200" dirty="0"/>
        </a:p>
      </dsp:txBody>
      <dsp:txXfrm>
        <a:off x="0" y="424400"/>
        <a:ext cx="6666833" cy="604800"/>
      </dsp:txXfrm>
    </dsp:sp>
    <dsp:sp modelId="{8B17B2D8-8D5C-4B17-98EB-2B4D6009B4CB}">
      <dsp:nvSpPr>
        <dsp:cNvPr id="0" name=""/>
        <dsp:cNvSpPr/>
      </dsp:nvSpPr>
      <dsp:spPr>
        <a:xfrm>
          <a:off x="333341" y="70160"/>
          <a:ext cx="4666783" cy="7084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baseline="0"/>
            <a:t>Hardware</a:t>
          </a:r>
          <a:endParaRPr lang="en-US" sz="2400" kern="1200"/>
        </a:p>
      </dsp:txBody>
      <dsp:txXfrm>
        <a:off x="367926" y="104745"/>
        <a:ext cx="4597613" cy="639310"/>
      </dsp:txXfrm>
    </dsp:sp>
    <dsp:sp modelId="{4F36EDFA-1198-4B3F-8FE4-C65618A3F0FF}">
      <dsp:nvSpPr>
        <dsp:cNvPr id="0" name=""/>
        <dsp:cNvSpPr/>
      </dsp:nvSpPr>
      <dsp:spPr>
        <a:xfrm>
          <a:off x="0" y="1513040"/>
          <a:ext cx="6666833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293E53-CD12-46A4-A832-39665F240252}">
      <dsp:nvSpPr>
        <dsp:cNvPr id="0" name=""/>
        <dsp:cNvSpPr/>
      </dsp:nvSpPr>
      <dsp:spPr>
        <a:xfrm>
          <a:off x="333341" y="1158800"/>
          <a:ext cx="4666783" cy="708480"/>
        </a:xfrm>
        <a:prstGeom prst="roundRect">
          <a:avLst/>
        </a:prstGeom>
        <a:gradFill rotWithShape="0">
          <a:gsLst>
            <a:gs pos="0">
              <a:schemeClr val="accent2">
                <a:hueOff val="1610903"/>
                <a:satOff val="-4623"/>
                <a:lumOff val="-74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10903"/>
                <a:satOff val="-4623"/>
                <a:lumOff val="-74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10903"/>
                <a:satOff val="-4623"/>
                <a:lumOff val="-74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baseline="0"/>
            <a:t>The organization needs</a:t>
          </a:r>
          <a:endParaRPr lang="en-US" sz="2400" kern="1200"/>
        </a:p>
      </dsp:txBody>
      <dsp:txXfrm>
        <a:off x="367926" y="1193385"/>
        <a:ext cx="4597613" cy="639310"/>
      </dsp:txXfrm>
    </dsp:sp>
    <dsp:sp modelId="{BA35E1B6-9289-4D06-9767-EC03CEF0B59E}">
      <dsp:nvSpPr>
        <dsp:cNvPr id="0" name=""/>
        <dsp:cNvSpPr/>
      </dsp:nvSpPr>
      <dsp:spPr>
        <a:xfrm>
          <a:off x="0" y="2601680"/>
          <a:ext cx="6666833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74BE83-5932-4525-91DB-22A35928DCB7}">
      <dsp:nvSpPr>
        <dsp:cNvPr id="0" name=""/>
        <dsp:cNvSpPr/>
      </dsp:nvSpPr>
      <dsp:spPr>
        <a:xfrm>
          <a:off x="333341" y="2247440"/>
          <a:ext cx="4666783" cy="70848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baseline="0"/>
            <a:t>Web Server</a:t>
          </a:r>
          <a:endParaRPr lang="en-US" sz="2400" kern="1200"/>
        </a:p>
      </dsp:txBody>
      <dsp:txXfrm>
        <a:off x="367926" y="2282025"/>
        <a:ext cx="4597613" cy="639310"/>
      </dsp:txXfrm>
    </dsp:sp>
    <dsp:sp modelId="{DD35D683-27DC-4EB0-A829-88EB2438F34B}">
      <dsp:nvSpPr>
        <dsp:cNvPr id="0" name=""/>
        <dsp:cNvSpPr/>
      </dsp:nvSpPr>
      <dsp:spPr>
        <a:xfrm>
          <a:off x="0" y="3690319"/>
          <a:ext cx="6666833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4832710"/>
              <a:satOff val="-13870"/>
              <a:lumOff val="-2220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3E065F-0646-4DD1-9B15-B1300E72EDA7}">
      <dsp:nvSpPr>
        <dsp:cNvPr id="0" name=""/>
        <dsp:cNvSpPr/>
      </dsp:nvSpPr>
      <dsp:spPr>
        <a:xfrm>
          <a:off x="333341" y="3336080"/>
          <a:ext cx="4666783" cy="708480"/>
        </a:xfrm>
        <a:prstGeom prst="roundRect">
          <a:avLst/>
        </a:prstGeom>
        <a:gradFill rotWithShape="0">
          <a:gsLst>
            <a:gs pos="0">
              <a:schemeClr val="accent2">
                <a:hueOff val="4832710"/>
                <a:satOff val="-13870"/>
                <a:lumOff val="-222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832710"/>
                <a:satOff val="-13870"/>
                <a:lumOff val="-222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832710"/>
                <a:satOff val="-13870"/>
                <a:lumOff val="-222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baseline="0"/>
            <a:t>Database Server</a:t>
          </a:r>
          <a:endParaRPr lang="en-US" sz="2400" kern="1200"/>
        </a:p>
      </dsp:txBody>
      <dsp:txXfrm>
        <a:off x="367926" y="3370665"/>
        <a:ext cx="4597613" cy="639310"/>
      </dsp:txXfrm>
    </dsp:sp>
    <dsp:sp modelId="{418DBBE1-C4D1-4F84-A7DE-F18D5EB9C9D3}">
      <dsp:nvSpPr>
        <dsp:cNvPr id="0" name=""/>
        <dsp:cNvSpPr/>
      </dsp:nvSpPr>
      <dsp:spPr>
        <a:xfrm>
          <a:off x="0" y="4778959"/>
          <a:ext cx="6666833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32655E-21C1-4DAE-B810-7DF9C593C2CD}">
      <dsp:nvSpPr>
        <dsp:cNvPr id="0" name=""/>
        <dsp:cNvSpPr/>
      </dsp:nvSpPr>
      <dsp:spPr>
        <a:xfrm>
          <a:off x="333341" y="4424719"/>
          <a:ext cx="4666783" cy="70848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baseline="0"/>
            <a:t>DNS Server</a:t>
          </a:r>
          <a:endParaRPr lang="en-US" sz="2400" kern="1200"/>
        </a:p>
      </dsp:txBody>
      <dsp:txXfrm>
        <a:off x="367926" y="4459304"/>
        <a:ext cx="4597613" cy="63931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3DFA3B-F5DB-4C63-8E87-313D6DFF2A2A}">
      <dsp:nvSpPr>
        <dsp:cNvPr id="0" name=""/>
        <dsp:cNvSpPr/>
      </dsp:nvSpPr>
      <dsp:spPr>
        <a:xfrm rot="5400000">
          <a:off x="-1686266" y="1686266"/>
          <a:ext cx="5281175" cy="190864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0" kern="1200" baseline="0"/>
            <a:t>Deployment Checklist</a:t>
          </a:r>
          <a:endParaRPr lang="en-IN" sz="2700" kern="1200"/>
        </a:p>
      </dsp:txBody>
      <dsp:txXfrm rot="-5400000">
        <a:off x="0" y="954321"/>
        <a:ext cx="1908642" cy="3372533"/>
      </dsp:txXfrm>
    </dsp:sp>
    <dsp:sp modelId="{31183B42-7984-4767-9569-D6830441475E}">
      <dsp:nvSpPr>
        <dsp:cNvPr id="0" name=""/>
        <dsp:cNvSpPr/>
      </dsp:nvSpPr>
      <dsp:spPr>
        <a:xfrm rot="5400000">
          <a:off x="1176698" y="731944"/>
          <a:ext cx="4326853" cy="286296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baseline="0"/>
            <a:t>Identify role</a:t>
          </a:r>
          <a:endParaRPr lang="en-IN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baseline="0"/>
            <a:t>Verify compatibility</a:t>
          </a:r>
          <a:endParaRPr lang="en-IN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baseline="0"/>
            <a:t>Update firmware</a:t>
          </a:r>
          <a:endParaRPr lang="en-IN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baseline="0"/>
            <a:t>Configure BIOS / UEFI</a:t>
          </a:r>
          <a:endParaRPr lang="en-IN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baseline="0"/>
            <a:t>Prepare storage</a:t>
          </a:r>
          <a:endParaRPr lang="en-IN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baseline="0"/>
            <a:t>Install OS</a:t>
          </a:r>
          <a:endParaRPr lang="en-IN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baseline="0"/>
            <a:t>Configure hostname</a:t>
          </a:r>
          <a:endParaRPr lang="en-IN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baseline="0"/>
            <a:t>Configure network</a:t>
          </a:r>
          <a:endParaRPr lang="en-IN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baseline="0"/>
            <a:t>Configure accounts</a:t>
          </a:r>
          <a:endParaRPr lang="en-IN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baseline="0"/>
            <a:t>Join directory</a:t>
          </a:r>
          <a:endParaRPr lang="en-IN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baseline="0"/>
            <a:t>Install roles &amp; features</a:t>
          </a:r>
          <a:endParaRPr lang="en-IN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baseline="0"/>
            <a:t>Install drivers &amp; applications</a:t>
          </a:r>
          <a:endParaRPr lang="en-IN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baseline="0"/>
            <a:t>Patch</a:t>
          </a:r>
          <a:endParaRPr lang="en-IN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baseline="0"/>
            <a:t>Test</a:t>
          </a:r>
          <a:endParaRPr lang="en-IN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baseline="0"/>
            <a:t>Baseline</a:t>
          </a:r>
          <a:endParaRPr lang="en-IN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baseline="0"/>
            <a:t>Document</a:t>
          </a:r>
          <a:endParaRPr lang="en-IN" sz="1500" kern="1200"/>
        </a:p>
      </dsp:txBody>
      <dsp:txXfrm rot="-5400000">
        <a:off x="1908642" y="139758"/>
        <a:ext cx="2723206" cy="40473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#1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0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#1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1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#2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1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#1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#1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#1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5#3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#1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#2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#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4#3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4#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#10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BFA80D-DF94-4FEB-A5C2-D03CDDB32FE4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CD50C3-1067-46FA-955E-7928F9450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326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21452-6DF2-7829-3C4D-901C407C5E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9F0E01-BE72-2169-4CF3-273CBAF8A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1F5F1-3C00-24C4-FC0C-0C840C13F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535E7-A5D3-47C9-B869-CAF4893AAF74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BFDF7-3210-B3E5-2B3B-EE46F8FFF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7C6A4-FE78-DE85-ED47-77CBBDEA5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38772-166B-49C5-BF32-51F8AF879D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733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333C8-9454-4B50-959A-B5F4A6762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0E931-2C81-9236-50E3-8CC99C85E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6C9FF-893E-29B8-B105-050E7AF2E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535E7-A5D3-47C9-B869-CAF4893AAF74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BD1E9-D7D5-F53F-E964-B0762C27F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B512F-4245-CB26-8F9C-A557AF761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38772-166B-49C5-BF32-51F8AF879D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095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E8BB-8EF5-6756-6AB9-FC54B18DE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3A3BA-C231-73D6-E1B7-E41782369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96D10-8449-D08B-0E29-231230C6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535E7-A5D3-47C9-B869-CAF4893AAF74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2D949-CB12-13F3-5CD5-FFAE424A1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D3983-9858-4B71-49F0-1BB887893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38772-166B-49C5-BF32-51F8AF879D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4684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4563F-78AA-65DB-E223-82D4F0A97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3191D-3BF0-2533-5B49-84B7EBF8E1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840750-8EA6-A7F1-E438-F08C5B229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DEEE30-0069-6145-ACCB-FA261485F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535E7-A5D3-47C9-B869-CAF4893AAF74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5B95C7-FDF9-E5A8-851B-4FC86CFDE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AAAF7F-2C7F-6960-C79E-B781F8642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38772-166B-49C5-BF32-51F8AF879D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5767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484C9-E941-E822-CFF5-2B2CA8586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0C0989-3BF3-CE15-4CAE-AA6901415A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A88E8F-EA03-5B3F-FA4B-35FF9C2833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7F57D5-BFEC-3A68-A46F-4085A9A347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D9BCBF-C085-304B-A775-0EAC92EE20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5F55BF-9FBD-73FB-3BA9-81AFF6ABA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535E7-A5D3-47C9-B869-CAF4893AAF74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97782C-B0F8-572E-0762-CD529EDF1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3399E4-493F-69DD-34F9-D3CB7FAB7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38772-166B-49C5-BF32-51F8AF879D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1924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EF125-623D-D9FD-6749-FB3F92125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A03C24-6478-0D3D-3AE0-C98427A96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535E7-A5D3-47C9-B869-CAF4893AAF74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09789-E953-D78D-DD44-C0312F526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2E5EA3-5E64-2510-6C6B-895B12D1C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38772-166B-49C5-BF32-51F8AF879D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050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D3A34E-C87F-9A40-94A9-E311A8E16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535E7-A5D3-47C9-B869-CAF4893AAF74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E9D901-7D12-D123-FCB8-EE1B739C3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C7E783-AB9C-E3B0-764A-134395F9F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38772-166B-49C5-BF32-51F8AF879D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5898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A7F30-6DC1-4BA1-C2C8-F819C072A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4650B-ED4C-681E-FBF8-6312E490C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38C4B6-47AE-04E9-6DE5-269D72F0D6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4CD1FF-41BA-E0BE-BE50-29BD496BA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535E7-A5D3-47C9-B869-CAF4893AAF74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C810BF-78F3-3EB7-21E2-9DFE41D67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1ED3AD-0895-A6B0-791D-6F06BF4D7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38772-166B-49C5-BF32-51F8AF879D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993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1E7DD-4FEB-32F6-A40F-1C557A6DF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8E5724-1CD8-1858-E072-A838C42C1E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2F8975-5A68-E869-A692-1269AA6AD0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B6D96B-5D78-33BE-8DD9-A98469472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535E7-A5D3-47C9-B869-CAF4893AAF74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2EBE2-0DB0-5C95-3BAA-D7DFA4DFF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375079-1832-00FE-DEBB-E4AA110DB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38772-166B-49C5-BF32-51F8AF879D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183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1AE9C-4744-3A08-5F69-DAC847B43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9E5E1F-1E5D-3540-F042-0CC940BA66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16D3D-1252-6B15-A013-871B61B79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535E7-A5D3-47C9-B869-CAF4893AAF74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942E4-3AA7-4FF1-6743-64F19D20F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8731B-5351-17AD-4BE1-C611DF123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38772-166B-49C5-BF32-51F8AF879D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854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8D0DDF-DF75-5538-1E15-085E8D8070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DA8DA0-099C-B32C-DC9D-BC9FCDAE9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9FD21-7811-A21E-66B8-847F83762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535E7-A5D3-47C9-B869-CAF4893AAF74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4CB33-C585-4E67-B5F8-AFDBBDAD0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A292D-3EF8-8C9C-33D8-FEFA2A06F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38772-166B-49C5-BF32-51F8AF879D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4654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F5EA0-48F2-1462-7FA3-2A030D12D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2097E4-8F4F-D70B-8C5C-8F19EB5C35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3A6D6-F146-AE9B-9C3E-534A47A0C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6157D-1AEC-4EC9-AE62-036BAA036BBA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4F89D-2235-A555-A505-7771544FA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1B1FE-688A-62C1-8492-5DDD0A3C5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FAA9-0D75-42D9-8F0C-00AC809C51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43834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535E7-A5D3-47C9-B869-CAF4893AAF74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38772-166B-49C5-BF32-51F8AF879D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26098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535E7-A5D3-47C9-B869-CAF4893AAF74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38772-166B-49C5-BF32-51F8AF879D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81409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535E7-A5D3-47C9-B869-CAF4893AAF74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38772-166B-49C5-BF32-51F8AF879D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50750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535E7-A5D3-47C9-B869-CAF4893AAF74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38772-166B-49C5-BF32-51F8AF879D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78482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535E7-A5D3-47C9-B869-CAF4893AAF74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38772-166B-49C5-BF32-51F8AF879D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60440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535E7-A5D3-47C9-B869-CAF4893AAF74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38772-166B-49C5-BF32-51F8AF879D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0824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535E7-A5D3-47C9-B869-CAF4893AAF74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38772-166B-49C5-BF32-51F8AF879D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64066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535E7-A5D3-47C9-B869-CAF4893AAF74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38772-166B-49C5-BF32-51F8AF879D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65524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535E7-A5D3-47C9-B869-CAF4893AAF74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38772-166B-49C5-BF32-51F8AF879D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38292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535E7-A5D3-47C9-B869-CAF4893AAF74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38772-166B-49C5-BF32-51F8AF879D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98468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535E7-A5D3-47C9-B869-CAF4893AAF74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38772-166B-49C5-BF32-51F8AF879D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27933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535E7-A5D3-47C9-B869-CAF4893AAF74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38772-166B-49C5-BF32-51F8AF879D5E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18700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535E7-A5D3-47C9-B869-CAF4893AAF74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38772-166B-49C5-BF32-51F8AF879D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1959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535E7-A5D3-47C9-B869-CAF4893AAF74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38772-166B-49C5-BF32-51F8AF879D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45901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535E7-A5D3-47C9-B869-CAF4893AAF74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38772-166B-49C5-BF32-51F8AF879D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56472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535E7-A5D3-47C9-B869-CAF4893AAF74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38772-166B-49C5-BF32-51F8AF879D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44842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535E7-A5D3-47C9-B869-CAF4893AAF74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38772-166B-49C5-BF32-51F8AF879D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077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14BBF4-80D8-A919-A399-5B9D06385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A706D-F5FC-03FE-8CEC-90C5B120F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72987-5071-0FA2-F7E7-EB9C0DAFEC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0535E7-A5D3-47C9-B869-CAF4893AAF74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60F6B-9C56-8C6F-D619-24D667C686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59CF3-12C2-CD36-B7BC-AB2E16139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B38772-166B-49C5-BF32-51F8AF879D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392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E0535E7-A5D3-47C9-B869-CAF4893AAF74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B38772-166B-49C5-BF32-51F8AF879D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36386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69" r:id="rId1"/>
    <p:sldLayoutId id="2147483970" r:id="rId2"/>
    <p:sldLayoutId id="2147483971" r:id="rId3"/>
    <p:sldLayoutId id="2147483972" r:id="rId4"/>
    <p:sldLayoutId id="2147483973" r:id="rId5"/>
    <p:sldLayoutId id="2147483974" r:id="rId6"/>
    <p:sldLayoutId id="2147483975" r:id="rId7"/>
    <p:sldLayoutId id="2147483976" r:id="rId8"/>
    <p:sldLayoutId id="2147483977" r:id="rId9"/>
    <p:sldLayoutId id="2147483978" r:id="rId10"/>
    <p:sldLayoutId id="2147483979" r:id="rId11"/>
    <p:sldLayoutId id="2147483980" r:id="rId12"/>
    <p:sldLayoutId id="2147483981" r:id="rId13"/>
    <p:sldLayoutId id="2147483982" r:id="rId14"/>
    <p:sldLayoutId id="2147483983" r:id="rId15"/>
    <p:sldLayoutId id="2147483984" r:id="rId16"/>
    <p:sldLayoutId id="214748398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3.xml"/><Relationship Id="rId3" Type="http://schemas.openxmlformats.org/officeDocument/2006/relationships/diagramLayout" Target="../diagrams/layout12.xml"/><Relationship Id="rId7" Type="http://schemas.openxmlformats.org/officeDocument/2006/relationships/diagramData" Target="../diagrams/data13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2.xml"/><Relationship Id="rId11" Type="http://schemas.microsoft.com/office/2007/relationships/diagramDrawing" Target="../diagrams/drawing13.xml"/><Relationship Id="rId5" Type="http://schemas.openxmlformats.org/officeDocument/2006/relationships/diagramColors" Target="../diagrams/colors12.xml"/><Relationship Id="rId10" Type="http://schemas.openxmlformats.org/officeDocument/2006/relationships/diagramColors" Target="../diagrams/colors13.xml"/><Relationship Id="rId4" Type="http://schemas.openxmlformats.org/officeDocument/2006/relationships/diagramQuickStyle" Target="../diagrams/quickStyle12.xml"/><Relationship Id="rId9" Type="http://schemas.openxmlformats.org/officeDocument/2006/relationships/diagramQuickStyle" Target="../diagrams/quickStyle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4541A2-221E-4D5A-5BAA-FB2A34606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algn="r"/>
            <a:r>
              <a:rPr lang="en-US" sz="6200" b="0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Server Operating System Installation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ext Placeholder 2">
            <a:extLst>
              <a:ext uri="{FF2B5EF4-FFF2-40B4-BE49-F238E27FC236}">
                <a16:creationId xmlns:a16="http://schemas.microsoft.com/office/drawing/2014/main" id="{0B6D9C3B-9D08-6D9B-4CE0-45D9AE21DD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22175518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96878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59861-A5AF-0FEF-9CDA-10A9C7A4F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C85749-35D4-E082-9B13-B8D59A9696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83253F-7A89-A511-420C-014972C3F9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26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F79B880-3BFD-7D70-9500-FD34658E4E1C}"/>
              </a:ext>
            </a:extLst>
          </p:cNvPr>
          <p:cNvSpPr/>
          <p:nvPr/>
        </p:nvSpPr>
        <p:spPr>
          <a:xfrm>
            <a:off x="5506278" y="6239185"/>
            <a:ext cx="1179443" cy="278296"/>
          </a:xfrm>
          <a:prstGeom prst="rect">
            <a:avLst/>
          </a:prstGeom>
          <a:solidFill>
            <a:srgbClr val="FAFAFC"/>
          </a:solidFill>
          <a:ln>
            <a:solidFill>
              <a:srgbClr val="FAFA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6314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609600"/>
            <a:ext cx="1120140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IN" sz="2700" b="1" i="0" u="none" dirty="0">
                <a:latin typeface="Inter"/>
              </a:rPr>
              <a:t>Server Configuration</a:t>
            </a:r>
            <a:endParaRPr sz="2700" b="1" i="0" u="none" dirty="0">
              <a:latin typeface="Inter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577280"/>
            <a:ext cx="1889819" cy="2095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6619" y="1577280"/>
            <a:ext cx="1889819" cy="2095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1239" y="1577280"/>
            <a:ext cx="1889819" cy="2095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5858" y="1577280"/>
            <a:ext cx="1889819" cy="2095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0478" y="1577280"/>
            <a:ext cx="1889819" cy="2095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901380"/>
            <a:ext cx="1889819" cy="2095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6619" y="3901380"/>
            <a:ext cx="1889819" cy="2095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1239" y="3901380"/>
            <a:ext cx="1889819" cy="2095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5858" y="3901380"/>
            <a:ext cx="1889819" cy="2095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0478" y="3901380"/>
            <a:ext cx="1889819" cy="2095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025" y="2053530"/>
            <a:ext cx="1489769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2307" y="2529780"/>
            <a:ext cx="123825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56644" y="2053530"/>
            <a:ext cx="1489769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6926" y="2529780"/>
            <a:ext cx="123825" cy="190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51264" y="2053530"/>
            <a:ext cx="1489769" cy="228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1546" y="2529780"/>
            <a:ext cx="123825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45883" y="2053530"/>
            <a:ext cx="1489769" cy="2286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26165" y="2529780"/>
            <a:ext cx="123825" cy="1905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40503" y="2053530"/>
            <a:ext cx="1489769" cy="2286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2025" y="4377630"/>
            <a:ext cx="1489769" cy="2286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2307" y="4853880"/>
            <a:ext cx="123825" cy="1905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56644" y="4377630"/>
            <a:ext cx="1489769" cy="2286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6926" y="4853880"/>
            <a:ext cx="123825" cy="1905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51264" y="4377630"/>
            <a:ext cx="1489769" cy="2286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1546" y="4853880"/>
            <a:ext cx="123825" cy="1905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45883" y="4377630"/>
            <a:ext cx="1489769" cy="2286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26165" y="4853880"/>
            <a:ext cx="123825" cy="1905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740503" y="4377630"/>
            <a:ext cx="1489769" cy="2286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62025" y="1777305"/>
            <a:ext cx="1489769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366F1"/>
                </a:solidFill>
                <a:latin typeface="Inter"/>
              </a:rPr>
              <a:t>STEP 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2025" y="2396430"/>
            <a:ext cx="156425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Admin Login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2025" y="2701230"/>
            <a:ext cx="1489769" cy="4455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Administrator access.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6644" y="1777305"/>
            <a:ext cx="1489769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366F1"/>
                </a:solidFill>
                <a:latin typeface="Inter"/>
              </a:rPr>
              <a:t>STEP 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56644" y="2396430"/>
            <a:ext cx="156425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System Basics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56644" y="2701230"/>
            <a:ext cx="1489769" cy="4455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Hostname &amp; time setup.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51264" y="1777305"/>
            <a:ext cx="1489769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366F1"/>
                </a:solidFill>
                <a:latin typeface="Inter"/>
              </a:rPr>
              <a:t>STEP 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51264" y="2396430"/>
            <a:ext cx="156425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Networking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51264" y="2701230"/>
            <a:ext cx="1489769" cy="222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Static IP &amp; DNS.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45883" y="1777305"/>
            <a:ext cx="1489769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366F1"/>
                </a:solidFill>
                <a:latin typeface="Inter"/>
              </a:rPr>
              <a:t>STEP 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45883" y="2396430"/>
            <a:ext cx="156425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Patching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45883" y="2701230"/>
            <a:ext cx="1489769" cy="4455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Drivers &amp; updates.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40503" y="1777305"/>
            <a:ext cx="1489769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366F1"/>
                </a:solidFill>
                <a:latin typeface="Inter"/>
              </a:rPr>
              <a:t>STEP 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40503" y="2396430"/>
            <a:ext cx="156425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Storage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40503" y="2701230"/>
            <a:ext cx="1489769" cy="4455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Partitions &amp; volumes.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2025" y="4101405"/>
            <a:ext cx="1489769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366F1"/>
                </a:solidFill>
                <a:latin typeface="Inter"/>
              </a:rPr>
              <a:t>STEP 06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2025" y="4720530"/>
            <a:ext cx="156425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Services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2025" y="5025330"/>
            <a:ext cx="1489769" cy="4455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Enable required roles.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56644" y="4101405"/>
            <a:ext cx="1489769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366F1"/>
                </a:solidFill>
                <a:latin typeface="Inter"/>
              </a:rPr>
              <a:t>STEP 07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56644" y="4720530"/>
            <a:ext cx="156425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Security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56644" y="5025330"/>
            <a:ext cx="1489769" cy="4455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Firewall &amp; hardening.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51264" y="4101405"/>
            <a:ext cx="1489769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366F1"/>
                </a:solidFill>
                <a:latin typeface="Inter"/>
              </a:rPr>
              <a:t>STEP 08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51264" y="4720530"/>
            <a:ext cx="156425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Identity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51264" y="5025330"/>
            <a:ext cx="1489769" cy="4455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Users &amp; permissions.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45883" y="4101405"/>
            <a:ext cx="1489769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366F1"/>
                </a:solidFill>
                <a:latin typeface="Inter"/>
              </a:rPr>
              <a:t>STEP 09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45883" y="4720530"/>
            <a:ext cx="156425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Testing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45883" y="5025330"/>
            <a:ext cx="1489769" cy="4455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Verify connectivity.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40503" y="4101405"/>
            <a:ext cx="1489769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366F1"/>
                </a:solidFill>
                <a:latin typeface="Inter"/>
              </a:rPr>
              <a:t>STEP 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40503" y="4720530"/>
            <a:ext cx="156425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Monitoring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40503" y="5025330"/>
            <a:ext cx="1489769" cy="4455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Backup &amp; telemetry.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Background Fill">
            <a:extLst>
              <a:ext uri="{FF2B5EF4-FFF2-40B4-BE49-F238E27FC236}">
                <a16:creationId xmlns:a16="http://schemas.microsoft.com/office/drawing/2014/main" id="{3C915414-2809-4735-A560-0D5FE66700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3382"/>
            <a:ext cx="12188952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id">
            <a:extLst>
              <a:ext uri="{FF2B5EF4-FFF2-40B4-BE49-F238E27FC236}">
                <a16:creationId xmlns:a16="http://schemas.microsoft.com/office/drawing/2014/main" id="{24413201-85BF-4680-A7D4-10CDBD035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038471" cy="6858000"/>
            <a:chOff x="0" y="-12406"/>
            <a:chExt cx="12038471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F819D8C-C8E5-4336-9882-79FBF65551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25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D732480-09E4-401A-B2D9-E6C662FBC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719781" y="-5330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7D8355C-E417-4D36-91FF-2CC1E1FE9F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6726839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ADF7267-EAAE-43CE-ACEF-608328FB17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-25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4C901E2-0CDB-4316-B262-3B9E68F335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1729498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8F6D31A-084C-4F10-9A8F-A9645DFB71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1609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38E09F0-F130-45B5-B0AF-7EF3F0172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6843959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69330E2-17DA-4F0D-B377-6E4499C79A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5131209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3192707-5744-4C77-8CD6-D682F9080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120892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367A44A-5DD0-43B5-B6DB-1CA3BC5AF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3422784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0809D1-164B-4A0C-84BB-2AC46F3BD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1832198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379EC94-3698-4695-8CE7-61DBDF5EE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3538773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755B95C-6A71-4D4F-8F48-B21F893E6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5240042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099C53A-E394-462E-BF63-1639A8E283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828837" y="-5330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AC427FF-C3BE-45A0-9FB1-A6A4C8C4C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439563" y="-25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B15D91A-BF52-4704-8F6B-A7C474618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59344" y="-25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D9241FD-0E0D-409B-A2AF-8F06ACB757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79125" y="-12406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8B3D884-11F6-4FF3-82C2-1C2311451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598907" y="-12406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15AB342-981A-44B4-846D-B0B2394AC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038471" y="-25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72C80E7-0A00-4063-BEE2-6B6B446A4A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318688" y="-25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DDFAF9B-F940-4E8C-905E-31851E6E71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549263" y="-5330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DE75405B-4987-4ED0-838B-B550E11C50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72269" y="1609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23C412-06C7-4364-B5C1-6492A9D36B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90113" y="-12406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E558B2C-BA31-4EF6-AA51-34C38C4FAC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715787" y="-12406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9BF6B7B-33CA-48B1-A1DC-E4917FB89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435730" y="-12406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91E8E40-9C42-4E16-980F-D9B38872F3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4293" y="-5330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B7E3690-D803-4CC7-BA93-B51ACF040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4177" y="-12406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12007C9-A0D4-75EC-D8DC-E1F4D24AC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1362456"/>
            <a:ext cx="4576406" cy="536224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R="0"/>
            <a:r>
              <a:rPr lang="en-US" sz="4800" b="0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Server Deployment Journey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73E2575-93BA-49BD-A0BB-EBD45F738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0800" y="1141470"/>
            <a:ext cx="4413319" cy="0"/>
          </a:xfrm>
          <a:prstGeom prst="line">
            <a:avLst/>
          </a:prstGeom>
          <a:ln w="50800" cap="sq">
            <a:solidFill>
              <a:schemeClr val="accent5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01E25B5B-1CDB-4957-BF24-1FDFA98AC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67890" y="1146775"/>
            <a:ext cx="5079782" cy="5577926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7F0FC6E-2E23-461A-A082-8DDF43E3D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363570" y="1153006"/>
            <a:ext cx="5065451" cy="0"/>
          </a:xfrm>
          <a:prstGeom prst="line">
            <a:avLst/>
          </a:prstGeom>
          <a:ln w="25400" cap="sq">
            <a:solidFill>
              <a:schemeClr val="accent5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olor">
            <a:extLst>
              <a:ext uri="{FF2B5EF4-FFF2-40B4-BE49-F238E27FC236}">
                <a16:creationId xmlns:a16="http://schemas.microsoft.com/office/drawing/2014/main" id="{D665D759-2DF8-4D47-8386-4BA28901A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47704" y="147451"/>
            <a:ext cx="685800" cy="6586489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/>
              </a:solidFill>
            </a:endParaRPr>
          </a:p>
        </p:txBody>
      </p:sp>
      <p:graphicFrame>
        <p:nvGraphicFramePr>
          <p:cNvPr id="41" name="Text Placeholder 2">
            <a:extLst>
              <a:ext uri="{FF2B5EF4-FFF2-40B4-BE49-F238E27FC236}">
                <a16:creationId xmlns:a16="http://schemas.microsoft.com/office/drawing/2014/main" id="{AF5F16E0-7184-0306-7A9F-766F2921C0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9767493"/>
              </p:ext>
            </p:extLst>
          </p:nvPr>
        </p:nvGraphicFramePr>
        <p:xfrm>
          <a:off x="5456677" y="1225176"/>
          <a:ext cx="4865268" cy="54093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08999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C607F7B9-493B-DCD7-33A0-44F72AF242D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537" b="204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1B5B4-13BD-06A6-80F8-AA1B8C591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0" i="0" u="none" strike="noStrike" baseline="0"/>
              <a:t>Before Installation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B588C5-A877-5B1F-66CA-655598D5BEB4}"/>
              </a:ext>
            </a:extLst>
          </p:cNvPr>
          <p:cNvSpPr txBox="1"/>
          <p:nvPr/>
        </p:nvSpPr>
        <p:spPr>
          <a:xfrm>
            <a:off x="2912013" y="1463983"/>
            <a:ext cx="6573648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>
                    <a:alpha val="80000"/>
                  </a:schemeClr>
                </a:solidFill>
                <a:latin typeface="Arial Black" panose="020B0A04020102020204" pitchFamily="34" charset="0"/>
              </a:rPr>
              <a:t>Know the Hardware before installing anything:</a:t>
            </a:r>
          </a:p>
          <a:p>
            <a:pPr>
              <a:spcAft>
                <a:spcPts val="600"/>
              </a:spcAft>
            </a:pPr>
            <a:endParaRPr lang="en-IN" dirty="0">
              <a:latin typeface="Arial Black" panose="020B0A04020102020204" pitchFamily="34" charset="0"/>
            </a:endParaRPr>
          </a:p>
        </p:txBody>
      </p:sp>
      <p:graphicFrame>
        <p:nvGraphicFramePr>
          <p:cNvPr id="21" name="Text Placeholder 2">
            <a:extLst>
              <a:ext uri="{FF2B5EF4-FFF2-40B4-BE49-F238E27FC236}">
                <a16:creationId xmlns:a16="http://schemas.microsoft.com/office/drawing/2014/main" id="{215702E4-89A4-A719-6AD5-EAF3E6BFBE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001251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11277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694F1-9FE1-428B-0A87-46D279D92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927220-DCA9-DCC2-D1D5-8BFBBA2C40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9C7E0E-AE4C-3749-008E-87CF85298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0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F435DD-52CA-B0A8-3B1B-B188EFC53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/>
            <a:r>
              <a:rPr lang="en-US" sz="5400" b="0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Server Role Identification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0A56AC-321E-B6F9-5098-6E5F6E1B2E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3660" y="2599509"/>
            <a:ext cx="10143668" cy="343553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>
              <a:buNone/>
            </a:pPr>
            <a:r>
              <a:rPr lang="en-US" sz="2400" b="0" i="0" u="none" strike="noStrike" baseline="0" dirty="0"/>
              <a:t>The role determines the requirements.</a:t>
            </a:r>
          </a:p>
          <a:p>
            <a:pPr marR="0" lvl="1"/>
            <a:r>
              <a:rPr lang="en-US" b="0" i="0" u="none" strike="noStrike" baseline="0" dirty="0"/>
              <a:t>    File Server — Shared storage</a:t>
            </a:r>
          </a:p>
          <a:p>
            <a:pPr marR="0" lvl="1"/>
            <a:r>
              <a:rPr lang="en-US" b="0" i="0" u="none" strike="noStrike" baseline="0" dirty="0"/>
              <a:t>    Web Server — Websites / APIs</a:t>
            </a:r>
          </a:p>
          <a:p>
            <a:pPr marR="0" lvl="1"/>
            <a:r>
              <a:rPr lang="en-US" b="0" i="0" u="none" strike="noStrike" baseline="0" dirty="0"/>
              <a:t>    Database Server — Data services</a:t>
            </a:r>
          </a:p>
          <a:p>
            <a:pPr marR="0" lvl="1"/>
            <a:r>
              <a:rPr lang="en-US" b="0" i="0" u="none" strike="noStrike" baseline="0" dirty="0"/>
              <a:t>    DNS / DHCP — Network infrastructure</a:t>
            </a:r>
          </a:p>
          <a:p>
            <a:pPr marR="0" lvl="1"/>
            <a:r>
              <a:rPr lang="en-US" b="0" i="0" u="none" strike="noStrike" baseline="0" dirty="0"/>
              <a:t>    Directory Server — Identity and policies</a:t>
            </a:r>
          </a:p>
          <a:p>
            <a:pPr marR="0" lvl="1"/>
            <a:r>
              <a:rPr lang="en-US" b="0" i="0" u="none" strike="noStrike" baseline="0" dirty="0"/>
              <a:t>    Virtualization Host — Runs virtual machines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A18EE2-79CD-25DA-DD90-CCC746E6C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7243" y="857"/>
            <a:ext cx="4076190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797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38" y="1459629"/>
            <a:ext cx="2495550" cy="2167532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6150" y="1470383"/>
            <a:ext cx="2495550" cy="216753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300" y="1470383"/>
            <a:ext cx="2495550" cy="21675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4450" y="1470383"/>
            <a:ext cx="2495550" cy="21675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5739" y="257137"/>
            <a:ext cx="11201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IN" sz="3000" b="1" i="0" u="none" dirty="0">
                <a:latin typeface="Inter"/>
              </a:rPr>
              <a:t>Server Role and Feature Configuration Process</a:t>
            </a:r>
            <a:endParaRPr sz="3000" b="1" i="0" u="none" dirty="0">
              <a:latin typeface="Inter"/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25" y="1784708"/>
            <a:ext cx="26670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0475" y="1784708"/>
            <a:ext cx="266700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625" y="1784708"/>
            <a:ext cx="266700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48775" y="1784708"/>
            <a:ext cx="333375" cy="266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76325" y="2241908"/>
            <a:ext cx="196024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Identify Needs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2603858"/>
            <a:ext cx="186690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Web hosting, DNS, DHCP, and database services.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0475" y="2241908"/>
            <a:ext cx="196024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Install Roles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00475" y="2603858"/>
            <a:ext cx="186690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Minimal OS feature and service role installation.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4625" y="2241908"/>
            <a:ext cx="196024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Configure 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4625" y="2603858"/>
            <a:ext cx="186690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Set active parameters, IP bindings, and directories.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48775" y="2241908"/>
            <a:ext cx="196024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Network Setup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48775" y="2603858"/>
            <a:ext cx="186690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Assign local IPs, DNS, and primary firewall rules.</a:t>
            </a:r>
          </a:p>
        </p:txBody>
      </p:sp>
      <p:pic>
        <p:nvPicPr>
          <p:cNvPr id="21" name="Picture 20" descr="image.png">
            <a:extLst>
              <a:ext uri="{FF2B5EF4-FFF2-40B4-BE49-F238E27FC236}">
                <a16:creationId xmlns:a16="http://schemas.microsoft.com/office/drawing/2014/main" id="{6DF24233-EF2A-C6E5-2485-679DE4C047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3803373"/>
            <a:ext cx="3403550" cy="2146696"/>
          </a:xfrm>
          <a:prstGeom prst="rect">
            <a:avLst/>
          </a:prstGeom>
        </p:spPr>
      </p:pic>
      <p:pic>
        <p:nvPicPr>
          <p:cNvPr id="23" name="Picture 22" descr="image.png">
            <a:extLst>
              <a:ext uri="{FF2B5EF4-FFF2-40B4-BE49-F238E27FC236}">
                <a16:creationId xmlns:a16="http://schemas.microsoft.com/office/drawing/2014/main" id="{0FB43D16-7607-6AD9-C6F9-156457DC51F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94150" y="3803373"/>
            <a:ext cx="3403550" cy="2146696"/>
          </a:xfrm>
          <a:prstGeom prst="rect">
            <a:avLst/>
          </a:prstGeom>
        </p:spPr>
      </p:pic>
      <p:pic>
        <p:nvPicPr>
          <p:cNvPr id="25" name="Picture 24" descr="image.png">
            <a:extLst>
              <a:ext uri="{FF2B5EF4-FFF2-40B4-BE49-F238E27FC236}">
                <a16:creationId xmlns:a16="http://schemas.microsoft.com/office/drawing/2014/main" id="{E099978C-120F-AA47-5940-9EF06BBD3B9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26300" y="3803373"/>
            <a:ext cx="3403550" cy="2146696"/>
          </a:xfrm>
          <a:prstGeom prst="rect">
            <a:avLst/>
          </a:prstGeom>
        </p:spPr>
      </p:pic>
      <p:pic>
        <p:nvPicPr>
          <p:cNvPr id="27" name="Picture 26" descr="image.png">
            <a:extLst>
              <a:ext uri="{FF2B5EF4-FFF2-40B4-BE49-F238E27FC236}">
                <a16:creationId xmlns:a16="http://schemas.microsoft.com/office/drawing/2014/main" id="{03E96C24-18D8-3C98-93D9-9FED4279AF0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4425" y="4155798"/>
            <a:ext cx="304800" cy="304800"/>
          </a:xfrm>
          <a:prstGeom prst="rect">
            <a:avLst/>
          </a:prstGeom>
        </p:spPr>
      </p:pic>
      <p:pic>
        <p:nvPicPr>
          <p:cNvPr id="29" name="Picture 28" descr="image.png">
            <a:extLst>
              <a:ext uri="{FF2B5EF4-FFF2-40B4-BE49-F238E27FC236}">
                <a16:creationId xmlns:a16="http://schemas.microsoft.com/office/drawing/2014/main" id="{D07441BC-C7EF-70FF-342A-DC7F6095A0B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46575" y="4155798"/>
            <a:ext cx="228600" cy="304800"/>
          </a:xfrm>
          <a:prstGeom prst="rect">
            <a:avLst/>
          </a:prstGeom>
        </p:spPr>
      </p:pic>
      <p:pic>
        <p:nvPicPr>
          <p:cNvPr id="31" name="Picture 30" descr="image.png">
            <a:extLst>
              <a:ext uri="{FF2B5EF4-FFF2-40B4-BE49-F238E27FC236}">
                <a16:creationId xmlns:a16="http://schemas.microsoft.com/office/drawing/2014/main" id="{6DB3FF65-72EB-3657-D1DB-BD8C79FEF95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78725" y="4155798"/>
            <a:ext cx="304800" cy="3048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F1FE96DA-732B-4C6D-386F-C5AE5AD09203}"/>
              </a:ext>
            </a:extLst>
          </p:cNvPr>
          <p:cNvSpPr txBox="1"/>
          <p:nvPr/>
        </p:nvSpPr>
        <p:spPr>
          <a:xfrm>
            <a:off x="1114425" y="4689198"/>
            <a:ext cx="283363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Apply Security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D1696D2-0B81-C8F3-F157-345001F0DF0B}"/>
              </a:ext>
            </a:extLst>
          </p:cNvPr>
          <p:cNvSpPr txBox="1"/>
          <p:nvPr/>
        </p:nvSpPr>
        <p:spPr>
          <a:xfrm>
            <a:off x="1114425" y="5117823"/>
            <a:ext cx="26987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Strong authentication and least-privilege access enforcement.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D08EEB5-E415-C4CD-67A1-8E4AE6260646}"/>
              </a:ext>
            </a:extLst>
          </p:cNvPr>
          <p:cNvSpPr txBox="1"/>
          <p:nvPr/>
        </p:nvSpPr>
        <p:spPr>
          <a:xfrm>
            <a:off x="4746575" y="4689198"/>
            <a:ext cx="283363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Start &amp; Test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744CBE6-2753-6BF2-8754-02E15FE5E32F}"/>
              </a:ext>
            </a:extLst>
          </p:cNvPr>
          <p:cNvSpPr txBox="1"/>
          <p:nvPr/>
        </p:nvSpPr>
        <p:spPr>
          <a:xfrm>
            <a:off x="4746575" y="5117823"/>
            <a:ext cx="26987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Verify active services and incoming client connections.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AD056D1-9B49-83D4-860A-34D4A9585EE1}"/>
              </a:ext>
            </a:extLst>
          </p:cNvPr>
          <p:cNvSpPr txBox="1"/>
          <p:nvPr/>
        </p:nvSpPr>
        <p:spPr>
          <a:xfrm>
            <a:off x="8378725" y="4689198"/>
            <a:ext cx="283363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Monitor Health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C77D7D1-76B7-4384-D817-A6FA6FC92507}"/>
              </a:ext>
            </a:extLst>
          </p:cNvPr>
          <p:cNvSpPr txBox="1"/>
          <p:nvPr/>
        </p:nvSpPr>
        <p:spPr>
          <a:xfrm>
            <a:off x="8378725" y="5117823"/>
            <a:ext cx="26987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Track CPU, RAM usage, system logs, and updates.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1827B86-4A61-541B-5A68-0692B8EA5DC2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>
            <a:off x="3214688" y="2543395"/>
            <a:ext cx="271462" cy="107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7C38A49-5F52-022D-D844-DCA3B6D6511F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5981700" y="2554149"/>
            <a:ext cx="228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241E8E5-186E-F944-6E6D-E10DE01ECC82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8705850" y="2554149"/>
            <a:ext cx="228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3B498915-BF68-5B19-F5AE-CA31ECC9FD92}"/>
              </a:ext>
            </a:extLst>
          </p:cNvPr>
          <p:cNvCxnSpPr>
            <a:cxnSpLocks/>
            <a:stCxn id="5" idx="2"/>
            <a:endCxn id="21" idx="0"/>
          </p:cNvCxnSpPr>
          <p:nvPr/>
        </p:nvCxnSpPr>
        <p:spPr>
          <a:xfrm rot="5400000">
            <a:off x="6240271" y="-138581"/>
            <a:ext cx="165458" cy="771845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1568531-29E7-07F3-0057-5331BCEEA32F}"/>
              </a:ext>
            </a:extLst>
          </p:cNvPr>
          <p:cNvCxnSpPr>
            <a:cxnSpLocks/>
            <a:stCxn id="21" idx="3"/>
            <a:endCxn id="23" idx="1"/>
          </p:cNvCxnSpPr>
          <p:nvPr/>
        </p:nvCxnSpPr>
        <p:spPr>
          <a:xfrm>
            <a:off x="4165550" y="4876721"/>
            <a:ext cx="228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3DFA97D-177E-F359-984B-39F8B43412F1}"/>
              </a:ext>
            </a:extLst>
          </p:cNvPr>
          <p:cNvCxnSpPr>
            <a:stCxn id="23" idx="3"/>
            <a:endCxn id="25" idx="1"/>
          </p:cNvCxnSpPr>
          <p:nvPr/>
        </p:nvCxnSpPr>
        <p:spPr>
          <a:xfrm>
            <a:off x="7797700" y="4876721"/>
            <a:ext cx="228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2165791-7EAF-8BDD-600D-AA26B1C8551C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251791" y="2543395"/>
            <a:ext cx="4673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D9C27D9E-349E-9B3F-74CC-1CD1FCCC4274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11429850" y="4876721"/>
            <a:ext cx="46749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93CF16AE-7517-03B4-1734-7B1176E1558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4C2814-ED6C-1C60-BE7D-9FA05E4E7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0" i="0" u="none" strike="noStrike" baseline="0"/>
              <a:t>Firmware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DE76B2-B5B6-03DD-F164-C6D322D4EC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6957" y="3703983"/>
            <a:ext cx="11489634" cy="2472980"/>
          </a:xfrm>
        </p:spPr>
        <p:txBody>
          <a:bodyPr vert="horz" lIns="91440" tIns="45720" rIns="91440" bIns="45720" rtlCol="0">
            <a:normAutofit/>
          </a:bodyPr>
          <a:lstStyle/>
          <a:p>
            <a:pPr marL="0" marR="0" lvl="0"/>
            <a:r>
              <a:rPr lang="en-US" b="0" i="0" u="none" strike="noStrike" baseline="0" dirty="0"/>
              <a:t>Firmware Can Include (D</a:t>
            </a:r>
            <a:r>
              <a:rPr lang="en-US" dirty="0"/>
              <a:t>epending on the server hardware):</a:t>
            </a:r>
            <a:endParaRPr lang="en-US" b="0" i="0" u="none" strike="noStrike" baseline="0" dirty="0"/>
          </a:p>
          <a:p>
            <a:pPr marR="0" lvl="1"/>
            <a:r>
              <a:rPr lang="en-US" b="0" i="0" u="none" strike="noStrike" baseline="0" dirty="0"/>
              <a:t>BIOS </a:t>
            </a:r>
            <a:r>
              <a:rPr lang="en-IN" dirty="0"/>
              <a:t> (Basic Input/Output System)</a:t>
            </a:r>
            <a:r>
              <a:rPr lang="en-US" b="0" i="0" u="none" strike="noStrike" baseline="0" dirty="0"/>
              <a:t> / UEFI </a:t>
            </a:r>
            <a:r>
              <a:rPr lang="en-IN" dirty="0"/>
              <a:t>(Unified Extensible Firmware Interface)</a:t>
            </a:r>
            <a:endParaRPr lang="en-US" b="0" i="0" u="none" strike="noStrike" baseline="0" dirty="0"/>
          </a:p>
          <a:p>
            <a:pPr marR="0" lvl="1"/>
            <a:r>
              <a:rPr lang="en-US" b="0" i="0" u="none" strike="noStrike" baseline="0" dirty="0"/>
              <a:t>    RAID Controller</a:t>
            </a:r>
          </a:p>
          <a:p>
            <a:pPr marR="0" lvl="1"/>
            <a:r>
              <a:rPr lang="en-US" b="0" i="0" u="none" strike="noStrike" baseline="0" dirty="0"/>
              <a:t>    Network Adapters</a:t>
            </a:r>
          </a:p>
          <a:p>
            <a:pPr marR="0" lvl="1"/>
            <a:r>
              <a:rPr lang="en-US" b="0" i="0" u="none" strike="noStrike" baseline="0" dirty="0"/>
              <a:t>    Management Controller</a:t>
            </a:r>
          </a:p>
          <a:p>
            <a:pPr marR="0" lvl="1"/>
            <a:r>
              <a:rPr lang="en-US" b="0" i="0" u="none" strike="noStrike" baseline="0" dirty="0"/>
              <a:t>    Drive Firmware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A4A228-FA77-86B6-6CBD-2241DB559775}"/>
              </a:ext>
            </a:extLst>
          </p:cNvPr>
          <p:cNvSpPr txBox="1"/>
          <p:nvPr/>
        </p:nvSpPr>
        <p:spPr>
          <a:xfrm>
            <a:off x="768626" y="1543878"/>
            <a:ext cx="87795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Low-level firmware: Usually stored in non-volatile memory chips like read-only memory (ROM)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High-level firmware: This deployed within flash memory chips and comes with more complex instructions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Subsystems: operates semi-independently within larger embedded systems and is often updatable. </a:t>
            </a:r>
          </a:p>
        </p:txBody>
      </p:sp>
    </p:spTree>
    <p:extLst>
      <p:ext uri="{BB962C8B-B14F-4D97-AF65-F5344CB8AC3E}">
        <p14:creationId xmlns:p14="http://schemas.microsoft.com/office/powerpoint/2010/main" val="2481640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C0FF2D-5999-358E-0132-646C3C3C1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800" dirty="0"/>
              <a:t>UEFI </a:t>
            </a:r>
            <a:r>
              <a:rPr lang="en-US" sz="4800" dirty="0" err="1"/>
              <a:t>Frimware</a:t>
            </a:r>
            <a:endParaRPr lang="en-US" sz="4800" b="0" i="0" u="none" strike="noStrike" kern="1200" baseline="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A576F4-88EB-4F10-FFED-84EEC32E8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5028" y="2508070"/>
            <a:ext cx="9941319" cy="36341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/>
            <a:r>
              <a:rPr lang="en-US" sz="2400" b="0" i="0" u="none" strike="noStrike" baseline="0" dirty="0"/>
              <a:t>The OS Components</a:t>
            </a:r>
          </a:p>
          <a:p>
            <a:pPr marR="0" lvl="1"/>
            <a:r>
              <a:rPr lang="en-US" b="0" i="0" u="none" strike="noStrike" baseline="0" dirty="0"/>
              <a:t>Boot Mode / Boot Order</a:t>
            </a:r>
          </a:p>
          <a:p>
            <a:pPr marR="0" lvl="1"/>
            <a:r>
              <a:rPr lang="en-US" b="0" i="0" u="none" strike="noStrike" baseline="0" dirty="0"/>
              <a:t>Secure Boot</a:t>
            </a:r>
          </a:p>
          <a:p>
            <a:pPr marR="0" lvl="1"/>
            <a:r>
              <a:rPr lang="en-US" b="0" i="0" u="none" strike="noStrike" baseline="0" dirty="0"/>
              <a:t>CPU Virtualization</a:t>
            </a:r>
          </a:p>
          <a:p>
            <a:pPr marR="0" lvl="1"/>
            <a:r>
              <a:rPr lang="en-US" b="0" i="0" u="none" strike="noStrike" baseline="0" dirty="0"/>
              <a:t>Storage Controller/ Raid</a:t>
            </a:r>
          </a:p>
          <a:p>
            <a:pPr marR="0" lvl="1"/>
            <a:r>
              <a:rPr lang="en-US" b="0" i="0" u="none" strike="noStrike" baseline="0" dirty="0"/>
              <a:t>TPM / Security Settings</a:t>
            </a:r>
          </a:p>
          <a:p>
            <a:pPr marR="0" lvl="1"/>
            <a:r>
              <a:rPr lang="en-US" b="0" i="0" u="none" strike="noStrike" baseline="0" dirty="0"/>
              <a:t>PXE / Network Boot</a:t>
            </a:r>
            <a:endParaRPr lang="en-US" dirty="0"/>
          </a:p>
          <a:p>
            <a:pPr marR="0" lvl="1"/>
            <a:r>
              <a:rPr lang="en-US"/>
              <a:t>ECC Memory</a:t>
            </a:r>
            <a:endParaRPr lang="en-US" b="0" i="0" u="none" strike="noStrike" baseline="0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5787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!!Rectangle">
            <a:extLst>
              <a:ext uri="{FF2B5EF4-FFF2-40B4-BE49-F238E27FC236}">
                <a16:creationId xmlns:a16="http://schemas.microsoft.com/office/drawing/2014/main" id="{362810D9-2C5A-477D-949C-C19189547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77D4570-AF89-5D04-81D8-D76F4EC5E0D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5000"/>
          </a:blip>
          <a:srcRect/>
          <a:stretch>
            <a:fillRect/>
          </a:stretch>
        </p:blipFill>
        <p:spPr>
          <a:xfrm>
            <a:off x="20" y="-9107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899B1A-C321-A557-5C09-82D233E61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0" i="0" u="none" strike="noStrike" baseline="0">
                <a:solidFill>
                  <a:srgbClr val="FFFFFF"/>
                </a:solidFill>
              </a:rPr>
              <a:t>Storage Preparation</a:t>
            </a:r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C5187-84BA-9620-0E91-C17DAEFE5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7308" y="3429000"/>
            <a:ext cx="6906491" cy="2747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b="0" i="0" u="none" strike="noStrike" baseline="0" dirty="0">
                <a:solidFill>
                  <a:srgbClr val="FFFFFF"/>
                </a:solidFill>
              </a:rPr>
              <a:t>What should we consider?</a:t>
            </a:r>
          </a:p>
          <a:p>
            <a:pPr marR="0" lvl="1"/>
            <a:r>
              <a:rPr lang="en-US" b="0" i="0" u="none" strike="noStrike" baseline="0" dirty="0">
                <a:solidFill>
                  <a:srgbClr val="FFFFFF"/>
                </a:solidFill>
              </a:rPr>
              <a:t>    Capacity</a:t>
            </a:r>
          </a:p>
          <a:p>
            <a:pPr marR="0" lvl="1"/>
            <a:r>
              <a:rPr lang="en-US" b="0" i="0" u="none" strike="noStrike" baseline="0" dirty="0">
                <a:solidFill>
                  <a:srgbClr val="FFFFFF"/>
                </a:solidFill>
              </a:rPr>
              <a:t>    Performance</a:t>
            </a:r>
          </a:p>
          <a:p>
            <a:pPr marR="0" lvl="1"/>
            <a:r>
              <a:rPr lang="en-US" b="0" i="0" u="none" strike="noStrike" baseline="0" dirty="0">
                <a:solidFill>
                  <a:srgbClr val="FFFFFF"/>
                </a:solidFill>
              </a:rPr>
              <a:t>    Redundancy</a:t>
            </a:r>
          </a:p>
          <a:p>
            <a:pPr marR="0" lvl="1"/>
            <a:r>
              <a:rPr lang="en-US" b="0" i="0" u="none" strike="noStrike" baseline="0" dirty="0">
                <a:solidFill>
                  <a:srgbClr val="FFFFFF"/>
                </a:solidFill>
              </a:rPr>
              <a:t>    Future Growth</a:t>
            </a:r>
          </a:p>
          <a:p>
            <a:pPr marR="0" lvl="1"/>
            <a:r>
              <a:rPr lang="en-US" b="0" i="0" u="none" strike="noStrike" baseline="0" dirty="0">
                <a:solidFill>
                  <a:srgbClr val="FFFFFF"/>
                </a:solidFill>
              </a:rPr>
              <a:t>    Backup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32A376C9-3E7A-A8A9-C413-4102EE9260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0620032"/>
              </p:ext>
            </p:extLst>
          </p:nvPr>
        </p:nvGraphicFramePr>
        <p:xfrm>
          <a:off x="7592289" y="1223506"/>
          <a:ext cx="3763618" cy="17543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A193E2F-DF84-D384-1A92-C36F5864AD89}"/>
              </a:ext>
            </a:extLst>
          </p:cNvPr>
          <p:cNvSpPr txBox="1"/>
          <p:nvPr/>
        </p:nvSpPr>
        <p:spPr>
          <a:xfrm>
            <a:off x="7297430" y="577175"/>
            <a:ext cx="40563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From Physical Disks to Usable Storage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6524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3F04F-9F79-7D22-BDB5-780D465F2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DD2619-F53D-C6FA-D1D3-EA01D7BE0B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739969-C3A1-23FF-DC79-3347914654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734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968B97-DCFB-FA92-3F8A-592DDAB8A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algn="ctr"/>
            <a:r>
              <a:rPr lang="en-US" sz="5600" b="0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Operating System Installation</a:t>
            </a:r>
          </a:p>
        </p:txBody>
      </p:sp>
      <p:sp>
        <p:nvSpPr>
          <p:cNvPr id="37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8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12B2AD-4E3C-1D17-7ED1-408D9A703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sz="20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   Basic Installation Process</a:t>
            </a:r>
          </a:p>
          <a:p>
            <a:pPr marR="0" lvl="1"/>
            <a:r>
              <a:rPr lang="en-US" sz="20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   Boot installation media</a:t>
            </a:r>
          </a:p>
          <a:p>
            <a:pPr marR="0" lvl="1"/>
            <a:r>
              <a:rPr lang="en-US" sz="20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   Select OS / Edition</a:t>
            </a:r>
          </a:p>
          <a:p>
            <a:pPr marR="0" lvl="1"/>
            <a:r>
              <a:rPr lang="en-US" sz="20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   Select storage</a:t>
            </a:r>
          </a:p>
          <a:p>
            <a:pPr marR="0" lvl="1"/>
            <a:r>
              <a:rPr lang="en-US" sz="20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   Create partitions</a:t>
            </a:r>
          </a:p>
          <a:p>
            <a:pPr marR="0" lvl="1"/>
            <a:r>
              <a:rPr lang="en-US" sz="20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   Install OS</a:t>
            </a:r>
          </a:p>
          <a:p>
            <a:pPr marR="0" lvl="1"/>
            <a:r>
              <a:rPr lang="en-US" sz="20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   Complete initial setup</a:t>
            </a:r>
          </a:p>
          <a:p>
            <a:pPr marR="0" lvl="1"/>
            <a:r>
              <a:rPr lang="en-US" sz="20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   Reboot</a:t>
            </a:r>
          </a:p>
          <a:p>
            <a:pPr marR="0" lvl="1"/>
            <a:r>
              <a:rPr lang="en-US" sz="20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   Apply updates</a:t>
            </a:r>
          </a:p>
          <a:p>
            <a:pPr marR="0" lvl="0"/>
            <a:r>
              <a:rPr lang="en-US" sz="20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Common Server OS:</a:t>
            </a:r>
          </a:p>
          <a:p>
            <a:pPr marR="0" lvl="1"/>
            <a:r>
              <a:rPr lang="en-US" sz="20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   Windows Server</a:t>
            </a:r>
          </a:p>
          <a:p>
            <a:pPr marR="0" lvl="1"/>
            <a:r>
              <a:rPr lang="en-US" sz="20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   Ubuntu Server</a:t>
            </a:r>
          </a:p>
          <a:p>
            <a:pPr marR="0" lvl="1"/>
            <a:r>
              <a:rPr lang="en-US" sz="20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   RHEL</a:t>
            </a:r>
          </a:p>
          <a:p>
            <a:pPr marR="0" lvl="1"/>
            <a:r>
              <a:rPr lang="en-US" sz="20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   SUSE</a:t>
            </a:r>
          </a:p>
        </p:txBody>
      </p:sp>
      <p:sp>
        <p:nvSpPr>
          <p:cNvPr id="39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58992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0E4E6-2EA0-717B-A056-B4FF65D4E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CF24F-C7CF-B613-7172-A6C4B92F36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70730-32B9-4394-76CD-334A110195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4341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!!Rectangle">
            <a:extLst>
              <a:ext uri="{FF2B5EF4-FFF2-40B4-BE49-F238E27FC236}">
                <a16:creationId xmlns:a16="http://schemas.microsoft.com/office/drawing/2014/main" id="{362810D9-2C5A-477D-949C-C19189547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C9392F6C-48F2-D5DD-6068-DB09C330DF6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5000"/>
          </a:blip>
          <a:srcRect t="5981" b="9749"/>
          <a:stretch>
            <a:fillRect/>
          </a:stretch>
        </p:blipFill>
        <p:spPr>
          <a:xfrm>
            <a:off x="20" y="-9107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FFD832D-2E8A-D9C0-B412-85449F32E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100" b="0" i="0" u="none" strike="noStrike" baseline="0">
                <a:solidFill>
                  <a:srgbClr val="FFFFFF"/>
                </a:solidFill>
              </a:rPr>
              <a:t>First Configuration</a:t>
            </a:r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8540F8-30E4-4114-3704-766C9603DE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78105" y="591344"/>
            <a:ext cx="770206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>
              <a:buNone/>
            </a:pPr>
            <a:r>
              <a:rPr lang="en-US" b="0" i="0" u="none" strike="noStrike" baseline="0" dirty="0">
                <a:solidFill>
                  <a:srgbClr val="FFFFFF"/>
                </a:solidFill>
              </a:rPr>
              <a:t>Three questions every new server should answer</a:t>
            </a:r>
          </a:p>
          <a:p>
            <a:pPr marR="0" lvl="1"/>
            <a:r>
              <a:rPr lang="en-US" b="0" i="0" u="none" strike="noStrike" baseline="0" dirty="0">
                <a:solidFill>
                  <a:srgbClr val="FFFFFF"/>
                </a:solidFill>
              </a:rPr>
              <a:t>    WHO AM I?</a:t>
            </a:r>
          </a:p>
          <a:p>
            <a:pPr marR="0" lvl="2"/>
            <a:r>
              <a:rPr lang="en-US" b="0" i="1" u="none" strike="noStrike" baseline="0" dirty="0">
                <a:solidFill>
                  <a:srgbClr val="FFFFFF"/>
                </a:solidFill>
              </a:rPr>
              <a:t>        Hostname</a:t>
            </a:r>
          </a:p>
          <a:p>
            <a:pPr marR="0" lvl="2"/>
            <a:r>
              <a:rPr lang="en-US" b="0" i="1" u="none" strike="noStrike" baseline="0" dirty="0">
                <a:solidFill>
                  <a:srgbClr val="FFFFFF"/>
                </a:solidFill>
              </a:rPr>
              <a:t>        Example: APP-SRV-01</a:t>
            </a:r>
          </a:p>
          <a:p>
            <a:pPr marR="0" lvl="1"/>
            <a:r>
              <a:rPr lang="en-US" b="0" i="0" u="none" strike="noStrike" baseline="0" dirty="0">
                <a:solidFill>
                  <a:srgbClr val="FFFFFF"/>
                </a:solidFill>
              </a:rPr>
              <a:t>    WHERE AM I?</a:t>
            </a:r>
          </a:p>
          <a:p>
            <a:pPr marR="0" lvl="2"/>
            <a:r>
              <a:rPr lang="en-US" b="0" i="1" u="none" strike="noStrike" baseline="0" dirty="0">
                <a:solidFill>
                  <a:srgbClr val="FFFFFF"/>
                </a:solidFill>
              </a:rPr>
              <a:t>        IP Address</a:t>
            </a:r>
          </a:p>
          <a:p>
            <a:pPr marR="0" lvl="2"/>
            <a:r>
              <a:rPr lang="en-US" b="0" i="1" u="none" strike="noStrike" baseline="0" dirty="0">
                <a:solidFill>
                  <a:srgbClr val="FFFFFF"/>
                </a:solidFill>
              </a:rPr>
              <a:t>        Subnet</a:t>
            </a:r>
          </a:p>
          <a:p>
            <a:pPr marR="0" lvl="2"/>
            <a:r>
              <a:rPr lang="en-US" b="0" i="1" u="none" strike="noStrike" baseline="0" dirty="0">
                <a:solidFill>
                  <a:srgbClr val="FFFFFF"/>
                </a:solidFill>
              </a:rPr>
              <a:t>        Gateway</a:t>
            </a:r>
          </a:p>
          <a:p>
            <a:pPr marR="0" lvl="2"/>
            <a:r>
              <a:rPr lang="en-US" b="0" i="1" u="none" strike="noStrike" baseline="0" dirty="0">
                <a:solidFill>
                  <a:srgbClr val="FFFFFF"/>
                </a:solidFill>
              </a:rPr>
              <a:t>        DNS</a:t>
            </a:r>
          </a:p>
          <a:p>
            <a:pPr marR="0" lvl="1"/>
            <a:r>
              <a:rPr lang="en-US" b="0" i="0" u="none" strike="noStrike" baseline="0" dirty="0">
                <a:solidFill>
                  <a:srgbClr val="FFFFFF"/>
                </a:solidFill>
              </a:rPr>
              <a:t>    WHO CAN MANAGE ME?</a:t>
            </a:r>
          </a:p>
          <a:p>
            <a:pPr marR="0" lvl="2"/>
            <a:r>
              <a:rPr lang="en-US" b="0" i="1" u="none" strike="noStrike" baseline="0" dirty="0">
                <a:solidFill>
                  <a:srgbClr val="FFFFFF"/>
                </a:solidFill>
              </a:rPr>
              <a:t>        Secure credentials</a:t>
            </a:r>
          </a:p>
          <a:p>
            <a:pPr marR="0" lvl="2"/>
            <a:r>
              <a:rPr lang="en-US" b="0" i="1" u="none" strike="noStrike" baseline="0" dirty="0">
                <a:solidFill>
                  <a:srgbClr val="FFFFFF"/>
                </a:solidFill>
              </a:rPr>
              <a:t>        Least privilege</a:t>
            </a:r>
          </a:p>
          <a:p>
            <a:pPr marR="0" lvl="2"/>
            <a:r>
              <a:rPr lang="en-US" b="0" i="1" u="none" strike="noStrike" baseline="0" dirty="0">
                <a:solidFill>
                  <a:srgbClr val="FFFFFF"/>
                </a:solidFill>
              </a:rPr>
              <a:t>        Required accounts only</a:t>
            </a:r>
          </a:p>
        </p:txBody>
      </p:sp>
    </p:spTree>
    <p:extLst>
      <p:ext uri="{BB962C8B-B14F-4D97-AF65-F5344CB8AC3E}">
        <p14:creationId xmlns:p14="http://schemas.microsoft.com/office/powerpoint/2010/main" val="7477106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17E2F5-62B6-59FC-7436-CFE6AEE01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56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is a Hostname?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A9AF1F-CE92-BFDB-9D1D-288E73E05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sz="1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A </a:t>
            </a:r>
            <a:r>
              <a:rPr lang="en-US" sz="1400" b="1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hostname</a:t>
            </a:r>
            <a:r>
              <a:rPr lang="en-US" sz="1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is a unique name assigned to a server to identify it on a network.</a:t>
            </a:r>
          </a:p>
          <a:p>
            <a:pPr marR="0" lvl="0"/>
            <a:r>
              <a:rPr lang="en-US" sz="1400" b="1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Characteristics of a Good Hostname</a:t>
            </a:r>
          </a:p>
          <a:p>
            <a:pPr marR="0" lvl="1"/>
            <a:r>
              <a:rPr lang="en-US" sz="1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Unique and meaningful </a:t>
            </a:r>
          </a:p>
          <a:p>
            <a:pPr marR="0" lvl="1"/>
            <a:r>
              <a:rPr lang="en-US" sz="1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Easy to remember and identify </a:t>
            </a:r>
          </a:p>
          <a:p>
            <a:pPr marR="0" lvl="1"/>
            <a:r>
              <a:rPr lang="en-US" sz="1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Indicates the server's purpose </a:t>
            </a:r>
          </a:p>
          <a:p>
            <a:pPr marR="0" lvl="1"/>
            <a:r>
              <a:rPr lang="en-US" sz="1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Follows the organization's naming convention </a:t>
            </a:r>
          </a:p>
          <a:p>
            <a:pPr marR="0" lvl="0"/>
            <a:r>
              <a:rPr lang="en-US" sz="1400" b="1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Examples</a:t>
            </a:r>
          </a:p>
          <a:p>
            <a:pPr lvl="1"/>
            <a:r>
              <a:rPr lang="en-US" sz="1400" b="1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Hostname		Purpose</a:t>
            </a:r>
          </a:p>
          <a:p>
            <a:pPr lvl="1"/>
            <a:r>
              <a:rPr lang="en-US" sz="1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WEB-SERVER-01	Web Server	</a:t>
            </a:r>
          </a:p>
          <a:p>
            <a:pPr lvl="1"/>
            <a:r>
              <a:rPr lang="en-US" sz="1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DB-SERVER-01	Database Server	</a:t>
            </a:r>
          </a:p>
          <a:p>
            <a:pPr lvl="1"/>
            <a:r>
              <a:rPr lang="en-US" sz="1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FILE-SERVER-01	File Server	</a:t>
            </a:r>
            <a:endParaRPr lang="en-US" sz="1400" dirty="0">
              <a:solidFill>
                <a:schemeClr val="tx1">
                  <a:alpha val="80000"/>
                </a:schemeClr>
              </a:solidFill>
            </a:endParaRPr>
          </a:p>
          <a:p>
            <a:pPr marR="0" lvl="0"/>
            <a:r>
              <a:rPr lang="en-US" sz="1400" b="1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Configuration Procedure</a:t>
            </a:r>
          </a:p>
          <a:p>
            <a:pPr marR="0" lvl="1"/>
            <a:r>
              <a:rPr lang="en-US" sz="1400" b="1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1. Log in</a:t>
            </a:r>
            <a:r>
              <a:rPr lang="en-US" sz="1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→ Administrator account</a:t>
            </a:r>
            <a:br>
              <a:rPr lang="en-US" sz="1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</a:br>
            <a:r>
              <a:rPr lang="en-US" sz="1400" b="1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2. Open Settings</a:t>
            </a:r>
            <a:r>
              <a:rPr lang="en-US" sz="1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→ System / Computer Name</a:t>
            </a:r>
            <a:br>
              <a:rPr lang="en-US" sz="1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</a:br>
            <a:r>
              <a:rPr lang="en-US" sz="1400" b="1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3. Enter Hostname</a:t>
            </a:r>
            <a:r>
              <a:rPr lang="en-US" sz="1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→ e.g., WEB-SERVER-01</a:t>
            </a:r>
            <a:br>
              <a:rPr lang="en-US" sz="1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</a:br>
            <a:r>
              <a:rPr lang="en-US" sz="1400" b="1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4. Save Changes</a:t>
            </a:r>
            <a:r>
              <a:rPr lang="en-US" sz="1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→ Apply the new name</a:t>
            </a:r>
            <a:br>
              <a:rPr lang="en-US" sz="1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</a:br>
            <a:r>
              <a:rPr lang="en-US" sz="1400" b="1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5. Restart</a:t>
            </a:r>
            <a:r>
              <a:rPr lang="en-US" sz="1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→ If required</a:t>
            </a:r>
            <a:br>
              <a:rPr lang="en-US" sz="1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</a:br>
            <a:r>
              <a:rPr lang="en-US" sz="1400" b="1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6. Verify</a:t>
            </a:r>
            <a:r>
              <a:rPr lang="en-US" sz="1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→ Use hostname command</a:t>
            </a:r>
            <a:br>
              <a:rPr lang="en-US" sz="1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</a:br>
            <a:r>
              <a:rPr lang="en-US" sz="1400" b="1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7. Check DNS</a:t>
            </a:r>
            <a:r>
              <a:rPr lang="en-US" sz="1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→ Ensure proper network registration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50669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CF92A0-2696-2F51-FA91-D597128D1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 algn="r"/>
            <a:r>
              <a:rPr lang="en-US" sz="4000" b="0" i="0" u="none" strike="noStrike" kern="120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Domain / Directory Joining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C7C5C389-A17E-246F-257C-F23AFBA7FB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3538140"/>
              </p:ext>
            </p:extLst>
          </p:nvPr>
        </p:nvGraphicFramePr>
        <p:xfrm>
          <a:off x="4545496" y="3796748"/>
          <a:ext cx="7026389" cy="2407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C7015918-9D55-C1B4-A9E9-878AE0DFC3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9688057"/>
              </p:ext>
            </p:extLst>
          </p:nvPr>
        </p:nvGraphicFramePr>
        <p:xfrm>
          <a:off x="4624301" y="172278"/>
          <a:ext cx="7026389" cy="35184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4232340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2CF4E5-FBF8-8ED6-53C9-20860C531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algn="ctr"/>
            <a:r>
              <a:rPr lang="en-US" sz="5600" b="0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Roles, Services &amp; Features</a:t>
            </a: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AAE8E1-0595-42A1-50DB-34FEE0C75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1717" y="518400"/>
            <a:ext cx="5644445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sz="20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What is the Difference?   </a:t>
            </a:r>
          </a:p>
          <a:p>
            <a:pPr marR="0" lvl="1"/>
            <a:r>
              <a:rPr lang="en-US" sz="20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ROLE</a:t>
            </a:r>
          </a:p>
          <a:p>
            <a:pPr marR="0" lvl="2"/>
            <a:r>
              <a:rPr lang="en-US" b="0" i="1" u="none" strike="noStrike" baseline="0" dirty="0">
                <a:solidFill>
                  <a:schemeClr val="tx1">
                    <a:alpha val="80000"/>
                  </a:schemeClr>
                </a:solidFill>
              </a:rPr>
              <a:t>What the server does</a:t>
            </a:r>
          </a:p>
          <a:p>
            <a:pPr marR="0" lvl="2"/>
            <a:r>
              <a:rPr lang="en-US" b="0" i="1" u="none" strike="noStrike" baseline="0" dirty="0">
                <a:solidFill>
                  <a:schemeClr val="tx1">
                    <a:alpha val="80000"/>
                  </a:schemeClr>
                </a:solidFill>
              </a:rPr>
              <a:t>Example: Web Server</a:t>
            </a:r>
          </a:p>
          <a:p>
            <a:pPr marR="0" lvl="1"/>
            <a:r>
              <a:rPr lang="en-US" sz="20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   FEATURE</a:t>
            </a:r>
          </a:p>
          <a:p>
            <a:pPr marR="0" lvl="2"/>
            <a:r>
              <a:rPr lang="en-US" b="0" i="1" u="none" strike="noStrike" baseline="0" dirty="0">
                <a:solidFill>
                  <a:schemeClr val="tx1">
                    <a:alpha val="80000"/>
                  </a:schemeClr>
                </a:solidFill>
              </a:rPr>
              <a:t>Additional capability</a:t>
            </a:r>
          </a:p>
          <a:p>
            <a:pPr marR="0" lvl="2"/>
            <a:r>
              <a:rPr lang="en-US" b="0" i="1" u="none" strike="noStrike" baseline="0" dirty="0">
                <a:solidFill>
                  <a:schemeClr val="tx1">
                    <a:alpha val="80000"/>
                  </a:schemeClr>
                </a:solidFill>
              </a:rPr>
              <a:t>Example: Backup feature</a:t>
            </a:r>
          </a:p>
          <a:p>
            <a:pPr marR="0" lvl="1"/>
            <a:r>
              <a:rPr lang="en-US" sz="20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   SERVICE</a:t>
            </a:r>
          </a:p>
          <a:p>
            <a:pPr marR="0" lvl="2"/>
            <a:r>
              <a:rPr lang="en-US" b="0" i="1" u="none" strike="noStrike" baseline="0" dirty="0">
                <a:solidFill>
                  <a:schemeClr val="tx1">
                    <a:alpha val="80000"/>
                  </a:schemeClr>
                </a:solidFill>
              </a:rPr>
              <a:t>Background component providing a function</a:t>
            </a:r>
          </a:p>
          <a:p>
            <a:pPr marR="0" lvl="2"/>
            <a:r>
              <a:rPr lang="en-US" b="0" i="1" u="none" strike="noStrike" baseline="0" dirty="0">
                <a:solidFill>
                  <a:schemeClr val="tx1">
                    <a:alpha val="80000"/>
                  </a:schemeClr>
                </a:solidFill>
              </a:rPr>
              <a:t>Example: DNS Service</a:t>
            </a:r>
            <a:endParaRPr lang="en-US" sz="2000" b="0" i="0" u="none" strike="noStrike" baseline="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21096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1F1C3-A8C5-382C-6740-FC57C5FE2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IN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Drivers, Applications &amp; Updates</a:t>
            </a:r>
          </a:p>
        </p:txBody>
      </p:sp>
      <p:graphicFrame>
        <p:nvGraphicFramePr>
          <p:cNvPr id="7" name="Text Placeholder 2">
            <a:extLst>
              <a:ext uri="{FF2B5EF4-FFF2-40B4-BE49-F238E27FC236}">
                <a16:creationId xmlns:a16="http://schemas.microsoft.com/office/drawing/2014/main" id="{E35DC9B7-3B65-0EFA-7EA7-6217E0141A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1619271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65648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EBED04-D347-E120-3790-B1F93D4EE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800" b="0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Performance Baseline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A1216C16-0919-1B25-79FC-D234270420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3421610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712019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0784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E1DB2D-F0B9-CD14-356B-F8F56AB80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716" y="955309"/>
            <a:ext cx="7074568" cy="28989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 algn="ctr"/>
            <a:r>
              <a:rPr lang="en-US" sz="6600" b="0" i="0" u="none" strike="noStrike" kern="120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Unattended &amp; Remote Installation</a:t>
            </a:r>
          </a:p>
        </p:txBody>
      </p:sp>
      <p:sp>
        <p:nvSpPr>
          <p:cNvPr id="39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336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E21708-1970-C0C3-DDF4-BFFFE1B5E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5400" b="0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Virtualization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B554AB39-61AC-C996-8472-88EF7D23FE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3542243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771165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2B4B611-3FD4-59EF-7078-B0A8EE5C13C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C3994E-C641-03EA-378D-5182A51BC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0" i="0" u="none" strike="noStrike" baseline="0"/>
              <a:t>The Virtualization Model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E8432434-B107-707A-1495-6125C491F1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6359380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067222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D377EB-C9D2-4ED0-86A6-740A297E3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946419-F52B-FCE9-BDE0-B264B699D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685800"/>
            <a:ext cx="10506456" cy="1157005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/>
            <a:r>
              <a:rPr lang="en-US" sz="4800" b="0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Type 1 vs Type 2 Hypervisors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6346BE-FDB4-4772-A696-0719490AB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0140" y="34093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92FFCE-0C90-454E-AA25-D4EE9A6C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95805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6614E8DB-380D-D235-90C2-07A3940416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0902279"/>
              </p:ext>
            </p:extLst>
          </p:nvPr>
        </p:nvGraphicFramePr>
        <p:xfrm>
          <a:off x="838200" y="2295252"/>
          <a:ext cx="10506456" cy="38769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82554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259E8EC6-96BC-3994-0523-6A3A737F0D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72" r="17386"/>
          <a:stretch>
            <a:fillRect/>
          </a:stretch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F22780-6208-FAA4-CCB7-DDC338796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000" b="0" i="0" u="none" strike="noStrike" baseline="0"/>
              <a:t>VM Management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BA1E5B-A673-A9B5-B9F4-A632EC833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5219" y="844062"/>
            <a:ext cx="5732585" cy="58370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>
              <a:buNone/>
            </a:pPr>
            <a:r>
              <a:rPr lang="en-US" sz="2000" b="0" i="0" u="none" strike="noStrike" baseline="0" dirty="0"/>
              <a:t>A hypervisor management console can be used to:</a:t>
            </a:r>
          </a:p>
          <a:p>
            <a:pPr marL="0" marR="0" lvl="0" indent="0">
              <a:buNone/>
            </a:pPr>
            <a:endParaRPr lang="en-US" sz="2000" dirty="0"/>
          </a:p>
          <a:p>
            <a:pPr marL="0" marR="0" lvl="0" indent="0">
              <a:buNone/>
            </a:pPr>
            <a:endParaRPr lang="en-US" sz="2000" b="0" i="0" u="none" strike="noStrike" baseline="0" dirty="0"/>
          </a:p>
          <a:p>
            <a:pPr marL="0" marR="0" lvl="0" indent="0">
              <a:buNone/>
            </a:pPr>
            <a:endParaRPr lang="en-US" sz="2000" b="0" i="0" u="none" strike="noStrike" baseline="0" dirty="0"/>
          </a:p>
          <a:p>
            <a:pPr marR="0" lvl="1"/>
            <a:r>
              <a:rPr lang="en-US" sz="2000" b="0" i="0" u="none" strike="noStrike" baseline="0" dirty="0"/>
              <a:t>    Create / Delete VMs</a:t>
            </a:r>
          </a:p>
          <a:p>
            <a:pPr marR="0" lvl="1"/>
            <a:r>
              <a:rPr lang="en-US" sz="2000" b="0" i="0" u="none" strike="noStrike" baseline="0" dirty="0"/>
              <a:t>    Start / Stop VMs</a:t>
            </a:r>
          </a:p>
          <a:p>
            <a:pPr marR="0" lvl="1"/>
            <a:r>
              <a:rPr lang="en-US" sz="2000" b="0" i="0" u="none" strike="noStrike" baseline="0" dirty="0"/>
              <a:t>    Allocate CPU and Memory</a:t>
            </a:r>
          </a:p>
          <a:p>
            <a:pPr marR="0" lvl="1"/>
            <a:r>
              <a:rPr lang="en-US" sz="2000" b="0" i="0" u="none" strike="noStrike" baseline="0" dirty="0"/>
              <a:t>    Configure Virtual Disks</a:t>
            </a:r>
          </a:p>
          <a:p>
            <a:pPr marR="0" lvl="1"/>
            <a:r>
              <a:rPr lang="en-US" sz="2000" b="0" i="0" u="none" strike="noStrike" baseline="0" dirty="0"/>
              <a:t>    Configure Virtual Networking</a:t>
            </a:r>
          </a:p>
          <a:p>
            <a:pPr marR="0" lvl="1"/>
            <a:r>
              <a:rPr lang="en-US" sz="2000" b="0" i="0" u="none" strike="noStrike" baseline="0" dirty="0"/>
              <a:t>    Monitor Performance</a:t>
            </a:r>
          </a:p>
          <a:p>
            <a:pPr marR="0" lvl="1"/>
            <a:r>
              <a:rPr lang="en-US" sz="2000" b="0" i="0" u="none" strike="noStrike" baseline="0" dirty="0"/>
              <a:t>    Create Snapshots / Checkpoints</a:t>
            </a:r>
          </a:p>
          <a:p>
            <a:pPr marR="0" lvl="1"/>
            <a:r>
              <a:rPr lang="en-US" sz="2000" b="0" i="0" u="none" strike="noStrike" baseline="0" dirty="0"/>
              <a:t>    Migrate VMs where supported</a:t>
            </a:r>
          </a:p>
        </p:txBody>
      </p:sp>
    </p:spTree>
    <p:extLst>
      <p:ext uri="{BB962C8B-B14F-4D97-AF65-F5344CB8AC3E}">
        <p14:creationId xmlns:p14="http://schemas.microsoft.com/office/powerpoint/2010/main" val="41497861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C07620-879F-AA24-305A-F225C71ED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 algn="r"/>
            <a:r>
              <a:rPr lang="en-US" sz="4000" b="0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Hardware Compatibility List</a:t>
            </a:r>
          </a:p>
        </p:txBody>
      </p:sp>
      <p:graphicFrame>
        <p:nvGraphicFramePr>
          <p:cNvPr id="23" name="Text Placeholder 2">
            <a:extLst>
              <a:ext uri="{FF2B5EF4-FFF2-40B4-BE49-F238E27FC236}">
                <a16:creationId xmlns:a16="http://schemas.microsoft.com/office/drawing/2014/main" id="{FE9D4D76-C388-F8EE-5B68-29D45E3820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25777304"/>
              </p:ext>
            </p:extLst>
          </p:nvPr>
        </p:nvGraphicFramePr>
        <p:xfrm>
          <a:off x="4781490" y="1229427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28D91C7-ECCC-2968-76F2-B3B7FA0D1D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5731776"/>
              </p:ext>
            </p:extLst>
          </p:nvPr>
        </p:nvGraphicFramePr>
        <p:xfrm>
          <a:off x="4366591" y="174654"/>
          <a:ext cx="7262192" cy="10547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6321777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DA52AB-3334-3C46-6879-2A82A3300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 algn="r"/>
            <a:r>
              <a:rPr lang="en-US" sz="4000" b="0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VM Resource Allocation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0BA7434C-5232-799C-C257-08680910DC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1278211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393051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D51F4C-8FBB-874F-47FB-8092F1E9D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 algn="r"/>
            <a:r>
              <a:rPr lang="en-US" sz="4000" b="0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Deployment Challenge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9D23A75D-37F1-2A44-5FBA-A5F711F253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823275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809935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CD482C-9054-A5BF-30B7-FCED12637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6800" b="0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From Hardware to Production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38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1095EBE7-D628-CFCA-EAE8-C63AFA903127}"/>
              </a:ext>
            </a:extLst>
          </p:cNvPr>
          <p:cNvGraphicFramePr/>
          <p:nvPr/>
        </p:nvGraphicFramePr>
        <p:xfrm>
          <a:off x="6344750" y="510025"/>
          <a:ext cx="4771607" cy="52811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A7EE531-874F-97D9-B7FD-1E39B6F59D01}"/>
              </a:ext>
            </a:extLst>
          </p:cNvPr>
          <p:cNvSpPr txBox="1"/>
          <p:nvPr/>
        </p:nvSpPr>
        <p:spPr>
          <a:xfrm>
            <a:off x="6096000" y="5931893"/>
            <a:ext cx="5314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 PLAN → BUILD → CONFIGURE → TEST → MONITOR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8648392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576</TotalTime>
  <Words>1134</Words>
  <Application>Microsoft Office PowerPoint</Application>
  <PresentationFormat>Widescreen</PresentationFormat>
  <Paragraphs>269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40" baseType="lpstr">
      <vt:lpstr>Aptos</vt:lpstr>
      <vt:lpstr>Aptos Display</vt:lpstr>
      <vt:lpstr>Arial</vt:lpstr>
      <vt:lpstr>Arial Black</vt:lpstr>
      <vt:lpstr>Calibri</vt:lpstr>
      <vt:lpstr>Century Gothic</vt:lpstr>
      <vt:lpstr>Inter</vt:lpstr>
      <vt:lpstr>Times New Roman</vt:lpstr>
      <vt:lpstr>Wingdings 3</vt:lpstr>
      <vt:lpstr>Office Theme</vt:lpstr>
      <vt:lpstr>Ion</vt:lpstr>
      <vt:lpstr>Server Operating System Installation</vt:lpstr>
      <vt:lpstr>PowerPoint Presentation</vt:lpstr>
      <vt:lpstr>PowerPoint Presentation</vt:lpstr>
      <vt:lpstr>The Server Deployment Journey</vt:lpstr>
      <vt:lpstr>Before Installation</vt:lpstr>
      <vt:lpstr> </vt:lpstr>
      <vt:lpstr>Server Role Identification</vt:lpstr>
      <vt:lpstr>PowerPoint Presentation</vt:lpstr>
      <vt:lpstr>Firmware</vt:lpstr>
      <vt:lpstr>UEFI Frimware</vt:lpstr>
      <vt:lpstr>Storage Preparation</vt:lpstr>
      <vt:lpstr>PowerPoint Presentation</vt:lpstr>
      <vt:lpstr>Operating System Installation</vt:lpstr>
      <vt:lpstr>PowerPoint Presentation</vt:lpstr>
      <vt:lpstr>First Configuration</vt:lpstr>
      <vt:lpstr>What is a Hostname?</vt:lpstr>
      <vt:lpstr>Domain / Directory Joining</vt:lpstr>
      <vt:lpstr>Roles, Services &amp; Features</vt:lpstr>
      <vt:lpstr>Drivers, Applications &amp; Updates</vt:lpstr>
      <vt:lpstr>Performance Baseline</vt:lpstr>
      <vt:lpstr>Unattended &amp; Remote Installation</vt:lpstr>
      <vt:lpstr>Virtualization</vt:lpstr>
      <vt:lpstr>The Virtualization Model</vt:lpstr>
      <vt:lpstr>Type 1 vs Type 2 Hypervisors</vt:lpstr>
      <vt:lpstr>VM Management</vt:lpstr>
      <vt:lpstr>Hardware Compatibility List</vt:lpstr>
      <vt:lpstr>VM Resource Allocation</vt:lpstr>
      <vt:lpstr>Deployment Challenge</vt:lpstr>
      <vt:lpstr>From Hardware to Production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 Krishan Goyal</dc:creator>
  <cp:lastModifiedBy>Hari Krishan Goyal</cp:lastModifiedBy>
  <cp:revision>15</cp:revision>
  <dcterms:created xsi:type="dcterms:W3CDTF">2026-08-10T15:28:00Z</dcterms:created>
  <dcterms:modified xsi:type="dcterms:W3CDTF">2026-09-10T06:18:49Z</dcterms:modified>
</cp:coreProperties>
</file>