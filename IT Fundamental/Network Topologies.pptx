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3" r:id="rId4"/>
    <p:sldId id="259" r:id="rId5"/>
    <p:sldId id="274" r:id="rId6"/>
    <p:sldId id="260" r:id="rId7"/>
    <p:sldId id="275" r:id="rId8"/>
    <p:sldId id="261" r:id="rId9"/>
    <p:sldId id="276" r:id="rId10"/>
    <p:sldId id="262" r:id="rId11"/>
    <p:sldId id="277" r:id="rId12"/>
    <p:sldId id="263" r:id="rId13"/>
    <p:sldId id="264" r:id="rId14"/>
    <p:sldId id="265" r:id="rId15"/>
    <p:sldId id="278" r:id="rId16"/>
    <p:sldId id="267" r:id="rId17"/>
    <p:sldId id="279" r:id="rId18"/>
    <p:sldId id="268" r:id="rId19"/>
    <p:sldId id="280" r:id="rId20"/>
    <p:sldId id="269" r:id="rId21"/>
    <p:sldId id="270" r:id="rId22"/>
    <p:sldId id="284" r:id="rId23"/>
    <p:sldId id="282" r:id="rId24"/>
    <p:sldId id="271" r:id="rId25"/>
    <p:sldId id="281" r:id="rId26"/>
    <p:sldId id="272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35B006-A2C8-4F9A-B029-A2681D3C41BC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531BCCC-DCD7-4EFF-AF2E-0A0C0E2393DF}">
      <dgm:prSet/>
      <dgm:spPr/>
      <dgm:t>
        <a:bodyPr/>
        <a:lstStyle/>
        <a:p>
          <a:r>
            <a:rPr lang="en-US" b="0" i="0" baseline="0"/>
            <a:t>Network topology defines how devices are connected in a network</a:t>
          </a:r>
          <a:endParaRPr lang="en-US"/>
        </a:p>
      </dgm:t>
    </dgm:pt>
    <dgm:pt modelId="{B7C337C6-2266-48C2-931A-1921D2AA411B}" type="parTrans" cxnId="{0A17516A-E6A9-40CF-BBAB-201C3E2D8791}">
      <dgm:prSet/>
      <dgm:spPr/>
      <dgm:t>
        <a:bodyPr/>
        <a:lstStyle/>
        <a:p>
          <a:endParaRPr lang="en-US"/>
        </a:p>
      </dgm:t>
    </dgm:pt>
    <dgm:pt modelId="{88F42434-2AB3-4101-A7B5-DE5880CEC9FE}" type="sibTrans" cxnId="{0A17516A-E6A9-40CF-BBAB-201C3E2D8791}">
      <dgm:prSet/>
      <dgm:spPr/>
      <dgm:t>
        <a:bodyPr/>
        <a:lstStyle/>
        <a:p>
          <a:endParaRPr lang="en-US"/>
        </a:p>
      </dgm:t>
    </dgm:pt>
    <dgm:pt modelId="{D19D6ADF-C2F0-4C1A-ADA1-08FF8EC9714B}">
      <dgm:prSet/>
      <dgm:spPr/>
      <dgm:t>
        <a:bodyPr/>
        <a:lstStyle/>
        <a:p>
          <a:r>
            <a:rPr lang="en-US" b="0" i="0" baseline="0"/>
            <a:t>Physical topology shows the actual physical connections</a:t>
          </a:r>
          <a:endParaRPr lang="en-US"/>
        </a:p>
      </dgm:t>
    </dgm:pt>
    <dgm:pt modelId="{7FC2DA32-54D7-4625-BCC1-159E5739AC7F}" type="parTrans" cxnId="{F7543584-7473-4948-AED4-0631A2E93A4F}">
      <dgm:prSet/>
      <dgm:spPr/>
      <dgm:t>
        <a:bodyPr/>
        <a:lstStyle/>
        <a:p>
          <a:endParaRPr lang="en-US"/>
        </a:p>
      </dgm:t>
    </dgm:pt>
    <dgm:pt modelId="{B2029194-2057-4D1D-8479-110081802E2B}" type="sibTrans" cxnId="{F7543584-7473-4948-AED4-0631A2E93A4F}">
      <dgm:prSet/>
      <dgm:spPr/>
      <dgm:t>
        <a:bodyPr/>
        <a:lstStyle/>
        <a:p>
          <a:endParaRPr lang="en-US"/>
        </a:p>
      </dgm:t>
    </dgm:pt>
    <dgm:pt modelId="{7F3596CA-E2E2-466F-8CF0-E1BC8C489BD7}">
      <dgm:prSet/>
      <dgm:spPr/>
      <dgm:t>
        <a:bodyPr/>
        <a:lstStyle/>
        <a:p>
          <a:r>
            <a:rPr lang="en-US" b="0" i="0" baseline="0"/>
            <a:t>Logical topology shows how data flows through the network</a:t>
          </a:r>
          <a:endParaRPr lang="en-US"/>
        </a:p>
      </dgm:t>
    </dgm:pt>
    <dgm:pt modelId="{100EBC18-0C50-46F4-9F58-72230D411E23}" type="parTrans" cxnId="{04889B24-4BF5-4F9C-A46D-BD715939307E}">
      <dgm:prSet/>
      <dgm:spPr/>
      <dgm:t>
        <a:bodyPr/>
        <a:lstStyle/>
        <a:p>
          <a:endParaRPr lang="en-US"/>
        </a:p>
      </dgm:t>
    </dgm:pt>
    <dgm:pt modelId="{81D9D838-E093-4DDE-A136-9D3FD7509A52}" type="sibTrans" cxnId="{04889B24-4BF5-4F9C-A46D-BD715939307E}">
      <dgm:prSet/>
      <dgm:spPr/>
      <dgm:t>
        <a:bodyPr/>
        <a:lstStyle/>
        <a:p>
          <a:endParaRPr lang="en-US"/>
        </a:p>
      </dgm:t>
    </dgm:pt>
    <dgm:pt modelId="{48C4A44B-09BB-4A9A-A849-E02CFF6045AE}">
      <dgm:prSet/>
      <dgm:spPr/>
      <dgm:t>
        <a:bodyPr/>
        <a:lstStyle/>
        <a:p>
          <a:r>
            <a:rPr lang="en-US" b="0" i="0" baseline="0"/>
            <a:t>Common topologies include Bus, Star, Ring, Mesh, and Hybrid</a:t>
          </a:r>
          <a:endParaRPr lang="en-US"/>
        </a:p>
      </dgm:t>
    </dgm:pt>
    <dgm:pt modelId="{D92F4134-F059-4A8A-AB52-97A8CD348B9A}" type="parTrans" cxnId="{A50AD2EF-853F-4972-8160-896407D9DC21}">
      <dgm:prSet/>
      <dgm:spPr/>
      <dgm:t>
        <a:bodyPr/>
        <a:lstStyle/>
        <a:p>
          <a:endParaRPr lang="en-US"/>
        </a:p>
      </dgm:t>
    </dgm:pt>
    <dgm:pt modelId="{E2FABF31-5CFA-4738-9823-C77641C00AA4}" type="sibTrans" cxnId="{A50AD2EF-853F-4972-8160-896407D9DC21}">
      <dgm:prSet/>
      <dgm:spPr/>
      <dgm:t>
        <a:bodyPr/>
        <a:lstStyle/>
        <a:p>
          <a:endParaRPr lang="en-US"/>
        </a:p>
      </dgm:t>
    </dgm:pt>
    <dgm:pt modelId="{50F971AF-C85E-4EDA-89FD-BEA48747A5DF}" type="pres">
      <dgm:prSet presAssocID="{4E35B006-A2C8-4F9A-B029-A2681D3C41BC}" presName="linear" presStyleCnt="0">
        <dgm:presLayoutVars>
          <dgm:animLvl val="lvl"/>
          <dgm:resizeHandles val="exact"/>
        </dgm:presLayoutVars>
      </dgm:prSet>
      <dgm:spPr/>
    </dgm:pt>
    <dgm:pt modelId="{62E9CE05-6766-4F0C-9A11-90B253B0A721}" type="pres">
      <dgm:prSet presAssocID="{E531BCCC-DCD7-4EFF-AF2E-0A0C0E2393D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4685871-40F4-4B99-ADE9-ACB754F22FA1}" type="pres">
      <dgm:prSet presAssocID="{88F42434-2AB3-4101-A7B5-DE5880CEC9FE}" presName="spacer" presStyleCnt="0"/>
      <dgm:spPr/>
    </dgm:pt>
    <dgm:pt modelId="{1A526250-EBF2-4523-B7FA-FD0DE8D7F5D2}" type="pres">
      <dgm:prSet presAssocID="{D19D6ADF-C2F0-4C1A-ADA1-08FF8EC9714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F210098-B3CC-4768-971D-80B5DEF520F8}" type="pres">
      <dgm:prSet presAssocID="{B2029194-2057-4D1D-8479-110081802E2B}" presName="spacer" presStyleCnt="0"/>
      <dgm:spPr/>
    </dgm:pt>
    <dgm:pt modelId="{733DED83-434A-4C12-A335-6E83A7C3B8DE}" type="pres">
      <dgm:prSet presAssocID="{7F3596CA-E2E2-466F-8CF0-E1BC8C489BD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89997D4-43E3-48C2-A4C9-31FEC61FCD1D}" type="pres">
      <dgm:prSet presAssocID="{81D9D838-E093-4DDE-A136-9D3FD7509A52}" presName="spacer" presStyleCnt="0"/>
      <dgm:spPr/>
    </dgm:pt>
    <dgm:pt modelId="{7411612E-DC6E-4B70-95C3-CE576DF67F39}" type="pres">
      <dgm:prSet presAssocID="{48C4A44B-09BB-4A9A-A849-E02CFF6045A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DB03202-E3C5-49DD-82C5-D0592D00BC82}" type="presOf" srcId="{48C4A44B-09BB-4A9A-A849-E02CFF6045AE}" destId="{7411612E-DC6E-4B70-95C3-CE576DF67F39}" srcOrd="0" destOrd="0" presId="urn:microsoft.com/office/officeart/2005/8/layout/vList2"/>
    <dgm:cxn modelId="{57D9CB1E-3721-4F68-800D-2A298BD416CE}" type="presOf" srcId="{D19D6ADF-C2F0-4C1A-ADA1-08FF8EC9714B}" destId="{1A526250-EBF2-4523-B7FA-FD0DE8D7F5D2}" srcOrd="0" destOrd="0" presId="urn:microsoft.com/office/officeart/2005/8/layout/vList2"/>
    <dgm:cxn modelId="{04889B24-4BF5-4F9C-A46D-BD715939307E}" srcId="{4E35B006-A2C8-4F9A-B029-A2681D3C41BC}" destId="{7F3596CA-E2E2-466F-8CF0-E1BC8C489BD7}" srcOrd="2" destOrd="0" parTransId="{100EBC18-0C50-46F4-9F58-72230D411E23}" sibTransId="{81D9D838-E093-4DDE-A136-9D3FD7509A52}"/>
    <dgm:cxn modelId="{0A17516A-E6A9-40CF-BBAB-201C3E2D8791}" srcId="{4E35B006-A2C8-4F9A-B029-A2681D3C41BC}" destId="{E531BCCC-DCD7-4EFF-AF2E-0A0C0E2393DF}" srcOrd="0" destOrd="0" parTransId="{B7C337C6-2266-48C2-931A-1921D2AA411B}" sibTransId="{88F42434-2AB3-4101-A7B5-DE5880CEC9FE}"/>
    <dgm:cxn modelId="{01265974-0D38-4BAA-95A8-A6E7E2174717}" type="presOf" srcId="{4E35B006-A2C8-4F9A-B029-A2681D3C41BC}" destId="{50F971AF-C85E-4EDA-89FD-BEA48747A5DF}" srcOrd="0" destOrd="0" presId="urn:microsoft.com/office/officeart/2005/8/layout/vList2"/>
    <dgm:cxn modelId="{F7543584-7473-4948-AED4-0631A2E93A4F}" srcId="{4E35B006-A2C8-4F9A-B029-A2681D3C41BC}" destId="{D19D6ADF-C2F0-4C1A-ADA1-08FF8EC9714B}" srcOrd="1" destOrd="0" parTransId="{7FC2DA32-54D7-4625-BCC1-159E5739AC7F}" sibTransId="{B2029194-2057-4D1D-8479-110081802E2B}"/>
    <dgm:cxn modelId="{81397C9B-CBA5-4605-BF8A-41640D054C8A}" type="presOf" srcId="{7F3596CA-E2E2-466F-8CF0-E1BC8C489BD7}" destId="{733DED83-434A-4C12-A335-6E83A7C3B8DE}" srcOrd="0" destOrd="0" presId="urn:microsoft.com/office/officeart/2005/8/layout/vList2"/>
    <dgm:cxn modelId="{E05A5FEA-BCF3-42EE-B3F7-B04E18BBE4AB}" type="presOf" srcId="{E531BCCC-DCD7-4EFF-AF2E-0A0C0E2393DF}" destId="{62E9CE05-6766-4F0C-9A11-90B253B0A721}" srcOrd="0" destOrd="0" presId="urn:microsoft.com/office/officeart/2005/8/layout/vList2"/>
    <dgm:cxn modelId="{A50AD2EF-853F-4972-8160-896407D9DC21}" srcId="{4E35B006-A2C8-4F9A-B029-A2681D3C41BC}" destId="{48C4A44B-09BB-4A9A-A849-E02CFF6045AE}" srcOrd="3" destOrd="0" parTransId="{D92F4134-F059-4A8A-AB52-97A8CD348B9A}" sibTransId="{E2FABF31-5CFA-4738-9823-C77641C00AA4}"/>
    <dgm:cxn modelId="{A1F5D232-C9D1-41DD-BE55-E10D20C5B8B0}" type="presParOf" srcId="{50F971AF-C85E-4EDA-89FD-BEA48747A5DF}" destId="{62E9CE05-6766-4F0C-9A11-90B253B0A721}" srcOrd="0" destOrd="0" presId="urn:microsoft.com/office/officeart/2005/8/layout/vList2"/>
    <dgm:cxn modelId="{E73ED492-415C-4C20-B602-2498B0272491}" type="presParOf" srcId="{50F971AF-C85E-4EDA-89FD-BEA48747A5DF}" destId="{94685871-40F4-4B99-ADE9-ACB754F22FA1}" srcOrd="1" destOrd="0" presId="urn:microsoft.com/office/officeart/2005/8/layout/vList2"/>
    <dgm:cxn modelId="{6ACD0022-B81B-459D-B017-E94049967C45}" type="presParOf" srcId="{50F971AF-C85E-4EDA-89FD-BEA48747A5DF}" destId="{1A526250-EBF2-4523-B7FA-FD0DE8D7F5D2}" srcOrd="2" destOrd="0" presId="urn:microsoft.com/office/officeart/2005/8/layout/vList2"/>
    <dgm:cxn modelId="{48DB6FB5-8D54-457E-81AE-CDA651FE1596}" type="presParOf" srcId="{50F971AF-C85E-4EDA-89FD-BEA48747A5DF}" destId="{AF210098-B3CC-4768-971D-80B5DEF520F8}" srcOrd="3" destOrd="0" presId="urn:microsoft.com/office/officeart/2005/8/layout/vList2"/>
    <dgm:cxn modelId="{D9773620-D471-475D-B770-5E376CFF632F}" type="presParOf" srcId="{50F971AF-C85E-4EDA-89FD-BEA48747A5DF}" destId="{733DED83-434A-4C12-A335-6E83A7C3B8DE}" srcOrd="4" destOrd="0" presId="urn:microsoft.com/office/officeart/2005/8/layout/vList2"/>
    <dgm:cxn modelId="{DAB54FEA-1418-459D-A698-A5BC1990C206}" type="presParOf" srcId="{50F971AF-C85E-4EDA-89FD-BEA48747A5DF}" destId="{889997D4-43E3-48C2-A4C9-31FEC61FCD1D}" srcOrd="5" destOrd="0" presId="urn:microsoft.com/office/officeart/2005/8/layout/vList2"/>
    <dgm:cxn modelId="{1D7A91FE-08F2-4479-B3AC-CEABD2E03816}" type="presParOf" srcId="{50F971AF-C85E-4EDA-89FD-BEA48747A5DF}" destId="{7411612E-DC6E-4B70-95C3-CE576DF67F3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284BE2-4474-4639-BF39-08CBED97B9F7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B920906-17A3-482E-BA89-D1375B6C14EB}">
      <dgm:prSet/>
      <dgm:spPr/>
      <dgm:t>
        <a:bodyPr/>
        <a:lstStyle/>
        <a:p>
          <a:r>
            <a:rPr lang="en-US" b="0" i="0" baseline="0"/>
            <a:t>All devices share a single backbone cable</a:t>
          </a:r>
          <a:endParaRPr lang="en-US"/>
        </a:p>
      </dgm:t>
    </dgm:pt>
    <dgm:pt modelId="{99D196AB-682C-47B7-B83D-167E8044818D}" type="parTrans" cxnId="{46404727-7851-4FB9-8D15-88A27957833B}">
      <dgm:prSet/>
      <dgm:spPr/>
      <dgm:t>
        <a:bodyPr/>
        <a:lstStyle/>
        <a:p>
          <a:endParaRPr lang="en-US"/>
        </a:p>
      </dgm:t>
    </dgm:pt>
    <dgm:pt modelId="{76054295-F16B-48B6-A37F-BB249920BFE8}" type="sibTrans" cxnId="{46404727-7851-4FB9-8D15-88A27957833B}">
      <dgm:prSet/>
      <dgm:spPr/>
      <dgm:t>
        <a:bodyPr/>
        <a:lstStyle/>
        <a:p>
          <a:endParaRPr lang="en-US"/>
        </a:p>
      </dgm:t>
    </dgm:pt>
    <dgm:pt modelId="{9D98B87D-D46A-451F-8087-E0725DAEECBE}">
      <dgm:prSet/>
      <dgm:spPr/>
      <dgm:t>
        <a:bodyPr/>
        <a:lstStyle/>
        <a:p>
          <a:r>
            <a:rPr lang="en-US" b="0" i="0" baseline="0"/>
            <a:t>Data travels along the shared communication medium</a:t>
          </a:r>
          <a:endParaRPr lang="en-US"/>
        </a:p>
      </dgm:t>
    </dgm:pt>
    <dgm:pt modelId="{E1605244-15B8-4544-9D64-1A843897CD92}" type="parTrans" cxnId="{0525C60E-FEAD-4E01-944D-8FDA4997A624}">
      <dgm:prSet/>
      <dgm:spPr/>
      <dgm:t>
        <a:bodyPr/>
        <a:lstStyle/>
        <a:p>
          <a:endParaRPr lang="en-US"/>
        </a:p>
      </dgm:t>
    </dgm:pt>
    <dgm:pt modelId="{9AC015A3-933B-47DF-8D06-799E27342B3D}" type="sibTrans" cxnId="{0525C60E-FEAD-4E01-944D-8FDA4997A624}">
      <dgm:prSet/>
      <dgm:spPr/>
      <dgm:t>
        <a:bodyPr/>
        <a:lstStyle/>
        <a:p>
          <a:endParaRPr lang="en-US"/>
        </a:p>
      </dgm:t>
    </dgm:pt>
    <dgm:pt modelId="{D05A6075-6063-4F92-9D7B-D3873BFCBC65}">
      <dgm:prSet/>
      <dgm:spPr/>
      <dgm:t>
        <a:bodyPr/>
        <a:lstStyle/>
        <a:p>
          <a:r>
            <a:rPr lang="en-US" b="0" i="0" baseline="0"/>
            <a:t>Advantages: simple design, less cable, low initial cost</a:t>
          </a:r>
          <a:endParaRPr lang="en-US"/>
        </a:p>
      </dgm:t>
    </dgm:pt>
    <dgm:pt modelId="{ABE18EE3-5458-48C7-997E-0E87BDA172DD}" type="parTrans" cxnId="{9C6FD77D-F153-4580-9641-97A236BE1835}">
      <dgm:prSet/>
      <dgm:spPr/>
      <dgm:t>
        <a:bodyPr/>
        <a:lstStyle/>
        <a:p>
          <a:endParaRPr lang="en-US"/>
        </a:p>
      </dgm:t>
    </dgm:pt>
    <dgm:pt modelId="{7A90AD37-CDEC-4852-9655-E7C6B48F8BEB}" type="sibTrans" cxnId="{9C6FD77D-F153-4580-9641-97A236BE1835}">
      <dgm:prSet/>
      <dgm:spPr/>
      <dgm:t>
        <a:bodyPr/>
        <a:lstStyle/>
        <a:p>
          <a:endParaRPr lang="en-US"/>
        </a:p>
      </dgm:t>
    </dgm:pt>
    <dgm:pt modelId="{31F68012-B1D8-4F8D-A984-CF13790E9381}">
      <dgm:prSet/>
      <dgm:spPr/>
      <dgm:t>
        <a:bodyPr/>
        <a:lstStyle/>
        <a:p>
          <a:r>
            <a:rPr lang="en-US" b="0" i="0" baseline="0"/>
            <a:t>Disadvantages: backbone failure can affect the entire network</a:t>
          </a:r>
          <a:endParaRPr lang="en-US"/>
        </a:p>
      </dgm:t>
    </dgm:pt>
    <dgm:pt modelId="{5458C832-3074-497C-8F7F-4934D9DCE410}" type="parTrans" cxnId="{9F6EEBC0-2643-4E35-B0EC-2B9994B40B13}">
      <dgm:prSet/>
      <dgm:spPr/>
      <dgm:t>
        <a:bodyPr/>
        <a:lstStyle/>
        <a:p>
          <a:endParaRPr lang="en-US"/>
        </a:p>
      </dgm:t>
    </dgm:pt>
    <dgm:pt modelId="{E744FCFC-EFC3-44BF-A29C-88536322A172}" type="sibTrans" cxnId="{9F6EEBC0-2643-4E35-B0EC-2B9994B40B13}">
      <dgm:prSet/>
      <dgm:spPr/>
      <dgm:t>
        <a:bodyPr/>
        <a:lstStyle/>
        <a:p>
          <a:endParaRPr lang="en-US"/>
        </a:p>
      </dgm:t>
    </dgm:pt>
    <dgm:pt modelId="{92B064C9-1030-4243-A0FF-99EF5E7AB991}">
      <dgm:prSet/>
      <dgm:spPr/>
      <dgm:t>
        <a:bodyPr/>
        <a:lstStyle/>
        <a:p>
          <a:r>
            <a:rPr lang="en-US" b="0" i="0" baseline="0" dirty="0"/>
            <a:t>Difficult to troubleshoot and performance decreases as devices increase</a:t>
          </a:r>
          <a:endParaRPr lang="en-US" dirty="0"/>
        </a:p>
      </dgm:t>
    </dgm:pt>
    <dgm:pt modelId="{6FEF6092-31A5-40C3-95D9-7B0789827C49}" type="parTrans" cxnId="{4F256F70-5093-4356-A7D5-0C0E5EF3B108}">
      <dgm:prSet/>
      <dgm:spPr/>
      <dgm:t>
        <a:bodyPr/>
        <a:lstStyle/>
        <a:p>
          <a:endParaRPr lang="en-US"/>
        </a:p>
      </dgm:t>
    </dgm:pt>
    <dgm:pt modelId="{500280F2-DB55-4239-8E85-867AB1232F69}" type="sibTrans" cxnId="{4F256F70-5093-4356-A7D5-0C0E5EF3B108}">
      <dgm:prSet/>
      <dgm:spPr/>
      <dgm:t>
        <a:bodyPr/>
        <a:lstStyle/>
        <a:p>
          <a:endParaRPr lang="en-US"/>
        </a:p>
      </dgm:t>
    </dgm:pt>
    <dgm:pt modelId="{28E510D1-FEE4-48C9-AE04-AFFE2A794CF6}">
      <dgm:prSet/>
      <dgm:spPr/>
      <dgm:t>
        <a:bodyPr/>
        <a:lstStyle/>
        <a:p>
          <a:r>
            <a:rPr lang="en-US" b="0" i="0" baseline="0"/>
            <a:t>Rarely used in modern LANs</a:t>
          </a:r>
          <a:endParaRPr lang="en-US"/>
        </a:p>
      </dgm:t>
    </dgm:pt>
    <dgm:pt modelId="{141A56DB-BF9B-4FA2-8AF2-1CF9EADE46A2}" type="parTrans" cxnId="{8DF68A90-BB13-41BA-8DC8-10DF1179F4F2}">
      <dgm:prSet/>
      <dgm:spPr/>
      <dgm:t>
        <a:bodyPr/>
        <a:lstStyle/>
        <a:p>
          <a:endParaRPr lang="en-US"/>
        </a:p>
      </dgm:t>
    </dgm:pt>
    <dgm:pt modelId="{F151AA6F-D602-4917-977D-704D2B6C87E1}" type="sibTrans" cxnId="{8DF68A90-BB13-41BA-8DC8-10DF1179F4F2}">
      <dgm:prSet/>
      <dgm:spPr/>
      <dgm:t>
        <a:bodyPr/>
        <a:lstStyle/>
        <a:p>
          <a:endParaRPr lang="en-US"/>
        </a:p>
      </dgm:t>
    </dgm:pt>
    <dgm:pt modelId="{7EC1CD62-8265-498D-B046-FD9C3D47819D}" type="pres">
      <dgm:prSet presAssocID="{2C284BE2-4474-4639-BF39-08CBED97B9F7}" presName="vert0" presStyleCnt="0">
        <dgm:presLayoutVars>
          <dgm:dir/>
          <dgm:animOne val="branch"/>
          <dgm:animLvl val="lvl"/>
        </dgm:presLayoutVars>
      </dgm:prSet>
      <dgm:spPr/>
    </dgm:pt>
    <dgm:pt modelId="{AFF39AE7-C7B8-428D-8D8D-F0981F0A6AD2}" type="pres">
      <dgm:prSet presAssocID="{1B920906-17A3-482E-BA89-D1375B6C14EB}" presName="thickLine" presStyleLbl="alignNode1" presStyleIdx="0" presStyleCnt="6"/>
      <dgm:spPr/>
    </dgm:pt>
    <dgm:pt modelId="{1FFC1B9F-0883-4547-9D43-1DFD0AFA0236}" type="pres">
      <dgm:prSet presAssocID="{1B920906-17A3-482E-BA89-D1375B6C14EB}" presName="horz1" presStyleCnt="0"/>
      <dgm:spPr/>
    </dgm:pt>
    <dgm:pt modelId="{93F7295B-C5E7-42A3-A584-EEF8D56322E5}" type="pres">
      <dgm:prSet presAssocID="{1B920906-17A3-482E-BA89-D1375B6C14EB}" presName="tx1" presStyleLbl="revTx" presStyleIdx="0" presStyleCnt="6"/>
      <dgm:spPr/>
    </dgm:pt>
    <dgm:pt modelId="{C15119D0-C4F2-4271-B936-1BD0292477A1}" type="pres">
      <dgm:prSet presAssocID="{1B920906-17A3-482E-BA89-D1375B6C14EB}" presName="vert1" presStyleCnt="0"/>
      <dgm:spPr/>
    </dgm:pt>
    <dgm:pt modelId="{3A24A17E-F77E-4AA4-B72B-E724708B73FD}" type="pres">
      <dgm:prSet presAssocID="{9D98B87D-D46A-451F-8087-E0725DAEECBE}" presName="thickLine" presStyleLbl="alignNode1" presStyleIdx="1" presStyleCnt="6"/>
      <dgm:spPr/>
    </dgm:pt>
    <dgm:pt modelId="{1E8C4E01-9C17-4A59-88F2-BDB254EF2D18}" type="pres">
      <dgm:prSet presAssocID="{9D98B87D-D46A-451F-8087-E0725DAEECBE}" presName="horz1" presStyleCnt="0"/>
      <dgm:spPr/>
    </dgm:pt>
    <dgm:pt modelId="{5A86711D-E24E-49CE-A7C3-9FAAAA557E3C}" type="pres">
      <dgm:prSet presAssocID="{9D98B87D-D46A-451F-8087-E0725DAEECBE}" presName="tx1" presStyleLbl="revTx" presStyleIdx="1" presStyleCnt="6"/>
      <dgm:spPr/>
    </dgm:pt>
    <dgm:pt modelId="{33B03B70-BE7A-46EC-B087-3CE3E1DA8BE7}" type="pres">
      <dgm:prSet presAssocID="{9D98B87D-D46A-451F-8087-E0725DAEECBE}" presName="vert1" presStyleCnt="0"/>
      <dgm:spPr/>
    </dgm:pt>
    <dgm:pt modelId="{FAAD0685-07DB-4D4F-93AB-85702B513775}" type="pres">
      <dgm:prSet presAssocID="{D05A6075-6063-4F92-9D7B-D3873BFCBC65}" presName="thickLine" presStyleLbl="alignNode1" presStyleIdx="2" presStyleCnt="6"/>
      <dgm:spPr/>
    </dgm:pt>
    <dgm:pt modelId="{533E32A6-E145-4D56-BCB8-C1C7ABC9B435}" type="pres">
      <dgm:prSet presAssocID="{D05A6075-6063-4F92-9D7B-D3873BFCBC65}" presName="horz1" presStyleCnt="0"/>
      <dgm:spPr/>
    </dgm:pt>
    <dgm:pt modelId="{43A4D1F4-69FA-457A-92BD-30372410865D}" type="pres">
      <dgm:prSet presAssocID="{D05A6075-6063-4F92-9D7B-D3873BFCBC65}" presName="tx1" presStyleLbl="revTx" presStyleIdx="2" presStyleCnt="6"/>
      <dgm:spPr/>
    </dgm:pt>
    <dgm:pt modelId="{8F08CC6D-A0C2-484A-9093-78CEC5F3052D}" type="pres">
      <dgm:prSet presAssocID="{D05A6075-6063-4F92-9D7B-D3873BFCBC65}" presName="vert1" presStyleCnt="0"/>
      <dgm:spPr/>
    </dgm:pt>
    <dgm:pt modelId="{9598CEA0-0508-4AC3-AD34-0ACD77E432A8}" type="pres">
      <dgm:prSet presAssocID="{31F68012-B1D8-4F8D-A984-CF13790E9381}" presName="thickLine" presStyleLbl="alignNode1" presStyleIdx="3" presStyleCnt="6"/>
      <dgm:spPr/>
    </dgm:pt>
    <dgm:pt modelId="{AD6502A2-7282-43B6-BA53-56E04509BC04}" type="pres">
      <dgm:prSet presAssocID="{31F68012-B1D8-4F8D-A984-CF13790E9381}" presName="horz1" presStyleCnt="0"/>
      <dgm:spPr/>
    </dgm:pt>
    <dgm:pt modelId="{5D9CA5B3-1C85-4D6C-867F-C1101D2FCA71}" type="pres">
      <dgm:prSet presAssocID="{31F68012-B1D8-4F8D-A984-CF13790E9381}" presName="tx1" presStyleLbl="revTx" presStyleIdx="3" presStyleCnt="6"/>
      <dgm:spPr/>
    </dgm:pt>
    <dgm:pt modelId="{786C35EC-E3B8-44D8-91F9-96A6352808F9}" type="pres">
      <dgm:prSet presAssocID="{31F68012-B1D8-4F8D-A984-CF13790E9381}" presName="vert1" presStyleCnt="0"/>
      <dgm:spPr/>
    </dgm:pt>
    <dgm:pt modelId="{32E4C857-3015-491C-B80C-36ED16843610}" type="pres">
      <dgm:prSet presAssocID="{92B064C9-1030-4243-A0FF-99EF5E7AB991}" presName="thickLine" presStyleLbl="alignNode1" presStyleIdx="4" presStyleCnt="6"/>
      <dgm:spPr/>
    </dgm:pt>
    <dgm:pt modelId="{213CF0A5-1996-4F88-93B5-F931078EAACC}" type="pres">
      <dgm:prSet presAssocID="{92B064C9-1030-4243-A0FF-99EF5E7AB991}" presName="horz1" presStyleCnt="0"/>
      <dgm:spPr/>
    </dgm:pt>
    <dgm:pt modelId="{DC1CE00F-54C2-4CA0-ACA7-9032E0DC1337}" type="pres">
      <dgm:prSet presAssocID="{92B064C9-1030-4243-A0FF-99EF5E7AB991}" presName="tx1" presStyleLbl="revTx" presStyleIdx="4" presStyleCnt="6"/>
      <dgm:spPr/>
    </dgm:pt>
    <dgm:pt modelId="{7248A17F-4A6E-45D6-B202-4840D9BDFDB1}" type="pres">
      <dgm:prSet presAssocID="{92B064C9-1030-4243-A0FF-99EF5E7AB991}" presName="vert1" presStyleCnt="0"/>
      <dgm:spPr/>
    </dgm:pt>
    <dgm:pt modelId="{46D69652-8929-4C7F-A311-713F4A1C3EF6}" type="pres">
      <dgm:prSet presAssocID="{28E510D1-FEE4-48C9-AE04-AFFE2A794CF6}" presName="thickLine" presStyleLbl="alignNode1" presStyleIdx="5" presStyleCnt="6"/>
      <dgm:spPr/>
    </dgm:pt>
    <dgm:pt modelId="{412FA5CB-F176-4DD9-95A6-F0151A3337E8}" type="pres">
      <dgm:prSet presAssocID="{28E510D1-FEE4-48C9-AE04-AFFE2A794CF6}" presName="horz1" presStyleCnt="0"/>
      <dgm:spPr/>
    </dgm:pt>
    <dgm:pt modelId="{B766D73B-D74E-456E-936E-2789C1CF3D69}" type="pres">
      <dgm:prSet presAssocID="{28E510D1-FEE4-48C9-AE04-AFFE2A794CF6}" presName="tx1" presStyleLbl="revTx" presStyleIdx="5" presStyleCnt="6"/>
      <dgm:spPr/>
    </dgm:pt>
    <dgm:pt modelId="{29CDC661-A853-4E87-8D3A-C35DB332BB42}" type="pres">
      <dgm:prSet presAssocID="{28E510D1-FEE4-48C9-AE04-AFFE2A794CF6}" presName="vert1" presStyleCnt="0"/>
      <dgm:spPr/>
    </dgm:pt>
  </dgm:ptLst>
  <dgm:cxnLst>
    <dgm:cxn modelId="{0525C60E-FEAD-4E01-944D-8FDA4997A624}" srcId="{2C284BE2-4474-4639-BF39-08CBED97B9F7}" destId="{9D98B87D-D46A-451F-8087-E0725DAEECBE}" srcOrd="1" destOrd="0" parTransId="{E1605244-15B8-4544-9D64-1A843897CD92}" sibTransId="{9AC015A3-933B-47DF-8D06-799E27342B3D}"/>
    <dgm:cxn modelId="{46404727-7851-4FB9-8D15-88A27957833B}" srcId="{2C284BE2-4474-4639-BF39-08CBED97B9F7}" destId="{1B920906-17A3-482E-BA89-D1375B6C14EB}" srcOrd="0" destOrd="0" parTransId="{99D196AB-682C-47B7-B83D-167E8044818D}" sibTransId="{76054295-F16B-48B6-A37F-BB249920BFE8}"/>
    <dgm:cxn modelId="{ED35B642-7857-4DFA-AC33-27E759179F77}" type="presOf" srcId="{92B064C9-1030-4243-A0FF-99EF5E7AB991}" destId="{DC1CE00F-54C2-4CA0-ACA7-9032E0DC1337}" srcOrd="0" destOrd="0" presId="urn:microsoft.com/office/officeart/2008/layout/LinedList"/>
    <dgm:cxn modelId="{05D1716B-6D83-4481-8E9C-975A35637FB6}" type="presOf" srcId="{9D98B87D-D46A-451F-8087-E0725DAEECBE}" destId="{5A86711D-E24E-49CE-A7C3-9FAAAA557E3C}" srcOrd="0" destOrd="0" presId="urn:microsoft.com/office/officeart/2008/layout/LinedList"/>
    <dgm:cxn modelId="{4F256F70-5093-4356-A7D5-0C0E5EF3B108}" srcId="{2C284BE2-4474-4639-BF39-08CBED97B9F7}" destId="{92B064C9-1030-4243-A0FF-99EF5E7AB991}" srcOrd="4" destOrd="0" parTransId="{6FEF6092-31A5-40C3-95D9-7B0789827C49}" sibTransId="{500280F2-DB55-4239-8E85-867AB1232F69}"/>
    <dgm:cxn modelId="{9C6FD77D-F153-4580-9641-97A236BE1835}" srcId="{2C284BE2-4474-4639-BF39-08CBED97B9F7}" destId="{D05A6075-6063-4F92-9D7B-D3873BFCBC65}" srcOrd="2" destOrd="0" parTransId="{ABE18EE3-5458-48C7-997E-0E87BDA172DD}" sibTransId="{7A90AD37-CDEC-4852-9655-E7C6B48F8BEB}"/>
    <dgm:cxn modelId="{8DF68A90-BB13-41BA-8DC8-10DF1179F4F2}" srcId="{2C284BE2-4474-4639-BF39-08CBED97B9F7}" destId="{28E510D1-FEE4-48C9-AE04-AFFE2A794CF6}" srcOrd="5" destOrd="0" parTransId="{141A56DB-BF9B-4FA2-8AF2-1CF9EADE46A2}" sibTransId="{F151AA6F-D602-4917-977D-704D2B6C87E1}"/>
    <dgm:cxn modelId="{C504D0A0-48D0-4C8A-9CE7-3DDD5B6F8F3C}" type="presOf" srcId="{D05A6075-6063-4F92-9D7B-D3873BFCBC65}" destId="{43A4D1F4-69FA-457A-92BD-30372410865D}" srcOrd="0" destOrd="0" presId="urn:microsoft.com/office/officeart/2008/layout/LinedList"/>
    <dgm:cxn modelId="{A1DEB7A2-E8DD-4AD7-8676-4CF57CAAECF9}" type="presOf" srcId="{28E510D1-FEE4-48C9-AE04-AFFE2A794CF6}" destId="{B766D73B-D74E-456E-936E-2789C1CF3D69}" srcOrd="0" destOrd="0" presId="urn:microsoft.com/office/officeart/2008/layout/LinedList"/>
    <dgm:cxn modelId="{9F6EEBC0-2643-4E35-B0EC-2B9994B40B13}" srcId="{2C284BE2-4474-4639-BF39-08CBED97B9F7}" destId="{31F68012-B1D8-4F8D-A984-CF13790E9381}" srcOrd="3" destOrd="0" parTransId="{5458C832-3074-497C-8F7F-4934D9DCE410}" sibTransId="{E744FCFC-EFC3-44BF-A29C-88536322A172}"/>
    <dgm:cxn modelId="{755DDFD2-CF06-4257-BB53-18C8C188B531}" type="presOf" srcId="{31F68012-B1D8-4F8D-A984-CF13790E9381}" destId="{5D9CA5B3-1C85-4D6C-867F-C1101D2FCA71}" srcOrd="0" destOrd="0" presId="urn:microsoft.com/office/officeart/2008/layout/LinedList"/>
    <dgm:cxn modelId="{603F89E8-DAA9-4B1B-86F8-6263A6179962}" type="presOf" srcId="{2C284BE2-4474-4639-BF39-08CBED97B9F7}" destId="{7EC1CD62-8265-498D-B046-FD9C3D47819D}" srcOrd="0" destOrd="0" presId="urn:microsoft.com/office/officeart/2008/layout/LinedList"/>
    <dgm:cxn modelId="{D804CFF6-11A9-471D-ABEE-FDCA6D60CCF4}" type="presOf" srcId="{1B920906-17A3-482E-BA89-D1375B6C14EB}" destId="{93F7295B-C5E7-42A3-A584-EEF8D56322E5}" srcOrd="0" destOrd="0" presId="urn:microsoft.com/office/officeart/2008/layout/LinedList"/>
    <dgm:cxn modelId="{0CD10087-BFED-4C51-8F78-4BE2728476F2}" type="presParOf" srcId="{7EC1CD62-8265-498D-B046-FD9C3D47819D}" destId="{AFF39AE7-C7B8-428D-8D8D-F0981F0A6AD2}" srcOrd="0" destOrd="0" presId="urn:microsoft.com/office/officeart/2008/layout/LinedList"/>
    <dgm:cxn modelId="{0053B775-AB63-4EE8-9934-BF752B2938CA}" type="presParOf" srcId="{7EC1CD62-8265-498D-B046-FD9C3D47819D}" destId="{1FFC1B9F-0883-4547-9D43-1DFD0AFA0236}" srcOrd="1" destOrd="0" presId="urn:microsoft.com/office/officeart/2008/layout/LinedList"/>
    <dgm:cxn modelId="{CB6BBA70-973D-49BC-BA70-6082B7B2C944}" type="presParOf" srcId="{1FFC1B9F-0883-4547-9D43-1DFD0AFA0236}" destId="{93F7295B-C5E7-42A3-A584-EEF8D56322E5}" srcOrd="0" destOrd="0" presId="urn:microsoft.com/office/officeart/2008/layout/LinedList"/>
    <dgm:cxn modelId="{19BA4737-2C0A-42F2-B96C-3DA84FE76060}" type="presParOf" srcId="{1FFC1B9F-0883-4547-9D43-1DFD0AFA0236}" destId="{C15119D0-C4F2-4271-B936-1BD0292477A1}" srcOrd="1" destOrd="0" presId="urn:microsoft.com/office/officeart/2008/layout/LinedList"/>
    <dgm:cxn modelId="{B70E60E4-E1B8-438B-938C-847B436F79FE}" type="presParOf" srcId="{7EC1CD62-8265-498D-B046-FD9C3D47819D}" destId="{3A24A17E-F77E-4AA4-B72B-E724708B73FD}" srcOrd="2" destOrd="0" presId="urn:microsoft.com/office/officeart/2008/layout/LinedList"/>
    <dgm:cxn modelId="{DF9BB007-61EC-420A-B589-666D55531102}" type="presParOf" srcId="{7EC1CD62-8265-498D-B046-FD9C3D47819D}" destId="{1E8C4E01-9C17-4A59-88F2-BDB254EF2D18}" srcOrd="3" destOrd="0" presId="urn:microsoft.com/office/officeart/2008/layout/LinedList"/>
    <dgm:cxn modelId="{D20E8B93-D18B-4009-807A-6E023C76C2E0}" type="presParOf" srcId="{1E8C4E01-9C17-4A59-88F2-BDB254EF2D18}" destId="{5A86711D-E24E-49CE-A7C3-9FAAAA557E3C}" srcOrd="0" destOrd="0" presId="urn:microsoft.com/office/officeart/2008/layout/LinedList"/>
    <dgm:cxn modelId="{2A1FCB20-E007-4BF5-B00E-50C1027211FE}" type="presParOf" srcId="{1E8C4E01-9C17-4A59-88F2-BDB254EF2D18}" destId="{33B03B70-BE7A-46EC-B087-3CE3E1DA8BE7}" srcOrd="1" destOrd="0" presId="urn:microsoft.com/office/officeart/2008/layout/LinedList"/>
    <dgm:cxn modelId="{12E1690B-4373-4FFD-A67D-05882FCCCB97}" type="presParOf" srcId="{7EC1CD62-8265-498D-B046-FD9C3D47819D}" destId="{FAAD0685-07DB-4D4F-93AB-85702B513775}" srcOrd="4" destOrd="0" presId="urn:microsoft.com/office/officeart/2008/layout/LinedList"/>
    <dgm:cxn modelId="{143CB6D0-AAE0-4AD8-B6C4-A7687FF58496}" type="presParOf" srcId="{7EC1CD62-8265-498D-B046-FD9C3D47819D}" destId="{533E32A6-E145-4D56-BCB8-C1C7ABC9B435}" srcOrd="5" destOrd="0" presId="urn:microsoft.com/office/officeart/2008/layout/LinedList"/>
    <dgm:cxn modelId="{5A70104E-1281-4957-9F93-035833F8E35F}" type="presParOf" srcId="{533E32A6-E145-4D56-BCB8-C1C7ABC9B435}" destId="{43A4D1F4-69FA-457A-92BD-30372410865D}" srcOrd="0" destOrd="0" presId="urn:microsoft.com/office/officeart/2008/layout/LinedList"/>
    <dgm:cxn modelId="{9705EEA6-4859-4860-8F9B-04D2EAA51C03}" type="presParOf" srcId="{533E32A6-E145-4D56-BCB8-C1C7ABC9B435}" destId="{8F08CC6D-A0C2-484A-9093-78CEC5F3052D}" srcOrd="1" destOrd="0" presId="urn:microsoft.com/office/officeart/2008/layout/LinedList"/>
    <dgm:cxn modelId="{64C844A9-6B5F-4203-99D6-DEF13F3A3A24}" type="presParOf" srcId="{7EC1CD62-8265-498D-B046-FD9C3D47819D}" destId="{9598CEA0-0508-4AC3-AD34-0ACD77E432A8}" srcOrd="6" destOrd="0" presId="urn:microsoft.com/office/officeart/2008/layout/LinedList"/>
    <dgm:cxn modelId="{41227439-6A42-4CDE-8894-A99FB50C1BC9}" type="presParOf" srcId="{7EC1CD62-8265-498D-B046-FD9C3D47819D}" destId="{AD6502A2-7282-43B6-BA53-56E04509BC04}" srcOrd="7" destOrd="0" presId="urn:microsoft.com/office/officeart/2008/layout/LinedList"/>
    <dgm:cxn modelId="{678BAD55-D1F3-4EC4-B552-FEEAB32ED9F1}" type="presParOf" srcId="{AD6502A2-7282-43B6-BA53-56E04509BC04}" destId="{5D9CA5B3-1C85-4D6C-867F-C1101D2FCA71}" srcOrd="0" destOrd="0" presId="urn:microsoft.com/office/officeart/2008/layout/LinedList"/>
    <dgm:cxn modelId="{8BFA4CED-E37E-4925-893C-2F4C1CB90B42}" type="presParOf" srcId="{AD6502A2-7282-43B6-BA53-56E04509BC04}" destId="{786C35EC-E3B8-44D8-91F9-96A6352808F9}" srcOrd="1" destOrd="0" presId="urn:microsoft.com/office/officeart/2008/layout/LinedList"/>
    <dgm:cxn modelId="{128CC2CA-C928-41FC-8EC7-6D53ED59CF76}" type="presParOf" srcId="{7EC1CD62-8265-498D-B046-FD9C3D47819D}" destId="{32E4C857-3015-491C-B80C-36ED16843610}" srcOrd="8" destOrd="0" presId="urn:microsoft.com/office/officeart/2008/layout/LinedList"/>
    <dgm:cxn modelId="{0FC9EC06-73E2-42AE-AF09-00251BF91C45}" type="presParOf" srcId="{7EC1CD62-8265-498D-B046-FD9C3D47819D}" destId="{213CF0A5-1996-4F88-93B5-F931078EAACC}" srcOrd="9" destOrd="0" presId="urn:microsoft.com/office/officeart/2008/layout/LinedList"/>
    <dgm:cxn modelId="{8F7DA88D-7770-47B6-A537-3CCCF31BE6FC}" type="presParOf" srcId="{213CF0A5-1996-4F88-93B5-F931078EAACC}" destId="{DC1CE00F-54C2-4CA0-ACA7-9032E0DC1337}" srcOrd="0" destOrd="0" presId="urn:microsoft.com/office/officeart/2008/layout/LinedList"/>
    <dgm:cxn modelId="{7B5BE5B9-7C2A-4CA3-9A4B-D98F070CD8EA}" type="presParOf" srcId="{213CF0A5-1996-4F88-93B5-F931078EAACC}" destId="{7248A17F-4A6E-45D6-B202-4840D9BDFDB1}" srcOrd="1" destOrd="0" presId="urn:microsoft.com/office/officeart/2008/layout/LinedList"/>
    <dgm:cxn modelId="{99122BD2-AD6C-4403-AC7E-2719FD3CB074}" type="presParOf" srcId="{7EC1CD62-8265-498D-B046-FD9C3D47819D}" destId="{46D69652-8929-4C7F-A311-713F4A1C3EF6}" srcOrd="10" destOrd="0" presId="urn:microsoft.com/office/officeart/2008/layout/LinedList"/>
    <dgm:cxn modelId="{61CCB211-AD37-4E94-8392-2F68EC6F7B1A}" type="presParOf" srcId="{7EC1CD62-8265-498D-B046-FD9C3D47819D}" destId="{412FA5CB-F176-4DD9-95A6-F0151A3337E8}" srcOrd="11" destOrd="0" presId="urn:microsoft.com/office/officeart/2008/layout/LinedList"/>
    <dgm:cxn modelId="{F3A5BCD9-3763-4140-8451-D8E1BB767264}" type="presParOf" srcId="{412FA5CB-F176-4DD9-95A6-F0151A3337E8}" destId="{B766D73B-D74E-456E-936E-2789C1CF3D69}" srcOrd="0" destOrd="0" presId="urn:microsoft.com/office/officeart/2008/layout/LinedList"/>
    <dgm:cxn modelId="{F5E08CB5-7649-4473-BDE9-2F0822C10C77}" type="presParOf" srcId="{412FA5CB-F176-4DD9-95A6-F0151A3337E8}" destId="{29CDC661-A853-4E87-8D3A-C35DB332BB4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FE20D98-70E6-49F1-A24E-59349F834798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4B3CA1-74AB-46E0-A56A-A22523D6852D}">
      <dgm:prSet/>
      <dgm:spPr/>
      <dgm:t>
        <a:bodyPr/>
        <a:lstStyle/>
        <a:p>
          <a:r>
            <a:rPr lang="en-US" b="0" i="0" baseline="0"/>
            <a:t>Every device has a separate connection to a central switch or hub</a:t>
          </a:r>
          <a:endParaRPr lang="en-US"/>
        </a:p>
      </dgm:t>
    </dgm:pt>
    <dgm:pt modelId="{597291E8-CC1D-452C-BFF8-1EC2F92B7FEE}" type="parTrans" cxnId="{6047154A-164A-4BD4-BC67-BD2CF3F7AEC8}">
      <dgm:prSet/>
      <dgm:spPr/>
      <dgm:t>
        <a:bodyPr/>
        <a:lstStyle/>
        <a:p>
          <a:endParaRPr lang="en-US"/>
        </a:p>
      </dgm:t>
    </dgm:pt>
    <dgm:pt modelId="{0390A692-5918-47A3-97E2-87E3569C69B1}" type="sibTrans" cxnId="{6047154A-164A-4BD4-BC67-BD2CF3F7AEC8}">
      <dgm:prSet/>
      <dgm:spPr/>
      <dgm:t>
        <a:bodyPr/>
        <a:lstStyle/>
        <a:p>
          <a:endParaRPr lang="en-US"/>
        </a:p>
      </dgm:t>
    </dgm:pt>
    <dgm:pt modelId="{F69F4279-92AE-4858-8239-E840027F9457}">
      <dgm:prSet/>
      <dgm:spPr/>
      <dgm:t>
        <a:bodyPr/>
        <a:lstStyle/>
        <a:p>
          <a:r>
            <a:rPr lang="en-US" b="0" i="0" baseline="0"/>
            <a:t>Most modern Ethernet LANs use a star-based design</a:t>
          </a:r>
          <a:endParaRPr lang="en-US"/>
        </a:p>
      </dgm:t>
    </dgm:pt>
    <dgm:pt modelId="{69A78A27-00EB-4605-A133-16E01BBFF9D1}" type="parTrans" cxnId="{4605806E-939F-4363-B36F-2D2A24C271B0}">
      <dgm:prSet/>
      <dgm:spPr/>
      <dgm:t>
        <a:bodyPr/>
        <a:lstStyle/>
        <a:p>
          <a:endParaRPr lang="en-US"/>
        </a:p>
      </dgm:t>
    </dgm:pt>
    <dgm:pt modelId="{38B9CF1C-DD48-4FE3-BC83-8C0974762787}" type="sibTrans" cxnId="{4605806E-939F-4363-B36F-2D2A24C271B0}">
      <dgm:prSet/>
      <dgm:spPr/>
      <dgm:t>
        <a:bodyPr/>
        <a:lstStyle/>
        <a:p>
          <a:endParaRPr lang="en-US"/>
        </a:p>
      </dgm:t>
    </dgm:pt>
    <dgm:pt modelId="{322D1893-2111-450F-9996-0DE7674E1FEB}">
      <dgm:prSet/>
      <dgm:spPr/>
      <dgm:t>
        <a:bodyPr/>
        <a:lstStyle/>
        <a:p>
          <a:r>
            <a:rPr lang="en-US" b="0" i="0" baseline="0"/>
            <a:t>Advantages: easy to install, manage, expand, and troubleshoot</a:t>
          </a:r>
          <a:endParaRPr lang="en-US"/>
        </a:p>
      </dgm:t>
    </dgm:pt>
    <dgm:pt modelId="{56A230EB-8832-4ABF-B51F-8B1F6D90ABA8}" type="parTrans" cxnId="{D517D12C-46AF-44A4-A168-6798A5CF9B7D}">
      <dgm:prSet/>
      <dgm:spPr/>
      <dgm:t>
        <a:bodyPr/>
        <a:lstStyle/>
        <a:p>
          <a:endParaRPr lang="en-US"/>
        </a:p>
      </dgm:t>
    </dgm:pt>
    <dgm:pt modelId="{F5BA2082-178E-49EA-B9D6-F171213958A4}" type="sibTrans" cxnId="{D517D12C-46AF-44A4-A168-6798A5CF9B7D}">
      <dgm:prSet/>
      <dgm:spPr/>
      <dgm:t>
        <a:bodyPr/>
        <a:lstStyle/>
        <a:p>
          <a:endParaRPr lang="en-US"/>
        </a:p>
      </dgm:t>
    </dgm:pt>
    <dgm:pt modelId="{A846B965-796C-4F11-B2A5-D52BCDAE3533}">
      <dgm:prSet/>
      <dgm:spPr/>
      <dgm:t>
        <a:bodyPr/>
        <a:lstStyle/>
        <a:p>
          <a:r>
            <a:rPr lang="en-US" b="0" i="0" baseline="0"/>
            <a:t>Failure of one cable normally affects only one device</a:t>
          </a:r>
          <a:endParaRPr lang="en-US"/>
        </a:p>
      </dgm:t>
    </dgm:pt>
    <dgm:pt modelId="{7E5E21B0-24FE-490B-8B16-F3AB9F51D468}" type="parTrans" cxnId="{1762607C-126D-4649-AF15-31A2E57658A9}">
      <dgm:prSet/>
      <dgm:spPr/>
      <dgm:t>
        <a:bodyPr/>
        <a:lstStyle/>
        <a:p>
          <a:endParaRPr lang="en-US"/>
        </a:p>
      </dgm:t>
    </dgm:pt>
    <dgm:pt modelId="{1D0A3966-A109-428C-BA7F-4FA0BDB9D481}" type="sibTrans" cxnId="{1762607C-126D-4649-AF15-31A2E57658A9}">
      <dgm:prSet/>
      <dgm:spPr/>
      <dgm:t>
        <a:bodyPr/>
        <a:lstStyle/>
        <a:p>
          <a:endParaRPr lang="en-US"/>
        </a:p>
      </dgm:t>
    </dgm:pt>
    <dgm:pt modelId="{C8AABE91-9DE2-41E5-BDB9-379DC289EF3C}">
      <dgm:prSet/>
      <dgm:spPr/>
      <dgm:t>
        <a:bodyPr/>
        <a:lstStyle/>
        <a:p>
          <a:r>
            <a:rPr lang="en-US" b="0" i="0" baseline="0"/>
            <a:t>Disadvantage: failure of the central switch can affect connected devices</a:t>
          </a:r>
          <a:endParaRPr lang="en-US"/>
        </a:p>
      </dgm:t>
    </dgm:pt>
    <dgm:pt modelId="{7590046B-506C-49EA-8E1E-73FC2B72B8D2}" type="parTrans" cxnId="{165BAE30-BB2A-4A23-9125-521EF3229673}">
      <dgm:prSet/>
      <dgm:spPr/>
      <dgm:t>
        <a:bodyPr/>
        <a:lstStyle/>
        <a:p>
          <a:endParaRPr lang="en-US"/>
        </a:p>
      </dgm:t>
    </dgm:pt>
    <dgm:pt modelId="{A096D344-E819-440C-8E05-E8AB803B4D19}" type="sibTrans" cxnId="{165BAE30-BB2A-4A23-9125-521EF3229673}">
      <dgm:prSet/>
      <dgm:spPr/>
      <dgm:t>
        <a:bodyPr/>
        <a:lstStyle/>
        <a:p>
          <a:endParaRPr lang="en-US"/>
        </a:p>
      </dgm:t>
    </dgm:pt>
    <dgm:pt modelId="{DAFFFEDB-7515-4DD8-BE13-2A29EEF89C0C}" type="pres">
      <dgm:prSet presAssocID="{6FE20D98-70E6-49F1-A24E-59349F834798}" presName="linear" presStyleCnt="0">
        <dgm:presLayoutVars>
          <dgm:animLvl val="lvl"/>
          <dgm:resizeHandles val="exact"/>
        </dgm:presLayoutVars>
      </dgm:prSet>
      <dgm:spPr/>
    </dgm:pt>
    <dgm:pt modelId="{8DBE34DE-31F2-4063-923E-40F830EA0E13}" type="pres">
      <dgm:prSet presAssocID="{AF4B3CA1-74AB-46E0-A56A-A22523D6852D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2F720125-8CAF-47A4-B2E5-CB5BEDC42578}" type="pres">
      <dgm:prSet presAssocID="{0390A692-5918-47A3-97E2-87E3569C69B1}" presName="spacer" presStyleCnt="0"/>
      <dgm:spPr/>
    </dgm:pt>
    <dgm:pt modelId="{FD31AEBB-A17F-4E30-ACC5-004A810D9D05}" type="pres">
      <dgm:prSet presAssocID="{F69F4279-92AE-4858-8239-E840027F9457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7AEBB447-64B1-4C9E-A6C9-B30B2EA13826}" type="pres">
      <dgm:prSet presAssocID="{38B9CF1C-DD48-4FE3-BC83-8C0974762787}" presName="spacer" presStyleCnt="0"/>
      <dgm:spPr/>
    </dgm:pt>
    <dgm:pt modelId="{DEBF8518-2606-48FF-8D99-45314DD13195}" type="pres">
      <dgm:prSet presAssocID="{322D1893-2111-450F-9996-0DE7674E1FEB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E66E5E46-DC48-42E5-B3A9-D815FC1B3A1F}" type="pres">
      <dgm:prSet presAssocID="{F5BA2082-178E-49EA-B9D6-F171213958A4}" presName="spacer" presStyleCnt="0"/>
      <dgm:spPr/>
    </dgm:pt>
    <dgm:pt modelId="{0799A982-0B2B-49B0-9392-E72DAC709958}" type="pres">
      <dgm:prSet presAssocID="{A846B965-796C-4F11-B2A5-D52BCDAE353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AA28773-0E77-4AB2-8715-CDDED0134155}" type="pres">
      <dgm:prSet presAssocID="{1D0A3966-A109-428C-BA7F-4FA0BDB9D481}" presName="spacer" presStyleCnt="0"/>
      <dgm:spPr/>
    </dgm:pt>
    <dgm:pt modelId="{CFFBB2A7-547B-4762-B770-8A580A991958}" type="pres">
      <dgm:prSet presAssocID="{C8AABE91-9DE2-41E5-BDB9-379DC289EF3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310D8D0C-A321-4B11-A4DF-91AD555C5BE6}" type="presOf" srcId="{A846B965-796C-4F11-B2A5-D52BCDAE3533}" destId="{0799A982-0B2B-49B0-9392-E72DAC709958}" srcOrd="0" destOrd="0" presId="urn:microsoft.com/office/officeart/2005/8/layout/vList2"/>
    <dgm:cxn modelId="{AE607B22-877A-4CBC-9DCC-628A90FFD8DC}" type="presOf" srcId="{322D1893-2111-450F-9996-0DE7674E1FEB}" destId="{DEBF8518-2606-48FF-8D99-45314DD13195}" srcOrd="0" destOrd="0" presId="urn:microsoft.com/office/officeart/2005/8/layout/vList2"/>
    <dgm:cxn modelId="{D517D12C-46AF-44A4-A168-6798A5CF9B7D}" srcId="{6FE20D98-70E6-49F1-A24E-59349F834798}" destId="{322D1893-2111-450F-9996-0DE7674E1FEB}" srcOrd="2" destOrd="0" parTransId="{56A230EB-8832-4ABF-B51F-8B1F6D90ABA8}" sibTransId="{F5BA2082-178E-49EA-B9D6-F171213958A4}"/>
    <dgm:cxn modelId="{165BAE30-BB2A-4A23-9125-521EF3229673}" srcId="{6FE20D98-70E6-49F1-A24E-59349F834798}" destId="{C8AABE91-9DE2-41E5-BDB9-379DC289EF3C}" srcOrd="4" destOrd="0" parTransId="{7590046B-506C-49EA-8E1E-73FC2B72B8D2}" sibTransId="{A096D344-E819-440C-8E05-E8AB803B4D19}"/>
    <dgm:cxn modelId="{6047154A-164A-4BD4-BC67-BD2CF3F7AEC8}" srcId="{6FE20D98-70E6-49F1-A24E-59349F834798}" destId="{AF4B3CA1-74AB-46E0-A56A-A22523D6852D}" srcOrd="0" destOrd="0" parTransId="{597291E8-CC1D-452C-BFF8-1EC2F92B7FEE}" sibTransId="{0390A692-5918-47A3-97E2-87E3569C69B1}"/>
    <dgm:cxn modelId="{4605806E-939F-4363-B36F-2D2A24C271B0}" srcId="{6FE20D98-70E6-49F1-A24E-59349F834798}" destId="{F69F4279-92AE-4858-8239-E840027F9457}" srcOrd="1" destOrd="0" parTransId="{69A78A27-00EB-4605-A133-16E01BBFF9D1}" sibTransId="{38B9CF1C-DD48-4FE3-BC83-8C0974762787}"/>
    <dgm:cxn modelId="{1762607C-126D-4649-AF15-31A2E57658A9}" srcId="{6FE20D98-70E6-49F1-A24E-59349F834798}" destId="{A846B965-796C-4F11-B2A5-D52BCDAE3533}" srcOrd="3" destOrd="0" parTransId="{7E5E21B0-24FE-490B-8B16-F3AB9F51D468}" sibTransId="{1D0A3966-A109-428C-BA7F-4FA0BDB9D481}"/>
    <dgm:cxn modelId="{6489CA85-881D-4F83-B717-3E6C2AB1191A}" type="presOf" srcId="{C8AABE91-9DE2-41E5-BDB9-379DC289EF3C}" destId="{CFFBB2A7-547B-4762-B770-8A580A991958}" srcOrd="0" destOrd="0" presId="urn:microsoft.com/office/officeart/2005/8/layout/vList2"/>
    <dgm:cxn modelId="{71C0A193-5E7D-4E50-9D21-26B2CD052437}" type="presOf" srcId="{6FE20D98-70E6-49F1-A24E-59349F834798}" destId="{DAFFFEDB-7515-4DD8-BE13-2A29EEF89C0C}" srcOrd="0" destOrd="0" presId="urn:microsoft.com/office/officeart/2005/8/layout/vList2"/>
    <dgm:cxn modelId="{0AD28BAA-35E9-4B08-BF06-8DB6289E6326}" type="presOf" srcId="{F69F4279-92AE-4858-8239-E840027F9457}" destId="{FD31AEBB-A17F-4E30-ACC5-004A810D9D05}" srcOrd="0" destOrd="0" presId="urn:microsoft.com/office/officeart/2005/8/layout/vList2"/>
    <dgm:cxn modelId="{B42DA6AB-031B-41C9-960F-B2936A924303}" type="presOf" srcId="{AF4B3CA1-74AB-46E0-A56A-A22523D6852D}" destId="{8DBE34DE-31F2-4063-923E-40F830EA0E13}" srcOrd="0" destOrd="0" presId="urn:microsoft.com/office/officeart/2005/8/layout/vList2"/>
    <dgm:cxn modelId="{DBD82B3D-D291-416A-828A-858D6002A4CA}" type="presParOf" srcId="{DAFFFEDB-7515-4DD8-BE13-2A29EEF89C0C}" destId="{8DBE34DE-31F2-4063-923E-40F830EA0E13}" srcOrd="0" destOrd="0" presId="urn:microsoft.com/office/officeart/2005/8/layout/vList2"/>
    <dgm:cxn modelId="{FFEC3BFB-4928-4BDE-803E-C0057AA0AA7F}" type="presParOf" srcId="{DAFFFEDB-7515-4DD8-BE13-2A29EEF89C0C}" destId="{2F720125-8CAF-47A4-B2E5-CB5BEDC42578}" srcOrd="1" destOrd="0" presId="urn:microsoft.com/office/officeart/2005/8/layout/vList2"/>
    <dgm:cxn modelId="{52A3A9FE-0B1F-4D3B-960F-AAECC6C78CFB}" type="presParOf" srcId="{DAFFFEDB-7515-4DD8-BE13-2A29EEF89C0C}" destId="{FD31AEBB-A17F-4E30-ACC5-004A810D9D05}" srcOrd="2" destOrd="0" presId="urn:microsoft.com/office/officeart/2005/8/layout/vList2"/>
    <dgm:cxn modelId="{CB9E4CF2-6A03-43EE-8E8C-E0494A99EE8A}" type="presParOf" srcId="{DAFFFEDB-7515-4DD8-BE13-2A29EEF89C0C}" destId="{7AEBB447-64B1-4C9E-A6C9-B30B2EA13826}" srcOrd="3" destOrd="0" presId="urn:microsoft.com/office/officeart/2005/8/layout/vList2"/>
    <dgm:cxn modelId="{B53F97E9-0964-4356-8B70-EECA35B4761D}" type="presParOf" srcId="{DAFFFEDB-7515-4DD8-BE13-2A29EEF89C0C}" destId="{DEBF8518-2606-48FF-8D99-45314DD13195}" srcOrd="4" destOrd="0" presId="urn:microsoft.com/office/officeart/2005/8/layout/vList2"/>
    <dgm:cxn modelId="{52573CEC-5A99-4B28-9C8F-BBAAAE0CF427}" type="presParOf" srcId="{DAFFFEDB-7515-4DD8-BE13-2A29EEF89C0C}" destId="{E66E5E46-DC48-42E5-B3A9-D815FC1B3A1F}" srcOrd="5" destOrd="0" presId="urn:microsoft.com/office/officeart/2005/8/layout/vList2"/>
    <dgm:cxn modelId="{AC8543DD-07DC-4F75-ADD4-DC680333C75E}" type="presParOf" srcId="{DAFFFEDB-7515-4DD8-BE13-2A29EEF89C0C}" destId="{0799A982-0B2B-49B0-9392-E72DAC709958}" srcOrd="6" destOrd="0" presId="urn:microsoft.com/office/officeart/2005/8/layout/vList2"/>
    <dgm:cxn modelId="{DE7A7BEA-9C1E-4C62-A444-D0C29488F77B}" type="presParOf" srcId="{DAFFFEDB-7515-4DD8-BE13-2A29EEF89C0C}" destId="{4AA28773-0E77-4AB2-8715-CDDED0134155}" srcOrd="7" destOrd="0" presId="urn:microsoft.com/office/officeart/2005/8/layout/vList2"/>
    <dgm:cxn modelId="{21082106-7D8B-44C2-9EFA-1CB3E3C1F29B}" type="presParOf" srcId="{DAFFFEDB-7515-4DD8-BE13-2A29EEF89C0C}" destId="{CFFBB2A7-547B-4762-B770-8A580A99195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370A5CB-85C4-493B-9B37-8AACF85DF613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B84EAD5D-15FC-4BBF-B658-9EE09CC306A6}">
      <dgm:prSet/>
      <dgm:spPr/>
      <dgm:t>
        <a:bodyPr/>
        <a:lstStyle/>
        <a:p>
          <a:r>
            <a:rPr lang="en-US" b="0" i="0" baseline="0"/>
            <a:t>Each device connects to two neighboring devices</a:t>
          </a:r>
          <a:endParaRPr lang="en-US"/>
        </a:p>
      </dgm:t>
    </dgm:pt>
    <dgm:pt modelId="{F1EACF33-4B93-4120-AA9D-8D8C7E16C889}" type="parTrans" cxnId="{1EFAD96F-60F0-41F3-B925-C618651A9AF5}">
      <dgm:prSet/>
      <dgm:spPr/>
      <dgm:t>
        <a:bodyPr/>
        <a:lstStyle/>
        <a:p>
          <a:endParaRPr lang="en-US"/>
        </a:p>
      </dgm:t>
    </dgm:pt>
    <dgm:pt modelId="{639FCECF-DFEF-4797-B105-5FBF572AB75A}" type="sibTrans" cxnId="{1EFAD96F-60F0-41F3-B925-C618651A9AF5}">
      <dgm:prSet/>
      <dgm:spPr/>
      <dgm:t>
        <a:bodyPr/>
        <a:lstStyle/>
        <a:p>
          <a:endParaRPr lang="en-US"/>
        </a:p>
      </dgm:t>
    </dgm:pt>
    <dgm:pt modelId="{E5207739-F439-4570-87E0-E24423B39184}">
      <dgm:prSet/>
      <dgm:spPr/>
      <dgm:t>
        <a:bodyPr/>
        <a:lstStyle/>
        <a:p>
          <a:r>
            <a:rPr lang="en-US" b="0" i="0" baseline="0"/>
            <a:t>Devices form a closed loop</a:t>
          </a:r>
          <a:endParaRPr lang="en-US"/>
        </a:p>
      </dgm:t>
    </dgm:pt>
    <dgm:pt modelId="{594FD6A0-D960-418D-829C-92589CA52F91}" type="parTrans" cxnId="{E042ADF9-4A53-4F61-B6F0-E955A7B7B706}">
      <dgm:prSet/>
      <dgm:spPr/>
      <dgm:t>
        <a:bodyPr/>
        <a:lstStyle/>
        <a:p>
          <a:endParaRPr lang="en-US"/>
        </a:p>
      </dgm:t>
    </dgm:pt>
    <dgm:pt modelId="{6F21A0C5-6018-4A17-B71F-95115C094570}" type="sibTrans" cxnId="{E042ADF9-4A53-4F61-B6F0-E955A7B7B706}">
      <dgm:prSet/>
      <dgm:spPr/>
      <dgm:t>
        <a:bodyPr/>
        <a:lstStyle/>
        <a:p>
          <a:endParaRPr lang="en-US"/>
        </a:p>
      </dgm:t>
    </dgm:pt>
    <dgm:pt modelId="{1CCA8096-38D2-4054-9DA4-5F55CE18853F}">
      <dgm:prSet/>
      <dgm:spPr/>
      <dgm:t>
        <a:bodyPr/>
        <a:lstStyle/>
        <a:p>
          <a:r>
            <a:rPr lang="en-US" b="0" i="0" baseline="0"/>
            <a:t>Data travels around the ring</a:t>
          </a:r>
          <a:endParaRPr lang="en-US"/>
        </a:p>
      </dgm:t>
    </dgm:pt>
    <dgm:pt modelId="{C1DE6F2B-0B5A-4985-8E87-5DE86D45BAEB}" type="parTrans" cxnId="{823C3F13-3197-40C1-B348-4DAD8357783E}">
      <dgm:prSet/>
      <dgm:spPr/>
      <dgm:t>
        <a:bodyPr/>
        <a:lstStyle/>
        <a:p>
          <a:endParaRPr lang="en-US"/>
        </a:p>
      </dgm:t>
    </dgm:pt>
    <dgm:pt modelId="{869B98C2-2459-4C5C-9BD4-596C7AD75EDA}" type="sibTrans" cxnId="{823C3F13-3197-40C1-B348-4DAD8357783E}">
      <dgm:prSet/>
      <dgm:spPr/>
      <dgm:t>
        <a:bodyPr/>
        <a:lstStyle/>
        <a:p>
          <a:endParaRPr lang="en-US"/>
        </a:p>
      </dgm:t>
    </dgm:pt>
    <dgm:pt modelId="{EB6F696E-04F3-40F5-AFF8-590D1A6D625B}">
      <dgm:prSet/>
      <dgm:spPr/>
      <dgm:t>
        <a:bodyPr/>
        <a:lstStyle/>
        <a:p>
          <a:r>
            <a:rPr lang="en-US" b="0" i="0" baseline="0"/>
            <a:t>Advantages: predictable data flow and no central device required</a:t>
          </a:r>
          <a:endParaRPr lang="en-US"/>
        </a:p>
      </dgm:t>
    </dgm:pt>
    <dgm:pt modelId="{703CBB64-281B-4BE8-9CB9-7B3162F5741C}" type="parTrans" cxnId="{2A4EAD21-C864-445C-B614-9F879055738F}">
      <dgm:prSet/>
      <dgm:spPr/>
      <dgm:t>
        <a:bodyPr/>
        <a:lstStyle/>
        <a:p>
          <a:endParaRPr lang="en-US"/>
        </a:p>
      </dgm:t>
    </dgm:pt>
    <dgm:pt modelId="{564AE330-CBFD-4E74-A893-1CE179B0CE62}" type="sibTrans" cxnId="{2A4EAD21-C864-445C-B614-9F879055738F}">
      <dgm:prSet/>
      <dgm:spPr/>
      <dgm:t>
        <a:bodyPr/>
        <a:lstStyle/>
        <a:p>
          <a:endParaRPr lang="en-US"/>
        </a:p>
      </dgm:t>
    </dgm:pt>
    <dgm:pt modelId="{40336771-378F-4838-BF2A-8E8BEC3C3372}">
      <dgm:prSet/>
      <dgm:spPr/>
      <dgm:t>
        <a:bodyPr/>
        <a:lstStyle/>
        <a:p>
          <a:r>
            <a:rPr lang="en-US" b="0" i="0" baseline="0"/>
            <a:t>Disadvantages: a connection failure can disrupt communication</a:t>
          </a:r>
          <a:endParaRPr lang="en-US"/>
        </a:p>
      </dgm:t>
    </dgm:pt>
    <dgm:pt modelId="{72996750-9253-40AC-BB85-DD264232FDF0}" type="parTrans" cxnId="{2719053E-51EF-4301-A784-B803DAA146E5}">
      <dgm:prSet/>
      <dgm:spPr/>
      <dgm:t>
        <a:bodyPr/>
        <a:lstStyle/>
        <a:p>
          <a:endParaRPr lang="en-US"/>
        </a:p>
      </dgm:t>
    </dgm:pt>
    <dgm:pt modelId="{82D5A04A-0872-4DB6-9DDC-F40882CFDF7C}" type="sibTrans" cxnId="{2719053E-51EF-4301-A784-B803DAA146E5}">
      <dgm:prSet/>
      <dgm:spPr/>
      <dgm:t>
        <a:bodyPr/>
        <a:lstStyle/>
        <a:p>
          <a:endParaRPr lang="en-US"/>
        </a:p>
      </dgm:t>
    </dgm:pt>
    <dgm:pt modelId="{38804AB5-F9CF-48B1-ADAC-57F0FB6EBB09}">
      <dgm:prSet/>
      <dgm:spPr/>
      <dgm:t>
        <a:bodyPr/>
        <a:lstStyle/>
        <a:p>
          <a:r>
            <a:rPr lang="en-US" b="0" i="0" baseline="0"/>
            <a:t>Rare in modern LANs</a:t>
          </a:r>
          <a:endParaRPr lang="en-US"/>
        </a:p>
      </dgm:t>
    </dgm:pt>
    <dgm:pt modelId="{8922BF20-85FC-4E0C-8139-00EA5F805D17}" type="parTrans" cxnId="{414667A5-D152-421C-9E4D-3477F56E410B}">
      <dgm:prSet/>
      <dgm:spPr/>
      <dgm:t>
        <a:bodyPr/>
        <a:lstStyle/>
        <a:p>
          <a:endParaRPr lang="en-US"/>
        </a:p>
      </dgm:t>
    </dgm:pt>
    <dgm:pt modelId="{4F043DDC-B495-4563-95C0-1433AD8FFFFA}" type="sibTrans" cxnId="{414667A5-D152-421C-9E4D-3477F56E410B}">
      <dgm:prSet/>
      <dgm:spPr/>
      <dgm:t>
        <a:bodyPr/>
        <a:lstStyle/>
        <a:p>
          <a:endParaRPr lang="en-US"/>
        </a:p>
      </dgm:t>
    </dgm:pt>
    <dgm:pt modelId="{D5E73614-8D43-48BC-96D1-C2F69A536D2C}" type="pres">
      <dgm:prSet presAssocID="{D370A5CB-85C4-493B-9B37-8AACF85DF613}" presName="vert0" presStyleCnt="0">
        <dgm:presLayoutVars>
          <dgm:dir/>
          <dgm:animOne val="branch"/>
          <dgm:animLvl val="lvl"/>
        </dgm:presLayoutVars>
      </dgm:prSet>
      <dgm:spPr/>
    </dgm:pt>
    <dgm:pt modelId="{1389D559-2564-4B83-BEC0-69B32BC71CE1}" type="pres">
      <dgm:prSet presAssocID="{B84EAD5D-15FC-4BBF-B658-9EE09CC306A6}" presName="thickLine" presStyleLbl="alignNode1" presStyleIdx="0" presStyleCnt="6"/>
      <dgm:spPr/>
    </dgm:pt>
    <dgm:pt modelId="{59B7E53F-236B-4C0F-82B8-C32D5722D16E}" type="pres">
      <dgm:prSet presAssocID="{B84EAD5D-15FC-4BBF-B658-9EE09CC306A6}" presName="horz1" presStyleCnt="0"/>
      <dgm:spPr/>
    </dgm:pt>
    <dgm:pt modelId="{E06CAEC3-11D2-4AF5-99A8-21366D6C90F9}" type="pres">
      <dgm:prSet presAssocID="{B84EAD5D-15FC-4BBF-B658-9EE09CC306A6}" presName="tx1" presStyleLbl="revTx" presStyleIdx="0" presStyleCnt="6"/>
      <dgm:spPr/>
    </dgm:pt>
    <dgm:pt modelId="{9C5CE092-E8A4-4F14-B176-9FFA02F9D27F}" type="pres">
      <dgm:prSet presAssocID="{B84EAD5D-15FC-4BBF-B658-9EE09CC306A6}" presName="vert1" presStyleCnt="0"/>
      <dgm:spPr/>
    </dgm:pt>
    <dgm:pt modelId="{3717DCF4-BF82-47C5-9420-69B357DF7460}" type="pres">
      <dgm:prSet presAssocID="{E5207739-F439-4570-87E0-E24423B39184}" presName="thickLine" presStyleLbl="alignNode1" presStyleIdx="1" presStyleCnt="6"/>
      <dgm:spPr/>
    </dgm:pt>
    <dgm:pt modelId="{07F2A057-4341-4734-BB7D-AC90BFC209D0}" type="pres">
      <dgm:prSet presAssocID="{E5207739-F439-4570-87E0-E24423B39184}" presName="horz1" presStyleCnt="0"/>
      <dgm:spPr/>
    </dgm:pt>
    <dgm:pt modelId="{A65FD88B-1B82-4C35-8262-E8B78ED474BB}" type="pres">
      <dgm:prSet presAssocID="{E5207739-F439-4570-87E0-E24423B39184}" presName="tx1" presStyleLbl="revTx" presStyleIdx="1" presStyleCnt="6"/>
      <dgm:spPr/>
    </dgm:pt>
    <dgm:pt modelId="{DBC73CF6-6564-44A0-BC0D-9B45A7BEF32A}" type="pres">
      <dgm:prSet presAssocID="{E5207739-F439-4570-87E0-E24423B39184}" presName="vert1" presStyleCnt="0"/>
      <dgm:spPr/>
    </dgm:pt>
    <dgm:pt modelId="{6F167E7A-0A17-4D41-BBC3-88A602740589}" type="pres">
      <dgm:prSet presAssocID="{1CCA8096-38D2-4054-9DA4-5F55CE18853F}" presName="thickLine" presStyleLbl="alignNode1" presStyleIdx="2" presStyleCnt="6"/>
      <dgm:spPr/>
    </dgm:pt>
    <dgm:pt modelId="{1384CB3B-E9FF-46B4-BE35-7DDBFF6BA689}" type="pres">
      <dgm:prSet presAssocID="{1CCA8096-38D2-4054-9DA4-5F55CE18853F}" presName="horz1" presStyleCnt="0"/>
      <dgm:spPr/>
    </dgm:pt>
    <dgm:pt modelId="{6D4D2EEB-B101-4794-89B6-D4AFDDA8F8AB}" type="pres">
      <dgm:prSet presAssocID="{1CCA8096-38D2-4054-9DA4-5F55CE18853F}" presName="tx1" presStyleLbl="revTx" presStyleIdx="2" presStyleCnt="6"/>
      <dgm:spPr/>
    </dgm:pt>
    <dgm:pt modelId="{6CEC4C3E-AB1A-4D7C-944C-39B946D7D64A}" type="pres">
      <dgm:prSet presAssocID="{1CCA8096-38D2-4054-9DA4-5F55CE18853F}" presName="vert1" presStyleCnt="0"/>
      <dgm:spPr/>
    </dgm:pt>
    <dgm:pt modelId="{BDD6E38D-EF4A-47EE-9320-3A874238B01F}" type="pres">
      <dgm:prSet presAssocID="{EB6F696E-04F3-40F5-AFF8-590D1A6D625B}" presName="thickLine" presStyleLbl="alignNode1" presStyleIdx="3" presStyleCnt="6"/>
      <dgm:spPr/>
    </dgm:pt>
    <dgm:pt modelId="{D9312C27-24CB-4048-A0BD-FA75AB486024}" type="pres">
      <dgm:prSet presAssocID="{EB6F696E-04F3-40F5-AFF8-590D1A6D625B}" presName="horz1" presStyleCnt="0"/>
      <dgm:spPr/>
    </dgm:pt>
    <dgm:pt modelId="{7231DB59-16A6-41B7-AE5B-A544D75C5A97}" type="pres">
      <dgm:prSet presAssocID="{EB6F696E-04F3-40F5-AFF8-590D1A6D625B}" presName="tx1" presStyleLbl="revTx" presStyleIdx="3" presStyleCnt="6"/>
      <dgm:spPr/>
    </dgm:pt>
    <dgm:pt modelId="{03A42287-1BCF-42DA-9FB0-A987B75723FE}" type="pres">
      <dgm:prSet presAssocID="{EB6F696E-04F3-40F5-AFF8-590D1A6D625B}" presName="vert1" presStyleCnt="0"/>
      <dgm:spPr/>
    </dgm:pt>
    <dgm:pt modelId="{0C103E19-084E-4EE7-ADF3-EAE0D86EB9AC}" type="pres">
      <dgm:prSet presAssocID="{40336771-378F-4838-BF2A-8E8BEC3C3372}" presName="thickLine" presStyleLbl="alignNode1" presStyleIdx="4" presStyleCnt="6"/>
      <dgm:spPr/>
    </dgm:pt>
    <dgm:pt modelId="{66981CB0-0599-44CF-BEA8-47F5EBD78117}" type="pres">
      <dgm:prSet presAssocID="{40336771-378F-4838-BF2A-8E8BEC3C3372}" presName="horz1" presStyleCnt="0"/>
      <dgm:spPr/>
    </dgm:pt>
    <dgm:pt modelId="{58117948-51EA-4621-82EB-AF0A57251F44}" type="pres">
      <dgm:prSet presAssocID="{40336771-378F-4838-BF2A-8E8BEC3C3372}" presName="tx1" presStyleLbl="revTx" presStyleIdx="4" presStyleCnt="6"/>
      <dgm:spPr/>
    </dgm:pt>
    <dgm:pt modelId="{398156B4-8E6F-4AC7-BE49-FD4B2598A3A2}" type="pres">
      <dgm:prSet presAssocID="{40336771-378F-4838-BF2A-8E8BEC3C3372}" presName="vert1" presStyleCnt="0"/>
      <dgm:spPr/>
    </dgm:pt>
    <dgm:pt modelId="{BB20605B-C7C7-41A9-A33E-409330529661}" type="pres">
      <dgm:prSet presAssocID="{38804AB5-F9CF-48B1-ADAC-57F0FB6EBB09}" presName="thickLine" presStyleLbl="alignNode1" presStyleIdx="5" presStyleCnt="6"/>
      <dgm:spPr/>
    </dgm:pt>
    <dgm:pt modelId="{32CD5BC2-521B-4731-8A6B-504E9919F551}" type="pres">
      <dgm:prSet presAssocID="{38804AB5-F9CF-48B1-ADAC-57F0FB6EBB09}" presName="horz1" presStyleCnt="0"/>
      <dgm:spPr/>
    </dgm:pt>
    <dgm:pt modelId="{4B9CEB1D-B5E1-4875-9123-04926324BF8D}" type="pres">
      <dgm:prSet presAssocID="{38804AB5-F9CF-48B1-ADAC-57F0FB6EBB09}" presName="tx1" presStyleLbl="revTx" presStyleIdx="5" presStyleCnt="6"/>
      <dgm:spPr/>
    </dgm:pt>
    <dgm:pt modelId="{336DD937-02F5-406F-871D-3B426905DC11}" type="pres">
      <dgm:prSet presAssocID="{38804AB5-F9CF-48B1-ADAC-57F0FB6EBB09}" presName="vert1" presStyleCnt="0"/>
      <dgm:spPr/>
    </dgm:pt>
  </dgm:ptLst>
  <dgm:cxnLst>
    <dgm:cxn modelId="{9E0D1C03-706E-4437-B03E-547C7E7D5BA2}" type="presOf" srcId="{40336771-378F-4838-BF2A-8E8BEC3C3372}" destId="{58117948-51EA-4621-82EB-AF0A57251F44}" srcOrd="0" destOrd="0" presId="urn:microsoft.com/office/officeart/2008/layout/LinedList"/>
    <dgm:cxn modelId="{823C3F13-3197-40C1-B348-4DAD8357783E}" srcId="{D370A5CB-85C4-493B-9B37-8AACF85DF613}" destId="{1CCA8096-38D2-4054-9DA4-5F55CE18853F}" srcOrd="2" destOrd="0" parTransId="{C1DE6F2B-0B5A-4985-8E87-5DE86D45BAEB}" sibTransId="{869B98C2-2459-4C5C-9BD4-596C7AD75EDA}"/>
    <dgm:cxn modelId="{2A4EAD21-C864-445C-B614-9F879055738F}" srcId="{D370A5CB-85C4-493B-9B37-8AACF85DF613}" destId="{EB6F696E-04F3-40F5-AFF8-590D1A6D625B}" srcOrd="3" destOrd="0" parTransId="{703CBB64-281B-4BE8-9CB9-7B3162F5741C}" sibTransId="{564AE330-CBFD-4E74-A893-1CE179B0CE62}"/>
    <dgm:cxn modelId="{2D46E336-3479-432A-83E6-16D129E5E34D}" type="presOf" srcId="{EB6F696E-04F3-40F5-AFF8-590D1A6D625B}" destId="{7231DB59-16A6-41B7-AE5B-A544D75C5A97}" srcOrd="0" destOrd="0" presId="urn:microsoft.com/office/officeart/2008/layout/LinedList"/>
    <dgm:cxn modelId="{2719053E-51EF-4301-A784-B803DAA146E5}" srcId="{D370A5CB-85C4-493B-9B37-8AACF85DF613}" destId="{40336771-378F-4838-BF2A-8E8BEC3C3372}" srcOrd="4" destOrd="0" parTransId="{72996750-9253-40AC-BB85-DD264232FDF0}" sibTransId="{82D5A04A-0872-4DB6-9DDC-F40882CFDF7C}"/>
    <dgm:cxn modelId="{3A834A63-1846-40A4-BE09-DAED740F7A99}" type="presOf" srcId="{D370A5CB-85C4-493B-9B37-8AACF85DF613}" destId="{D5E73614-8D43-48BC-96D1-C2F69A536D2C}" srcOrd="0" destOrd="0" presId="urn:microsoft.com/office/officeart/2008/layout/LinedList"/>
    <dgm:cxn modelId="{1EFAD96F-60F0-41F3-B925-C618651A9AF5}" srcId="{D370A5CB-85C4-493B-9B37-8AACF85DF613}" destId="{B84EAD5D-15FC-4BBF-B658-9EE09CC306A6}" srcOrd="0" destOrd="0" parTransId="{F1EACF33-4B93-4120-AA9D-8D8C7E16C889}" sibTransId="{639FCECF-DFEF-4797-B105-5FBF572AB75A}"/>
    <dgm:cxn modelId="{2D711971-6662-4E8A-AEC3-CE93AED0A641}" type="presOf" srcId="{38804AB5-F9CF-48B1-ADAC-57F0FB6EBB09}" destId="{4B9CEB1D-B5E1-4875-9123-04926324BF8D}" srcOrd="0" destOrd="0" presId="urn:microsoft.com/office/officeart/2008/layout/LinedList"/>
    <dgm:cxn modelId="{5DF5FD7A-CAF3-48DC-A412-C8A4A687EDE5}" type="presOf" srcId="{E5207739-F439-4570-87E0-E24423B39184}" destId="{A65FD88B-1B82-4C35-8262-E8B78ED474BB}" srcOrd="0" destOrd="0" presId="urn:microsoft.com/office/officeart/2008/layout/LinedList"/>
    <dgm:cxn modelId="{740A01A3-8EA3-4223-ABCA-81B7C4836093}" type="presOf" srcId="{1CCA8096-38D2-4054-9DA4-5F55CE18853F}" destId="{6D4D2EEB-B101-4794-89B6-D4AFDDA8F8AB}" srcOrd="0" destOrd="0" presId="urn:microsoft.com/office/officeart/2008/layout/LinedList"/>
    <dgm:cxn modelId="{414667A5-D152-421C-9E4D-3477F56E410B}" srcId="{D370A5CB-85C4-493B-9B37-8AACF85DF613}" destId="{38804AB5-F9CF-48B1-ADAC-57F0FB6EBB09}" srcOrd="5" destOrd="0" parTransId="{8922BF20-85FC-4E0C-8139-00EA5F805D17}" sibTransId="{4F043DDC-B495-4563-95C0-1433AD8FFFFA}"/>
    <dgm:cxn modelId="{DA7634B5-2A29-4B6F-B648-A55D78584702}" type="presOf" srcId="{B84EAD5D-15FC-4BBF-B658-9EE09CC306A6}" destId="{E06CAEC3-11D2-4AF5-99A8-21366D6C90F9}" srcOrd="0" destOrd="0" presId="urn:microsoft.com/office/officeart/2008/layout/LinedList"/>
    <dgm:cxn modelId="{E042ADF9-4A53-4F61-B6F0-E955A7B7B706}" srcId="{D370A5CB-85C4-493B-9B37-8AACF85DF613}" destId="{E5207739-F439-4570-87E0-E24423B39184}" srcOrd="1" destOrd="0" parTransId="{594FD6A0-D960-418D-829C-92589CA52F91}" sibTransId="{6F21A0C5-6018-4A17-B71F-95115C094570}"/>
    <dgm:cxn modelId="{8FCA94D1-23D3-4B8F-83F3-E24A43F10896}" type="presParOf" srcId="{D5E73614-8D43-48BC-96D1-C2F69A536D2C}" destId="{1389D559-2564-4B83-BEC0-69B32BC71CE1}" srcOrd="0" destOrd="0" presId="urn:microsoft.com/office/officeart/2008/layout/LinedList"/>
    <dgm:cxn modelId="{6839BDE6-2EF3-4016-8CFF-B6CEC0237973}" type="presParOf" srcId="{D5E73614-8D43-48BC-96D1-C2F69A536D2C}" destId="{59B7E53F-236B-4C0F-82B8-C32D5722D16E}" srcOrd="1" destOrd="0" presId="urn:microsoft.com/office/officeart/2008/layout/LinedList"/>
    <dgm:cxn modelId="{44FF512C-4EF6-4C20-8368-09B13259EDAD}" type="presParOf" srcId="{59B7E53F-236B-4C0F-82B8-C32D5722D16E}" destId="{E06CAEC3-11D2-4AF5-99A8-21366D6C90F9}" srcOrd="0" destOrd="0" presId="urn:microsoft.com/office/officeart/2008/layout/LinedList"/>
    <dgm:cxn modelId="{77336B97-D6ED-45DB-88B4-45696698D5BF}" type="presParOf" srcId="{59B7E53F-236B-4C0F-82B8-C32D5722D16E}" destId="{9C5CE092-E8A4-4F14-B176-9FFA02F9D27F}" srcOrd="1" destOrd="0" presId="urn:microsoft.com/office/officeart/2008/layout/LinedList"/>
    <dgm:cxn modelId="{8103FB35-A329-4781-BED2-78769336CEF5}" type="presParOf" srcId="{D5E73614-8D43-48BC-96D1-C2F69A536D2C}" destId="{3717DCF4-BF82-47C5-9420-69B357DF7460}" srcOrd="2" destOrd="0" presId="urn:microsoft.com/office/officeart/2008/layout/LinedList"/>
    <dgm:cxn modelId="{6FBC6E2C-AFF1-4C18-8DC0-16DCA1DA2F9D}" type="presParOf" srcId="{D5E73614-8D43-48BC-96D1-C2F69A536D2C}" destId="{07F2A057-4341-4734-BB7D-AC90BFC209D0}" srcOrd="3" destOrd="0" presId="urn:microsoft.com/office/officeart/2008/layout/LinedList"/>
    <dgm:cxn modelId="{59D56BDB-1AF5-40B5-B17A-5B297E263DFE}" type="presParOf" srcId="{07F2A057-4341-4734-BB7D-AC90BFC209D0}" destId="{A65FD88B-1B82-4C35-8262-E8B78ED474BB}" srcOrd="0" destOrd="0" presId="urn:microsoft.com/office/officeart/2008/layout/LinedList"/>
    <dgm:cxn modelId="{F1403E0C-9E19-4EF8-BF03-E3119F1332E5}" type="presParOf" srcId="{07F2A057-4341-4734-BB7D-AC90BFC209D0}" destId="{DBC73CF6-6564-44A0-BC0D-9B45A7BEF32A}" srcOrd="1" destOrd="0" presId="urn:microsoft.com/office/officeart/2008/layout/LinedList"/>
    <dgm:cxn modelId="{A06102A6-2D78-431C-B491-C5B44BA59445}" type="presParOf" srcId="{D5E73614-8D43-48BC-96D1-C2F69A536D2C}" destId="{6F167E7A-0A17-4D41-BBC3-88A602740589}" srcOrd="4" destOrd="0" presId="urn:microsoft.com/office/officeart/2008/layout/LinedList"/>
    <dgm:cxn modelId="{32EF4918-EDE0-448B-9E07-0272C2AFC77F}" type="presParOf" srcId="{D5E73614-8D43-48BC-96D1-C2F69A536D2C}" destId="{1384CB3B-E9FF-46B4-BE35-7DDBFF6BA689}" srcOrd="5" destOrd="0" presId="urn:microsoft.com/office/officeart/2008/layout/LinedList"/>
    <dgm:cxn modelId="{573C3EAD-863E-468C-BE00-C34799357AC9}" type="presParOf" srcId="{1384CB3B-E9FF-46B4-BE35-7DDBFF6BA689}" destId="{6D4D2EEB-B101-4794-89B6-D4AFDDA8F8AB}" srcOrd="0" destOrd="0" presId="urn:microsoft.com/office/officeart/2008/layout/LinedList"/>
    <dgm:cxn modelId="{E8273589-32BE-4403-A58C-59593D746010}" type="presParOf" srcId="{1384CB3B-E9FF-46B4-BE35-7DDBFF6BA689}" destId="{6CEC4C3E-AB1A-4D7C-944C-39B946D7D64A}" srcOrd="1" destOrd="0" presId="urn:microsoft.com/office/officeart/2008/layout/LinedList"/>
    <dgm:cxn modelId="{C7E86539-8B40-4822-9228-2088140B2102}" type="presParOf" srcId="{D5E73614-8D43-48BC-96D1-C2F69A536D2C}" destId="{BDD6E38D-EF4A-47EE-9320-3A874238B01F}" srcOrd="6" destOrd="0" presId="urn:microsoft.com/office/officeart/2008/layout/LinedList"/>
    <dgm:cxn modelId="{72F5FD4B-F0C1-4C02-B640-10DAB7D648FA}" type="presParOf" srcId="{D5E73614-8D43-48BC-96D1-C2F69A536D2C}" destId="{D9312C27-24CB-4048-A0BD-FA75AB486024}" srcOrd="7" destOrd="0" presId="urn:microsoft.com/office/officeart/2008/layout/LinedList"/>
    <dgm:cxn modelId="{7EAF423F-B523-466F-8C95-CC6C6D2103B6}" type="presParOf" srcId="{D9312C27-24CB-4048-A0BD-FA75AB486024}" destId="{7231DB59-16A6-41B7-AE5B-A544D75C5A97}" srcOrd="0" destOrd="0" presId="urn:microsoft.com/office/officeart/2008/layout/LinedList"/>
    <dgm:cxn modelId="{0218E282-82C7-425E-A231-7EB69685BE27}" type="presParOf" srcId="{D9312C27-24CB-4048-A0BD-FA75AB486024}" destId="{03A42287-1BCF-42DA-9FB0-A987B75723FE}" srcOrd="1" destOrd="0" presId="urn:microsoft.com/office/officeart/2008/layout/LinedList"/>
    <dgm:cxn modelId="{7BEE3E6B-A882-4349-9B54-59BC3F2350B7}" type="presParOf" srcId="{D5E73614-8D43-48BC-96D1-C2F69A536D2C}" destId="{0C103E19-084E-4EE7-ADF3-EAE0D86EB9AC}" srcOrd="8" destOrd="0" presId="urn:microsoft.com/office/officeart/2008/layout/LinedList"/>
    <dgm:cxn modelId="{749612AF-AA95-4B50-A159-CBFB720362E1}" type="presParOf" srcId="{D5E73614-8D43-48BC-96D1-C2F69A536D2C}" destId="{66981CB0-0599-44CF-BEA8-47F5EBD78117}" srcOrd="9" destOrd="0" presId="urn:microsoft.com/office/officeart/2008/layout/LinedList"/>
    <dgm:cxn modelId="{5D4B12C4-5267-4073-A46B-29EC06AB51AA}" type="presParOf" srcId="{66981CB0-0599-44CF-BEA8-47F5EBD78117}" destId="{58117948-51EA-4621-82EB-AF0A57251F44}" srcOrd="0" destOrd="0" presId="urn:microsoft.com/office/officeart/2008/layout/LinedList"/>
    <dgm:cxn modelId="{352A1A99-1F0B-4177-A325-4C2980BD9D4D}" type="presParOf" srcId="{66981CB0-0599-44CF-BEA8-47F5EBD78117}" destId="{398156B4-8E6F-4AC7-BE49-FD4B2598A3A2}" srcOrd="1" destOrd="0" presId="urn:microsoft.com/office/officeart/2008/layout/LinedList"/>
    <dgm:cxn modelId="{1F00EF96-2002-4D44-9806-DF1AE5B73B52}" type="presParOf" srcId="{D5E73614-8D43-48BC-96D1-C2F69A536D2C}" destId="{BB20605B-C7C7-41A9-A33E-409330529661}" srcOrd="10" destOrd="0" presId="urn:microsoft.com/office/officeart/2008/layout/LinedList"/>
    <dgm:cxn modelId="{8DAA3CDA-F5E4-4629-AE9E-D5436B0EF686}" type="presParOf" srcId="{D5E73614-8D43-48BC-96D1-C2F69A536D2C}" destId="{32CD5BC2-521B-4731-8A6B-504E9919F551}" srcOrd="11" destOrd="0" presId="urn:microsoft.com/office/officeart/2008/layout/LinedList"/>
    <dgm:cxn modelId="{82633932-921B-45DE-A6D7-D7A5D56B2E32}" type="presParOf" srcId="{32CD5BC2-521B-4731-8A6B-504E9919F551}" destId="{4B9CEB1D-B5E1-4875-9123-04926324BF8D}" srcOrd="0" destOrd="0" presId="urn:microsoft.com/office/officeart/2008/layout/LinedList"/>
    <dgm:cxn modelId="{85C432E1-B637-4D76-8C99-5A88C1480630}" type="presParOf" srcId="{32CD5BC2-521B-4731-8A6B-504E9919F551}" destId="{336DD937-02F5-406F-871D-3B426905DC1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DDE6BB4-7096-499B-B93E-1781CFCB66EF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7789EFAB-B7F3-4A2C-B49A-5EB20B284A2B}">
      <dgm:prSet/>
      <dgm:spPr/>
      <dgm:t>
        <a:bodyPr/>
        <a:lstStyle/>
        <a:p>
          <a:r>
            <a:rPr lang="en-US" b="0" i="0" baseline="0"/>
            <a:t>Devices have multiple paths to reach other devices</a:t>
          </a:r>
          <a:endParaRPr lang="en-US"/>
        </a:p>
      </dgm:t>
    </dgm:pt>
    <dgm:pt modelId="{75BAD3B2-AA7A-4DA6-BBEF-0854195D87A7}" type="parTrans" cxnId="{12732A42-9CBE-442A-BDDE-D9963CD2DA99}">
      <dgm:prSet/>
      <dgm:spPr/>
      <dgm:t>
        <a:bodyPr/>
        <a:lstStyle/>
        <a:p>
          <a:endParaRPr lang="en-US"/>
        </a:p>
      </dgm:t>
    </dgm:pt>
    <dgm:pt modelId="{7EB7A5FE-C490-4575-80E0-CBDEA30BA0A3}" type="sibTrans" cxnId="{12732A42-9CBE-442A-BDDE-D9963CD2DA99}">
      <dgm:prSet/>
      <dgm:spPr/>
      <dgm:t>
        <a:bodyPr/>
        <a:lstStyle/>
        <a:p>
          <a:endParaRPr lang="en-US"/>
        </a:p>
      </dgm:t>
    </dgm:pt>
    <dgm:pt modelId="{A880F6FF-F70D-4864-B6C1-B1C4162713F4}">
      <dgm:prSet/>
      <dgm:spPr/>
      <dgm:t>
        <a:bodyPr/>
        <a:lstStyle/>
        <a:p>
          <a:r>
            <a:rPr lang="en-US" b="0" i="0" baseline="0"/>
            <a:t>Provides redundancy and fault tolerance</a:t>
          </a:r>
          <a:endParaRPr lang="en-US"/>
        </a:p>
      </dgm:t>
    </dgm:pt>
    <dgm:pt modelId="{A0B5FF04-3D4D-48AC-A701-129B5C0658A7}" type="parTrans" cxnId="{7C874DE2-5BBE-4369-988C-C422CC0A8679}">
      <dgm:prSet/>
      <dgm:spPr/>
      <dgm:t>
        <a:bodyPr/>
        <a:lstStyle/>
        <a:p>
          <a:endParaRPr lang="en-US"/>
        </a:p>
      </dgm:t>
    </dgm:pt>
    <dgm:pt modelId="{95CBB4B7-7BC3-4C45-A3F3-88760B0DDBF7}" type="sibTrans" cxnId="{7C874DE2-5BBE-4369-988C-C422CC0A8679}">
      <dgm:prSet/>
      <dgm:spPr/>
      <dgm:t>
        <a:bodyPr/>
        <a:lstStyle/>
        <a:p>
          <a:endParaRPr lang="en-US"/>
        </a:p>
      </dgm:t>
    </dgm:pt>
    <dgm:pt modelId="{9FED8035-9A01-41D0-96DB-1EF850C022BA}">
      <dgm:prSet/>
      <dgm:spPr/>
      <dgm:t>
        <a:bodyPr/>
        <a:lstStyle/>
        <a:p>
          <a:r>
            <a:rPr lang="en-US" b="0" i="0" baseline="0"/>
            <a:t>Advantages: high reliability and multiple communication paths</a:t>
          </a:r>
          <a:endParaRPr lang="en-US"/>
        </a:p>
      </dgm:t>
    </dgm:pt>
    <dgm:pt modelId="{3A66DE64-0BDF-4A22-94FD-083698642593}" type="parTrans" cxnId="{C9E07DCD-B3C5-471C-BA5D-127EB0A3053B}">
      <dgm:prSet/>
      <dgm:spPr/>
      <dgm:t>
        <a:bodyPr/>
        <a:lstStyle/>
        <a:p>
          <a:endParaRPr lang="en-US"/>
        </a:p>
      </dgm:t>
    </dgm:pt>
    <dgm:pt modelId="{91E26247-F16E-432C-9F28-DC372FE23ECF}" type="sibTrans" cxnId="{C9E07DCD-B3C5-471C-BA5D-127EB0A3053B}">
      <dgm:prSet/>
      <dgm:spPr/>
      <dgm:t>
        <a:bodyPr/>
        <a:lstStyle/>
        <a:p>
          <a:endParaRPr lang="en-US"/>
        </a:p>
      </dgm:t>
    </dgm:pt>
    <dgm:pt modelId="{912CEF97-E4BC-4D68-B329-9F35F4CD9AF3}">
      <dgm:prSet/>
      <dgm:spPr/>
      <dgm:t>
        <a:bodyPr/>
        <a:lstStyle/>
        <a:p>
          <a:r>
            <a:rPr lang="en-US" b="0" i="0" baseline="0"/>
            <a:t>Disadvantages: expensive and complex to configure and maintain</a:t>
          </a:r>
          <a:endParaRPr lang="en-US"/>
        </a:p>
      </dgm:t>
    </dgm:pt>
    <dgm:pt modelId="{2F11F8B1-932C-4B2A-8824-599CD25E1049}" type="parTrans" cxnId="{97FF4BEC-C48E-4AEC-8CBB-0D869B92714F}">
      <dgm:prSet/>
      <dgm:spPr/>
      <dgm:t>
        <a:bodyPr/>
        <a:lstStyle/>
        <a:p>
          <a:endParaRPr lang="en-US"/>
        </a:p>
      </dgm:t>
    </dgm:pt>
    <dgm:pt modelId="{43A8F996-DDE1-4F0E-B916-B6CC662D888F}" type="sibTrans" cxnId="{97FF4BEC-C48E-4AEC-8CBB-0D869B92714F}">
      <dgm:prSet/>
      <dgm:spPr/>
      <dgm:t>
        <a:bodyPr/>
        <a:lstStyle/>
        <a:p>
          <a:endParaRPr lang="en-US"/>
        </a:p>
      </dgm:t>
    </dgm:pt>
    <dgm:pt modelId="{5B73C770-A828-4E3F-81DC-71F77E1FC537}">
      <dgm:prSet/>
      <dgm:spPr/>
      <dgm:t>
        <a:bodyPr/>
        <a:lstStyle/>
        <a:p>
          <a:r>
            <a:rPr lang="en-US" b="0" i="0" baseline="0"/>
            <a:t>Common in critical network, WAN, and data-center designs</a:t>
          </a:r>
          <a:endParaRPr lang="en-US"/>
        </a:p>
      </dgm:t>
    </dgm:pt>
    <dgm:pt modelId="{66335535-A1FD-475D-894A-70D1B0F658E7}" type="parTrans" cxnId="{D9BA3707-5A77-43FF-AAB1-F71A411F900F}">
      <dgm:prSet/>
      <dgm:spPr/>
      <dgm:t>
        <a:bodyPr/>
        <a:lstStyle/>
        <a:p>
          <a:endParaRPr lang="en-US"/>
        </a:p>
      </dgm:t>
    </dgm:pt>
    <dgm:pt modelId="{F2E523F3-2324-4EC5-A367-EB9D494BD1B6}" type="sibTrans" cxnId="{D9BA3707-5A77-43FF-AAB1-F71A411F900F}">
      <dgm:prSet/>
      <dgm:spPr/>
      <dgm:t>
        <a:bodyPr/>
        <a:lstStyle/>
        <a:p>
          <a:endParaRPr lang="en-US"/>
        </a:p>
      </dgm:t>
    </dgm:pt>
    <dgm:pt modelId="{D164E76D-1BF1-4162-8220-37C245683669}" type="pres">
      <dgm:prSet presAssocID="{5DDE6BB4-7096-499B-B93E-1781CFCB66EF}" presName="vert0" presStyleCnt="0">
        <dgm:presLayoutVars>
          <dgm:dir/>
          <dgm:animOne val="branch"/>
          <dgm:animLvl val="lvl"/>
        </dgm:presLayoutVars>
      </dgm:prSet>
      <dgm:spPr/>
    </dgm:pt>
    <dgm:pt modelId="{4E1BE5C4-35CC-48B3-BE3B-C5BCBEE5F294}" type="pres">
      <dgm:prSet presAssocID="{7789EFAB-B7F3-4A2C-B49A-5EB20B284A2B}" presName="thickLine" presStyleLbl="alignNode1" presStyleIdx="0" presStyleCnt="5"/>
      <dgm:spPr/>
    </dgm:pt>
    <dgm:pt modelId="{297C47FD-9D37-41B0-9B21-DC0A5C82165C}" type="pres">
      <dgm:prSet presAssocID="{7789EFAB-B7F3-4A2C-B49A-5EB20B284A2B}" presName="horz1" presStyleCnt="0"/>
      <dgm:spPr/>
    </dgm:pt>
    <dgm:pt modelId="{CDC242D6-6D06-4EFB-94FD-9D783B886C60}" type="pres">
      <dgm:prSet presAssocID="{7789EFAB-B7F3-4A2C-B49A-5EB20B284A2B}" presName="tx1" presStyleLbl="revTx" presStyleIdx="0" presStyleCnt="5"/>
      <dgm:spPr/>
    </dgm:pt>
    <dgm:pt modelId="{A2F20CBB-B148-4A46-AE2F-30C5060AB78C}" type="pres">
      <dgm:prSet presAssocID="{7789EFAB-B7F3-4A2C-B49A-5EB20B284A2B}" presName="vert1" presStyleCnt="0"/>
      <dgm:spPr/>
    </dgm:pt>
    <dgm:pt modelId="{94E7489F-CDC4-46C6-A9F4-663210193A47}" type="pres">
      <dgm:prSet presAssocID="{A880F6FF-F70D-4864-B6C1-B1C4162713F4}" presName="thickLine" presStyleLbl="alignNode1" presStyleIdx="1" presStyleCnt="5"/>
      <dgm:spPr/>
    </dgm:pt>
    <dgm:pt modelId="{B23CED6A-9BD3-457B-BB1F-C1F5284611D5}" type="pres">
      <dgm:prSet presAssocID="{A880F6FF-F70D-4864-B6C1-B1C4162713F4}" presName="horz1" presStyleCnt="0"/>
      <dgm:spPr/>
    </dgm:pt>
    <dgm:pt modelId="{DBC9D3BB-3002-4275-8AD7-3C384A517D0A}" type="pres">
      <dgm:prSet presAssocID="{A880F6FF-F70D-4864-B6C1-B1C4162713F4}" presName="tx1" presStyleLbl="revTx" presStyleIdx="1" presStyleCnt="5"/>
      <dgm:spPr/>
    </dgm:pt>
    <dgm:pt modelId="{D94582AE-76DE-4240-AC00-326BE0A08778}" type="pres">
      <dgm:prSet presAssocID="{A880F6FF-F70D-4864-B6C1-B1C4162713F4}" presName="vert1" presStyleCnt="0"/>
      <dgm:spPr/>
    </dgm:pt>
    <dgm:pt modelId="{7D4F5961-D856-4446-BF6E-ED91E94C9300}" type="pres">
      <dgm:prSet presAssocID="{9FED8035-9A01-41D0-96DB-1EF850C022BA}" presName="thickLine" presStyleLbl="alignNode1" presStyleIdx="2" presStyleCnt="5"/>
      <dgm:spPr/>
    </dgm:pt>
    <dgm:pt modelId="{E6386A75-EF26-4F31-B4BD-048DC543C77A}" type="pres">
      <dgm:prSet presAssocID="{9FED8035-9A01-41D0-96DB-1EF850C022BA}" presName="horz1" presStyleCnt="0"/>
      <dgm:spPr/>
    </dgm:pt>
    <dgm:pt modelId="{4B4DE9A0-AF11-41BC-83F0-AA7CADF40ABB}" type="pres">
      <dgm:prSet presAssocID="{9FED8035-9A01-41D0-96DB-1EF850C022BA}" presName="tx1" presStyleLbl="revTx" presStyleIdx="2" presStyleCnt="5"/>
      <dgm:spPr/>
    </dgm:pt>
    <dgm:pt modelId="{9721D07C-CA76-47EA-9EAD-BD7A5E78CA57}" type="pres">
      <dgm:prSet presAssocID="{9FED8035-9A01-41D0-96DB-1EF850C022BA}" presName="vert1" presStyleCnt="0"/>
      <dgm:spPr/>
    </dgm:pt>
    <dgm:pt modelId="{0EB1284D-5F68-4757-A39C-C366C7F541F8}" type="pres">
      <dgm:prSet presAssocID="{912CEF97-E4BC-4D68-B329-9F35F4CD9AF3}" presName="thickLine" presStyleLbl="alignNode1" presStyleIdx="3" presStyleCnt="5"/>
      <dgm:spPr/>
    </dgm:pt>
    <dgm:pt modelId="{AF8FD18A-8E17-47DE-86FC-86D9A502BF52}" type="pres">
      <dgm:prSet presAssocID="{912CEF97-E4BC-4D68-B329-9F35F4CD9AF3}" presName="horz1" presStyleCnt="0"/>
      <dgm:spPr/>
    </dgm:pt>
    <dgm:pt modelId="{29BB894B-BAEC-48FA-B4E4-F59BE7AE0640}" type="pres">
      <dgm:prSet presAssocID="{912CEF97-E4BC-4D68-B329-9F35F4CD9AF3}" presName="tx1" presStyleLbl="revTx" presStyleIdx="3" presStyleCnt="5"/>
      <dgm:spPr/>
    </dgm:pt>
    <dgm:pt modelId="{10F61CA0-8314-4D7A-B423-947ABF80BC51}" type="pres">
      <dgm:prSet presAssocID="{912CEF97-E4BC-4D68-B329-9F35F4CD9AF3}" presName="vert1" presStyleCnt="0"/>
      <dgm:spPr/>
    </dgm:pt>
    <dgm:pt modelId="{ABC782F4-B6C3-4612-8E47-CCEEDBD504A0}" type="pres">
      <dgm:prSet presAssocID="{5B73C770-A828-4E3F-81DC-71F77E1FC537}" presName="thickLine" presStyleLbl="alignNode1" presStyleIdx="4" presStyleCnt="5"/>
      <dgm:spPr/>
    </dgm:pt>
    <dgm:pt modelId="{9CAEC31D-2DDD-42C0-86AC-65D6601BF672}" type="pres">
      <dgm:prSet presAssocID="{5B73C770-A828-4E3F-81DC-71F77E1FC537}" presName="horz1" presStyleCnt="0"/>
      <dgm:spPr/>
    </dgm:pt>
    <dgm:pt modelId="{EBB89ECE-2B74-46E8-9B69-CE78A2640E87}" type="pres">
      <dgm:prSet presAssocID="{5B73C770-A828-4E3F-81DC-71F77E1FC537}" presName="tx1" presStyleLbl="revTx" presStyleIdx="4" presStyleCnt="5"/>
      <dgm:spPr/>
    </dgm:pt>
    <dgm:pt modelId="{A9FC9213-10D3-4361-8710-A5BF927A23C8}" type="pres">
      <dgm:prSet presAssocID="{5B73C770-A828-4E3F-81DC-71F77E1FC537}" presName="vert1" presStyleCnt="0"/>
      <dgm:spPr/>
    </dgm:pt>
  </dgm:ptLst>
  <dgm:cxnLst>
    <dgm:cxn modelId="{12A5B104-436F-4792-8F5E-41B85AE1BE78}" type="presOf" srcId="{5DDE6BB4-7096-499B-B93E-1781CFCB66EF}" destId="{D164E76D-1BF1-4162-8220-37C245683669}" srcOrd="0" destOrd="0" presId="urn:microsoft.com/office/officeart/2008/layout/LinedList"/>
    <dgm:cxn modelId="{D9BA3707-5A77-43FF-AAB1-F71A411F900F}" srcId="{5DDE6BB4-7096-499B-B93E-1781CFCB66EF}" destId="{5B73C770-A828-4E3F-81DC-71F77E1FC537}" srcOrd="4" destOrd="0" parTransId="{66335535-A1FD-475D-894A-70D1B0F658E7}" sibTransId="{F2E523F3-2324-4EC5-A367-EB9D494BD1B6}"/>
    <dgm:cxn modelId="{AC2D7224-BD72-4119-8788-07589F062937}" type="presOf" srcId="{A880F6FF-F70D-4864-B6C1-B1C4162713F4}" destId="{DBC9D3BB-3002-4275-8AD7-3C384A517D0A}" srcOrd="0" destOrd="0" presId="urn:microsoft.com/office/officeart/2008/layout/LinedList"/>
    <dgm:cxn modelId="{3CC8AE5C-4F76-4A08-AB40-00B1CDBDBB5F}" type="presOf" srcId="{912CEF97-E4BC-4D68-B329-9F35F4CD9AF3}" destId="{29BB894B-BAEC-48FA-B4E4-F59BE7AE0640}" srcOrd="0" destOrd="0" presId="urn:microsoft.com/office/officeart/2008/layout/LinedList"/>
    <dgm:cxn modelId="{12732A42-9CBE-442A-BDDE-D9963CD2DA99}" srcId="{5DDE6BB4-7096-499B-B93E-1781CFCB66EF}" destId="{7789EFAB-B7F3-4A2C-B49A-5EB20B284A2B}" srcOrd="0" destOrd="0" parTransId="{75BAD3B2-AA7A-4DA6-BBEF-0854195D87A7}" sibTransId="{7EB7A5FE-C490-4575-80E0-CBDEA30BA0A3}"/>
    <dgm:cxn modelId="{637A3E9E-3739-4CA3-942A-33DA41A532D8}" type="presOf" srcId="{7789EFAB-B7F3-4A2C-B49A-5EB20B284A2B}" destId="{CDC242D6-6D06-4EFB-94FD-9D783B886C60}" srcOrd="0" destOrd="0" presId="urn:microsoft.com/office/officeart/2008/layout/LinedList"/>
    <dgm:cxn modelId="{F19784BB-6B95-4121-97C4-BF879E72AE2F}" type="presOf" srcId="{5B73C770-A828-4E3F-81DC-71F77E1FC537}" destId="{EBB89ECE-2B74-46E8-9B69-CE78A2640E87}" srcOrd="0" destOrd="0" presId="urn:microsoft.com/office/officeart/2008/layout/LinedList"/>
    <dgm:cxn modelId="{C9E07DCD-B3C5-471C-BA5D-127EB0A3053B}" srcId="{5DDE6BB4-7096-499B-B93E-1781CFCB66EF}" destId="{9FED8035-9A01-41D0-96DB-1EF850C022BA}" srcOrd="2" destOrd="0" parTransId="{3A66DE64-0BDF-4A22-94FD-083698642593}" sibTransId="{91E26247-F16E-432C-9F28-DC372FE23ECF}"/>
    <dgm:cxn modelId="{7C874DE2-5BBE-4369-988C-C422CC0A8679}" srcId="{5DDE6BB4-7096-499B-B93E-1781CFCB66EF}" destId="{A880F6FF-F70D-4864-B6C1-B1C4162713F4}" srcOrd="1" destOrd="0" parTransId="{A0B5FF04-3D4D-48AC-A701-129B5C0658A7}" sibTransId="{95CBB4B7-7BC3-4C45-A3F3-88760B0DDBF7}"/>
    <dgm:cxn modelId="{97FF4BEC-C48E-4AEC-8CBB-0D869B92714F}" srcId="{5DDE6BB4-7096-499B-B93E-1781CFCB66EF}" destId="{912CEF97-E4BC-4D68-B329-9F35F4CD9AF3}" srcOrd="3" destOrd="0" parTransId="{2F11F8B1-932C-4B2A-8824-599CD25E1049}" sibTransId="{43A8F996-DDE1-4F0E-B916-B6CC662D888F}"/>
    <dgm:cxn modelId="{8A5C1EFC-4C2E-4148-8B5C-A46FAEB517AA}" type="presOf" srcId="{9FED8035-9A01-41D0-96DB-1EF850C022BA}" destId="{4B4DE9A0-AF11-41BC-83F0-AA7CADF40ABB}" srcOrd="0" destOrd="0" presId="urn:microsoft.com/office/officeart/2008/layout/LinedList"/>
    <dgm:cxn modelId="{9310A41B-DCBF-485F-A717-C2ABD48B5C6A}" type="presParOf" srcId="{D164E76D-1BF1-4162-8220-37C245683669}" destId="{4E1BE5C4-35CC-48B3-BE3B-C5BCBEE5F294}" srcOrd="0" destOrd="0" presId="urn:microsoft.com/office/officeart/2008/layout/LinedList"/>
    <dgm:cxn modelId="{C7090BD2-E71F-4C35-AD44-A642B61383A2}" type="presParOf" srcId="{D164E76D-1BF1-4162-8220-37C245683669}" destId="{297C47FD-9D37-41B0-9B21-DC0A5C82165C}" srcOrd="1" destOrd="0" presId="urn:microsoft.com/office/officeart/2008/layout/LinedList"/>
    <dgm:cxn modelId="{19AF7E89-0041-4AA1-B6EF-414CCB9D432D}" type="presParOf" srcId="{297C47FD-9D37-41B0-9B21-DC0A5C82165C}" destId="{CDC242D6-6D06-4EFB-94FD-9D783B886C60}" srcOrd="0" destOrd="0" presId="urn:microsoft.com/office/officeart/2008/layout/LinedList"/>
    <dgm:cxn modelId="{4E90DA43-EEE2-4B5B-9A3C-D61970D669D0}" type="presParOf" srcId="{297C47FD-9D37-41B0-9B21-DC0A5C82165C}" destId="{A2F20CBB-B148-4A46-AE2F-30C5060AB78C}" srcOrd="1" destOrd="0" presId="urn:microsoft.com/office/officeart/2008/layout/LinedList"/>
    <dgm:cxn modelId="{9F99DAAE-8F82-44F3-ACAE-B3ED6C785D42}" type="presParOf" srcId="{D164E76D-1BF1-4162-8220-37C245683669}" destId="{94E7489F-CDC4-46C6-A9F4-663210193A47}" srcOrd="2" destOrd="0" presId="urn:microsoft.com/office/officeart/2008/layout/LinedList"/>
    <dgm:cxn modelId="{8838BD36-2CE6-4734-94B3-0A6993255C99}" type="presParOf" srcId="{D164E76D-1BF1-4162-8220-37C245683669}" destId="{B23CED6A-9BD3-457B-BB1F-C1F5284611D5}" srcOrd="3" destOrd="0" presId="urn:microsoft.com/office/officeart/2008/layout/LinedList"/>
    <dgm:cxn modelId="{AD405D6A-88B5-4126-B15A-1531F8A22D4E}" type="presParOf" srcId="{B23CED6A-9BD3-457B-BB1F-C1F5284611D5}" destId="{DBC9D3BB-3002-4275-8AD7-3C384A517D0A}" srcOrd="0" destOrd="0" presId="urn:microsoft.com/office/officeart/2008/layout/LinedList"/>
    <dgm:cxn modelId="{76A0E802-E024-4C51-BB06-B6D32578831A}" type="presParOf" srcId="{B23CED6A-9BD3-457B-BB1F-C1F5284611D5}" destId="{D94582AE-76DE-4240-AC00-326BE0A08778}" srcOrd="1" destOrd="0" presId="urn:microsoft.com/office/officeart/2008/layout/LinedList"/>
    <dgm:cxn modelId="{AF52A174-56FF-427C-B979-83A36C766DC0}" type="presParOf" srcId="{D164E76D-1BF1-4162-8220-37C245683669}" destId="{7D4F5961-D856-4446-BF6E-ED91E94C9300}" srcOrd="4" destOrd="0" presId="urn:microsoft.com/office/officeart/2008/layout/LinedList"/>
    <dgm:cxn modelId="{E00B5F79-40C0-4C99-AA86-4CE8446EDF01}" type="presParOf" srcId="{D164E76D-1BF1-4162-8220-37C245683669}" destId="{E6386A75-EF26-4F31-B4BD-048DC543C77A}" srcOrd="5" destOrd="0" presId="urn:microsoft.com/office/officeart/2008/layout/LinedList"/>
    <dgm:cxn modelId="{23653622-47CB-4873-BD11-C5233869F57E}" type="presParOf" srcId="{E6386A75-EF26-4F31-B4BD-048DC543C77A}" destId="{4B4DE9A0-AF11-41BC-83F0-AA7CADF40ABB}" srcOrd="0" destOrd="0" presId="urn:microsoft.com/office/officeart/2008/layout/LinedList"/>
    <dgm:cxn modelId="{464A22AD-3B25-40C3-B2CA-174C2A2F41E1}" type="presParOf" srcId="{E6386A75-EF26-4F31-B4BD-048DC543C77A}" destId="{9721D07C-CA76-47EA-9EAD-BD7A5E78CA57}" srcOrd="1" destOrd="0" presId="urn:microsoft.com/office/officeart/2008/layout/LinedList"/>
    <dgm:cxn modelId="{3DD8B7BA-1D0B-47FA-9D17-B8F12D59E8B9}" type="presParOf" srcId="{D164E76D-1BF1-4162-8220-37C245683669}" destId="{0EB1284D-5F68-4757-A39C-C366C7F541F8}" srcOrd="6" destOrd="0" presId="urn:microsoft.com/office/officeart/2008/layout/LinedList"/>
    <dgm:cxn modelId="{0149B188-78D6-4021-8176-58E75B93EC80}" type="presParOf" srcId="{D164E76D-1BF1-4162-8220-37C245683669}" destId="{AF8FD18A-8E17-47DE-86FC-86D9A502BF52}" srcOrd="7" destOrd="0" presId="urn:microsoft.com/office/officeart/2008/layout/LinedList"/>
    <dgm:cxn modelId="{666019CB-A85C-492D-8C3B-ECC2A4B4526A}" type="presParOf" srcId="{AF8FD18A-8E17-47DE-86FC-86D9A502BF52}" destId="{29BB894B-BAEC-48FA-B4E4-F59BE7AE0640}" srcOrd="0" destOrd="0" presId="urn:microsoft.com/office/officeart/2008/layout/LinedList"/>
    <dgm:cxn modelId="{C19F3198-3C3E-4A0F-B95A-4042BE1F46A2}" type="presParOf" srcId="{AF8FD18A-8E17-47DE-86FC-86D9A502BF52}" destId="{10F61CA0-8314-4D7A-B423-947ABF80BC51}" srcOrd="1" destOrd="0" presId="urn:microsoft.com/office/officeart/2008/layout/LinedList"/>
    <dgm:cxn modelId="{10830722-FDEC-43FC-9B67-529E0742EA60}" type="presParOf" srcId="{D164E76D-1BF1-4162-8220-37C245683669}" destId="{ABC782F4-B6C3-4612-8E47-CCEEDBD504A0}" srcOrd="8" destOrd="0" presId="urn:microsoft.com/office/officeart/2008/layout/LinedList"/>
    <dgm:cxn modelId="{6567B98A-005C-4621-AF52-90C7C62D3DC0}" type="presParOf" srcId="{D164E76D-1BF1-4162-8220-37C245683669}" destId="{9CAEC31D-2DDD-42C0-86AC-65D6601BF672}" srcOrd="9" destOrd="0" presId="urn:microsoft.com/office/officeart/2008/layout/LinedList"/>
    <dgm:cxn modelId="{DDD24F9A-AF38-4D6A-991F-0C6B7D8343AF}" type="presParOf" srcId="{9CAEC31D-2DDD-42C0-86AC-65D6601BF672}" destId="{EBB89ECE-2B74-46E8-9B69-CE78A2640E87}" srcOrd="0" destOrd="0" presId="urn:microsoft.com/office/officeart/2008/layout/LinedList"/>
    <dgm:cxn modelId="{24C59CCE-FFAE-47D7-87EF-9FD8EDA037A6}" type="presParOf" srcId="{9CAEC31D-2DDD-42C0-86AC-65D6601BF672}" destId="{A9FC9213-10D3-4361-8710-A5BF927A23C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C4668BC-8554-4E4A-BFAC-ECEACB54534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2462278-B9E8-46BA-BF1F-B92FED36D26E}">
      <dgm:prSet/>
      <dgm:spPr/>
      <dgm:t>
        <a:bodyPr/>
        <a:lstStyle/>
        <a:p>
          <a:r>
            <a:rPr lang="en-US" b="0" i="0" baseline="0"/>
            <a:t>Combines two or more topology types</a:t>
          </a:r>
          <a:endParaRPr lang="en-US"/>
        </a:p>
      </dgm:t>
    </dgm:pt>
    <dgm:pt modelId="{F985B716-BB75-4587-AEB1-D74421D04CF1}" type="parTrans" cxnId="{4A3B3D77-77AA-4301-B642-1F1F4B534903}">
      <dgm:prSet/>
      <dgm:spPr/>
      <dgm:t>
        <a:bodyPr/>
        <a:lstStyle/>
        <a:p>
          <a:endParaRPr lang="en-US"/>
        </a:p>
      </dgm:t>
    </dgm:pt>
    <dgm:pt modelId="{7A5C0EEA-9B07-466D-8F95-A0E3B4200D58}" type="sibTrans" cxnId="{4A3B3D77-77AA-4301-B642-1F1F4B534903}">
      <dgm:prSet/>
      <dgm:spPr/>
      <dgm:t>
        <a:bodyPr/>
        <a:lstStyle/>
        <a:p>
          <a:endParaRPr lang="en-US"/>
        </a:p>
      </dgm:t>
    </dgm:pt>
    <dgm:pt modelId="{5B64073B-C8CF-453A-9CCA-3753C87449F8}">
      <dgm:prSet/>
      <dgm:spPr/>
      <dgm:t>
        <a:bodyPr/>
        <a:lstStyle/>
        <a:p>
          <a:r>
            <a:rPr lang="en-US" b="0" i="0" baseline="0"/>
            <a:t>Common in large enterprise networks</a:t>
          </a:r>
          <a:endParaRPr lang="en-US"/>
        </a:p>
      </dgm:t>
    </dgm:pt>
    <dgm:pt modelId="{78570C18-1B22-476C-A568-C15E76631462}" type="parTrans" cxnId="{8E8CA2BC-FFE0-4A85-8FD2-F80D0E48DACA}">
      <dgm:prSet/>
      <dgm:spPr/>
      <dgm:t>
        <a:bodyPr/>
        <a:lstStyle/>
        <a:p>
          <a:endParaRPr lang="en-US"/>
        </a:p>
      </dgm:t>
    </dgm:pt>
    <dgm:pt modelId="{20A2E8BB-C2F5-466A-BC95-14BC8E2656EE}" type="sibTrans" cxnId="{8E8CA2BC-FFE0-4A85-8FD2-F80D0E48DACA}">
      <dgm:prSet/>
      <dgm:spPr/>
      <dgm:t>
        <a:bodyPr/>
        <a:lstStyle/>
        <a:p>
          <a:endParaRPr lang="en-US"/>
        </a:p>
      </dgm:t>
    </dgm:pt>
    <dgm:pt modelId="{AF0D00D8-97BF-456B-99BD-648702E59733}">
      <dgm:prSet/>
      <dgm:spPr/>
      <dgm:t>
        <a:bodyPr/>
        <a:lstStyle/>
        <a:p>
          <a:r>
            <a:rPr lang="en-US" b="0" i="0" baseline="0"/>
            <a:t>Advantages: flexible and scalable</a:t>
          </a:r>
          <a:endParaRPr lang="en-US"/>
        </a:p>
      </dgm:t>
    </dgm:pt>
    <dgm:pt modelId="{1B9ED362-EA74-4D6C-8CE3-A27163B32A1D}" type="parTrans" cxnId="{1262397A-8BAF-4145-B51A-FADD3F5E8B1E}">
      <dgm:prSet/>
      <dgm:spPr/>
      <dgm:t>
        <a:bodyPr/>
        <a:lstStyle/>
        <a:p>
          <a:endParaRPr lang="en-US"/>
        </a:p>
      </dgm:t>
    </dgm:pt>
    <dgm:pt modelId="{84484251-981D-4952-90AE-984026D56F36}" type="sibTrans" cxnId="{1262397A-8BAF-4145-B51A-FADD3F5E8B1E}">
      <dgm:prSet/>
      <dgm:spPr/>
      <dgm:t>
        <a:bodyPr/>
        <a:lstStyle/>
        <a:p>
          <a:endParaRPr lang="en-US"/>
        </a:p>
      </dgm:t>
    </dgm:pt>
    <dgm:pt modelId="{688F665F-FB41-48FD-96B6-8718832950BC}">
      <dgm:prSet/>
      <dgm:spPr/>
      <dgm:t>
        <a:bodyPr/>
        <a:lstStyle/>
        <a:p>
          <a:r>
            <a:rPr lang="en-US" b="0" i="0" baseline="0"/>
            <a:t>Can be designed according to organizational requirements</a:t>
          </a:r>
          <a:endParaRPr lang="en-US"/>
        </a:p>
      </dgm:t>
    </dgm:pt>
    <dgm:pt modelId="{C354D737-F34B-4675-B2F3-94C997EF1A0D}" type="parTrans" cxnId="{EDDF98B7-24BC-4914-8F49-6F404482CAA7}">
      <dgm:prSet/>
      <dgm:spPr/>
      <dgm:t>
        <a:bodyPr/>
        <a:lstStyle/>
        <a:p>
          <a:endParaRPr lang="en-US"/>
        </a:p>
      </dgm:t>
    </dgm:pt>
    <dgm:pt modelId="{1E042682-A6DC-4865-B7FD-0BD7F09B4D8A}" type="sibTrans" cxnId="{EDDF98B7-24BC-4914-8F49-6F404482CAA7}">
      <dgm:prSet/>
      <dgm:spPr/>
      <dgm:t>
        <a:bodyPr/>
        <a:lstStyle/>
        <a:p>
          <a:endParaRPr lang="en-US"/>
        </a:p>
      </dgm:t>
    </dgm:pt>
    <dgm:pt modelId="{7E431CAC-8313-4F8D-BFA6-A156B74C44ED}">
      <dgm:prSet/>
      <dgm:spPr/>
      <dgm:t>
        <a:bodyPr/>
        <a:lstStyle/>
        <a:p>
          <a:r>
            <a:rPr lang="en-US" b="0" i="0" baseline="0"/>
            <a:t>Disadvantages: more complex, higher cost, and requires careful planning</a:t>
          </a:r>
          <a:endParaRPr lang="en-US"/>
        </a:p>
      </dgm:t>
    </dgm:pt>
    <dgm:pt modelId="{3DC5416A-682B-4764-9C1E-81E6FC40B107}" type="parTrans" cxnId="{F7A1E08D-3D4E-412B-B778-DE1FAFF10433}">
      <dgm:prSet/>
      <dgm:spPr/>
      <dgm:t>
        <a:bodyPr/>
        <a:lstStyle/>
        <a:p>
          <a:endParaRPr lang="en-US"/>
        </a:p>
      </dgm:t>
    </dgm:pt>
    <dgm:pt modelId="{36920BD3-925E-4B60-B7C7-6CA074CB2D90}" type="sibTrans" cxnId="{F7A1E08D-3D4E-412B-B778-DE1FAFF10433}">
      <dgm:prSet/>
      <dgm:spPr/>
      <dgm:t>
        <a:bodyPr/>
        <a:lstStyle/>
        <a:p>
          <a:endParaRPr lang="en-US"/>
        </a:p>
      </dgm:t>
    </dgm:pt>
    <dgm:pt modelId="{48F748DA-3A41-4B87-A948-9AF84C0C11EB}" type="pres">
      <dgm:prSet presAssocID="{6C4668BC-8554-4E4A-BFAC-ECEACB545343}" presName="vert0" presStyleCnt="0">
        <dgm:presLayoutVars>
          <dgm:dir/>
          <dgm:animOne val="branch"/>
          <dgm:animLvl val="lvl"/>
        </dgm:presLayoutVars>
      </dgm:prSet>
      <dgm:spPr/>
    </dgm:pt>
    <dgm:pt modelId="{C912AE05-F66B-4925-A41F-91956882E347}" type="pres">
      <dgm:prSet presAssocID="{D2462278-B9E8-46BA-BF1F-B92FED36D26E}" presName="thickLine" presStyleLbl="alignNode1" presStyleIdx="0" presStyleCnt="5"/>
      <dgm:spPr/>
    </dgm:pt>
    <dgm:pt modelId="{2F7CF666-D156-4128-895B-E86353B46DA6}" type="pres">
      <dgm:prSet presAssocID="{D2462278-B9E8-46BA-BF1F-B92FED36D26E}" presName="horz1" presStyleCnt="0"/>
      <dgm:spPr/>
    </dgm:pt>
    <dgm:pt modelId="{80E1C778-740C-4DCF-B47E-20F3B6D8089F}" type="pres">
      <dgm:prSet presAssocID="{D2462278-B9E8-46BA-BF1F-B92FED36D26E}" presName="tx1" presStyleLbl="revTx" presStyleIdx="0" presStyleCnt="5"/>
      <dgm:spPr/>
    </dgm:pt>
    <dgm:pt modelId="{172A9D39-E286-442F-A0C5-43753ED3FC87}" type="pres">
      <dgm:prSet presAssocID="{D2462278-B9E8-46BA-BF1F-B92FED36D26E}" presName="vert1" presStyleCnt="0"/>
      <dgm:spPr/>
    </dgm:pt>
    <dgm:pt modelId="{D8161BEF-6104-4F92-B223-288BB07C16F6}" type="pres">
      <dgm:prSet presAssocID="{5B64073B-C8CF-453A-9CCA-3753C87449F8}" presName="thickLine" presStyleLbl="alignNode1" presStyleIdx="1" presStyleCnt="5"/>
      <dgm:spPr/>
    </dgm:pt>
    <dgm:pt modelId="{FD01CBA2-F61E-4F2E-A849-F01153072236}" type="pres">
      <dgm:prSet presAssocID="{5B64073B-C8CF-453A-9CCA-3753C87449F8}" presName="horz1" presStyleCnt="0"/>
      <dgm:spPr/>
    </dgm:pt>
    <dgm:pt modelId="{B3DE4FBC-0DC9-4A7B-9233-67309F08320C}" type="pres">
      <dgm:prSet presAssocID="{5B64073B-C8CF-453A-9CCA-3753C87449F8}" presName="tx1" presStyleLbl="revTx" presStyleIdx="1" presStyleCnt="5"/>
      <dgm:spPr/>
    </dgm:pt>
    <dgm:pt modelId="{35D4946F-4BC5-48D3-80B2-1BEB347043B6}" type="pres">
      <dgm:prSet presAssocID="{5B64073B-C8CF-453A-9CCA-3753C87449F8}" presName="vert1" presStyleCnt="0"/>
      <dgm:spPr/>
    </dgm:pt>
    <dgm:pt modelId="{246C6256-F648-4829-8587-6D1D61FE89F9}" type="pres">
      <dgm:prSet presAssocID="{AF0D00D8-97BF-456B-99BD-648702E59733}" presName="thickLine" presStyleLbl="alignNode1" presStyleIdx="2" presStyleCnt="5"/>
      <dgm:spPr/>
    </dgm:pt>
    <dgm:pt modelId="{841EA437-12E7-4A32-88C8-D39651527E5E}" type="pres">
      <dgm:prSet presAssocID="{AF0D00D8-97BF-456B-99BD-648702E59733}" presName="horz1" presStyleCnt="0"/>
      <dgm:spPr/>
    </dgm:pt>
    <dgm:pt modelId="{5B420A88-D716-4261-A13B-06A560E9BEE9}" type="pres">
      <dgm:prSet presAssocID="{AF0D00D8-97BF-456B-99BD-648702E59733}" presName="tx1" presStyleLbl="revTx" presStyleIdx="2" presStyleCnt="5"/>
      <dgm:spPr/>
    </dgm:pt>
    <dgm:pt modelId="{AC1B3DF9-3F62-4EBA-8C3B-C200FD2E24C5}" type="pres">
      <dgm:prSet presAssocID="{AF0D00D8-97BF-456B-99BD-648702E59733}" presName="vert1" presStyleCnt="0"/>
      <dgm:spPr/>
    </dgm:pt>
    <dgm:pt modelId="{1F152E98-E184-43AB-82E4-7793C36089D2}" type="pres">
      <dgm:prSet presAssocID="{688F665F-FB41-48FD-96B6-8718832950BC}" presName="thickLine" presStyleLbl="alignNode1" presStyleIdx="3" presStyleCnt="5"/>
      <dgm:spPr/>
    </dgm:pt>
    <dgm:pt modelId="{9B44FFA1-FD71-465F-9357-E4657C6C6CCF}" type="pres">
      <dgm:prSet presAssocID="{688F665F-FB41-48FD-96B6-8718832950BC}" presName="horz1" presStyleCnt="0"/>
      <dgm:spPr/>
    </dgm:pt>
    <dgm:pt modelId="{53FB1F7C-3E38-4916-BC7B-A4E89A8C1B70}" type="pres">
      <dgm:prSet presAssocID="{688F665F-FB41-48FD-96B6-8718832950BC}" presName="tx1" presStyleLbl="revTx" presStyleIdx="3" presStyleCnt="5"/>
      <dgm:spPr/>
    </dgm:pt>
    <dgm:pt modelId="{7322ED37-08A8-4B8B-9960-8E9BA8B980A4}" type="pres">
      <dgm:prSet presAssocID="{688F665F-FB41-48FD-96B6-8718832950BC}" presName="vert1" presStyleCnt="0"/>
      <dgm:spPr/>
    </dgm:pt>
    <dgm:pt modelId="{1D52A4CD-0177-4FD9-A972-B82443912C8B}" type="pres">
      <dgm:prSet presAssocID="{7E431CAC-8313-4F8D-BFA6-A156B74C44ED}" presName="thickLine" presStyleLbl="alignNode1" presStyleIdx="4" presStyleCnt="5"/>
      <dgm:spPr/>
    </dgm:pt>
    <dgm:pt modelId="{91689DE2-2F2F-46BC-9575-0D1AB7C7F2AC}" type="pres">
      <dgm:prSet presAssocID="{7E431CAC-8313-4F8D-BFA6-A156B74C44ED}" presName="horz1" presStyleCnt="0"/>
      <dgm:spPr/>
    </dgm:pt>
    <dgm:pt modelId="{AAFF1BA1-0597-4E94-8A83-B97F00A83F7A}" type="pres">
      <dgm:prSet presAssocID="{7E431CAC-8313-4F8D-BFA6-A156B74C44ED}" presName="tx1" presStyleLbl="revTx" presStyleIdx="4" presStyleCnt="5"/>
      <dgm:spPr/>
    </dgm:pt>
    <dgm:pt modelId="{7CEA66E8-B17C-4C2F-AD7F-BF8C484D22A8}" type="pres">
      <dgm:prSet presAssocID="{7E431CAC-8313-4F8D-BFA6-A156B74C44ED}" presName="vert1" presStyleCnt="0"/>
      <dgm:spPr/>
    </dgm:pt>
  </dgm:ptLst>
  <dgm:cxnLst>
    <dgm:cxn modelId="{15F11821-D8E2-4A15-B949-AAE7C5D2CB42}" type="presOf" srcId="{6C4668BC-8554-4E4A-BFAC-ECEACB545343}" destId="{48F748DA-3A41-4B87-A948-9AF84C0C11EB}" srcOrd="0" destOrd="0" presId="urn:microsoft.com/office/officeart/2008/layout/LinedList"/>
    <dgm:cxn modelId="{EDAE6769-5A23-4E3D-B3B8-98B85A19FD86}" type="presOf" srcId="{688F665F-FB41-48FD-96B6-8718832950BC}" destId="{53FB1F7C-3E38-4916-BC7B-A4E89A8C1B70}" srcOrd="0" destOrd="0" presId="urn:microsoft.com/office/officeart/2008/layout/LinedList"/>
    <dgm:cxn modelId="{949DD456-79F3-495F-99FF-45AEE7C89590}" type="presOf" srcId="{AF0D00D8-97BF-456B-99BD-648702E59733}" destId="{5B420A88-D716-4261-A13B-06A560E9BEE9}" srcOrd="0" destOrd="0" presId="urn:microsoft.com/office/officeart/2008/layout/LinedList"/>
    <dgm:cxn modelId="{4A3B3D77-77AA-4301-B642-1F1F4B534903}" srcId="{6C4668BC-8554-4E4A-BFAC-ECEACB545343}" destId="{D2462278-B9E8-46BA-BF1F-B92FED36D26E}" srcOrd="0" destOrd="0" parTransId="{F985B716-BB75-4587-AEB1-D74421D04CF1}" sibTransId="{7A5C0EEA-9B07-466D-8F95-A0E3B4200D58}"/>
    <dgm:cxn modelId="{1262397A-8BAF-4145-B51A-FADD3F5E8B1E}" srcId="{6C4668BC-8554-4E4A-BFAC-ECEACB545343}" destId="{AF0D00D8-97BF-456B-99BD-648702E59733}" srcOrd="2" destOrd="0" parTransId="{1B9ED362-EA74-4D6C-8CE3-A27163B32A1D}" sibTransId="{84484251-981D-4952-90AE-984026D56F36}"/>
    <dgm:cxn modelId="{22400E80-4AAE-4E2A-829E-A170A2530985}" type="presOf" srcId="{5B64073B-C8CF-453A-9CCA-3753C87449F8}" destId="{B3DE4FBC-0DC9-4A7B-9233-67309F08320C}" srcOrd="0" destOrd="0" presId="urn:microsoft.com/office/officeart/2008/layout/LinedList"/>
    <dgm:cxn modelId="{F7A1E08D-3D4E-412B-B778-DE1FAFF10433}" srcId="{6C4668BC-8554-4E4A-BFAC-ECEACB545343}" destId="{7E431CAC-8313-4F8D-BFA6-A156B74C44ED}" srcOrd="4" destOrd="0" parTransId="{3DC5416A-682B-4764-9C1E-81E6FC40B107}" sibTransId="{36920BD3-925E-4B60-B7C7-6CA074CB2D90}"/>
    <dgm:cxn modelId="{A1E68DA9-E31D-42B0-B8F7-43CFA3C32E7A}" type="presOf" srcId="{D2462278-B9E8-46BA-BF1F-B92FED36D26E}" destId="{80E1C778-740C-4DCF-B47E-20F3B6D8089F}" srcOrd="0" destOrd="0" presId="urn:microsoft.com/office/officeart/2008/layout/LinedList"/>
    <dgm:cxn modelId="{1F08B8B5-C99B-42E8-AF3B-F89E6982940D}" type="presOf" srcId="{7E431CAC-8313-4F8D-BFA6-A156B74C44ED}" destId="{AAFF1BA1-0597-4E94-8A83-B97F00A83F7A}" srcOrd="0" destOrd="0" presId="urn:microsoft.com/office/officeart/2008/layout/LinedList"/>
    <dgm:cxn modelId="{EDDF98B7-24BC-4914-8F49-6F404482CAA7}" srcId="{6C4668BC-8554-4E4A-BFAC-ECEACB545343}" destId="{688F665F-FB41-48FD-96B6-8718832950BC}" srcOrd="3" destOrd="0" parTransId="{C354D737-F34B-4675-B2F3-94C997EF1A0D}" sibTransId="{1E042682-A6DC-4865-B7FD-0BD7F09B4D8A}"/>
    <dgm:cxn modelId="{8E8CA2BC-FFE0-4A85-8FD2-F80D0E48DACA}" srcId="{6C4668BC-8554-4E4A-BFAC-ECEACB545343}" destId="{5B64073B-C8CF-453A-9CCA-3753C87449F8}" srcOrd="1" destOrd="0" parTransId="{78570C18-1B22-476C-A568-C15E76631462}" sibTransId="{20A2E8BB-C2F5-466A-BC95-14BC8E2656EE}"/>
    <dgm:cxn modelId="{D3500FB8-955F-455A-BA90-295FA1CD01BB}" type="presParOf" srcId="{48F748DA-3A41-4B87-A948-9AF84C0C11EB}" destId="{C912AE05-F66B-4925-A41F-91956882E347}" srcOrd="0" destOrd="0" presId="urn:microsoft.com/office/officeart/2008/layout/LinedList"/>
    <dgm:cxn modelId="{9013EC6D-EB96-40ED-A2C7-517D87712DFE}" type="presParOf" srcId="{48F748DA-3A41-4B87-A948-9AF84C0C11EB}" destId="{2F7CF666-D156-4128-895B-E86353B46DA6}" srcOrd="1" destOrd="0" presId="urn:microsoft.com/office/officeart/2008/layout/LinedList"/>
    <dgm:cxn modelId="{9A3E73B9-8925-4FA6-9365-8F36D2F0D274}" type="presParOf" srcId="{2F7CF666-D156-4128-895B-E86353B46DA6}" destId="{80E1C778-740C-4DCF-B47E-20F3B6D8089F}" srcOrd="0" destOrd="0" presId="urn:microsoft.com/office/officeart/2008/layout/LinedList"/>
    <dgm:cxn modelId="{FF079794-34A4-4854-A7F2-F8C4818D5E48}" type="presParOf" srcId="{2F7CF666-D156-4128-895B-E86353B46DA6}" destId="{172A9D39-E286-442F-A0C5-43753ED3FC87}" srcOrd="1" destOrd="0" presId="urn:microsoft.com/office/officeart/2008/layout/LinedList"/>
    <dgm:cxn modelId="{20D724AF-60C1-4421-BFCB-57C20B97F1DA}" type="presParOf" srcId="{48F748DA-3A41-4B87-A948-9AF84C0C11EB}" destId="{D8161BEF-6104-4F92-B223-288BB07C16F6}" srcOrd="2" destOrd="0" presId="urn:microsoft.com/office/officeart/2008/layout/LinedList"/>
    <dgm:cxn modelId="{7D1FAC80-F098-4454-9E36-E342465FA242}" type="presParOf" srcId="{48F748DA-3A41-4B87-A948-9AF84C0C11EB}" destId="{FD01CBA2-F61E-4F2E-A849-F01153072236}" srcOrd="3" destOrd="0" presId="urn:microsoft.com/office/officeart/2008/layout/LinedList"/>
    <dgm:cxn modelId="{7E87CE2B-F2D1-4719-AD6E-F96ADAD12552}" type="presParOf" srcId="{FD01CBA2-F61E-4F2E-A849-F01153072236}" destId="{B3DE4FBC-0DC9-4A7B-9233-67309F08320C}" srcOrd="0" destOrd="0" presId="urn:microsoft.com/office/officeart/2008/layout/LinedList"/>
    <dgm:cxn modelId="{AAAEE8BC-229E-46BE-838B-DC4545BCA3EF}" type="presParOf" srcId="{FD01CBA2-F61E-4F2E-A849-F01153072236}" destId="{35D4946F-4BC5-48D3-80B2-1BEB347043B6}" srcOrd="1" destOrd="0" presId="urn:microsoft.com/office/officeart/2008/layout/LinedList"/>
    <dgm:cxn modelId="{FBD756FA-753A-4277-8858-2C05748EE125}" type="presParOf" srcId="{48F748DA-3A41-4B87-A948-9AF84C0C11EB}" destId="{246C6256-F648-4829-8587-6D1D61FE89F9}" srcOrd="4" destOrd="0" presId="urn:microsoft.com/office/officeart/2008/layout/LinedList"/>
    <dgm:cxn modelId="{2C02253A-D781-4B28-A85C-F7C7CD6BC35F}" type="presParOf" srcId="{48F748DA-3A41-4B87-A948-9AF84C0C11EB}" destId="{841EA437-12E7-4A32-88C8-D39651527E5E}" srcOrd="5" destOrd="0" presId="urn:microsoft.com/office/officeart/2008/layout/LinedList"/>
    <dgm:cxn modelId="{9CD3A332-84EF-4613-9122-70018606BDD9}" type="presParOf" srcId="{841EA437-12E7-4A32-88C8-D39651527E5E}" destId="{5B420A88-D716-4261-A13B-06A560E9BEE9}" srcOrd="0" destOrd="0" presId="urn:microsoft.com/office/officeart/2008/layout/LinedList"/>
    <dgm:cxn modelId="{2DFFDD81-F5B6-497D-B40F-7E64B4AB6D43}" type="presParOf" srcId="{841EA437-12E7-4A32-88C8-D39651527E5E}" destId="{AC1B3DF9-3F62-4EBA-8C3B-C200FD2E24C5}" srcOrd="1" destOrd="0" presId="urn:microsoft.com/office/officeart/2008/layout/LinedList"/>
    <dgm:cxn modelId="{4D1B7CF1-EA58-46E1-94C3-1F5B94FBADBC}" type="presParOf" srcId="{48F748DA-3A41-4B87-A948-9AF84C0C11EB}" destId="{1F152E98-E184-43AB-82E4-7793C36089D2}" srcOrd="6" destOrd="0" presId="urn:microsoft.com/office/officeart/2008/layout/LinedList"/>
    <dgm:cxn modelId="{AAA6642A-59EC-4641-9774-0E7DB802A0C9}" type="presParOf" srcId="{48F748DA-3A41-4B87-A948-9AF84C0C11EB}" destId="{9B44FFA1-FD71-465F-9357-E4657C6C6CCF}" srcOrd="7" destOrd="0" presId="urn:microsoft.com/office/officeart/2008/layout/LinedList"/>
    <dgm:cxn modelId="{3646FEEA-DE56-4267-8079-FD1941804236}" type="presParOf" srcId="{9B44FFA1-FD71-465F-9357-E4657C6C6CCF}" destId="{53FB1F7C-3E38-4916-BC7B-A4E89A8C1B70}" srcOrd="0" destOrd="0" presId="urn:microsoft.com/office/officeart/2008/layout/LinedList"/>
    <dgm:cxn modelId="{88FCEFDF-3BB7-4EE3-BC76-1FDE885ADF1D}" type="presParOf" srcId="{9B44FFA1-FD71-465F-9357-E4657C6C6CCF}" destId="{7322ED37-08A8-4B8B-9960-8E9BA8B980A4}" srcOrd="1" destOrd="0" presId="urn:microsoft.com/office/officeart/2008/layout/LinedList"/>
    <dgm:cxn modelId="{0EBA9C6F-E21F-450A-B680-9CC1BDB650C1}" type="presParOf" srcId="{48F748DA-3A41-4B87-A948-9AF84C0C11EB}" destId="{1D52A4CD-0177-4FD9-A972-B82443912C8B}" srcOrd="8" destOrd="0" presId="urn:microsoft.com/office/officeart/2008/layout/LinedList"/>
    <dgm:cxn modelId="{DBF66D1C-9962-4882-A576-E5E07A81C0EB}" type="presParOf" srcId="{48F748DA-3A41-4B87-A948-9AF84C0C11EB}" destId="{91689DE2-2F2F-46BC-9575-0D1AB7C7F2AC}" srcOrd="9" destOrd="0" presId="urn:microsoft.com/office/officeart/2008/layout/LinedList"/>
    <dgm:cxn modelId="{1823CF6B-4B58-4F07-84A1-59C21783D888}" type="presParOf" srcId="{91689DE2-2F2F-46BC-9575-0D1AB7C7F2AC}" destId="{AAFF1BA1-0597-4E94-8A83-B97F00A83F7A}" srcOrd="0" destOrd="0" presId="urn:microsoft.com/office/officeart/2008/layout/LinedList"/>
    <dgm:cxn modelId="{3F968D5E-DA8E-48A7-B5DD-52C0BF0D8303}" type="presParOf" srcId="{91689DE2-2F2F-46BC-9575-0D1AB7C7F2AC}" destId="{7CEA66E8-B17C-4C2F-AD7F-BF8C484D22A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81AC53E-DBEF-44A1-9574-743AE728CAD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B6B65F8-0E87-4ECE-BF8B-A476EAB4A280}">
      <dgm:prSet/>
      <dgm:spPr/>
      <dgm:t>
        <a:bodyPr/>
        <a:lstStyle/>
        <a:p>
          <a:r>
            <a:rPr lang="en-US" b="0" i="0" baseline="0"/>
            <a:t>A real network can use both client-server and peer-to-peer communication</a:t>
          </a:r>
          <a:endParaRPr lang="en-US"/>
        </a:p>
      </dgm:t>
    </dgm:pt>
    <dgm:pt modelId="{86EE6E11-580E-47DF-AECA-8EF6000CB725}" type="parTrans" cxnId="{285D0F9C-00B8-4B02-96E4-80BF6D7418DF}">
      <dgm:prSet/>
      <dgm:spPr/>
      <dgm:t>
        <a:bodyPr/>
        <a:lstStyle/>
        <a:p>
          <a:endParaRPr lang="en-US"/>
        </a:p>
      </dgm:t>
    </dgm:pt>
    <dgm:pt modelId="{4D9AA41E-4EAA-4115-B3A4-E7E466391EB7}" type="sibTrans" cxnId="{285D0F9C-00B8-4B02-96E4-80BF6D7418DF}">
      <dgm:prSet/>
      <dgm:spPr/>
      <dgm:t>
        <a:bodyPr/>
        <a:lstStyle/>
        <a:p>
          <a:endParaRPr lang="en-US"/>
        </a:p>
      </dgm:t>
    </dgm:pt>
    <dgm:pt modelId="{BF959C36-F29C-4C82-AA94-C60BE6A9382F}">
      <dgm:prSet/>
      <dgm:spPr/>
      <dgm:t>
        <a:bodyPr/>
        <a:lstStyle/>
        <a:p>
          <a:r>
            <a:rPr lang="en-US" b="0" i="0" baseline="0"/>
            <a:t>Client-server examples: PC to Web Server, DNS Server, File Server, or Domain Controller</a:t>
          </a:r>
          <a:endParaRPr lang="en-US"/>
        </a:p>
      </dgm:t>
    </dgm:pt>
    <dgm:pt modelId="{1E795D0F-4ADA-4B4C-BFD6-F8FA54CEC8C7}" type="parTrans" cxnId="{888214C0-0380-422F-A572-EB19D11893D9}">
      <dgm:prSet/>
      <dgm:spPr/>
      <dgm:t>
        <a:bodyPr/>
        <a:lstStyle/>
        <a:p>
          <a:endParaRPr lang="en-US"/>
        </a:p>
      </dgm:t>
    </dgm:pt>
    <dgm:pt modelId="{C4817F7F-71E4-4172-954C-5E0DA9ABF192}" type="sibTrans" cxnId="{888214C0-0380-422F-A572-EB19D11893D9}">
      <dgm:prSet/>
      <dgm:spPr/>
      <dgm:t>
        <a:bodyPr/>
        <a:lstStyle/>
        <a:p>
          <a:endParaRPr lang="en-US"/>
        </a:p>
      </dgm:t>
    </dgm:pt>
    <dgm:pt modelId="{E18BAF08-A007-4440-B193-131273983BF6}">
      <dgm:prSet/>
      <dgm:spPr/>
      <dgm:t>
        <a:bodyPr/>
        <a:lstStyle/>
        <a:p>
          <a:r>
            <a:rPr lang="en-US" b="0" i="0" baseline="0"/>
            <a:t>Peer-to-peer example: direct PC-to-PC communication</a:t>
          </a:r>
          <a:endParaRPr lang="en-US"/>
        </a:p>
      </dgm:t>
    </dgm:pt>
    <dgm:pt modelId="{6D5E1D5D-779D-4A65-917A-C47BB8F07F32}" type="parTrans" cxnId="{3CE8966C-3475-478C-99B7-737C379F573F}">
      <dgm:prSet/>
      <dgm:spPr/>
      <dgm:t>
        <a:bodyPr/>
        <a:lstStyle/>
        <a:p>
          <a:endParaRPr lang="en-US"/>
        </a:p>
      </dgm:t>
    </dgm:pt>
    <dgm:pt modelId="{4BEF40B5-C4B0-47C9-9563-049C36BE5442}" type="sibTrans" cxnId="{3CE8966C-3475-478C-99B7-737C379F573F}">
      <dgm:prSet/>
      <dgm:spPr/>
      <dgm:t>
        <a:bodyPr/>
        <a:lstStyle/>
        <a:p>
          <a:endParaRPr lang="en-US"/>
        </a:p>
      </dgm:t>
    </dgm:pt>
    <dgm:pt modelId="{B7FEE454-9F10-4426-B513-7A442AC11795}">
      <dgm:prSet/>
      <dgm:spPr/>
      <dgm:t>
        <a:bodyPr/>
        <a:lstStyle/>
        <a:p>
          <a:r>
            <a:rPr lang="en-US" b="0" i="0" baseline="0"/>
            <a:t>The model depends on the service being provided and the network design</a:t>
          </a:r>
          <a:endParaRPr lang="en-US"/>
        </a:p>
      </dgm:t>
    </dgm:pt>
    <dgm:pt modelId="{DDAEB093-F0BD-438E-9B07-5DA78995B21A}" type="parTrans" cxnId="{F74254E6-2B9E-40B6-9166-89FEB0F9BF5C}">
      <dgm:prSet/>
      <dgm:spPr/>
      <dgm:t>
        <a:bodyPr/>
        <a:lstStyle/>
        <a:p>
          <a:endParaRPr lang="en-US"/>
        </a:p>
      </dgm:t>
    </dgm:pt>
    <dgm:pt modelId="{319BBA9A-745A-4F0B-AE31-7BE55785F96C}" type="sibTrans" cxnId="{F74254E6-2B9E-40B6-9166-89FEB0F9BF5C}">
      <dgm:prSet/>
      <dgm:spPr/>
      <dgm:t>
        <a:bodyPr/>
        <a:lstStyle/>
        <a:p>
          <a:endParaRPr lang="en-US"/>
        </a:p>
      </dgm:t>
    </dgm:pt>
    <dgm:pt modelId="{4F07CADA-B076-4D25-A8B5-EFFFC8B60123}" type="pres">
      <dgm:prSet presAssocID="{681AC53E-DBEF-44A1-9574-743AE728CAD6}" presName="linear" presStyleCnt="0">
        <dgm:presLayoutVars>
          <dgm:animLvl val="lvl"/>
          <dgm:resizeHandles val="exact"/>
        </dgm:presLayoutVars>
      </dgm:prSet>
      <dgm:spPr/>
    </dgm:pt>
    <dgm:pt modelId="{0C751797-C1A7-45EA-8882-EB5137B77373}" type="pres">
      <dgm:prSet presAssocID="{AB6B65F8-0E87-4ECE-BF8B-A476EAB4A2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34B07E9-DF7B-43AE-A214-DC49FE14A3E8}" type="pres">
      <dgm:prSet presAssocID="{4D9AA41E-4EAA-4115-B3A4-E7E466391EB7}" presName="spacer" presStyleCnt="0"/>
      <dgm:spPr/>
    </dgm:pt>
    <dgm:pt modelId="{6E822CD4-5D04-4808-AB20-BB2346A0C30F}" type="pres">
      <dgm:prSet presAssocID="{BF959C36-F29C-4C82-AA94-C60BE6A9382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09D7579-0023-4DE1-A4CA-E7B5EA1D0B14}" type="pres">
      <dgm:prSet presAssocID="{C4817F7F-71E4-4172-954C-5E0DA9ABF192}" presName="spacer" presStyleCnt="0"/>
      <dgm:spPr/>
    </dgm:pt>
    <dgm:pt modelId="{6AE1E2E8-546E-4C39-A502-144984055A56}" type="pres">
      <dgm:prSet presAssocID="{E18BAF08-A007-4440-B193-131273983BF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55986CD-90B6-4BA6-BAB1-AA38C1F3A5E7}" type="pres">
      <dgm:prSet presAssocID="{4BEF40B5-C4B0-47C9-9563-049C36BE5442}" presName="spacer" presStyleCnt="0"/>
      <dgm:spPr/>
    </dgm:pt>
    <dgm:pt modelId="{4B6E161B-C004-4A37-8DCD-1868DB8956EA}" type="pres">
      <dgm:prSet presAssocID="{B7FEE454-9F10-4426-B513-7A442AC1179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1429C201-3484-4D07-BCA7-473BC4278091}" type="presOf" srcId="{AB6B65F8-0E87-4ECE-BF8B-A476EAB4A280}" destId="{0C751797-C1A7-45EA-8882-EB5137B77373}" srcOrd="0" destOrd="0" presId="urn:microsoft.com/office/officeart/2005/8/layout/vList2"/>
    <dgm:cxn modelId="{3CE8966C-3475-478C-99B7-737C379F573F}" srcId="{681AC53E-DBEF-44A1-9574-743AE728CAD6}" destId="{E18BAF08-A007-4440-B193-131273983BF6}" srcOrd="2" destOrd="0" parTransId="{6D5E1D5D-779D-4A65-917A-C47BB8F07F32}" sibTransId="{4BEF40B5-C4B0-47C9-9563-049C36BE5442}"/>
    <dgm:cxn modelId="{499D2252-E76E-46D0-997A-618A2DF04F31}" type="presOf" srcId="{BF959C36-F29C-4C82-AA94-C60BE6A9382F}" destId="{6E822CD4-5D04-4808-AB20-BB2346A0C30F}" srcOrd="0" destOrd="0" presId="urn:microsoft.com/office/officeart/2005/8/layout/vList2"/>
    <dgm:cxn modelId="{EF4C2783-153E-4028-8017-3D7873628043}" type="presOf" srcId="{E18BAF08-A007-4440-B193-131273983BF6}" destId="{6AE1E2E8-546E-4C39-A502-144984055A56}" srcOrd="0" destOrd="0" presId="urn:microsoft.com/office/officeart/2005/8/layout/vList2"/>
    <dgm:cxn modelId="{5BA6D290-1CAC-47CB-9324-0505612B5D86}" type="presOf" srcId="{681AC53E-DBEF-44A1-9574-743AE728CAD6}" destId="{4F07CADA-B076-4D25-A8B5-EFFFC8B60123}" srcOrd="0" destOrd="0" presId="urn:microsoft.com/office/officeart/2005/8/layout/vList2"/>
    <dgm:cxn modelId="{285D0F9C-00B8-4B02-96E4-80BF6D7418DF}" srcId="{681AC53E-DBEF-44A1-9574-743AE728CAD6}" destId="{AB6B65F8-0E87-4ECE-BF8B-A476EAB4A280}" srcOrd="0" destOrd="0" parTransId="{86EE6E11-580E-47DF-AECA-8EF6000CB725}" sibTransId="{4D9AA41E-4EAA-4115-B3A4-E7E466391EB7}"/>
    <dgm:cxn modelId="{7AB378BF-4C21-4198-B085-E4B61710FBCD}" type="presOf" srcId="{B7FEE454-9F10-4426-B513-7A442AC11795}" destId="{4B6E161B-C004-4A37-8DCD-1868DB8956EA}" srcOrd="0" destOrd="0" presId="urn:microsoft.com/office/officeart/2005/8/layout/vList2"/>
    <dgm:cxn modelId="{888214C0-0380-422F-A572-EB19D11893D9}" srcId="{681AC53E-DBEF-44A1-9574-743AE728CAD6}" destId="{BF959C36-F29C-4C82-AA94-C60BE6A9382F}" srcOrd="1" destOrd="0" parTransId="{1E795D0F-4ADA-4B4C-BFD6-F8FA54CEC8C7}" sibTransId="{C4817F7F-71E4-4172-954C-5E0DA9ABF192}"/>
    <dgm:cxn modelId="{F74254E6-2B9E-40B6-9166-89FEB0F9BF5C}" srcId="{681AC53E-DBEF-44A1-9574-743AE728CAD6}" destId="{B7FEE454-9F10-4426-B513-7A442AC11795}" srcOrd="3" destOrd="0" parTransId="{DDAEB093-F0BD-438E-9B07-5DA78995B21A}" sibTransId="{319BBA9A-745A-4F0B-AE31-7BE55785F96C}"/>
    <dgm:cxn modelId="{6C9FF7EA-90DD-4FF9-9D94-E0282169BB6D}" type="presParOf" srcId="{4F07CADA-B076-4D25-A8B5-EFFFC8B60123}" destId="{0C751797-C1A7-45EA-8882-EB5137B77373}" srcOrd="0" destOrd="0" presId="urn:microsoft.com/office/officeart/2005/8/layout/vList2"/>
    <dgm:cxn modelId="{488E5FDC-EF0F-4697-B90C-48E12B65D145}" type="presParOf" srcId="{4F07CADA-B076-4D25-A8B5-EFFFC8B60123}" destId="{D34B07E9-DF7B-43AE-A214-DC49FE14A3E8}" srcOrd="1" destOrd="0" presId="urn:microsoft.com/office/officeart/2005/8/layout/vList2"/>
    <dgm:cxn modelId="{E967B18A-3D4C-4BA1-956F-B383D52D4D39}" type="presParOf" srcId="{4F07CADA-B076-4D25-A8B5-EFFFC8B60123}" destId="{6E822CD4-5D04-4808-AB20-BB2346A0C30F}" srcOrd="2" destOrd="0" presId="urn:microsoft.com/office/officeart/2005/8/layout/vList2"/>
    <dgm:cxn modelId="{68688CD1-7DF0-49E9-9160-8B2E4305C207}" type="presParOf" srcId="{4F07CADA-B076-4D25-A8B5-EFFFC8B60123}" destId="{B09D7579-0023-4DE1-A4CA-E7B5EA1D0B14}" srcOrd="3" destOrd="0" presId="urn:microsoft.com/office/officeart/2005/8/layout/vList2"/>
    <dgm:cxn modelId="{C43403C4-961B-45BC-A6A9-2703B4FC3DB0}" type="presParOf" srcId="{4F07CADA-B076-4D25-A8B5-EFFFC8B60123}" destId="{6AE1E2E8-546E-4C39-A502-144984055A56}" srcOrd="4" destOrd="0" presId="urn:microsoft.com/office/officeart/2005/8/layout/vList2"/>
    <dgm:cxn modelId="{71B0ACD5-FC47-4216-B60D-4B5F11C7E20F}" type="presParOf" srcId="{4F07CADA-B076-4D25-A8B5-EFFFC8B60123}" destId="{855986CD-90B6-4BA6-BAB1-AA38C1F3A5E7}" srcOrd="5" destOrd="0" presId="urn:microsoft.com/office/officeart/2005/8/layout/vList2"/>
    <dgm:cxn modelId="{6883289C-A850-4913-BD0C-E55B006DCD25}" type="presParOf" srcId="{4F07CADA-B076-4D25-A8B5-EFFFC8B60123}" destId="{4B6E161B-C004-4A37-8DCD-1868DB8956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BFDEF0-9609-4044-86BE-7DAA93A1ACAF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49B83AD-A25B-4098-957D-ED91F27CAE11}">
      <dgm:prSet/>
      <dgm:spPr/>
      <dgm:t>
        <a:bodyPr/>
        <a:lstStyle/>
        <a:p>
          <a:r>
            <a:rPr lang="en-US" b="0" i="0" baseline="0"/>
            <a:t>Application layer produces data</a:t>
          </a:r>
          <a:endParaRPr lang="en-US"/>
        </a:p>
      </dgm:t>
    </dgm:pt>
    <dgm:pt modelId="{55B73BA8-B9EB-40C1-81AF-F761C1E27D80}" type="parTrans" cxnId="{357DD248-FFC3-4252-907E-D53B05887B04}">
      <dgm:prSet/>
      <dgm:spPr/>
      <dgm:t>
        <a:bodyPr/>
        <a:lstStyle/>
        <a:p>
          <a:endParaRPr lang="en-US"/>
        </a:p>
      </dgm:t>
    </dgm:pt>
    <dgm:pt modelId="{52297B3B-F209-45D4-8DE8-BA01FAD2FAE1}" type="sibTrans" cxnId="{357DD248-FFC3-4252-907E-D53B05887B04}">
      <dgm:prSet/>
      <dgm:spPr/>
      <dgm:t>
        <a:bodyPr/>
        <a:lstStyle/>
        <a:p>
          <a:endParaRPr lang="en-US"/>
        </a:p>
      </dgm:t>
    </dgm:pt>
    <dgm:pt modelId="{F5DD6968-44C9-4781-9CDD-D0AE05F8F8AE}">
      <dgm:prSet/>
      <dgm:spPr/>
      <dgm:t>
        <a:bodyPr/>
        <a:lstStyle/>
        <a:p>
          <a:r>
            <a:rPr lang="en-US" b="0" i="0" baseline="0"/>
            <a:t>Transport layer adds transport information and creates a segment</a:t>
          </a:r>
          <a:endParaRPr lang="en-US"/>
        </a:p>
      </dgm:t>
    </dgm:pt>
    <dgm:pt modelId="{FB7C87E0-1ABE-47EB-B7EF-88F1869FDEC8}" type="parTrans" cxnId="{25BD6465-8D62-4EB1-9E93-1759D5D180F8}">
      <dgm:prSet/>
      <dgm:spPr/>
      <dgm:t>
        <a:bodyPr/>
        <a:lstStyle/>
        <a:p>
          <a:endParaRPr lang="en-US"/>
        </a:p>
      </dgm:t>
    </dgm:pt>
    <dgm:pt modelId="{CF07F1CD-7591-424F-9DF8-7D2D216CC14C}" type="sibTrans" cxnId="{25BD6465-8D62-4EB1-9E93-1759D5D180F8}">
      <dgm:prSet/>
      <dgm:spPr/>
      <dgm:t>
        <a:bodyPr/>
        <a:lstStyle/>
        <a:p>
          <a:endParaRPr lang="en-US"/>
        </a:p>
      </dgm:t>
    </dgm:pt>
    <dgm:pt modelId="{9E324813-947D-4ED8-AFAB-8BA8B2AB67BA}">
      <dgm:prSet/>
      <dgm:spPr/>
      <dgm:t>
        <a:bodyPr/>
        <a:lstStyle/>
        <a:p>
          <a:r>
            <a:rPr lang="en-US" b="0" i="0" baseline="0"/>
            <a:t>Network layer adds IP information and creates a packet</a:t>
          </a:r>
          <a:endParaRPr lang="en-US"/>
        </a:p>
      </dgm:t>
    </dgm:pt>
    <dgm:pt modelId="{F54F494B-F56D-446F-A476-B5D7697175F2}" type="parTrans" cxnId="{5419A2BB-EDC6-41C4-98FB-4EF05AAC40CB}">
      <dgm:prSet/>
      <dgm:spPr/>
      <dgm:t>
        <a:bodyPr/>
        <a:lstStyle/>
        <a:p>
          <a:endParaRPr lang="en-US"/>
        </a:p>
      </dgm:t>
    </dgm:pt>
    <dgm:pt modelId="{8C7F0174-164C-482B-8FA3-55F853C3A085}" type="sibTrans" cxnId="{5419A2BB-EDC6-41C4-98FB-4EF05AAC40CB}">
      <dgm:prSet/>
      <dgm:spPr/>
      <dgm:t>
        <a:bodyPr/>
        <a:lstStyle/>
        <a:p>
          <a:endParaRPr lang="en-US"/>
        </a:p>
      </dgm:t>
    </dgm:pt>
    <dgm:pt modelId="{F15F4809-8C31-4D9B-B9EB-498EF42F437C}">
      <dgm:prSet/>
      <dgm:spPr/>
      <dgm:t>
        <a:bodyPr/>
        <a:lstStyle/>
        <a:p>
          <a:r>
            <a:rPr lang="en-US" b="0" i="0" baseline="0"/>
            <a:t>Data Link layer adds frame information</a:t>
          </a:r>
          <a:endParaRPr lang="en-US"/>
        </a:p>
      </dgm:t>
    </dgm:pt>
    <dgm:pt modelId="{5596067D-DD47-4B6A-8865-FEED2EA4E777}" type="parTrans" cxnId="{A97B6391-CB7A-45F5-B004-DAD046B98DB1}">
      <dgm:prSet/>
      <dgm:spPr/>
      <dgm:t>
        <a:bodyPr/>
        <a:lstStyle/>
        <a:p>
          <a:endParaRPr lang="en-US"/>
        </a:p>
      </dgm:t>
    </dgm:pt>
    <dgm:pt modelId="{A59A2485-CE39-4DF4-86D6-23799533E764}" type="sibTrans" cxnId="{A97B6391-CB7A-45F5-B004-DAD046B98DB1}">
      <dgm:prSet/>
      <dgm:spPr/>
      <dgm:t>
        <a:bodyPr/>
        <a:lstStyle/>
        <a:p>
          <a:endParaRPr lang="en-US"/>
        </a:p>
      </dgm:t>
    </dgm:pt>
    <dgm:pt modelId="{08891E8B-F625-4746-9DB4-622C5C0BA0CD}">
      <dgm:prSet/>
      <dgm:spPr/>
      <dgm:t>
        <a:bodyPr/>
        <a:lstStyle/>
        <a:p>
          <a:r>
            <a:rPr lang="en-US" b="0" i="0" baseline="0"/>
            <a:t>Physical layer transmits bits</a:t>
          </a:r>
          <a:endParaRPr lang="en-US"/>
        </a:p>
      </dgm:t>
    </dgm:pt>
    <dgm:pt modelId="{423C9C60-D0B3-4DE5-9B78-709DE4734033}" type="parTrans" cxnId="{3BD135AF-F1DB-4D42-9423-F60BC24983D1}">
      <dgm:prSet/>
      <dgm:spPr/>
      <dgm:t>
        <a:bodyPr/>
        <a:lstStyle/>
        <a:p>
          <a:endParaRPr lang="en-US"/>
        </a:p>
      </dgm:t>
    </dgm:pt>
    <dgm:pt modelId="{B7DADB81-4DCC-4BCF-BF53-1AE9A182969E}" type="sibTrans" cxnId="{3BD135AF-F1DB-4D42-9423-F60BC24983D1}">
      <dgm:prSet/>
      <dgm:spPr/>
      <dgm:t>
        <a:bodyPr/>
        <a:lstStyle/>
        <a:p>
          <a:endParaRPr lang="en-US"/>
        </a:p>
      </dgm:t>
    </dgm:pt>
    <dgm:pt modelId="{5A95799A-B6FB-4B59-9F01-A029379200E4}">
      <dgm:prSet/>
      <dgm:spPr/>
      <dgm:t>
        <a:bodyPr/>
        <a:lstStyle/>
        <a:p>
          <a:r>
            <a:rPr lang="en-US" b="0" i="0" baseline="0"/>
            <a:t>At the receiver, data is processed upward in reverse order</a:t>
          </a:r>
          <a:endParaRPr lang="en-US"/>
        </a:p>
      </dgm:t>
    </dgm:pt>
    <dgm:pt modelId="{85A9BF8B-06AD-412F-87F3-310AAEFA0833}" type="parTrans" cxnId="{F60856F9-701F-4B77-8ED5-E604DB3ABB6B}">
      <dgm:prSet/>
      <dgm:spPr/>
      <dgm:t>
        <a:bodyPr/>
        <a:lstStyle/>
        <a:p>
          <a:endParaRPr lang="en-US"/>
        </a:p>
      </dgm:t>
    </dgm:pt>
    <dgm:pt modelId="{7E0127BB-87C2-42FE-881F-125B28A53AC4}" type="sibTrans" cxnId="{F60856F9-701F-4B77-8ED5-E604DB3ABB6B}">
      <dgm:prSet/>
      <dgm:spPr/>
      <dgm:t>
        <a:bodyPr/>
        <a:lstStyle/>
        <a:p>
          <a:endParaRPr lang="en-US"/>
        </a:p>
      </dgm:t>
    </dgm:pt>
    <dgm:pt modelId="{A9678F89-3F41-4DE3-8C51-286790F90A23}">
      <dgm:prSet/>
      <dgm:spPr/>
      <dgm:t>
        <a:bodyPr/>
        <a:lstStyle/>
        <a:p>
          <a:r>
            <a:rPr lang="en-US" b="0" i="0" baseline="0"/>
            <a:t>Key concept: each layer adds information required for transmission</a:t>
          </a:r>
          <a:endParaRPr lang="en-US"/>
        </a:p>
      </dgm:t>
    </dgm:pt>
    <dgm:pt modelId="{FE335821-C1F0-4367-BBBB-2E5485EB46F0}" type="parTrans" cxnId="{BF62D8E4-23FF-44D3-B9B9-5B3A7861CA1C}">
      <dgm:prSet/>
      <dgm:spPr/>
      <dgm:t>
        <a:bodyPr/>
        <a:lstStyle/>
        <a:p>
          <a:endParaRPr lang="en-US"/>
        </a:p>
      </dgm:t>
    </dgm:pt>
    <dgm:pt modelId="{61E81678-8064-4A16-8472-2361B521EEF2}" type="sibTrans" cxnId="{BF62D8E4-23FF-44D3-B9B9-5B3A7861CA1C}">
      <dgm:prSet/>
      <dgm:spPr/>
      <dgm:t>
        <a:bodyPr/>
        <a:lstStyle/>
        <a:p>
          <a:endParaRPr lang="en-US"/>
        </a:p>
      </dgm:t>
    </dgm:pt>
    <dgm:pt modelId="{86934A78-E082-49CF-9350-480770B71400}" type="pres">
      <dgm:prSet presAssocID="{F0BFDEF0-9609-4044-86BE-7DAA93A1ACAF}" presName="linear" presStyleCnt="0">
        <dgm:presLayoutVars>
          <dgm:animLvl val="lvl"/>
          <dgm:resizeHandles val="exact"/>
        </dgm:presLayoutVars>
      </dgm:prSet>
      <dgm:spPr/>
    </dgm:pt>
    <dgm:pt modelId="{EF3F45CE-4A8B-4C67-A5AB-6DCF4E42752B}" type="pres">
      <dgm:prSet presAssocID="{549B83AD-A25B-4098-957D-ED91F27CAE1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54416AB-0662-4E4F-9AD3-9E6AE6B49EE0}" type="pres">
      <dgm:prSet presAssocID="{52297B3B-F209-45D4-8DE8-BA01FAD2FAE1}" presName="spacer" presStyleCnt="0"/>
      <dgm:spPr/>
    </dgm:pt>
    <dgm:pt modelId="{ADE6C591-2528-4BC3-8CB2-7D1ECDB2A548}" type="pres">
      <dgm:prSet presAssocID="{F5DD6968-44C9-4781-9CDD-D0AE05F8F8AE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9D2B8165-7081-41BA-9F21-E6901EC5F85F}" type="pres">
      <dgm:prSet presAssocID="{CF07F1CD-7591-424F-9DF8-7D2D216CC14C}" presName="spacer" presStyleCnt="0"/>
      <dgm:spPr/>
    </dgm:pt>
    <dgm:pt modelId="{4C234077-03A2-4506-BB01-1016B489D1BB}" type="pres">
      <dgm:prSet presAssocID="{9E324813-947D-4ED8-AFAB-8BA8B2AB67BA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89C1787B-80B7-47BD-8CAF-DEE6A6E65CA2}" type="pres">
      <dgm:prSet presAssocID="{8C7F0174-164C-482B-8FA3-55F853C3A085}" presName="spacer" presStyleCnt="0"/>
      <dgm:spPr/>
    </dgm:pt>
    <dgm:pt modelId="{8742B170-C979-416B-93E2-05BC786B13C8}" type="pres">
      <dgm:prSet presAssocID="{F15F4809-8C31-4D9B-B9EB-498EF42F437C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3F87DB9-2DCD-4446-8888-BED00021B87B}" type="pres">
      <dgm:prSet presAssocID="{A59A2485-CE39-4DF4-86D6-23799533E764}" presName="spacer" presStyleCnt="0"/>
      <dgm:spPr/>
    </dgm:pt>
    <dgm:pt modelId="{6438D37F-4223-4E37-B03A-A5ED61593AD9}" type="pres">
      <dgm:prSet presAssocID="{08891E8B-F625-4746-9DB4-622C5C0BA0C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0C1D55DE-1DD9-4F25-BB56-203FBEABB02E}" type="pres">
      <dgm:prSet presAssocID="{B7DADB81-4DCC-4BCF-BF53-1AE9A182969E}" presName="spacer" presStyleCnt="0"/>
      <dgm:spPr/>
    </dgm:pt>
    <dgm:pt modelId="{49327408-6B65-4FFB-BD5A-1C31F755387E}" type="pres">
      <dgm:prSet presAssocID="{5A95799A-B6FB-4B59-9F01-A029379200E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62479584-8A77-426A-9D74-A170E5898449}" type="pres">
      <dgm:prSet presAssocID="{7E0127BB-87C2-42FE-881F-125B28A53AC4}" presName="spacer" presStyleCnt="0"/>
      <dgm:spPr/>
    </dgm:pt>
    <dgm:pt modelId="{6A10913E-DFB6-4D2F-8938-2FB7B282379E}" type="pres">
      <dgm:prSet presAssocID="{A9678F89-3F41-4DE3-8C51-286790F90A23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759E9B26-651F-453E-B9CB-280B4C37F62E}" type="presOf" srcId="{5A95799A-B6FB-4B59-9F01-A029379200E4}" destId="{49327408-6B65-4FFB-BD5A-1C31F755387E}" srcOrd="0" destOrd="0" presId="urn:microsoft.com/office/officeart/2005/8/layout/vList2"/>
    <dgm:cxn modelId="{5E48C32B-DF4A-4393-966E-1FAA44721BB5}" type="presOf" srcId="{A9678F89-3F41-4DE3-8C51-286790F90A23}" destId="{6A10913E-DFB6-4D2F-8938-2FB7B282379E}" srcOrd="0" destOrd="0" presId="urn:microsoft.com/office/officeart/2005/8/layout/vList2"/>
    <dgm:cxn modelId="{94322539-CEBD-46F3-B30C-D4A2461666B0}" type="presOf" srcId="{F0BFDEF0-9609-4044-86BE-7DAA93A1ACAF}" destId="{86934A78-E082-49CF-9350-480770B71400}" srcOrd="0" destOrd="0" presId="urn:microsoft.com/office/officeart/2005/8/layout/vList2"/>
    <dgm:cxn modelId="{25BD6465-8D62-4EB1-9E93-1759D5D180F8}" srcId="{F0BFDEF0-9609-4044-86BE-7DAA93A1ACAF}" destId="{F5DD6968-44C9-4781-9CDD-D0AE05F8F8AE}" srcOrd="1" destOrd="0" parTransId="{FB7C87E0-1ABE-47EB-B7EF-88F1869FDEC8}" sibTransId="{CF07F1CD-7591-424F-9DF8-7D2D216CC14C}"/>
    <dgm:cxn modelId="{357DD248-FFC3-4252-907E-D53B05887B04}" srcId="{F0BFDEF0-9609-4044-86BE-7DAA93A1ACAF}" destId="{549B83AD-A25B-4098-957D-ED91F27CAE11}" srcOrd="0" destOrd="0" parTransId="{55B73BA8-B9EB-40C1-81AF-F761C1E27D80}" sibTransId="{52297B3B-F209-45D4-8DE8-BA01FAD2FAE1}"/>
    <dgm:cxn modelId="{A14D516C-6922-4609-B935-C71944D76C05}" type="presOf" srcId="{F5DD6968-44C9-4781-9CDD-D0AE05F8F8AE}" destId="{ADE6C591-2528-4BC3-8CB2-7D1ECDB2A548}" srcOrd="0" destOrd="0" presId="urn:microsoft.com/office/officeart/2005/8/layout/vList2"/>
    <dgm:cxn modelId="{49697E82-89EA-4AC9-B0B9-C5FEF7E99A68}" type="presOf" srcId="{F15F4809-8C31-4D9B-B9EB-498EF42F437C}" destId="{8742B170-C979-416B-93E2-05BC786B13C8}" srcOrd="0" destOrd="0" presId="urn:microsoft.com/office/officeart/2005/8/layout/vList2"/>
    <dgm:cxn modelId="{B8CE8C89-D52E-47C5-8263-8EACA6DA9548}" type="presOf" srcId="{549B83AD-A25B-4098-957D-ED91F27CAE11}" destId="{EF3F45CE-4A8B-4C67-A5AB-6DCF4E42752B}" srcOrd="0" destOrd="0" presId="urn:microsoft.com/office/officeart/2005/8/layout/vList2"/>
    <dgm:cxn modelId="{A97B6391-CB7A-45F5-B004-DAD046B98DB1}" srcId="{F0BFDEF0-9609-4044-86BE-7DAA93A1ACAF}" destId="{F15F4809-8C31-4D9B-B9EB-498EF42F437C}" srcOrd="3" destOrd="0" parTransId="{5596067D-DD47-4B6A-8865-FEED2EA4E777}" sibTransId="{A59A2485-CE39-4DF4-86D6-23799533E764}"/>
    <dgm:cxn modelId="{B88BD398-1F1E-4D34-A9DB-4C1519E75F30}" type="presOf" srcId="{9E324813-947D-4ED8-AFAB-8BA8B2AB67BA}" destId="{4C234077-03A2-4506-BB01-1016B489D1BB}" srcOrd="0" destOrd="0" presId="urn:microsoft.com/office/officeart/2005/8/layout/vList2"/>
    <dgm:cxn modelId="{3BD135AF-F1DB-4D42-9423-F60BC24983D1}" srcId="{F0BFDEF0-9609-4044-86BE-7DAA93A1ACAF}" destId="{08891E8B-F625-4746-9DB4-622C5C0BA0CD}" srcOrd="4" destOrd="0" parTransId="{423C9C60-D0B3-4DE5-9B78-709DE4734033}" sibTransId="{B7DADB81-4DCC-4BCF-BF53-1AE9A182969E}"/>
    <dgm:cxn modelId="{5419A2BB-EDC6-41C4-98FB-4EF05AAC40CB}" srcId="{F0BFDEF0-9609-4044-86BE-7DAA93A1ACAF}" destId="{9E324813-947D-4ED8-AFAB-8BA8B2AB67BA}" srcOrd="2" destOrd="0" parTransId="{F54F494B-F56D-446F-A476-B5D7697175F2}" sibTransId="{8C7F0174-164C-482B-8FA3-55F853C3A085}"/>
    <dgm:cxn modelId="{C3B712D4-7CCE-4E0D-892F-EA3DD5BE2920}" type="presOf" srcId="{08891E8B-F625-4746-9DB4-622C5C0BA0CD}" destId="{6438D37F-4223-4E37-B03A-A5ED61593AD9}" srcOrd="0" destOrd="0" presId="urn:microsoft.com/office/officeart/2005/8/layout/vList2"/>
    <dgm:cxn modelId="{BF62D8E4-23FF-44D3-B9B9-5B3A7861CA1C}" srcId="{F0BFDEF0-9609-4044-86BE-7DAA93A1ACAF}" destId="{A9678F89-3F41-4DE3-8C51-286790F90A23}" srcOrd="6" destOrd="0" parTransId="{FE335821-C1F0-4367-BBBB-2E5485EB46F0}" sibTransId="{61E81678-8064-4A16-8472-2361B521EEF2}"/>
    <dgm:cxn modelId="{F60856F9-701F-4B77-8ED5-E604DB3ABB6B}" srcId="{F0BFDEF0-9609-4044-86BE-7DAA93A1ACAF}" destId="{5A95799A-B6FB-4B59-9F01-A029379200E4}" srcOrd="5" destOrd="0" parTransId="{85A9BF8B-06AD-412F-87F3-310AAEFA0833}" sibTransId="{7E0127BB-87C2-42FE-881F-125B28A53AC4}"/>
    <dgm:cxn modelId="{329E418B-0C10-4AFB-9548-ECA3AF5D7720}" type="presParOf" srcId="{86934A78-E082-49CF-9350-480770B71400}" destId="{EF3F45CE-4A8B-4C67-A5AB-6DCF4E42752B}" srcOrd="0" destOrd="0" presId="urn:microsoft.com/office/officeart/2005/8/layout/vList2"/>
    <dgm:cxn modelId="{21483441-B6C9-4B24-9022-4C369892CFAC}" type="presParOf" srcId="{86934A78-E082-49CF-9350-480770B71400}" destId="{254416AB-0662-4E4F-9AD3-9E6AE6B49EE0}" srcOrd="1" destOrd="0" presId="urn:microsoft.com/office/officeart/2005/8/layout/vList2"/>
    <dgm:cxn modelId="{539A805A-AC89-4136-A5DA-A8AE9347E939}" type="presParOf" srcId="{86934A78-E082-49CF-9350-480770B71400}" destId="{ADE6C591-2528-4BC3-8CB2-7D1ECDB2A548}" srcOrd="2" destOrd="0" presId="urn:microsoft.com/office/officeart/2005/8/layout/vList2"/>
    <dgm:cxn modelId="{09CE155B-944E-41BE-BD23-69C246C70FFA}" type="presParOf" srcId="{86934A78-E082-49CF-9350-480770B71400}" destId="{9D2B8165-7081-41BA-9F21-E6901EC5F85F}" srcOrd="3" destOrd="0" presId="urn:microsoft.com/office/officeart/2005/8/layout/vList2"/>
    <dgm:cxn modelId="{00D83B21-5427-4FBF-8422-5484AC23EA08}" type="presParOf" srcId="{86934A78-E082-49CF-9350-480770B71400}" destId="{4C234077-03A2-4506-BB01-1016B489D1BB}" srcOrd="4" destOrd="0" presId="urn:microsoft.com/office/officeart/2005/8/layout/vList2"/>
    <dgm:cxn modelId="{CD106EB9-37DB-458B-BE74-BE673B2EFE7D}" type="presParOf" srcId="{86934A78-E082-49CF-9350-480770B71400}" destId="{89C1787B-80B7-47BD-8CAF-DEE6A6E65CA2}" srcOrd="5" destOrd="0" presId="urn:microsoft.com/office/officeart/2005/8/layout/vList2"/>
    <dgm:cxn modelId="{5932223C-D78F-49FD-B353-EB7B65E2F274}" type="presParOf" srcId="{86934A78-E082-49CF-9350-480770B71400}" destId="{8742B170-C979-416B-93E2-05BC786B13C8}" srcOrd="6" destOrd="0" presId="urn:microsoft.com/office/officeart/2005/8/layout/vList2"/>
    <dgm:cxn modelId="{5F814044-0F3B-4A9A-B04A-FA2A2BB5D813}" type="presParOf" srcId="{86934A78-E082-49CF-9350-480770B71400}" destId="{C3F87DB9-2DCD-4446-8888-BED00021B87B}" srcOrd="7" destOrd="0" presId="urn:microsoft.com/office/officeart/2005/8/layout/vList2"/>
    <dgm:cxn modelId="{B60039A1-140C-4F2B-ACBF-43F28FED11C6}" type="presParOf" srcId="{86934A78-E082-49CF-9350-480770B71400}" destId="{6438D37F-4223-4E37-B03A-A5ED61593AD9}" srcOrd="8" destOrd="0" presId="urn:microsoft.com/office/officeart/2005/8/layout/vList2"/>
    <dgm:cxn modelId="{4540F0DA-9DBE-457B-9793-14173C62D828}" type="presParOf" srcId="{86934A78-E082-49CF-9350-480770B71400}" destId="{0C1D55DE-1DD9-4F25-BB56-203FBEABB02E}" srcOrd="9" destOrd="0" presId="urn:microsoft.com/office/officeart/2005/8/layout/vList2"/>
    <dgm:cxn modelId="{6857A50C-3F2E-43A0-A206-3831A5BF46C4}" type="presParOf" srcId="{86934A78-E082-49CF-9350-480770B71400}" destId="{49327408-6B65-4FFB-BD5A-1C31F755387E}" srcOrd="10" destOrd="0" presId="urn:microsoft.com/office/officeart/2005/8/layout/vList2"/>
    <dgm:cxn modelId="{E7A36F13-A2FE-4440-80AB-AE64E07F6895}" type="presParOf" srcId="{86934A78-E082-49CF-9350-480770B71400}" destId="{62479584-8A77-426A-9D74-A170E5898449}" srcOrd="11" destOrd="0" presId="urn:microsoft.com/office/officeart/2005/8/layout/vList2"/>
    <dgm:cxn modelId="{176DAF9C-89BE-4055-B107-A287ED40B979}" type="presParOf" srcId="{86934A78-E082-49CF-9350-480770B71400}" destId="{6A10913E-DFB6-4D2F-8938-2FB7B282379E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E9CE05-6766-4F0C-9A11-90B253B0A721}">
      <dsp:nvSpPr>
        <dsp:cNvPr id="0" name=""/>
        <dsp:cNvSpPr/>
      </dsp:nvSpPr>
      <dsp:spPr>
        <a:xfrm>
          <a:off x="0" y="4279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Network topology defines how devices are connected in a network</a:t>
          </a:r>
          <a:endParaRPr lang="en-US" sz="3200" kern="1200"/>
        </a:p>
      </dsp:txBody>
      <dsp:txXfrm>
        <a:off x="62141" y="104940"/>
        <a:ext cx="6542551" cy="1148678"/>
      </dsp:txXfrm>
    </dsp:sp>
    <dsp:sp modelId="{1A526250-EBF2-4523-B7FA-FD0DE8D7F5D2}">
      <dsp:nvSpPr>
        <dsp:cNvPr id="0" name=""/>
        <dsp:cNvSpPr/>
      </dsp:nvSpPr>
      <dsp:spPr>
        <a:xfrm>
          <a:off x="0" y="1407919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Physical topology shows the actual physical connections</a:t>
          </a:r>
          <a:endParaRPr lang="en-US" sz="3200" kern="1200"/>
        </a:p>
      </dsp:txBody>
      <dsp:txXfrm>
        <a:off x="62141" y="1470060"/>
        <a:ext cx="6542551" cy="1148678"/>
      </dsp:txXfrm>
    </dsp:sp>
    <dsp:sp modelId="{733DED83-434A-4C12-A335-6E83A7C3B8DE}">
      <dsp:nvSpPr>
        <dsp:cNvPr id="0" name=""/>
        <dsp:cNvSpPr/>
      </dsp:nvSpPr>
      <dsp:spPr>
        <a:xfrm>
          <a:off x="0" y="277304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Logical topology shows how data flows through the network</a:t>
          </a:r>
          <a:endParaRPr lang="en-US" sz="3200" kern="1200"/>
        </a:p>
      </dsp:txBody>
      <dsp:txXfrm>
        <a:off x="62141" y="2835181"/>
        <a:ext cx="6542551" cy="1148678"/>
      </dsp:txXfrm>
    </dsp:sp>
    <dsp:sp modelId="{7411612E-DC6E-4B70-95C3-CE576DF67F39}">
      <dsp:nvSpPr>
        <dsp:cNvPr id="0" name=""/>
        <dsp:cNvSpPr/>
      </dsp:nvSpPr>
      <dsp:spPr>
        <a:xfrm>
          <a:off x="0" y="4138160"/>
          <a:ext cx="6666833" cy="1272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Common topologies include Bus, Star, Ring, Mesh, and Hybrid</a:t>
          </a:r>
          <a:endParaRPr lang="en-US" sz="3200" kern="1200"/>
        </a:p>
      </dsp:txBody>
      <dsp:txXfrm>
        <a:off x="62141" y="4200301"/>
        <a:ext cx="6542551" cy="11486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F39AE7-C7B8-428D-8D8D-F0981F0A6AD2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F7295B-C5E7-42A3-A584-EEF8D56322E5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All devices share a single backbone cable</a:t>
          </a:r>
          <a:endParaRPr lang="en-US" sz="2500" kern="1200"/>
        </a:p>
      </dsp:txBody>
      <dsp:txXfrm>
        <a:off x="0" y="2663"/>
        <a:ext cx="6666833" cy="908098"/>
      </dsp:txXfrm>
    </dsp:sp>
    <dsp:sp modelId="{3A24A17E-F77E-4AA4-B72B-E724708B73FD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A86711D-E24E-49CE-A7C3-9FAAAA557E3C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Data travels along the shared communication medium</a:t>
          </a:r>
          <a:endParaRPr lang="en-US" sz="2500" kern="1200"/>
        </a:p>
      </dsp:txBody>
      <dsp:txXfrm>
        <a:off x="0" y="910762"/>
        <a:ext cx="6666833" cy="908098"/>
      </dsp:txXfrm>
    </dsp:sp>
    <dsp:sp modelId="{FAAD0685-07DB-4D4F-93AB-85702B513775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A4D1F4-69FA-457A-92BD-30372410865D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Advantages: simple design, less cable, low initial cost</a:t>
          </a:r>
          <a:endParaRPr lang="en-US" sz="2500" kern="1200"/>
        </a:p>
      </dsp:txBody>
      <dsp:txXfrm>
        <a:off x="0" y="1818861"/>
        <a:ext cx="6666833" cy="908098"/>
      </dsp:txXfrm>
    </dsp:sp>
    <dsp:sp modelId="{9598CEA0-0508-4AC3-AD34-0ACD77E432A8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D9CA5B3-1C85-4D6C-867F-C1101D2FCA71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Disadvantages: backbone failure can affect the entire network</a:t>
          </a:r>
          <a:endParaRPr lang="en-US" sz="2500" kern="1200"/>
        </a:p>
      </dsp:txBody>
      <dsp:txXfrm>
        <a:off x="0" y="2726960"/>
        <a:ext cx="6666833" cy="908098"/>
      </dsp:txXfrm>
    </dsp:sp>
    <dsp:sp modelId="{32E4C857-3015-491C-B80C-36ED16843610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C1CE00F-54C2-4CA0-ACA7-9032E0DC1337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 dirty="0"/>
            <a:t>Difficult to troubleshoot and performance decreases as devices increase</a:t>
          </a:r>
          <a:endParaRPr lang="en-US" sz="2500" kern="1200" dirty="0"/>
        </a:p>
      </dsp:txBody>
      <dsp:txXfrm>
        <a:off x="0" y="3635058"/>
        <a:ext cx="6666833" cy="908098"/>
      </dsp:txXfrm>
    </dsp:sp>
    <dsp:sp modelId="{46D69652-8929-4C7F-A311-713F4A1C3EF6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766D73B-D74E-456E-936E-2789C1CF3D69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Rarely used in modern LANs</a:t>
          </a:r>
          <a:endParaRPr lang="en-US" sz="2500" kern="1200"/>
        </a:p>
      </dsp:txBody>
      <dsp:txXfrm>
        <a:off x="0" y="4543157"/>
        <a:ext cx="6666833" cy="9080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BE34DE-31F2-4063-923E-40F830EA0E13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Every device has a separate connection to a central switch or hub</a:t>
          </a:r>
          <a:endParaRPr lang="en-US" sz="2500" kern="1200"/>
        </a:p>
      </dsp:txBody>
      <dsp:txXfrm>
        <a:off x="48547" y="145256"/>
        <a:ext cx="6569739" cy="897406"/>
      </dsp:txXfrm>
    </dsp:sp>
    <dsp:sp modelId="{FD31AEBB-A17F-4E30-ACC5-004A810D9D05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Most modern Ethernet LANs use a star-based design</a:t>
          </a:r>
          <a:endParaRPr lang="en-US" sz="2500" kern="1200"/>
        </a:p>
      </dsp:txBody>
      <dsp:txXfrm>
        <a:off x="48547" y="1211756"/>
        <a:ext cx="6569739" cy="897406"/>
      </dsp:txXfrm>
    </dsp:sp>
    <dsp:sp modelId="{DEBF8518-2606-48FF-8D99-45314DD13195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Advantages: easy to install, manage, expand, and troubleshoot</a:t>
          </a:r>
          <a:endParaRPr lang="en-US" sz="2500" kern="1200"/>
        </a:p>
      </dsp:txBody>
      <dsp:txXfrm>
        <a:off x="48547" y="2278257"/>
        <a:ext cx="6569739" cy="897406"/>
      </dsp:txXfrm>
    </dsp:sp>
    <dsp:sp modelId="{0799A982-0B2B-49B0-9392-E72DAC709958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Failure of one cable normally affects only one device</a:t>
          </a:r>
          <a:endParaRPr lang="en-US" sz="2500" kern="1200"/>
        </a:p>
      </dsp:txBody>
      <dsp:txXfrm>
        <a:off x="48547" y="3344757"/>
        <a:ext cx="6569739" cy="897406"/>
      </dsp:txXfrm>
    </dsp:sp>
    <dsp:sp modelId="{CFFBB2A7-547B-4762-B770-8A580A991958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Disadvantage: failure of the central switch can affect connected devices</a:t>
          </a:r>
          <a:endParaRPr lang="en-US" sz="2500" kern="1200"/>
        </a:p>
      </dsp:txBody>
      <dsp:txXfrm>
        <a:off x="48547" y="4411257"/>
        <a:ext cx="6569739" cy="89740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89D559-2564-4B83-BEC0-69B32BC71CE1}">
      <dsp:nvSpPr>
        <dsp:cNvPr id="0" name=""/>
        <dsp:cNvSpPr/>
      </dsp:nvSpPr>
      <dsp:spPr>
        <a:xfrm>
          <a:off x="0" y="2663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6CAEC3-11D2-4AF5-99A8-21366D6C90F9}">
      <dsp:nvSpPr>
        <dsp:cNvPr id="0" name=""/>
        <dsp:cNvSpPr/>
      </dsp:nvSpPr>
      <dsp:spPr>
        <a:xfrm>
          <a:off x="0" y="2663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Each device connects to two neighboring devices</a:t>
          </a:r>
          <a:endParaRPr lang="en-US" sz="2500" kern="1200"/>
        </a:p>
      </dsp:txBody>
      <dsp:txXfrm>
        <a:off x="0" y="2663"/>
        <a:ext cx="6666833" cy="908098"/>
      </dsp:txXfrm>
    </dsp:sp>
    <dsp:sp modelId="{3717DCF4-BF82-47C5-9420-69B357DF7460}">
      <dsp:nvSpPr>
        <dsp:cNvPr id="0" name=""/>
        <dsp:cNvSpPr/>
      </dsp:nvSpPr>
      <dsp:spPr>
        <a:xfrm>
          <a:off x="0" y="910762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65FD88B-1B82-4C35-8262-E8B78ED474BB}">
      <dsp:nvSpPr>
        <dsp:cNvPr id="0" name=""/>
        <dsp:cNvSpPr/>
      </dsp:nvSpPr>
      <dsp:spPr>
        <a:xfrm>
          <a:off x="0" y="910762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Devices form a closed loop</a:t>
          </a:r>
          <a:endParaRPr lang="en-US" sz="2500" kern="1200"/>
        </a:p>
      </dsp:txBody>
      <dsp:txXfrm>
        <a:off x="0" y="910762"/>
        <a:ext cx="6666833" cy="908098"/>
      </dsp:txXfrm>
    </dsp:sp>
    <dsp:sp modelId="{6F167E7A-0A17-4D41-BBC3-88A602740589}">
      <dsp:nvSpPr>
        <dsp:cNvPr id="0" name=""/>
        <dsp:cNvSpPr/>
      </dsp:nvSpPr>
      <dsp:spPr>
        <a:xfrm>
          <a:off x="0" y="1818861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D4D2EEB-B101-4794-89B6-D4AFDDA8F8AB}">
      <dsp:nvSpPr>
        <dsp:cNvPr id="0" name=""/>
        <dsp:cNvSpPr/>
      </dsp:nvSpPr>
      <dsp:spPr>
        <a:xfrm>
          <a:off x="0" y="1818861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Data travels around the ring</a:t>
          </a:r>
          <a:endParaRPr lang="en-US" sz="2500" kern="1200"/>
        </a:p>
      </dsp:txBody>
      <dsp:txXfrm>
        <a:off x="0" y="1818861"/>
        <a:ext cx="6666833" cy="908098"/>
      </dsp:txXfrm>
    </dsp:sp>
    <dsp:sp modelId="{BDD6E38D-EF4A-47EE-9320-3A874238B01F}">
      <dsp:nvSpPr>
        <dsp:cNvPr id="0" name=""/>
        <dsp:cNvSpPr/>
      </dsp:nvSpPr>
      <dsp:spPr>
        <a:xfrm>
          <a:off x="0" y="2726960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231DB59-16A6-41B7-AE5B-A544D75C5A97}">
      <dsp:nvSpPr>
        <dsp:cNvPr id="0" name=""/>
        <dsp:cNvSpPr/>
      </dsp:nvSpPr>
      <dsp:spPr>
        <a:xfrm>
          <a:off x="0" y="2726960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Advantages: predictable data flow and no central device required</a:t>
          </a:r>
          <a:endParaRPr lang="en-US" sz="2500" kern="1200"/>
        </a:p>
      </dsp:txBody>
      <dsp:txXfrm>
        <a:off x="0" y="2726960"/>
        <a:ext cx="6666833" cy="908098"/>
      </dsp:txXfrm>
    </dsp:sp>
    <dsp:sp modelId="{0C103E19-084E-4EE7-ADF3-EAE0D86EB9AC}">
      <dsp:nvSpPr>
        <dsp:cNvPr id="0" name=""/>
        <dsp:cNvSpPr/>
      </dsp:nvSpPr>
      <dsp:spPr>
        <a:xfrm>
          <a:off x="0" y="3635058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117948-51EA-4621-82EB-AF0A57251F44}">
      <dsp:nvSpPr>
        <dsp:cNvPr id="0" name=""/>
        <dsp:cNvSpPr/>
      </dsp:nvSpPr>
      <dsp:spPr>
        <a:xfrm>
          <a:off x="0" y="3635058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Disadvantages: a connection failure can disrupt communication</a:t>
          </a:r>
          <a:endParaRPr lang="en-US" sz="2500" kern="1200"/>
        </a:p>
      </dsp:txBody>
      <dsp:txXfrm>
        <a:off x="0" y="3635058"/>
        <a:ext cx="6666833" cy="908098"/>
      </dsp:txXfrm>
    </dsp:sp>
    <dsp:sp modelId="{BB20605B-C7C7-41A9-A33E-409330529661}">
      <dsp:nvSpPr>
        <dsp:cNvPr id="0" name=""/>
        <dsp:cNvSpPr/>
      </dsp:nvSpPr>
      <dsp:spPr>
        <a:xfrm>
          <a:off x="0" y="4543157"/>
          <a:ext cx="6666833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9CEB1D-B5E1-4875-9123-04926324BF8D}">
      <dsp:nvSpPr>
        <dsp:cNvPr id="0" name=""/>
        <dsp:cNvSpPr/>
      </dsp:nvSpPr>
      <dsp:spPr>
        <a:xfrm>
          <a:off x="0" y="4543157"/>
          <a:ext cx="6666833" cy="9080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Rare in modern LANs</a:t>
          </a:r>
          <a:endParaRPr lang="en-US" sz="2500" kern="1200"/>
        </a:p>
      </dsp:txBody>
      <dsp:txXfrm>
        <a:off x="0" y="4543157"/>
        <a:ext cx="6666833" cy="9080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1BE5C4-35CC-48B3-BE3B-C5BCBEE5F294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C242D6-6D06-4EFB-94FD-9D783B886C60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Devices have multiple paths to reach other devices</a:t>
          </a:r>
          <a:endParaRPr lang="en-US" sz="3000" kern="1200"/>
        </a:p>
      </dsp:txBody>
      <dsp:txXfrm>
        <a:off x="0" y="665"/>
        <a:ext cx="6666833" cy="1090517"/>
      </dsp:txXfrm>
    </dsp:sp>
    <dsp:sp modelId="{94E7489F-CDC4-46C6-A9F4-663210193A47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BC9D3BB-3002-4275-8AD7-3C384A517D0A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Provides redundancy and fault tolerance</a:t>
          </a:r>
          <a:endParaRPr lang="en-US" sz="3000" kern="1200"/>
        </a:p>
      </dsp:txBody>
      <dsp:txXfrm>
        <a:off x="0" y="1091183"/>
        <a:ext cx="6666833" cy="1090517"/>
      </dsp:txXfrm>
    </dsp:sp>
    <dsp:sp modelId="{7D4F5961-D856-4446-BF6E-ED91E94C9300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4DE9A0-AF11-41BC-83F0-AA7CADF40ABB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Advantages: high reliability and multiple communication paths</a:t>
          </a:r>
          <a:endParaRPr lang="en-US" sz="3000" kern="1200"/>
        </a:p>
      </dsp:txBody>
      <dsp:txXfrm>
        <a:off x="0" y="2181701"/>
        <a:ext cx="6666833" cy="1090517"/>
      </dsp:txXfrm>
    </dsp:sp>
    <dsp:sp modelId="{0EB1284D-5F68-4757-A39C-C366C7F541F8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9BB894B-BAEC-48FA-B4E4-F59BE7AE0640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Disadvantages: expensive and complex to configure and maintain</a:t>
          </a:r>
          <a:endParaRPr lang="en-US" sz="3000" kern="1200"/>
        </a:p>
      </dsp:txBody>
      <dsp:txXfrm>
        <a:off x="0" y="3272218"/>
        <a:ext cx="6666833" cy="1090517"/>
      </dsp:txXfrm>
    </dsp:sp>
    <dsp:sp modelId="{ABC782F4-B6C3-4612-8E47-CCEEDBD504A0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B89ECE-2B74-46E8-9B69-CE78A2640E87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Common in critical network, WAN, and data-center designs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12AE05-F66B-4925-A41F-91956882E347}">
      <dsp:nvSpPr>
        <dsp:cNvPr id="0" name=""/>
        <dsp:cNvSpPr/>
      </dsp:nvSpPr>
      <dsp:spPr>
        <a:xfrm>
          <a:off x="0" y="665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0E1C778-740C-4DCF-B47E-20F3B6D8089F}">
      <dsp:nvSpPr>
        <dsp:cNvPr id="0" name=""/>
        <dsp:cNvSpPr/>
      </dsp:nvSpPr>
      <dsp:spPr>
        <a:xfrm>
          <a:off x="0" y="665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Combines two or more topology types</a:t>
          </a:r>
          <a:endParaRPr lang="en-US" sz="3000" kern="1200"/>
        </a:p>
      </dsp:txBody>
      <dsp:txXfrm>
        <a:off x="0" y="665"/>
        <a:ext cx="6666833" cy="1090517"/>
      </dsp:txXfrm>
    </dsp:sp>
    <dsp:sp modelId="{D8161BEF-6104-4F92-B223-288BB07C16F6}">
      <dsp:nvSpPr>
        <dsp:cNvPr id="0" name=""/>
        <dsp:cNvSpPr/>
      </dsp:nvSpPr>
      <dsp:spPr>
        <a:xfrm>
          <a:off x="0" y="1091183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3DE4FBC-0DC9-4A7B-9233-67309F08320C}">
      <dsp:nvSpPr>
        <dsp:cNvPr id="0" name=""/>
        <dsp:cNvSpPr/>
      </dsp:nvSpPr>
      <dsp:spPr>
        <a:xfrm>
          <a:off x="0" y="1091183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Common in large enterprise networks</a:t>
          </a:r>
          <a:endParaRPr lang="en-US" sz="3000" kern="1200"/>
        </a:p>
      </dsp:txBody>
      <dsp:txXfrm>
        <a:off x="0" y="1091183"/>
        <a:ext cx="6666833" cy="1090517"/>
      </dsp:txXfrm>
    </dsp:sp>
    <dsp:sp modelId="{246C6256-F648-4829-8587-6D1D61FE89F9}">
      <dsp:nvSpPr>
        <dsp:cNvPr id="0" name=""/>
        <dsp:cNvSpPr/>
      </dsp:nvSpPr>
      <dsp:spPr>
        <a:xfrm>
          <a:off x="0" y="2181701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B420A88-D716-4261-A13B-06A560E9BEE9}">
      <dsp:nvSpPr>
        <dsp:cNvPr id="0" name=""/>
        <dsp:cNvSpPr/>
      </dsp:nvSpPr>
      <dsp:spPr>
        <a:xfrm>
          <a:off x="0" y="2181701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Advantages: flexible and scalable</a:t>
          </a:r>
          <a:endParaRPr lang="en-US" sz="3000" kern="1200"/>
        </a:p>
      </dsp:txBody>
      <dsp:txXfrm>
        <a:off x="0" y="2181701"/>
        <a:ext cx="6666833" cy="1090517"/>
      </dsp:txXfrm>
    </dsp:sp>
    <dsp:sp modelId="{1F152E98-E184-43AB-82E4-7793C36089D2}">
      <dsp:nvSpPr>
        <dsp:cNvPr id="0" name=""/>
        <dsp:cNvSpPr/>
      </dsp:nvSpPr>
      <dsp:spPr>
        <a:xfrm>
          <a:off x="0" y="3272218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FB1F7C-3E38-4916-BC7B-A4E89A8C1B70}">
      <dsp:nvSpPr>
        <dsp:cNvPr id="0" name=""/>
        <dsp:cNvSpPr/>
      </dsp:nvSpPr>
      <dsp:spPr>
        <a:xfrm>
          <a:off x="0" y="3272218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Can be designed according to organizational requirements</a:t>
          </a:r>
          <a:endParaRPr lang="en-US" sz="3000" kern="1200"/>
        </a:p>
      </dsp:txBody>
      <dsp:txXfrm>
        <a:off x="0" y="3272218"/>
        <a:ext cx="6666833" cy="1090517"/>
      </dsp:txXfrm>
    </dsp:sp>
    <dsp:sp modelId="{1D52A4CD-0177-4FD9-A972-B82443912C8B}">
      <dsp:nvSpPr>
        <dsp:cNvPr id="0" name=""/>
        <dsp:cNvSpPr/>
      </dsp:nvSpPr>
      <dsp:spPr>
        <a:xfrm>
          <a:off x="0" y="4362736"/>
          <a:ext cx="6666833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AFF1BA1-0597-4E94-8A83-B97F00A83F7A}">
      <dsp:nvSpPr>
        <dsp:cNvPr id="0" name=""/>
        <dsp:cNvSpPr/>
      </dsp:nvSpPr>
      <dsp:spPr>
        <a:xfrm>
          <a:off x="0" y="4362736"/>
          <a:ext cx="6666833" cy="10905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baseline="0"/>
            <a:t>Disadvantages: more complex, higher cost, and requires careful planning</a:t>
          </a:r>
          <a:endParaRPr lang="en-US" sz="3000" kern="1200"/>
        </a:p>
      </dsp:txBody>
      <dsp:txXfrm>
        <a:off x="0" y="4362736"/>
        <a:ext cx="6666833" cy="109051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751797-C1A7-45EA-8882-EB5137B77373}">
      <dsp:nvSpPr>
        <dsp:cNvPr id="0" name=""/>
        <dsp:cNvSpPr/>
      </dsp:nvSpPr>
      <dsp:spPr>
        <a:xfrm>
          <a:off x="0" y="7248"/>
          <a:ext cx="6798539" cy="8751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A real network can use both client-server and peer-to-peer communication</a:t>
          </a:r>
          <a:endParaRPr lang="en-US" sz="2200" kern="1200"/>
        </a:p>
      </dsp:txBody>
      <dsp:txXfrm>
        <a:off x="42722" y="49970"/>
        <a:ext cx="6713095" cy="789716"/>
      </dsp:txXfrm>
    </dsp:sp>
    <dsp:sp modelId="{6E822CD4-5D04-4808-AB20-BB2346A0C30F}">
      <dsp:nvSpPr>
        <dsp:cNvPr id="0" name=""/>
        <dsp:cNvSpPr/>
      </dsp:nvSpPr>
      <dsp:spPr>
        <a:xfrm>
          <a:off x="0" y="945768"/>
          <a:ext cx="6798539" cy="8751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Client-server examples: PC to Web Server, DNS Server, File Server, or Domain Controller</a:t>
          </a:r>
          <a:endParaRPr lang="en-US" sz="2200" kern="1200"/>
        </a:p>
      </dsp:txBody>
      <dsp:txXfrm>
        <a:off x="42722" y="988490"/>
        <a:ext cx="6713095" cy="789716"/>
      </dsp:txXfrm>
    </dsp:sp>
    <dsp:sp modelId="{6AE1E2E8-546E-4C39-A502-144984055A56}">
      <dsp:nvSpPr>
        <dsp:cNvPr id="0" name=""/>
        <dsp:cNvSpPr/>
      </dsp:nvSpPr>
      <dsp:spPr>
        <a:xfrm>
          <a:off x="0" y="1884288"/>
          <a:ext cx="6798539" cy="8751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Peer-to-peer example: direct PC-to-PC communication</a:t>
          </a:r>
          <a:endParaRPr lang="en-US" sz="2200" kern="1200"/>
        </a:p>
      </dsp:txBody>
      <dsp:txXfrm>
        <a:off x="42722" y="1927010"/>
        <a:ext cx="6713095" cy="789716"/>
      </dsp:txXfrm>
    </dsp:sp>
    <dsp:sp modelId="{4B6E161B-C004-4A37-8DCD-1868DB8956EA}">
      <dsp:nvSpPr>
        <dsp:cNvPr id="0" name=""/>
        <dsp:cNvSpPr/>
      </dsp:nvSpPr>
      <dsp:spPr>
        <a:xfrm>
          <a:off x="0" y="2822808"/>
          <a:ext cx="6798539" cy="8751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The model depends on the service being provided and the network design</a:t>
          </a:r>
          <a:endParaRPr lang="en-US" sz="2200" kern="1200"/>
        </a:p>
      </dsp:txBody>
      <dsp:txXfrm>
        <a:off x="42722" y="2865530"/>
        <a:ext cx="6713095" cy="78971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3F45CE-4A8B-4C67-A5AB-6DCF4E42752B}">
      <dsp:nvSpPr>
        <dsp:cNvPr id="0" name=""/>
        <dsp:cNvSpPr/>
      </dsp:nvSpPr>
      <dsp:spPr>
        <a:xfrm>
          <a:off x="0" y="149178"/>
          <a:ext cx="6798539" cy="4422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Application layer produces data</a:t>
          </a:r>
          <a:endParaRPr lang="en-US" sz="1800" kern="1200"/>
        </a:p>
      </dsp:txBody>
      <dsp:txXfrm>
        <a:off x="21589" y="170767"/>
        <a:ext cx="6755361" cy="399082"/>
      </dsp:txXfrm>
    </dsp:sp>
    <dsp:sp modelId="{ADE6C591-2528-4BC3-8CB2-7D1ECDB2A548}">
      <dsp:nvSpPr>
        <dsp:cNvPr id="0" name=""/>
        <dsp:cNvSpPr/>
      </dsp:nvSpPr>
      <dsp:spPr>
        <a:xfrm>
          <a:off x="0" y="643278"/>
          <a:ext cx="6798539" cy="442260"/>
        </a:xfrm>
        <a:prstGeom prst="roundRect">
          <a:avLst/>
        </a:prstGeom>
        <a:solidFill>
          <a:schemeClr val="accent2">
            <a:hueOff val="1073936"/>
            <a:satOff val="-3082"/>
            <a:lumOff val="-493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Transport layer adds transport information and creates a segment</a:t>
          </a:r>
          <a:endParaRPr lang="en-US" sz="1800" kern="1200"/>
        </a:p>
      </dsp:txBody>
      <dsp:txXfrm>
        <a:off x="21589" y="664867"/>
        <a:ext cx="6755361" cy="399082"/>
      </dsp:txXfrm>
    </dsp:sp>
    <dsp:sp modelId="{4C234077-03A2-4506-BB01-1016B489D1BB}">
      <dsp:nvSpPr>
        <dsp:cNvPr id="0" name=""/>
        <dsp:cNvSpPr/>
      </dsp:nvSpPr>
      <dsp:spPr>
        <a:xfrm>
          <a:off x="0" y="1137378"/>
          <a:ext cx="6798539" cy="44226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Network layer adds IP information and creates a packet</a:t>
          </a:r>
          <a:endParaRPr lang="en-US" sz="1800" kern="1200"/>
        </a:p>
      </dsp:txBody>
      <dsp:txXfrm>
        <a:off x="21589" y="1158967"/>
        <a:ext cx="6755361" cy="399082"/>
      </dsp:txXfrm>
    </dsp:sp>
    <dsp:sp modelId="{8742B170-C979-416B-93E2-05BC786B13C8}">
      <dsp:nvSpPr>
        <dsp:cNvPr id="0" name=""/>
        <dsp:cNvSpPr/>
      </dsp:nvSpPr>
      <dsp:spPr>
        <a:xfrm>
          <a:off x="0" y="1631478"/>
          <a:ext cx="6798539" cy="442260"/>
        </a:xfrm>
        <a:prstGeom prst="round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Data Link layer adds frame information</a:t>
          </a:r>
          <a:endParaRPr lang="en-US" sz="1800" kern="1200"/>
        </a:p>
      </dsp:txBody>
      <dsp:txXfrm>
        <a:off x="21589" y="1653067"/>
        <a:ext cx="6755361" cy="399082"/>
      </dsp:txXfrm>
    </dsp:sp>
    <dsp:sp modelId="{6438D37F-4223-4E37-B03A-A5ED61593AD9}">
      <dsp:nvSpPr>
        <dsp:cNvPr id="0" name=""/>
        <dsp:cNvSpPr/>
      </dsp:nvSpPr>
      <dsp:spPr>
        <a:xfrm>
          <a:off x="0" y="2125578"/>
          <a:ext cx="6798539" cy="44226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Physical layer transmits bits</a:t>
          </a:r>
          <a:endParaRPr lang="en-US" sz="1800" kern="1200"/>
        </a:p>
      </dsp:txBody>
      <dsp:txXfrm>
        <a:off x="21589" y="2147167"/>
        <a:ext cx="6755361" cy="399082"/>
      </dsp:txXfrm>
    </dsp:sp>
    <dsp:sp modelId="{49327408-6B65-4FFB-BD5A-1C31F755387E}">
      <dsp:nvSpPr>
        <dsp:cNvPr id="0" name=""/>
        <dsp:cNvSpPr/>
      </dsp:nvSpPr>
      <dsp:spPr>
        <a:xfrm>
          <a:off x="0" y="2619678"/>
          <a:ext cx="6798539" cy="442260"/>
        </a:xfrm>
        <a:prstGeom prst="roundRect">
          <a:avLst/>
        </a:prstGeom>
        <a:solidFill>
          <a:schemeClr val="accent2">
            <a:hueOff val="5369678"/>
            <a:satOff val="-15411"/>
            <a:lumOff val="-2467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At the receiver, data is processed upward in reverse order</a:t>
          </a:r>
          <a:endParaRPr lang="en-US" sz="1800" kern="1200"/>
        </a:p>
      </dsp:txBody>
      <dsp:txXfrm>
        <a:off x="21589" y="2641267"/>
        <a:ext cx="6755361" cy="399082"/>
      </dsp:txXfrm>
    </dsp:sp>
    <dsp:sp modelId="{6A10913E-DFB6-4D2F-8938-2FB7B282379E}">
      <dsp:nvSpPr>
        <dsp:cNvPr id="0" name=""/>
        <dsp:cNvSpPr/>
      </dsp:nvSpPr>
      <dsp:spPr>
        <a:xfrm>
          <a:off x="0" y="3113778"/>
          <a:ext cx="6798539" cy="4422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Key concept: each layer adds information required for transmission</a:t>
          </a:r>
          <a:endParaRPr lang="en-US" sz="1800" kern="1200"/>
        </a:p>
      </dsp:txBody>
      <dsp:txXfrm>
        <a:off x="21589" y="3135367"/>
        <a:ext cx="6755361" cy="3990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238B-661F-A0DB-A6A6-49D0E69C66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87649B-455C-36C4-30D6-05F139EC1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AFA08-CCEF-A811-8EDD-EE11086C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C99DE-C7A7-B1F2-24BB-A74B5FCD3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22EC-47B6-F0C1-6C17-CF3A8210C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474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2252C-E197-D172-4129-C80713056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08163-4740-EF15-37F9-5608DDAE3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80ABF-46F6-9DAA-6D37-E8A586B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13FE7-44C1-A4D4-437F-BF3116393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8FBBBB-BC6F-48D1-3C06-241A4DC28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97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86F5-4355-4A22-BB1E-297FC880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16A64-E5CE-9739-ABA9-92FFF86A9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21D04-B891-4F92-DEDB-223AE736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EAB71D-5F80-AB6E-4FF6-10F782E7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771A9-1082-4C0D-7D74-6F7A5EA22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4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A135D-24E9-582B-E2D8-E869A9740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FB1F8-972B-D321-17C9-AA4BA2515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C1392-D203-E6C4-358C-74ABD2D85D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7F77B0-CE23-0FDE-0A12-748A98E97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60901-E62D-12F3-6D0F-4A02ACA82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C35A7A-03D2-73EB-800A-54170B56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2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26312-C84A-6386-EF20-765EAC887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BE8089-DC45-19EA-FA76-71A787492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D0944-6949-0371-D7B1-BF0114353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61F114-7DDC-CE03-C802-2281E439B2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22F6D-4DD8-1E81-0EB3-7AC89EFB6B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BA73D-CDC7-4CB4-25B8-C1A01770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6EEAC7-9290-6C0B-1940-3F67F9CE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D2A8D9-ECB7-5B7D-9531-E88AB05A1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79577-2E0F-A359-5837-9AD707BF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AA0CBA-975C-C516-B938-C6D1919C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D158B-C0CE-DF9F-5262-102CD511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DF7A67-088D-D917-6A3B-D18D502E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67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055D50-57A6-CFA8-57D9-CB9C8DEE2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A5EE32-3E70-38A3-910D-AB5A2424B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B2229-9328-FF7C-9D05-9B5F33DBB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694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78D12-8350-3747-2E7C-ADE5AA07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290FA-3667-C102-C6D8-635BE07EB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A44D6-8807-A6B9-421D-C76D45B5EF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39C69-E5B8-5CD1-D175-273F4704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92B89-7A40-0CA3-CF0D-33DAE298F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6ABC0-980E-6FD6-085F-D14F548AB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97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CF4E-95B3-B570-7CB1-7CDBCC8DA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C4CBF3-7465-AE52-698C-2D1593CBA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BAE2D6-DB01-3A57-70F2-48DD17277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BE06FF-A539-07FB-4081-877B19F6C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798A0-01C3-27A1-92DE-29E44C851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8CAA29-CA14-443D-99A4-5AC518BA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564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442C8-3B10-3A7D-F8AA-9FD246654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BBA7-8B12-86D2-DE5A-46B159BDF0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73F78-E6A4-F080-5404-DF6D77335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21CAD-4817-22A7-5476-A44BA5593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8A5F35-D3F5-FEBE-DD00-7AB34233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50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3966A0-B108-662A-5D07-5751C8015F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3A1AF3-7F1B-7A97-A408-87087DDFC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CD33D-40A5-104D-8F12-5C2EECA07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7A53A-65B7-27CD-C798-6D41C8D54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D36DDF-8669-DC6C-8E64-FD9D724D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063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E63A6-663E-EFB7-44F3-AE52FD978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4B50D-5012-728E-D2E2-B4A233CDDD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A3596-6B99-CD71-D13E-D1AEDA324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C3895-70D6-4332-9980-E1C9CAAEFB29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EE497-6305-AA25-B5F2-D49EFBBE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08E6F-1123-76BD-D886-013302DE9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D28FB-5515-4B68-B31C-161C916BCF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49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A0279-BF58-B4EA-5325-B82A4C55D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2D236-C6D4-689E-B0C0-20C76B29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2E664-4AEE-5D48-EF1B-5B98C06B80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1C93E4-A814-4CD2-91C6-D583E9385AAF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D217BA-18E9-31B0-AD56-4CF831E09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F3E8D-9D82-CFD9-1B85-2AD349713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D98B5-0FC6-4982-A6B4-8D67334640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515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10075-56DA-9706-365E-384BA2F11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Network Topologies</a:t>
            </a: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76F98C27-9F98-25CE-0087-1A04951A40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53330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65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C95202-116A-CFF0-1DDF-4DEB4934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 Topology</a:t>
            </a:r>
          </a:p>
        </p:txBody>
      </p:sp>
      <p:graphicFrame>
        <p:nvGraphicFramePr>
          <p:cNvPr id="14" name="Text Placeholder 2">
            <a:extLst>
              <a:ext uri="{FF2B5EF4-FFF2-40B4-BE49-F238E27FC236}">
                <a16:creationId xmlns:a16="http://schemas.microsoft.com/office/drawing/2014/main" id="{1C7E292F-BFA5-A002-7B20-704A497F35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13316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9566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at is bus topology">
            <a:extLst>
              <a:ext uri="{FF2B5EF4-FFF2-40B4-BE49-F238E27FC236}">
                <a16:creationId xmlns:a16="http://schemas.microsoft.com/office/drawing/2014/main" id="{076B0006-A9EB-8638-FD00-9332C3543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5" y="643466"/>
            <a:ext cx="10662329" cy="557106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8FEFB6-1E47-0134-AB79-463902A52667}"/>
              </a:ext>
            </a:extLst>
          </p:cNvPr>
          <p:cNvSpPr/>
          <p:nvPr/>
        </p:nvSpPr>
        <p:spPr>
          <a:xfrm>
            <a:off x="935502" y="5577840"/>
            <a:ext cx="1709224" cy="464234"/>
          </a:xfrm>
          <a:prstGeom prst="rect">
            <a:avLst/>
          </a:prstGeom>
          <a:solidFill>
            <a:srgbClr val="F7F8FA"/>
          </a:solidFill>
          <a:ln>
            <a:solidFill>
              <a:srgbClr val="F7F8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12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DE5F6-0CB8-B959-A01A-9DC7A874C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Star Topology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B29E8E4-DCA1-0186-5FC4-EB7AEC7563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0097276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081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ar topology diagram is a type of network Vector Image">
            <a:extLst>
              <a:ext uri="{FF2B5EF4-FFF2-40B4-BE49-F238E27FC236}">
                <a16:creationId xmlns:a16="http://schemas.microsoft.com/office/drawing/2014/main" id="{DBCF210D-F92C-B07D-AD22-3DC27F5FB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487" y="643466"/>
            <a:ext cx="831502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491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285DF8-089D-1EED-3D8D-51805B23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Ring Topology</a:t>
            </a:r>
          </a:p>
        </p:txBody>
      </p:sp>
      <p:graphicFrame>
        <p:nvGraphicFramePr>
          <p:cNvPr id="29" name="Text Placeholder 2">
            <a:extLst>
              <a:ext uri="{FF2B5EF4-FFF2-40B4-BE49-F238E27FC236}">
                <a16:creationId xmlns:a16="http://schemas.microsoft.com/office/drawing/2014/main" id="{5F756D52-A4E0-D5EC-69C0-757B51FAE1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077632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26373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22B2DD-E14D-4972-9D98-5D6E61B1B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CFB124C-4B0C-4A81-8633-17257B151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82006" y="569844"/>
            <a:ext cx="8427988" cy="5649981"/>
          </a:xfrm>
          <a:prstGeom prst="rect">
            <a:avLst/>
          </a:prstGeom>
          <a:ln>
            <a:noFill/>
          </a:ln>
          <a:effectLst>
            <a:outerShdw blurRad="317500" dist="317500" dir="7140000" sx="95000" sy="95000" algn="t" rotWithShape="0">
              <a:srgbClr val="000000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Ring topology">
            <a:extLst>
              <a:ext uri="{FF2B5EF4-FFF2-40B4-BE49-F238E27FC236}">
                <a16:creationId xmlns:a16="http://schemas.microsoft.com/office/drawing/2014/main" id="{D0191A9C-B843-9A27-54CE-1E179ADD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26" b="10032"/>
          <a:stretch>
            <a:fillRect/>
          </a:stretch>
        </p:blipFill>
        <p:spPr>
          <a:xfrm>
            <a:off x="1882006" y="569843"/>
            <a:ext cx="8450714" cy="5649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94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65BE6F-B29D-2AE7-C8DA-868CBCBF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Mesh Topology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18A0391-D672-AC65-EF46-63D3BD9F2F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22640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1661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esh topology diagram">
            <a:extLst>
              <a:ext uri="{FF2B5EF4-FFF2-40B4-BE49-F238E27FC236}">
                <a16:creationId xmlns:a16="http://schemas.microsoft.com/office/drawing/2014/main" id="{781AD619-528E-AE3E-7C4D-2838CC394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7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904BA8-C7CB-A177-23E3-CBA23F6CC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Hybrid Topology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5CDC020-56A4-DAB8-1346-F2E36CCCAE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03789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5497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Hybrid Topology In Computer Network Explained In Detail (+Images)">
            <a:extLst>
              <a:ext uri="{FF2B5EF4-FFF2-40B4-BE49-F238E27FC236}">
                <a16:creationId xmlns:a16="http://schemas.microsoft.com/office/drawing/2014/main" id="{A1A3FE33-77B2-421C-0266-26C41A3AA9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445"/>
          <a:stretch>
            <a:fillRect/>
          </a:stretch>
        </p:blipFill>
        <p:spPr>
          <a:xfrm>
            <a:off x="715195" y="643466"/>
            <a:ext cx="1076160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283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D091-1BB3-6253-75F9-75EA3FEF7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Topology Comparison</a:t>
            </a:r>
          </a:p>
        </p:txBody>
      </p:sp>
      <p:pic>
        <p:nvPicPr>
          <p:cNvPr id="5" name="Picture 4" descr="Hand with red strings">
            <a:extLst>
              <a:ext uri="{FF2B5EF4-FFF2-40B4-BE49-F238E27FC236}">
                <a16:creationId xmlns:a16="http://schemas.microsoft.com/office/drawing/2014/main" id="{BFCFB2B3-9BC0-B045-36F4-BC33C3E7EA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570" r="27584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6AD9-64E4-C575-0A00-984394ACF4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0" i="0" u="none" strike="noStrike" baseline="0"/>
              <a:t>Bus - Single backbone - Low reliability - Rare today</a:t>
            </a:r>
          </a:p>
          <a:p>
            <a:pPr marR="0" lvl="0"/>
            <a:r>
              <a:rPr lang="en-US" sz="2000" b="0" i="0" u="none" strike="noStrike" baseline="0"/>
              <a:t>Star - Central switch - Good reliability - Very common</a:t>
            </a:r>
          </a:p>
          <a:p>
            <a:pPr marR="0" lvl="0"/>
            <a:r>
              <a:rPr lang="en-US" sz="2000" b="0" i="0" u="none" strike="noStrike" baseline="0"/>
              <a:t>Ring - Closed loop - Medium reliability - Rare</a:t>
            </a:r>
          </a:p>
          <a:p>
            <a:pPr marR="0" lvl="0"/>
            <a:r>
              <a:rPr lang="en-US" sz="2000" b="0" i="0" u="none" strike="noStrike" baseline="0"/>
              <a:t>Mesh - Multiple paths - Very high reliability - Critical networks</a:t>
            </a:r>
          </a:p>
          <a:p>
            <a:pPr marR="0" lvl="0"/>
            <a:r>
              <a:rPr lang="en-US" sz="2000" b="0" i="0" u="none" strike="noStrike" baseline="0"/>
              <a:t>Hybrid - Combination of topologies - Depends on design - Common in enterprise networks</a:t>
            </a:r>
          </a:p>
          <a:p>
            <a:pPr marR="0" lvl="0"/>
            <a:r>
              <a:rPr lang="en-US" sz="2000" b="0" i="0" u="none" strike="noStrike" baseline="0"/>
              <a:t>Key point: Star is the most common topology for modern Ethernet LANs</a:t>
            </a:r>
          </a:p>
        </p:txBody>
      </p:sp>
    </p:spTree>
    <p:extLst>
      <p:ext uri="{BB962C8B-B14F-4D97-AF65-F5344CB8AC3E}">
        <p14:creationId xmlns:p14="http://schemas.microsoft.com/office/powerpoint/2010/main" val="3829819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00C0F-3068-4573-3B18-83894644E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What is a Communication Model?</a:t>
            </a:r>
          </a:p>
        </p:txBody>
      </p:sp>
      <p:pic>
        <p:nvPicPr>
          <p:cNvPr id="12" name="Picture 11" descr="Mobile device with apps">
            <a:extLst>
              <a:ext uri="{FF2B5EF4-FFF2-40B4-BE49-F238E27FC236}">
                <a16:creationId xmlns:a16="http://schemas.microsoft.com/office/drawing/2014/main" id="{B4405FEF-A712-AE83-CD6A-B72E717FB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75" r="13005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873F89-61CB-B99B-E106-BCBE4736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0" i="0" u="none" strike="noStrike" baseline="0"/>
              <a:t>A communication model describes how devices exchange data</a:t>
            </a:r>
          </a:p>
          <a:p>
            <a:pPr marR="0" lvl="0"/>
            <a:r>
              <a:rPr lang="en-US" sz="2000" b="0" i="0" u="none" strike="noStrike" baseline="0"/>
              <a:t>It explains how communication responsibilities are divided</a:t>
            </a:r>
          </a:p>
          <a:p>
            <a:pPr marR="0" lvl="0"/>
            <a:r>
              <a:rPr lang="en-US" sz="2000" b="0" i="0" u="none" strike="noStrike" baseline="0"/>
              <a:t>Two important models are Client-Server and Peer-to-Peer</a:t>
            </a:r>
          </a:p>
        </p:txBody>
      </p:sp>
    </p:spTree>
    <p:extLst>
      <p:ext uri="{BB962C8B-B14F-4D97-AF65-F5344CB8AC3E}">
        <p14:creationId xmlns:p14="http://schemas.microsoft.com/office/powerpoint/2010/main" val="1204219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6A400-7014-F535-A591-4831B4546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 dirty="0"/>
              <a:t>Client-Server Model</a:t>
            </a:r>
          </a:p>
        </p:txBody>
      </p:sp>
      <p:pic>
        <p:nvPicPr>
          <p:cNvPr id="12" name="Picture 11" descr="Illuminated server room panel">
            <a:extLst>
              <a:ext uri="{FF2B5EF4-FFF2-40B4-BE49-F238E27FC236}">
                <a16:creationId xmlns:a16="http://schemas.microsoft.com/office/drawing/2014/main" id="{0A3EE76C-0EFA-1530-99D3-DCCBC77DE0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2" r="3294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140BC-7910-FE23-324D-E1E8657DB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0" i="0" u="none" strike="noStrike" baseline="0" dirty="0"/>
              <a:t>The client requests a service</a:t>
            </a:r>
          </a:p>
          <a:p>
            <a:pPr marR="0" lvl="0"/>
            <a:r>
              <a:rPr lang="en-US" sz="2000" b="0" i="0" u="none" strike="noStrike" baseline="0" dirty="0"/>
              <a:t>The server provides the requested service</a:t>
            </a:r>
          </a:p>
          <a:p>
            <a:pPr marR="0" lvl="0"/>
            <a:r>
              <a:rPr lang="en-US" sz="2000" b="0" i="0" u="none" strike="noStrike" baseline="0" dirty="0"/>
              <a:t>Servers can centrally manage resources, authentication, applications, and data</a:t>
            </a:r>
          </a:p>
          <a:p>
            <a:pPr marR="0" lvl="0"/>
            <a:r>
              <a:rPr lang="en-US" sz="2000" b="0" i="0" u="none" strike="noStrike" baseline="0" dirty="0"/>
              <a:t>Examples: web browser to web server, email client to mail server, application to database server</a:t>
            </a:r>
          </a:p>
        </p:txBody>
      </p:sp>
    </p:spTree>
    <p:extLst>
      <p:ext uri="{BB962C8B-B14F-4D97-AF65-F5344CB8AC3E}">
        <p14:creationId xmlns:p14="http://schemas.microsoft.com/office/powerpoint/2010/main" val="13833315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CE080B-42B9-FB3D-BBF4-CC0054051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21" y="643466"/>
            <a:ext cx="840915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97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A73EE-2665-DDB2-322A-65A5B692A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5400" b="1" i="0" u="none" strike="noStrike" baseline="0"/>
              <a:t>Peer-to-Peer Model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A3E298-6394-D491-B271-F674177EF5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371" r="47390"/>
          <a:stretch>
            <a:fillRect/>
          </a:stretch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5918C-FB78-DD97-6DAF-187054582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54296" y="2706624"/>
            <a:ext cx="6894576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000" b="0" i="0" u="none" strike="noStrike" baseline="0"/>
              <a:t>Devices communicate directly with each other</a:t>
            </a:r>
          </a:p>
          <a:p>
            <a:pPr marR="0" lvl="0"/>
            <a:r>
              <a:rPr lang="en-US" sz="2000" b="0" i="0" u="none" strike="noStrike" baseline="0"/>
              <a:t>A dedicated central server is not required for the shared service</a:t>
            </a:r>
          </a:p>
          <a:p>
            <a:pPr marR="0" lvl="0"/>
            <a:r>
              <a:rPr lang="en-US" sz="2000" b="0" i="0" u="none" strike="noStrike" baseline="0"/>
              <a:t>Each device can act as both a client and a server</a:t>
            </a:r>
          </a:p>
          <a:p>
            <a:pPr marR="0" lvl="0"/>
            <a:r>
              <a:rPr lang="en-US" sz="2000" b="0" i="0" u="none" strike="noStrike" baseline="0"/>
              <a:t>Examples: direct file sharing and some decentralized applications</a:t>
            </a:r>
          </a:p>
          <a:p>
            <a:pPr marR="0" lvl="0"/>
            <a:r>
              <a:rPr lang="en-US" sz="2000" b="0" i="0" u="none" strike="noStrike" baseline="0"/>
              <a:t>Advantages: simple for small networks, low cost, and no dedicated server required</a:t>
            </a:r>
          </a:p>
          <a:p>
            <a:pPr marR="0" lvl="0"/>
            <a:r>
              <a:rPr lang="en-US" sz="2000" b="0" i="0" u="none" strike="noStrike" baseline="0"/>
              <a:t>Disadvantages: difficult to manage as the network grows and less centralized security</a:t>
            </a:r>
          </a:p>
        </p:txBody>
      </p:sp>
    </p:spTree>
    <p:extLst>
      <p:ext uri="{BB962C8B-B14F-4D97-AF65-F5344CB8AC3E}">
        <p14:creationId xmlns:p14="http://schemas.microsoft.com/office/powerpoint/2010/main" val="2103940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CD3AA2-FE1E-31C9-BE24-C3436F0CA2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6" t="15401" r="9316" b="10000"/>
          <a:stretch>
            <a:fillRect/>
          </a:stretch>
        </p:blipFill>
        <p:spPr>
          <a:xfrm>
            <a:off x="3310466" y="643466"/>
            <a:ext cx="557106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81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BAF034-4B52-FDC1-E416-7231E4E0E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Client-Server vs Peer-to-Peer</a:t>
            </a:r>
          </a:p>
        </p:txBody>
      </p:sp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C1C006E7-477D-11DE-68BA-5AED77931A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212" r="32943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5DB301-D502-915B-A8F4-E80EF407C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900" b="0" i="0" u="none" strike="noStrike" baseline="0"/>
              <a:t>Client-Server: uses a central server and centralized management</a:t>
            </a:r>
          </a:p>
          <a:p>
            <a:pPr marR="0" lvl="0"/>
            <a:r>
              <a:rPr lang="en-US" sz="1900" b="0" i="0" u="none" strike="noStrike" baseline="0"/>
              <a:t>Client-Server: easier centralized security and highly scalable</a:t>
            </a:r>
          </a:p>
          <a:p>
            <a:pPr marR="0" lvl="0"/>
            <a:r>
              <a:rPr lang="en-US" sz="1900" b="0" i="0" u="none" strike="noStrike" baseline="0"/>
              <a:t>Client-Server examples: web, Active Directory, and database services</a:t>
            </a:r>
          </a:p>
          <a:p>
            <a:pPr marR="0" lvl="0"/>
            <a:r>
              <a:rPr lang="en-US" sz="1900" b="0" i="0" u="none" strike="noStrike" baseline="0"/>
              <a:t>Peer-to-Peer: no central server is required and management is distributed</a:t>
            </a:r>
          </a:p>
          <a:p>
            <a:pPr marR="0" lvl="0"/>
            <a:r>
              <a:rPr lang="en-US" sz="1900" b="0" i="0" u="none" strike="noStrike" baseline="0"/>
              <a:t>Peer-to-Peer: lower cost but harder to manage and secure at scale</a:t>
            </a:r>
          </a:p>
          <a:p>
            <a:pPr marR="0" lvl="0"/>
            <a:r>
              <a:rPr lang="en-US" sz="1900" b="0" i="0" u="none" strike="noStrike" baseline="0"/>
              <a:t>Peer-to-Peer example: direct computer-to-computer file sharing</a:t>
            </a:r>
          </a:p>
        </p:txBody>
      </p:sp>
    </p:spTree>
    <p:extLst>
      <p:ext uri="{BB962C8B-B14F-4D97-AF65-F5344CB8AC3E}">
        <p14:creationId xmlns:p14="http://schemas.microsoft.com/office/powerpoint/2010/main" val="1321713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 comparing client-server and P2P network models">
            <a:extLst>
              <a:ext uri="{FF2B5EF4-FFF2-40B4-BE49-F238E27FC236}">
                <a16:creationId xmlns:a16="http://schemas.microsoft.com/office/drawing/2014/main" id="{E7EF549C-E0B4-3F58-679D-14032C2A6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393" y="643466"/>
            <a:ext cx="1012921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79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43925C-5B7C-3807-EB12-BD417881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Communication Models in Real Networks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71D078-6E15-76DB-9A63-03F503390E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30" r="29076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85271B28-3396-37B2-4C0D-5E61CBA54D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058607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18470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39891-2BAA-51BB-8DE8-0755EEC19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OSI Communication Model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9B7998D0-3876-1333-AA12-2AFABE4B5C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014" r="22092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344F-4491-FF90-CBEE-016D6E215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53734" y="2409830"/>
            <a:ext cx="6798539" cy="3705217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900" b="0" i="0" u="none" strike="noStrike" baseline="0"/>
              <a:t>The OSI model explains network communication using seven layers</a:t>
            </a:r>
          </a:p>
          <a:p>
            <a:pPr marR="0" lvl="0"/>
            <a:r>
              <a:rPr lang="en-US" sz="1900" b="0" i="0" u="none" strike="noStrike" baseline="0"/>
              <a:t>Layer 7 Application - Network services to applications</a:t>
            </a:r>
          </a:p>
          <a:p>
            <a:pPr marR="0" lvl="0"/>
            <a:r>
              <a:rPr lang="en-US" sz="1900" b="0" i="0" u="none" strike="noStrike" baseline="0"/>
              <a:t>Layer 6 Presentation - Data representation and encryption concepts</a:t>
            </a:r>
          </a:p>
          <a:p>
            <a:pPr marR="0" lvl="0"/>
            <a:r>
              <a:rPr lang="en-US" sz="1900" b="0" i="0" u="none" strike="noStrike" baseline="0"/>
              <a:t>Layer 5 Session - Session management</a:t>
            </a:r>
          </a:p>
          <a:p>
            <a:pPr marR="0" lvl="0"/>
            <a:r>
              <a:rPr lang="en-US" sz="1900" b="0" i="0" u="none" strike="noStrike" baseline="0"/>
              <a:t>Layer 4 Transport - End-to-end delivery using TCP or UDP</a:t>
            </a:r>
          </a:p>
          <a:p>
            <a:pPr marR="0" lvl="0"/>
            <a:r>
              <a:rPr lang="en-US" sz="1900" b="0" i="0" u="none" strike="noStrike" baseline="0"/>
              <a:t>Layer 3 Network - IP addressing and routing</a:t>
            </a:r>
          </a:p>
          <a:p>
            <a:pPr marR="0" lvl="0"/>
            <a:r>
              <a:rPr lang="en-US" sz="1900" b="0" i="0" u="none" strike="noStrike" baseline="0"/>
              <a:t>Layer 2 Data Link - Frames and MAC addressing</a:t>
            </a:r>
          </a:p>
          <a:p>
            <a:pPr marR="0" lvl="0"/>
            <a:r>
              <a:rPr lang="en-US" sz="1900" b="0" i="0" u="none" strike="noStrike" baseline="0"/>
              <a:t>Layer 1 Physical - Bits, cables, and radio signals</a:t>
            </a:r>
          </a:p>
        </p:txBody>
      </p:sp>
    </p:spTree>
    <p:extLst>
      <p:ext uri="{BB962C8B-B14F-4D97-AF65-F5344CB8AC3E}">
        <p14:creationId xmlns:p14="http://schemas.microsoft.com/office/powerpoint/2010/main" val="597642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7 layers of OSI model">
            <a:extLst>
              <a:ext uri="{FF2B5EF4-FFF2-40B4-BE49-F238E27FC236}">
                <a16:creationId xmlns:a16="http://schemas.microsoft.com/office/drawing/2014/main" id="{73D3AE34-3BC2-A078-C774-03047CCE6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37" y="643467"/>
            <a:ext cx="1064692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30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SI Model Data Encapsulation">
            <a:extLst>
              <a:ext uri="{FF2B5EF4-FFF2-40B4-BE49-F238E27FC236}">
                <a16:creationId xmlns:a16="http://schemas.microsoft.com/office/drawing/2014/main" id="{7B38DA4A-8D43-9862-B381-606D5BD7D6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546" r="8117"/>
          <a:stretch>
            <a:fillRect/>
          </a:stretch>
        </p:blipFill>
        <p:spPr>
          <a:xfrm>
            <a:off x="643467" y="1714319"/>
            <a:ext cx="5294716" cy="3429360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A hierarchy of OSI Model showing the 7 Layers of OSI Model.">
            <a:extLst>
              <a:ext uri="{FF2B5EF4-FFF2-40B4-BE49-F238E27FC236}">
                <a16:creationId xmlns:a16="http://schemas.microsoft.com/office/drawing/2014/main" id="{D52A6A2A-67EE-F404-717C-6D503847A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3817" y="2105321"/>
            <a:ext cx="5294715" cy="264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70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188CC4-C0C8-785A-A879-C79EA7ED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Encapsulation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E33B67-7D01-E759-E3B5-C641FCEDAB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589" r="34331" b="2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11" name="Text Placeholder 2">
            <a:extLst>
              <a:ext uri="{FF2B5EF4-FFF2-40B4-BE49-F238E27FC236}">
                <a16:creationId xmlns:a16="http://schemas.microsoft.com/office/drawing/2014/main" id="{4374EA82-F8DB-1337-95B9-8D815EED38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61226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7741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090A2E-A421-6D19-929F-ADE6B14E9D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373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0C681-0395-A2B8-F3BC-502F4231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TCP/IP Suite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E7C4E2-7BAF-28F3-1542-DFE7F7D29F2F}"/>
              </a:ext>
            </a:extLst>
          </p:cNvPr>
          <p:cNvSpPr txBox="1"/>
          <p:nvPr/>
        </p:nvSpPr>
        <p:spPr>
          <a:xfrm>
            <a:off x="4810259" y="649480"/>
            <a:ext cx="65553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The Practical Networking Model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TCP/IP</a:t>
            </a:r>
            <a:r>
              <a:rPr lang="en-US" sz="2000" dirty="0"/>
              <a:t> stands for </a:t>
            </a:r>
            <a:r>
              <a:rPr lang="en-US" sz="2000" b="1" dirty="0"/>
              <a:t>Transmission Control Protocol / Internet Protocol</a:t>
            </a:r>
            <a:r>
              <a:rPr lang="en-US" sz="2000" dirty="0"/>
              <a:t>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It is the </a:t>
            </a:r>
            <a:r>
              <a:rPr lang="en-US" sz="2000" b="1" dirty="0"/>
              <a:t>protocol suite used by the Internet and modern networks</a:t>
            </a:r>
            <a:r>
              <a:rPr lang="en-US" sz="2000" dirty="0"/>
              <a:t>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Commonly represented using </a:t>
            </a:r>
            <a:r>
              <a:rPr lang="en-US" sz="2000" b="1" dirty="0"/>
              <a:t>5 layers</a:t>
            </a:r>
            <a:r>
              <a:rPr lang="en-US" sz="2000" dirty="0"/>
              <a:t> </a:t>
            </a:r>
          </a:p>
          <a:p>
            <a:pPr marL="3429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Each layer performs a specific networking function </a:t>
            </a:r>
          </a:p>
        </p:txBody>
      </p:sp>
    </p:spTree>
    <p:extLst>
      <p:ext uri="{BB962C8B-B14F-4D97-AF65-F5344CB8AC3E}">
        <p14:creationId xmlns:p14="http://schemas.microsoft.com/office/powerpoint/2010/main" val="1510986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D0AF59-99C3-4251-AB9A-C966C6AD4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55405F-37A2-4869-9154-F8BE3BECE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OSI seven-layer model and TCP IP four-layer model Stock Vector">
            <a:extLst>
              <a:ext uri="{FF2B5EF4-FFF2-40B4-BE49-F238E27FC236}">
                <a16:creationId xmlns:a16="http://schemas.microsoft.com/office/drawing/2014/main" id="{D97C3769-8653-3EBA-64B1-63F4FE77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991"/>
          <a:stretch>
            <a:fillRect/>
          </a:stretch>
        </p:blipFill>
        <p:spPr>
          <a:xfrm>
            <a:off x="2903412" y="643467"/>
            <a:ext cx="6385175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6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754</Words>
  <Application>Microsoft Office PowerPoint</Application>
  <PresentationFormat>Widescreen</PresentationFormat>
  <Paragraphs>95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Aptos</vt:lpstr>
      <vt:lpstr>Aptos Display</vt:lpstr>
      <vt:lpstr>Arial</vt:lpstr>
      <vt:lpstr>Office Theme</vt:lpstr>
      <vt:lpstr>Network Topologies</vt:lpstr>
      <vt:lpstr>Bus Topology</vt:lpstr>
      <vt:lpstr>PowerPoint Presentation</vt:lpstr>
      <vt:lpstr>Star Topology</vt:lpstr>
      <vt:lpstr>PowerPoint Presentation</vt:lpstr>
      <vt:lpstr>Ring Topology</vt:lpstr>
      <vt:lpstr>PowerPoint Presentation</vt:lpstr>
      <vt:lpstr>Mesh Topology</vt:lpstr>
      <vt:lpstr>PowerPoint Presentation</vt:lpstr>
      <vt:lpstr>Hybrid Topology</vt:lpstr>
      <vt:lpstr>PowerPoint Presentation</vt:lpstr>
      <vt:lpstr>Topology Comparison</vt:lpstr>
      <vt:lpstr>What is a Communication Model?</vt:lpstr>
      <vt:lpstr>Client-Server Model</vt:lpstr>
      <vt:lpstr>PowerPoint Presentation</vt:lpstr>
      <vt:lpstr>Peer-to-Peer Model</vt:lpstr>
      <vt:lpstr>PowerPoint Presentation</vt:lpstr>
      <vt:lpstr>Client-Server vs Peer-to-Peer</vt:lpstr>
      <vt:lpstr>PowerPoint Presentation</vt:lpstr>
      <vt:lpstr>Communication Models in Real Networks</vt:lpstr>
      <vt:lpstr>OSI Communication Model</vt:lpstr>
      <vt:lpstr>PowerPoint Presentation</vt:lpstr>
      <vt:lpstr>PowerPoint Presentation</vt:lpstr>
      <vt:lpstr>Encapsulation</vt:lpstr>
      <vt:lpstr>PowerPoint Presentation</vt:lpstr>
      <vt:lpstr>TCP/IP Suite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2</cp:revision>
  <dcterms:created xsi:type="dcterms:W3CDTF">2026-08-20T03:56:44Z</dcterms:created>
  <dcterms:modified xsi:type="dcterms:W3CDTF">2026-08-20T04:40:22Z</dcterms:modified>
</cp:coreProperties>
</file>