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303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8" r:id="rId17"/>
    <p:sldId id="279" r:id="rId18"/>
    <p:sldId id="280" r:id="rId19"/>
    <p:sldId id="281" r:id="rId20"/>
    <p:sldId id="282" r:id="rId21"/>
    <p:sldId id="302" r:id="rId22"/>
    <p:sldId id="301" r:id="rId23"/>
    <p:sldId id="300" r:id="rId24"/>
    <p:sldId id="291" r:id="rId25"/>
    <p:sldId id="292" r:id="rId26"/>
    <p:sldId id="293" r:id="rId27"/>
    <p:sldId id="294" r:id="rId28"/>
    <p:sldId id="295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71" r:id="rId38"/>
    <p:sldId id="296" r:id="rId39"/>
    <p:sldId id="297" r:id="rId40"/>
    <p:sldId id="298" r:id="rId41"/>
    <p:sldId id="272" r:id="rId42"/>
    <p:sldId id="273" r:id="rId43"/>
    <p:sldId id="274" r:id="rId44"/>
    <p:sldId id="275" r:id="rId45"/>
    <p:sldId id="276" r:id="rId46"/>
    <p:sldId id="277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12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svg"/><Relationship Id="rId1" Type="http://schemas.openxmlformats.org/officeDocument/2006/relationships/image" Target="../media/image30.svg"/><Relationship Id="rId5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svg"/><Relationship Id="rId1" Type="http://schemas.openxmlformats.org/officeDocument/2006/relationships/image" Target="../media/image40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svg"/><Relationship Id="rId1" Type="http://schemas.openxmlformats.org/officeDocument/2006/relationships/image" Target="../media/image30.svg"/><Relationship Id="rId5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svg"/><Relationship Id="rId1" Type="http://schemas.openxmlformats.org/officeDocument/2006/relationships/image" Target="../media/image4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#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#1">
  <dgm:title val=""/>
  <dgm:desc val=""/>
  <dgm:catLst>
    <dgm:cat type="mainScheme" pri="10300"/>
  </dgm:catLst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D4584F-01F0-4BD6-BA84-DDED29924C93}" type="doc">
      <dgm:prSet loTypeId="urn:microsoft.com/office/officeart/2005/8/layout/default#1" loCatId="list" qsTypeId="urn:microsoft.com/office/officeart/2005/8/quickstyle/simple5#1" qsCatId="simple" csTypeId="urn:microsoft.com/office/officeart/2005/8/colors/colorful2#1" csCatId="colorful"/>
      <dgm:spPr/>
      <dgm:t>
        <a:bodyPr/>
        <a:lstStyle/>
        <a:p>
          <a:endParaRPr lang="en-US"/>
        </a:p>
      </dgm:t>
    </dgm:pt>
    <dgm:pt modelId="{04AE3B37-E3D2-44DF-BC50-D2BE017A3177}">
      <dgm:prSet/>
      <dgm:spPr/>
      <dgm:t>
        <a:bodyPr/>
        <a:lstStyle/>
        <a:p>
          <a:r>
            <a:rPr lang="en-US" b="1"/>
            <a:t>CPU Socket:</a:t>
          </a:r>
          <a:r>
            <a:rPr lang="en-US"/>
            <a:t> Where the processor is installed (Intel LGA, AMD AM4, etc.)</a:t>
          </a:r>
        </a:p>
      </dgm:t>
    </dgm:pt>
    <dgm:pt modelId="{5D484AF9-005D-494D-89F2-17B6BA7917C2}" type="parTrans" cxnId="{0BFF28C8-99E0-4978-8B2E-278809A7E0F3}">
      <dgm:prSet/>
      <dgm:spPr/>
      <dgm:t>
        <a:bodyPr/>
        <a:lstStyle/>
        <a:p>
          <a:endParaRPr lang="en-US"/>
        </a:p>
      </dgm:t>
    </dgm:pt>
    <dgm:pt modelId="{9C0A2A0E-1535-4F1C-AD6F-68C9DDC132F1}" type="sibTrans" cxnId="{0BFF28C8-99E0-4978-8B2E-278809A7E0F3}">
      <dgm:prSet/>
      <dgm:spPr/>
      <dgm:t>
        <a:bodyPr/>
        <a:lstStyle/>
        <a:p>
          <a:endParaRPr lang="en-US"/>
        </a:p>
      </dgm:t>
    </dgm:pt>
    <dgm:pt modelId="{709BE66E-FC7C-4CEE-8E76-2E3AAB34E2BA}">
      <dgm:prSet/>
      <dgm:spPr/>
      <dgm:t>
        <a:bodyPr/>
        <a:lstStyle/>
        <a:p>
          <a:r>
            <a:rPr lang="en-US" b="1"/>
            <a:t>RAM Slots:</a:t>
          </a:r>
          <a:r>
            <a:rPr lang="en-US"/>
            <a:t> Usually 2-4 DIMM slots for system memory</a:t>
          </a:r>
        </a:p>
      </dgm:t>
    </dgm:pt>
    <dgm:pt modelId="{CDFB5BEE-0BAB-4CA0-A70C-85A0F7CDA4B7}" type="parTrans" cxnId="{20FE56F7-CE57-486F-A4CE-637A220D01B2}">
      <dgm:prSet/>
      <dgm:spPr/>
      <dgm:t>
        <a:bodyPr/>
        <a:lstStyle/>
        <a:p>
          <a:endParaRPr lang="en-US"/>
        </a:p>
      </dgm:t>
    </dgm:pt>
    <dgm:pt modelId="{672FDF17-9085-4EE6-8A28-AB8D86553201}" type="sibTrans" cxnId="{20FE56F7-CE57-486F-A4CE-637A220D01B2}">
      <dgm:prSet/>
      <dgm:spPr/>
      <dgm:t>
        <a:bodyPr/>
        <a:lstStyle/>
        <a:p>
          <a:endParaRPr lang="en-US"/>
        </a:p>
      </dgm:t>
    </dgm:pt>
    <dgm:pt modelId="{AE2EDD3A-E96B-4CA7-A6E1-BAA266C93849}">
      <dgm:prSet/>
      <dgm:spPr/>
      <dgm:t>
        <a:bodyPr/>
        <a:lstStyle/>
        <a:p>
          <a:r>
            <a:rPr lang="en-US" b="1"/>
            <a:t>Chipset:</a:t>
          </a:r>
          <a:r>
            <a:rPr lang="en-US"/>
            <a:t> Controls communication between CPU, RAM, storage</a:t>
          </a:r>
        </a:p>
      </dgm:t>
    </dgm:pt>
    <dgm:pt modelId="{77651AF2-FD80-4FD7-83D7-AF87EA6256C9}" type="parTrans" cxnId="{933696B7-D600-4953-AB47-809F28DF4A84}">
      <dgm:prSet/>
      <dgm:spPr/>
      <dgm:t>
        <a:bodyPr/>
        <a:lstStyle/>
        <a:p>
          <a:endParaRPr lang="en-US"/>
        </a:p>
      </dgm:t>
    </dgm:pt>
    <dgm:pt modelId="{FEDC7DC8-0684-4C00-9DEC-FA56F7A9CD9A}" type="sibTrans" cxnId="{933696B7-D600-4953-AB47-809F28DF4A84}">
      <dgm:prSet/>
      <dgm:spPr/>
      <dgm:t>
        <a:bodyPr/>
        <a:lstStyle/>
        <a:p>
          <a:endParaRPr lang="en-US"/>
        </a:p>
      </dgm:t>
    </dgm:pt>
    <dgm:pt modelId="{D18A585A-EE7B-4693-92FC-1138A79D32CC}">
      <dgm:prSet/>
      <dgm:spPr/>
      <dgm:t>
        <a:bodyPr/>
        <a:lstStyle/>
        <a:p>
          <a:r>
            <a:rPr lang="en-US" b="1"/>
            <a:t>Power Connectors:</a:t>
          </a:r>
          <a:endParaRPr lang="en-US"/>
        </a:p>
      </dgm:t>
    </dgm:pt>
    <dgm:pt modelId="{EF37F6C6-1E00-4669-BBFC-9DF1E015E992}" type="parTrans" cxnId="{74424A08-162C-4544-89AD-711AC2F35637}">
      <dgm:prSet/>
      <dgm:spPr/>
      <dgm:t>
        <a:bodyPr/>
        <a:lstStyle/>
        <a:p>
          <a:endParaRPr lang="en-US"/>
        </a:p>
      </dgm:t>
    </dgm:pt>
    <dgm:pt modelId="{EAE03EDC-B772-4A9E-BE19-EDC6B3D78EC6}" type="sibTrans" cxnId="{74424A08-162C-4544-89AD-711AC2F35637}">
      <dgm:prSet/>
      <dgm:spPr/>
      <dgm:t>
        <a:bodyPr/>
        <a:lstStyle/>
        <a:p>
          <a:endParaRPr lang="en-US"/>
        </a:p>
      </dgm:t>
    </dgm:pt>
    <dgm:pt modelId="{188F9978-7C96-4EEE-93DC-00E84CB620A3}">
      <dgm:prSet/>
      <dgm:spPr/>
      <dgm:t>
        <a:bodyPr/>
        <a:lstStyle/>
        <a:p>
          <a:r>
            <a:rPr lang="en-US"/>
            <a:t>24-pin ATX main power</a:t>
          </a:r>
        </a:p>
      </dgm:t>
    </dgm:pt>
    <dgm:pt modelId="{7C127430-4F8F-4167-85F2-8D3F59BEA15C}" type="parTrans" cxnId="{CDBBF929-69FC-4CD7-8004-55820C24365F}">
      <dgm:prSet/>
      <dgm:spPr/>
      <dgm:t>
        <a:bodyPr/>
        <a:lstStyle/>
        <a:p>
          <a:endParaRPr lang="en-US"/>
        </a:p>
      </dgm:t>
    </dgm:pt>
    <dgm:pt modelId="{5E0EFFE2-5052-49BA-80AB-9508EAB2BDB3}" type="sibTrans" cxnId="{CDBBF929-69FC-4CD7-8004-55820C24365F}">
      <dgm:prSet/>
      <dgm:spPr/>
      <dgm:t>
        <a:bodyPr/>
        <a:lstStyle/>
        <a:p>
          <a:endParaRPr lang="en-US"/>
        </a:p>
      </dgm:t>
    </dgm:pt>
    <dgm:pt modelId="{B023A916-2191-40F7-AD2A-5B5D525D1DDC}">
      <dgm:prSet/>
      <dgm:spPr/>
      <dgm:t>
        <a:bodyPr/>
        <a:lstStyle/>
        <a:p>
          <a:r>
            <a:rPr lang="en-US"/>
            <a:t>4/8-pin CPU power</a:t>
          </a:r>
        </a:p>
      </dgm:t>
    </dgm:pt>
    <dgm:pt modelId="{0F77DC84-39A2-4578-B243-1032805F9714}" type="parTrans" cxnId="{FE4609A9-85B1-4BE6-87AE-F3652F704FD4}">
      <dgm:prSet/>
      <dgm:spPr/>
      <dgm:t>
        <a:bodyPr/>
        <a:lstStyle/>
        <a:p>
          <a:endParaRPr lang="en-US"/>
        </a:p>
      </dgm:t>
    </dgm:pt>
    <dgm:pt modelId="{7C15B53C-E2E6-4892-BC78-50C921C51F4F}" type="sibTrans" cxnId="{FE4609A9-85B1-4BE6-87AE-F3652F704FD4}">
      <dgm:prSet/>
      <dgm:spPr/>
      <dgm:t>
        <a:bodyPr/>
        <a:lstStyle/>
        <a:p>
          <a:endParaRPr lang="en-US"/>
        </a:p>
      </dgm:t>
    </dgm:pt>
    <dgm:pt modelId="{D1975964-E306-45C0-9241-778CCF788CFF}">
      <dgm:prSet/>
      <dgm:spPr/>
      <dgm:t>
        <a:bodyPr/>
        <a:lstStyle/>
        <a:p>
          <a:r>
            <a:rPr lang="en-US" b="1"/>
            <a:t>Expansion Slots:</a:t>
          </a:r>
          <a:endParaRPr lang="en-US"/>
        </a:p>
      </dgm:t>
    </dgm:pt>
    <dgm:pt modelId="{A1D74828-2C88-4941-8E1C-2B8602327A09}" type="parTrans" cxnId="{52AEE63A-34FE-4EFF-9455-EDA8A2D518C7}">
      <dgm:prSet/>
      <dgm:spPr/>
      <dgm:t>
        <a:bodyPr/>
        <a:lstStyle/>
        <a:p>
          <a:endParaRPr lang="en-US"/>
        </a:p>
      </dgm:t>
    </dgm:pt>
    <dgm:pt modelId="{61CEE955-74E8-4C2E-ADE5-EDA5C2DEB190}" type="sibTrans" cxnId="{52AEE63A-34FE-4EFF-9455-EDA8A2D518C7}">
      <dgm:prSet/>
      <dgm:spPr/>
      <dgm:t>
        <a:bodyPr/>
        <a:lstStyle/>
        <a:p>
          <a:endParaRPr lang="en-US"/>
        </a:p>
      </dgm:t>
    </dgm:pt>
    <dgm:pt modelId="{F202D8EB-C609-4A26-84EC-BE73F875B082}">
      <dgm:prSet/>
      <dgm:spPr/>
      <dgm:t>
        <a:bodyPr/>
        <a:lstStyle/>
        <a:p>
          <a:r>
            <a:rPr lang="en-US"/>
            <a:t>PCIe x16 for GPUs</a:t>
          </a:r>
        </a:p>
      </dgm:t>
    </dgm:pt>
    <dgm:pt modelId="{F0FCC7BB-0E44-4CB2-A7C9-50F4F73AAB4F}" type="parTrans" cxnId="{E2D965A6-529C-414C-851F-C97A746DF5EE}">
      <dgm:prSet/>
      <dgm:spPr/>
      <dgm:t>
        <a:bodyPr/>
        <a:lstStyle/>
        <a:p>
          <a:endParaRPr lang="en-US"/>
        </a:p>
      </dgm:t>
    </dgm:pt>
    <dgm:pt modelId="{A18BACD2-2EA4-4F19-8E55-FB16E5C04B7F}" type="sibTrans" cxnId="{E2D965A6-529C-414C-851F-C97A746DF5EE}">
      <dgm:prSet/>
      <dgm:spPr/>
      <dgm:t>
        <a:bodyPr/>
        <a:lstStyle/>
        <a:p>
          <a:endParaRPr lang="en-US"/>
        </a:p>
      </dgm:t>
    </dgm:pt>
    <dgm:pt modelId="{1DB3130C-72A2-4E32-8546-AF8D28D18F72}">
      <dgm:prSet/>
      <dgm:spPr/>
      <dgm:t>
        <a:bodyPr/>
        <a:lstStyle/>
        <a:p>
          <a:r>
            <a:rPr lang="en-US"/>
            <a:t>PCIe x1 for network, sound cards</a:t>
          </a:r>
        </a:p>
      </dgm:t>
    </dgm:pt>
    <dgm:pt modelId="{5E0F7015-7B82-425D-B486-FEBFC4BCCB2B}" type="parTrans" cxnId="{ADA0E78B-46E1-4073-9F6F-4B27CF737808}">
      <dgm:prSet/>
      <dgm:spPr/>
      <dgm:t>
        <a:bodyPr/>
        <a:lstStyle/>
        <a:p>
          <a:endParaRPr lang="en-US"/>
        </a:p>
      </dgm:t>
    </dgm:pt>
    <dgm:pt modelId="{A829C05C-894F-4197-BA76-09842E8784A7}" type="sibTrans" cxnId="{ADA0E78B-46E1-4073-9F6F-4B27CF737808}">
      <dgm:prSet/>
      <dgm:spPr/>
      <dgm:t>
        <a:bodyPr/>
        <a:lstStyle/>
        <a:p>
          <a:endParaRPr lang="en-US"/>
        </a:p>
      </dgm:t>
    </dgm:pt>
    <dgm:pt modelId="{E3D75CF8-73B1-4486-8557-169827C4590E}">
      <dgm:prSet/>
      <dgm:spPr/>
      <dgm:t>
        <a:bodyPr/>
        <a:lstStyle/>
        <a:p>
          <a:r>
            <a:rPr lang="en-US" b="1"/>
            <a:t>Storage Connectors:</a:t>
          </a:r>
          <a:endParaRPr lang="en-US"/>
        </a:p>
      </dgm:t>
    </dgm:pt>
    <dgm:pt modelId="{3915218B-9503-4031-ACFF-350B6E733482}" type="parTrans" cxnId="{B96DF578-CD3D-4F75-A966-D384D1DA9476}">
      <dgm:prSet/>
      <dgm:spPr/>
      <dgm:t>
        <a:bodyPr/>
        <a:lstStyle/>
        <a:p>
          <a:endParaRPr lang="en-US"/>
        </a:p>
      </dgm:t>
    </dgm:pt>
    <dgm:pt modelId="{1D5AB0B6-ABB7-4CA3-ABBC-DE8DDE68A27C}" type="sibTrans" cxnId="{B96DF578-CD3D-4F75-A966-D384D1DA9476}">
      <dgm:prSet/>
      <dgm:spPr/>
      <dgm:t>
        <a:bodyPr/>
        <a:lstStyle/>
        <a:p>
          <a:endParaRPr lang="en-US"/>
        </a:p>
      </dgm:t>
    </dgm:pt>
    <dgm:pt modelId="{227B18A3-7556-4986-BBF6-E3B623FF3DA5}">
      <dgm:prSet/>
      <dgm:spPr/>
      <dgm:t>
        <a:bodyPr/>
        <a:lstStyle/>
        <a:p>
          <a:r>
            <a:rPr lang="en-US"/>
            <a:t>SATA for HDD/SSD</a:t>
          </a:r>
        </a:p>
      </dgm:t>
    </dgm:pt>
    <dgm:pt modelId="{9D4B9C37-8848-493A-98DB-5450D31844E6}" type="parTrans" cxnId="{B84F55CE-ACF4-421F-9081-8C9BFD5C2B98}">
      <dgm:prSet/>
      <dgm:spPr/>
      <dgm:t>
        <a:bodyPr/>
        <a:lstStyle/>
        <a:p>
          <a:endParaRPr lang="en-US"/>
        </a:p>
      </dgm:t>
    </dgm:pt>
    <dgm:pt modelId="{C94662CF-5E4D-4B29-B41C-3E812633DBE5}" type="sibTrans" cxnId="{B84F55CE-ACF4-421F-9081-8C9BFD5C2B98}">
      <dgm:prSet/>
      <dgm:spPr/>
      <dgm:t>
        <a:bodyPr/>
        <a:lstStyle/>
        <a:p>
          <a:endParaRPr lang="en-US"/>
        </a:p>
      </dgm:t>
    </dgm:pt>
    <dgm:pt modelId="{2AFA3C30-D880-4A64-8485-4F7D805F0C76}">
      <dgm:prSet/>
      <dgm:spPr/>
      <dgm:t>
        <a:bodyPr/>
        <a:lstStyle/>
        <a:p>
          <a:r>
            <a:rPr lang="en-US"/>
            <a:t>M.2 for NVMe SSDs</a:t>
          </a:r>
        </a:p>
      </dgm:t>
    </dgm:pt>
    <dgm:pt modelId="{412C4474-3D6D-4668-B505-426916F90F71}" type="parTrans" cxnId="{C6264F19-4E58-462F-9E63-CC23CD08096D}">
      <dgm:prSet/>
      <dgm:spPr/>
      <dgm:t>
        <a:bodyPr/>
        <a:lstStyle/>
        <a:p>
          <a:endParaRPr lang="en-US"/>
        </a:p>
      </dgm:t>
    </dgm:pt>
    <dgm:pt modelId="{CEBBF1FF-0A8D-44CC-80CB-9163ACA40173}" type="sibTrans" cxnId="{C6264F19-4E58-462F-9E63-CC23CD08096D}">
      <dgm:prSet/>
      <dgm:spPr/>
      <dgm:t>
        <a:bodyPr/>
        <a:lstStyle/>
        <a:p>
          <a:endParaRPr lang="en-US"/>
        </a:p>
      </dgm:t>
    </dgm:pt>
    <dgm:pt modelId="{705F753E-14C6-4E03-B1BF-153C9F733C20}" type="pres">
      <dgm:prSet presAssocID="{94D4584F-01F0-4BD6-BA84-DDED29924C93}" presName="diagram" presStyleCnt="0">
        <dgm:presLayoutVars>
          <dgm:dir/>
          <dgm:resizeHandles val="exact"/>
        </dgm:presLayoutVars>
      </dgm:prSet>
      <dgm:spPr/>
    </dgm:pt>
    <dgm:pt modelId="{80202E7A-CC70-4041-91CC-C7735C37A0E8}" type="pres">
      <dgm:prSet presAssocID="{04AE3B37-E3D2-44DF-BC50-D2BE017A3177}" presName="node" presStyleLbl="node1" presStyleIdx="0" presStyleCnt="6">
        <dgm:presLayoutVars>
          <dgm:bulletEnabled val="1"/>
        </dgm:presLayoutVars>
      </dgm:prSet>
      <dgm:spPr/>
    </dgm:pt>
    <dgm:pt modelId="{A0BC549F-FDAB-42F8-A0A7-02FFDB69D4B3}" type="pres">
      <dgm:prSet presAssocID="{9C0A2A0E-1535-4F1C-AD6F-68C9DDC132F1}" presName="sibTrans" presStyleCnt="0"/>
      <dgm:spPr/>
    </dgm:pt>
    <dgm:pt modelId="{1D9380A8-07B2-43B5-86F0-D4105B8E9184}" type="pres">
      <dgm:prSet presAssocID="{709BE66E-FC7C-4CEE-8E76-2E3AAB34E2BA}" presName="node" presStyleLbl="node1" presStyleIdx="1" presStyleCnt="6">
        <dgm:presLayoutVars>
          <dgm:bulletEnabled val="1"/>
        </dgm:presLayoutVars>
      </dgm:prSet>
      <dgm:spPr/>
    </dgm:pt>
    <dgm:pt modelId="{FF84B10C-1713-4824-80E7-69693AB7A556}" type="pres">
      <dgm:prSet presAssocID="{672FDF17-9085-4EE6-8A28-AB8D86553201}" presName="sibTrans" presStyleCnt="0"/>
      <dgm:spPr/>
    </dgm:pt>
    <dgm:pt modelId="{641F5031-918E-4105-973D-01243B7D7034}" type="pres">
      <dgm:prSet presAssocID="{AE2EDD3A-E96B-4CA7-A6E1-BAA266C93849}" presName="node" presStyleLbl="node1" presStyleIdx="2" presStyleCnt="6">
        <dgm:presLayoutVars>
          <dgm:bulletEnabled val="1"/>
        </dgm:presLayoutVars>
      </dgm:prSet>
      <dgm:spPr/>
    </dgm:pt>
    <dgm:pt modelId="{9B6879C9-1002-4D7B-9833-3CA91A85F12F}" type="pres">
      <dgm:prSet presAssocID="{FEDC7DC8-0684-4C00-9DEC-FA56F7A9CD9A}" presName="sibTrans" presStyleCnt="0"/>
      <dgm:spPr/>
    </dgm:pt>
    <dgm:pt modelId="{177DD4EC-2D6B-44E1-92B4-954BFA9E94A5}" type="pres">
      <dgm:prSet presAssocID="{D18A585A-EE7B-4693-92FC-1138A79D32CC}" presName="node" presStyleLbl="node1" presStyleIdx="3" presStyleCnt="6">
        <dgm:presLayoutVars>
          <dgm:bulletEnabled val="1"/>
        </dgm:presLayoutVars>
      </dgm:prSet>
      <dgm:spPr/>
    </dgm:pt>
    <dgm:pt modelId="{CBDDBC3C-A257-486C-AFD1-3DD5926FAFD0}" type="pres">
      <dgm:prSet presAssocID="{EAE03EDC-B772-4A9E-BE19-EDC6B3D78EC6}" presName="sibTrans" presStyleCnt="0"/>
      <dgm:spPr/>
    </dgm:pt>
    <dgm:pt modelId="{2B2E95BE-B2A2-46DF-B915-B9C112E29BDB}" type="pres">
      <dgm:prSet presAssocID="{D1975964-E306-45C0-9241-778CCF788CFF}" presName="node" presStyleLbl="node1" presStyleIdx="4" presStyleCnt="6">
        <dgm:presLayoutVars>
          <dgm:bulletEnabled val="1"/>
        </dgm:presLayoutVars>
      </dgm:prSet>
      <dgm:spPr/>
    </dgm:pt>
    <dgm:pt modelId="{BAB7E314-FA70-44A4-9F09-BA52BE3A768D}" type="pres">
      <dgm:prSet presAssocID="{61CEE955-74E8-4C2E-ADE5-EDA5C2DEB190}" presName="sibTrans" presStyleCnt="0"/>
      <dgm:spPr/>
    </dgm:pt>
    <dgm:pt modelId="{DF2DBD10-352D-4A47-8CA5-7B5D431A3620}" type="pres">
      <dgm:prSet presAssocID="{E3D75CF8-73B1-4486-8557-169827C4590E}" presName="node" presStyleLbl="node1" presStyleIdx="5" presStyleCnt="6">
        <dgm:presLayoutVars>
          <dgm:bulletEnabled val="1"/>
        </dgm:presLayoutVars>
      </dgm:prSet>
      <dgm:spPr/>
    </dgm:pt>
  </dgm:ptLst>
  <dgm:cxnLst>
    <dgm:cxn modelId="{F8F83102-755C-4179-9836-BF4883BFA53C}" type="presOf" srcId="{E3D75CF8-73B1-4486-8557-169827C4590E}" destId="{DF2DBD10-352D-4A47-8CA5-7B5D431A3620}" srcOrd="0" destOrd="0" presId="urn:microsoft.com/office/officeart/2005/8/layout/default#1"/>
    <dgm:cxn modelId="{74424A08-162C-4544-89AD-711AC2F35637}" srcId="{94D4584F-01F0-4BD6-BA84-DDED29924C93}" destId="{D18A585A-EE7B-4693-92FC-1138A79D32CC}" srcOrd="3" destOrd="0" parTransId="{EF37F6C6-1E00-4669-BBFC-9DF1E015E992}" sibTransId="{EAE03EDC-B772-4A9E-BE19-EDC6B3D78EC6}"/>
    <dgm:cxn modelId="{37906514-395F-4380-9AA5-2B13CE532635}" type="presOf" srcId="{2AFA3C30-D880-4A64-8485-4F7D805F0C76}" destId="{DF2DBD10-352D-4A47-8CA5-7B5D431A3620}" srcOrd="0" destOrd="2" presId="urn:microsoft.com/office/officeart/2005/8/layout/default#1"/>
    <dgm:cxn modelId="{C6264F19-4E58-462F-9E63-CC23CD08096D}" srcId="{E3D75CF8-73B1-4486-8557-169827C4590E}" destId="{2AFA3C30-D880-4A64-8485-4F7D805F0C76}" srcOrd="1" destOrd="0" parTransId="{412C4474-3D6D-4668-B505-426916F90F71}" sibTransId="{CEBBF1FF-0A8D-44CC-80CB-9163ACA40173}"/>
    <dgm:cxn modelId="{2726DC19-811A-499D-A673-5DB59DD4E2BA}" type="presOf" srcId="{AE2EDD3A-E96B-4CA7-A6E1-BAA266C93849}" destId="{641F5031-918E-4105-973D-01243B7D7034}" srcOrd="0" destOrd="0" presId="urn:microsoft.com/office/officeart/2005/8/layout/default#1"/>
    <dgm:cxn modelId="{CDBBF929-69FC-4CD7-8004-55820C24365F}" srcId="{D18A585A-EE7B-4693-92FC-1138A79D32CC}" destId="{188F9978-7C96-4EEE-93DC-00E84CB620A3}" srcOrd="0" destOrd="0" parTransId="{7C127430-4F8F-4167-85F2-8D3F59BEA15C}" sibTransId="{5E0EFFE2-5052-49BA-80AB-9508EAB2BDB3}"/>
    <dgm:cxn modelId="{52AEE63A-34FE-4EFF-9455-EDA8A2D518C7}" srcId="{94D4584F-01F0-4BD6-BA84-DDED29924C93}" destId="{D1975964-E306-45C0-9241-778CCF788CFF}" srcOrd="4" destOrd="0" parTransId="{A1D74828-2C88-4941-8E1C-2B8602327A09}" sibTransId="{61CEE955-74E8-4C2E-ADE5-EDA5C2DEB190}"/>
    <dgm:cxn modelId="{2A127E3F-17EE-4779-8BF6-F86BDDC631C0}" type="presOf" srcId="{04AE3B37-E3D2-44DF-BC50-D2BE017A3177}" destId="{80202E7A-CC70-4041-91CC-C7735C37A0E8}" srcOrd="0" destOrd="0" presId="urn:microsoft.com/office/officeart/2005/8/layout/default#1"/>
    <dgm:cxn modelId="{AFD1F03F-7EFE-41D9-BBEA-9FAAF8D75FAF}" type="presOf" srcId="{1DB3130C-72A2-4E32-8546-AF8D28D18F72}" destId="{2B2E95BE-B2A2-46DF-B915-B9C112E29BDB}" srcOrd="0" destOrd="2" presId="urn:microsoft.com/office/officeart/2005/8/layout/default#1"/>
    <dgm:cxn modelId="{9C997E57-4BE0-47E8-A1C6-8702756ABDA7}" type="presOf" srcId="{D1975964-E306-45C0-9241-778CCF788CFF}" destId="{2B2E95BE-B2A2-46DF-B915-B9C112E29BDB}" srcOrd="0" destOrd="0" presId="urn:microsoft.com/office/officeart/2005/8/layout/default#1"/>
    <dgm:cxn modelId="{B96DF578-CD3D-4F75-A966-D384D1DA9476}" srcId="{94D4584F-01F0-4BD6-BA84-DDED29924C93}" destId="{E3D75CF8-73B1-4486-8557-169827C4590E}" srcOrd="5" destOrd="0" parTransId="{3915218B-9503-4031-ACFF-350B6E733482}" sibTransId="{1D5AB0B6-ABB7-4CA3-ABBC-DE8DDE68A27C}"/>
    <dgm:cxn modelId="{8A75B783-F60A-4070-88CC-06A0F8649241}" type="presOf" srcId="{227B18A3-7556-4986-BBF6-E3B623FF3DA5}" destId="{DF2DBD10-352D-4A47-8CA5-7B5D431A3620}" srcOrd="0" destOrd="1" presId="urn:microsoft.com/office/officeart/2005/8/layout/default#1"/>
    <dgm:cxn modelId="{5F7B1985-D3F9-4B0A-94C8-2BEBB87A14C8}" type="presOf" srcId="{B023A916-2191-40F7-AD2A-5B5D525D1DDC}" destId="{177DD4EC-2D6B-44E1-92B4-954BFA9E94A5}" srcOrd="0" destOrd="2" presId="urn:microsoft.com/office/officeart/2005/8/layout/default#1"/>
    <dgm:cxn modelId="{42F5A68A-25DD-40DA-AE95-F123C69C4A9A}" type="presOf" srcId="{709BE66E-FC7C-4CEE-8E76-2E3AAB34E2BA}" destId="{1D9380A8-07B2-43B5-86F0-D4105B8E9184}" srcOrd="0" destOrd="0" presId="urn:microsoft.com/office/officeart/2005/8/layout/default#1"/>
    <dgm:cxn modelId="{ADA0E78B-46E1-4073-9F6F-4B27CF737808}" srcId="{D1975964-E306-45C0-9241-778CCF788CFF}" destId="{1DB3130C-72A2-4E32-8546-AF8D28D18F72}" srcOrd="1" destOrd="0" parTransId="{5E0F7015-7B82-425D-B486-FEBFC4BCCB2B}" sibTransId="{A829C05C-894F-4197-BA76-09842E8784A7}"/>
    <dgm:cxn modelId="{D060318F-2E76-4C22-9D28-448195573667}" type="presOf" srcId="{94D4584F-01F0-4BD6-BA84-DDED29924C93}" destId="{705F753E-14C6-4E03-B1BF-153C9F733C20}" srcOrd="0" destOrd="0" presId="urn:microsoft.com/office/officeart/2005/8/layout/default#1"/>
    <dgm:cxn modelId="{E2D965A6-529C-414C-851F-C97A746DF5EE}" srcId="{D1975964-E306-45C0-9241-778CCF788CFF}" destId="{F202D8EB-C609-4A26-84EC-BE73F875B082}" srcOrd="0" destOrd="0" parTransId="{F0FCC7BB-0E44-4CB2-A7C9-50F4F73AAB4F}" sibTransId="{A18BACD2-2EA4-4F19-8E55-FB16E5C04B7F}"/>
    <dgm:cxn modelId="{FE4609A9-85B1-4BE6-87AE-F3652F704FD4}" srcId="{D18A585A-EE7B-4693-92FC-1138A79D32CC}" destId="{B023A916-2191-40F7-AD2A-5B5D525D1DDC}" srcOrd="1" destOrd="0" parTransId="{0F77DC84-39A2-4578-B243-1032805F9714}" sibTransId="{7C15B53C-E2E6-4892-BC78-50C921C51F4F}"/>
    <dgm:cxn modelId="{933696B7-D600-4953-AB47-809F28DF4A84}" srcId="{94D4584F-01F0-4BD6-BA84-DDED29924C93}" destId="{AE2EDD3A-E96B-4CA7-A6E1-BAA266C93849}" srcOrd="2" destOrd="0" parTransId="{77651AF2-FD80-4FD7-83D7-AF87EA6256C9}" sibTransId="{FEDC7DC8-0684-4C00-9DEC-FA56F7A9CD9A}"/>
    <dgm:cxn modelId="{0BFF28C8-99E0-4978-8B2E-278809A7E0F3}" srcId="{94D4584F-01F0-4BD6-BA84-DDED29924C93}" destId="{04AE3B37-E3D2-44DF-BC50-D2BE017A3177}" srcOrd="0" destOrd="0" parTransId="{5D484AF9-005D-494D-89F2-17B6BA7917C2}" sibTransId="{9C0A2A0E-1535-4F1C-AD6F-68C9DDC132F1}"/>
    <dgm:cxn modelId="{B84F55CE-ACF4-421F-9081-8C9BFD5C2B98}" srcId="{E3D75CF8-73B1-4486-8557-169827C4590E}" destId="{227B18A3-7556-4986-BBF6-E3B623FF3DA5}" srcOrd="0" destOrd="0" parTransId="{9D4B9C37-8848-493A-98DB-5450D31844E6}" sibTransId="{C94662CF-5E4D-4B29-B41C-3E812633DBE5}"/>
    <dgm:cxn modelId="{E27D72D3-5C91-46CA-BCD1-9C32C6FF5C77}" type="presOf" srcId="{F202D8EB-C609-4A26-84EC-BE73F875B082}" destId="{2B2E95BE-B2A2-46DF-B915-B9C112E29BDB}" srcOrd="0" destOrd="1" presId="urn:microsoft.com/office/officeart/2005/8/layout/default#1"/>
    <dgm:cxn modelId="{71AC3EE5-99D7-4D0A-AA39-38597A83F7C1}" type="presOf" srcId="{188F9978-7C96-4EEE-93DC-00E84CB620A3}" destId="{177DD4EC-2D6B-44E1-92B4-954BFA9E94A5}" srcOrd="0" destOrd="1" presId="urn:microsoft.com/office/officeart/2005/8/layout/default#1"/>
    <dgm:cxn modelId="{FA4839F5-B02F-4646-8E4F-2D619EEBF440}" type="presOf" srcId="{D18A585A-EE7B-4693-92FC-1138A79D32CC}" destId="{177DD4EC-2D6B-44E1-92B4-954BFA9E94A5}" srcOrd="0" destOrd="0" presId="urn:microsoft.com/office/officeart/2005/8/layout/default#1"/>
    <dgm:cxn modelId="{20FE56F7-CE57-486F-A4CE-637A220D01B2}" srcId="{94D4584F-01F0-4BD6-BA84-DDED29924C93}" destId="{709BE66E-FC7C-4CEE-8E76-2E3AAB34E2BA}" srcOrd="1" destOrd="0" parTransId="{CDFB5BEE-0BAB-4CA0-A70C-85A0F7CDA4B7}" sibTransId="{672FDF17-9085-4EE6-8A28-AB8D86553201}"/>
    <dgm:cxn modelId="{6DA6726A-CBDE-4C4E-98CB-68739695C923}" type="presParOf" srcId="{705F753E-14C6-4E03-B1BF-153C9F733C20}" destId="{80202E7A-CC70-4041-91CC-C7735C37A0E8}" srcOrd="0" destOrd="0" presId="urn:microsoft.com/office/officeart/2005/8/layout/default#1"/>
    <dgm:cxn modelId="{2E3FEA3F-7E4D-4A2E-92FA-E6A560BEA408}" type="presParOf" srcId="{705F753E-14C6-4E03-B1BF-153C9F733C20}" destId="{A0BC549F-FDAB-42F8-A0A7-02FFDB69D4B3}" srcOrd="1" destOrd="0" presId="urn:microsoft.com/office/officeart/2005/8/layout/default#1"/>
    <dgm:cxn modelId="{A2CFC87A-1013-4532-8DC6-E4D1D00AE8E0}" type="presParOf" srcId="{705F753E-14C6-4E03-B1BF-153C9F733C20}" destId="{1D9380A8-07B2-43B5-86F0-D4105B8E9184}" srcOrd="2" destOrd="0" presId="urn:microsoft.com/office/officeart/2005/8/layout/default#1"/>
    <dgm:cxn modelId="{14346CC8-3ADD-48EA-98D9-E4DE52E26B72}" type="presParOf" srcId="{705F753E-14C6-4E03-B1BF-153C9F733C20}" destId="{FF84B10C-1713-4824-80E7-69693AB7A556}" srcOrd="3" destOrd="0" presId="urn:microsoft.com/office/officeart/2005/8/layout/default#1"/>
    <dgm:cxn modelId="{706AAB02-3F39-4CEE-9260-A78358E5C071}" type="presParOf" srcId="{705F753E-14C6-4E03-B1BF-153C9F733C20}" destId="{641F5031-918E-4105-973D-01243B7D7034}" srcOrd="4" destOrd="0" presId="urn:microsoft.com/office/officeart/2005/8/layout/default#1"/>
    <dgm:cxn modelId="{5A6C56E7-D057-49A8-9F8F-D7879E371B88}" type="presParOf" srcId="{705F753E-14C6-4E03-B1BF-153C9F733C20}" destId="{9B6879C9-1002-4D7B-9833-3CA91A85F12F}" srcOrd="5" destOrd="0" presId="urn:microsoft.com/office/officeart/2005/8/layout/default#1"/>
    <dgm:cxn modelId="{BEC7CF50-6ED2-48B7-B1B1-BB3B72D41717}" type="presParOf" srcId="{705F753E-14C6-4E03-B1BF-153C9F733C20}" destId="{177DD4EC-2D6B-44E1-92B4-954BFA9E94A5}" srcOrd="6" destOrd="0" presId="urn:microsoft.com/office/officeart/2005/8/layout/default#1"/>
    <dgm:cxn modelId="{2E8C89FA-683A-46B5-B179-00BACE2498CE}" type="presParOf" srcId="{705F753E-14C6-4E03-B1BF-153C9F733C20}" destId="{CBDDBC3C-A257-486C-AFD1-3DD5926FAFD0}" srcOrd="7" destOrd="0" presId="urn:microsoft.com/office/officeart/2005/8/layout/default#1"/>
    <dgm:cxn modelId="{6E051090-E85D-4E76-A571-A24806F1F4EE}" type="presParOf" srcId="{705F753E-14C6-4E03-B1BF-153C9F733C20}" destId="{2B2E95BE-B2A2-46DF-B915-B9C112E29BDB}" srcOrd="8" destOrd="0" presId="urn:microsoft.com/office/officeart/2005/8/layout/default#1"/>
    <dgm:cxn modelId="{D36A5F5D-D6B6-4BBB-9871-0AC9E530CBEC}" type="presParOf" srcId="{705F753E-14C6-4E03-B1BF-153C9F733C20}" destId="{BAB7E314-FA70-44A4-9F09-BA52BE3A768D}" srcOrd="9" destOrd="0" presId="urn:microsoft.com/office/officeart/2005/8/layout/default#1"/>
    <dgm:cxn modelId="{387F58CE-C679-4E6D-A96B-C403A1139772}" type="presParOf" srcId="{705F753E-14C6-4E03-B1BF-153C9F733C20}" destId="{DF2DBD10-352D-4A47-8CA5-7B5D431A3620}" srcOrd="1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1DCCF7-AD04-4D25-ACA3-6D40C2D427E8}" type="doc">
      <dgm:prSet loTypeId="urn:microsoft.com/office/officeart/2005/8/layout/list1#1" loCatId="list" qsTypeId="urn:microsoft.com/office/officeart/2005/8/quickstyle/simple1#1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50065CC2-3AFD-4C18-9B94-D1A90860D9A7}">
      <dgm:prSet/>
      <dgm:spPr/>
      <dgm:t>
        <a:bodyPr/>
        <a:lstStyle/>
        <a:p>
          <a:r>
            <a:rPr lang="en-US" b="1"/>
            <a:t>Power Cables:</a:t>
          </a:r>
          <a:endParaRPr lang="en-US"/>
        </a:p>
      </dgm:t>
    </dgm:pt>
    <dgm:pt modelId="{9C29BBED-42D2-4A4F-8F90-12752C95F02C}" type="parTrans" cxnId="{57AB1557-78C9-490E-8C33-14ABF76FD0B6}">
      <dgm:prSet/>
      <dgm:spPr/>
      <dgm:t>
        <a:bodyPr/>
        <a:lstStyle/>
        <a:p>
          <a:endParaRPr lang="en-US"/>
        </a:p>
      </dgm:t>
    </dgm:pt>
    <dgm:pt modelId="{0907B9BC-FDD8-418C-9AD9-F49AABB74595}" type="sibTrans" cxnId="{57AB1557-78C9-490E-8C33-14ABF76FD0B6}">
      <dgm:prSet/>
      <dgm:spPr/>
      <dgm:t>
        <a:bodyPr/>
        <a:lstStyle/>
        <a:p>
          <a:endParaRPr lang="en-US"/>
        </a:p>
      </dgm:t>
    </dgm:pt>
    <dgm:pt modelId="{1571F36C-C50C-45DC-8172-7B4F5C63732E}">
      <dgm:prSet/>
      <dgm:spPr/>
      <dgm:t>
        <a:bodyPr/>
        <a:lstStyle/>
        <a:p>
          <a:r>
            <a:rPr lang="en-US" dirty="0"/>
            <a:t>24-pin ATX</a:t>
          </a:r>
        </a:p>
      </dgm:t>
    </dgm:pt>
    <dgm:pt modelId="{DFE7DC48-9AE9-47F6-89FE-B91434E33C4F}" type="parTrans" cxnId="{5EDED68B-5B43-4C23-AD73-004929BA07E0}">
      <dgm:prSet/>
      <dgm:spPr/>
      <dgm:t>
        <a:bodyPr/>
        <a:lstStyle/>
        <a:p>
          <a:endParaRPr lang="en-US"/>
        </a:p>
      </dgm:t>
    </dgm:pt>
    <dgm:pt modelId="{C9755570-758D-4586-80DC-685EE9C885D2}" type="sibTrans" cxnId="{5EDED68B-5B43-4C23-AD73-004929BA07E0}">
      <dgm:prSet/>
      <dgm:spPr/>
      <dgm:t>
        <a:bodyPr/>
        <a:lstStyle/>
        <a:p>
          <a:endParaRPr lang="en-US"/>
        </a:p>
      </dgm:t>
    </dgm:pt>
    <dgm:pt modelId="{D1F0B423-841C-4043-9411-F51E873930CB}">
      <dgm:prSet/>
      <dgm:spPr/>
      <dgm:t>
        <a:bodyPr/>
        <a:lstStyle/>
        <a:p>
          <a:r>
            <a:rPr lang="en-US" dirty="0"/>
            <a:t>4/8-pin EPS (CPU power)</a:t>
          </a:r>
        </a:p>
      </dgm:t>
    </dgm:pt>
    <dgm:pt modelId="{C29FFC2A-DB02-4BF0-BDA5-82A8854EEE85}" type="parTrans" cxnId="{7A051599-3862-4DA1-B723-DEC367038AF2}">
      <dgm:prSet/>
      <dgm:spPr/>
      <dgm:t>
        <a:bodyPr/>
        <a:lstStyle/>
        <a:p>
          <a:endParaRPr lang="en-US"/>
        </a:p>
      </dgm:t>
    </dgm:pt>
    <dgm:pt modelId="{056D87E0-FCDB-4723-BE24-BC7C83D0AA76}" type="sibTrans" cxnId="{7A051599-3862-4DA1-B723-DEC367038AF2}">
      <dgm:prSet/>
      <dgm:spPr/>
      <dgm:t>
        <a:bodyPr/>
        <a:lstStyle/>
        <a:p>
          <a:endParaRPr lang="en-US"/>
        </a:p>
      </dgm:t>
    </dgm:pt>
    <dgm:pt modelId="{C2B68261-0C7F-44C5-BBB1-9942A3497315}">
      <dgm:prSet/>
      <dgm:spPr/>
      <dgm:t>
        <a:bodyPr/>
        <a:lstStyle/>
        <a:p>
          <a:r>
            <a:rPr lang="en-US" dirty="0"/>
            <a:t>Molex (legacy power for fans, older drives)</a:t>
          </a:r>
        </a:p>
      </dgm:t>
    </dgm:pt>
    <dgm:pt modelId="{C3B480CF-3203-457B-BE32-19D6B6CA9D27}" type="parTrans" cxnId="{5C1BDAA2-E634-40C4-BC4A-E55CD005E28B}">
      <dgm:prSet/>
      <dgm:spPr/>
      <dgm:t>
        <a:bodyPr/>
        <a:lstStyle/>
        <a:p>
          <a:endParaRPr lang="en-US"/>
        </a:p>
      </dgm:t>
    </dgm:pt>
    <dgm:pt modelId="{E66EDC5B-2E32-4B72-B834-02C812B7F3F3}" type="sibTrans" cxnId="{5C1BDAA2-E634-40C4-BC4A-E55CD005E28B}">
      <dgm:prSet/>
      <dgm:spPr/>
      <dgm:t>
        <a:bodyPr/>
        <a:lstStyle/>
        <a:p>
          <a:endParaRPr lang="en-US"/>
        </a:p>
      </dgm:t>
    </dgm:pt>
    <dgm:pt modelId="{F854FD51-A15E-4556-8F6E-66FDCB9D152D}">
      <dgm:prSet/>
      <dgm:spPr/>
      <dgm:t>
        <a:bodyPr/>
        <a:lstStyle/>
        <a:p>
          <a:r>
            <a:rPr lang="en-US" b="1"/>
            <a:t>Data Cables:</a:t>
          </a:r>
          <a:endParaRPr lang="en-US"/>
        </a:p>
      </dgm:t>
    </dgm:pt>
    <dgm:pt modelId="{3397169A-3A22-497B-B32E-CC12B2C8B662}" type="parTrans" cxnId="{5CDDD73A-350E-42B4-A6D1-ADC720F16EE0}">
      <dgm:prSet/>
      <dgm:spPr/>
      <dgm:t>
        <a:bodyPr/>
        <a:lstStyle/>
        <a:p>
          <a:endParaRPr lang="en-US"/>
        </a:p>
      </dgm:t>
    </dgm:pt>
    <dgm:pt modelId="{8CC0F99D-4051-421D-9EFE-9997EB5862BC}" type="sibTrans" cxnId="{5CDDD73A-350E-42B4-A6D1-ADC720F16EE0}">
      <dgm:prSet/>
      <dgm:spPr/>
      <dgm:t>
        <a:bodyPr/>
        <a:lstStyle/>
        <a:p>
          <a:endParaRPr lang="en-US"/>
        </a:p>
      </dgm:t>
    </dgm:pt>
    <dgm:pt modelId="{ABBF90E9-77D2-4AF4-94C8-42FC6F17AC9C}">
      <dgm:prSet/>
      <dgm:spPr/>
      <dgm:t>
        <a:bodyPr/>
        <a:lstStyle/>
        <a:p>
          <a:r>
            <a:rPr lang="en-US"/>
            <a:t>SATA (modern storage)</a:t>
          </a:r>
        </a:p>
      </dgm:t>
    </dgm:pt>
    <dgm:pt modelId="{277454EE-E636-42AC-8937-C9D793289721}" type="parTrans" cxnId="{899A58A3-95AE-45CE-859D-C1A0C2A1E73A}">
      <dgm:prSet/>
      <dgm:spPr/>
      <dgm:t>
        <a:bodyPr/>
        <a:lstStyle/>
        <a:p>
          <a:endParaRPr lang="en-US"/>
        </a:p>
      </dgm:t>
    </dgm:pt>
    <dgm:pt modelId="{9025AC29-3A93-4A2C-A071-AC418FB57BDF}" type="sibTrans" cxnId="{899A58A3-95AE-45CE-859D-C1A0C2A1E73A}">
      <dgm:prSet/>
      <dgm:spPr/>
      <dgm:t>
        <a:bodyPr/>
        <a:lstStyle/>
        <a:p>
          <a:endParaRPr lang="en-US"/>
        </a:p>
      </dgm:t>
    </dgm:pt>
    <dgm:pt modelId="{988A4BF2-5D7D-4CF4-BCEE-EFFD3F256221}">
      <dgm:prSet/>
      <dgm:spPr/>
      <dgm:t>
        <a:bodyPr/>
        <a:lstStyle/>
        <a:p>
          <a:r>
            <a:rPr lang="en-US"/>
            <a:t>IDE/PATA (legacy)</a:t>
          </a:r>
        </a:p>
      </dgm:t>
    </dgm:pt>
    <dgm:pt modelId="{E940A0C5-7105-4EDD-A1DE-2955B9790196}" type="parTrans" cxnId="{43099CFC-8C9D-44FF-A564-D55E943F31D0}">
      <dgm:prSet/>
      <dgm:spPr/>
      <dgm:t>
        <a:bodyPr/>
        <a:lstStyle/>
        <a:p>
          <a:endParaRPr lang="en-US"/>
        </a:p>
      </dgm:t>
    </dgm:pt>
    <dgm:pt modelId="{C8EE4E88-20D2-4546-9B09-5D05CFCB45B1}" type="sibTrans" cxnId="{43099CFC-8C9D-44FF-A564-D55E943F31D0}">
      <dgm:prSet/>
      <dgm:spPr/>
      <dgm:t>
        <a:bodyPr/>
        <a:lstStyle/>
        <a:p>
          <a:endParaRPr lang="en-US"/>
        </a:p>
      </dgm:t>
    </dgm:pt>
    <dgm:pt modelId="{0CF08AB5-0929-4E3E-8441-2946CB18D446}">
      <dgm:prSet/>
      <dgm:spPr/>
      <dgm:t>
        <a:bodyPr/>
        <a:lstStyle/>
        <a:p>
          <a:r>
            <a:rPr lang="en-US" b="1"/>
            <a:t>Front Panel Connectors:</a:t>
          </a:r>
          <a:endParaRPr lang="en-US"/>
        </a:p>
      </dgm:t>
    </dgm:pt>
    <dgm:pt modelId="{70E31FD4-ED3C-47A1-A5D1-EB74FE08996D}" type="parTrans" cxnId="{824ADC2F-35B3-4D90-B975-125BDA61BE86}">
      <dgm:prSet/>
      <dgm:spPr/>
      <dgm:t>
        <a:bodyPr/>
        <a:lstStyle/>
        <a:p>
          <a:endParaRPr lang="en-US"/>
        </a:p>
      </dgm:t>
    </dgm:pt>
    <dgm:pt modelId="{0478161E-222D-44F8-88DD-C9FF76696520}" type="sibTrans" cxnId="{824ADC2F-35B3-4D90-B975-125BDA61BE86}">
      <dgm:prSet/>
      <dgm:spPr/>
      <dgm:t>
        <a:bodyPr/>
        <a:lstStyle/>
        <a:p>
          <a:endParaRPr lang="en-US"/>
        </a:p>
      </dgm:t>
    </dgm:pt>
    <dgm:pt modelId="{5B9AD7E6-682A-4B00-B485-EE2F8A9B6AF4}">
      <dgm:prSet/>
      <dgm:spPr/>
      <dgm:t>
        <a:bodyPr/>
        <a:lstStyle/>
        <a:p>
          <a:r>
            <a:rPr lang="en-US"/>
            <a:t>USB 2.0 / 3.0 headers</a:t>
          </a:r>
        </a:p>
      </dgm:t>
    </dgm:pt>
    <dgm:pt modelId="{FE009A0B-A6BF-4910-8500-48D81B5F4DC3}" type="parTrans" cxnId="{F0B64AAE-2B79-46E8-A9A1-C7E42BB8F9CC}">
      <dgm:prSet/>
      <dgm:spPr/>
      <dgm:t>
        <a:bodyPr/>
        <a:lstStyle/>
        <a:p>
          <a:endParaRPr lang="en-US"/>
        </a:p>
      </dgm:t>
    </dgm:pt>
    <dgm:pt modelId="{EC56EE24-2259-47F0-B7C6-33E53D5B9C22}" type="sibTrans" cxnId="{F0B64AAE-2B79-46E8-A9A1-C7E42BB8F9CC}">
      <dgm:prSet/>
      <dgm:spPr/>
      <dgm:t>
        <a:bodyPr/>
        <a:lstStyle/>
        <a:p>
          <a:endParaRPr lang="en-US"/>
        </a:p>
      </dgm:t>
    </dgm:pt>
    <dgm:pt modelId="{A55E65B5-18D0-4679-B4B5-E19EE7620B79}">
      <dgm:prSet/>
      <dgm:spPr/>
      <dgm:t>
        <a:bodyPr/>
        <a:lstStyle/>
        <a:p>
          <a:r>
            <a:rPr lang="en-US"/>
            <a:t>HD Audio</a:t>
          </a:r>
        </a:p>
      </dgm:t>
    </dgm:pt>
    <dgm:pt modelId="{686F7F10-5825-4759-9147-3AF81E792ADC}" type="parTrans" cxnId="{C4E99239-E01C-4EFB-BB2E-DA5D23D9EEA3}">
      <dgm:prSet/>
      <dgm:spPr/>
      <dgm:t>
        <a:bodyPr/>
        <a:lstStyle/>
        <a:p>
          <a:endParaRPr lang="en-US"/>
        </a:p>
      </dgm:t>
    </dgm:pt>
    <dgm:pt modelId="{5B4FE31F-2754-4688-B3F8-51C30C163762}" type="sibTrans" cxnId="{C4E99239-E01C-4EFB-BB2E-DA5D23D9EEA3}">
      <dgm:prSet/>
      <dgm:spPr/>
      <dgm:t>
        <a:bodyPr/>
        <a:lstStyle/>
        <a:p>
          <a:endParaRPr lang="en-US"/>
        </a:p>
      </dgm:t>
    </dgm:pt>
    <dgm:pt modelId="{C31F3422-1000-4066-BF4C-3D068C5E4BCD}">
      <dgm:prSet/>
      <dgm:spPr/>
      <dgm:t>
        <a:bodyPr/>
        <a:lstStyle/>
        <a:p>
          <a:r>
            <a:rPr lang="en-US"/>
            <a:t>Power switch, reset switch, HDD LED</a:t>
          </a:r>
        </a:p>
      </dgm:t>
    </dgm:pt>
    <dgm:pt modelId="{7FCCBF92-F563-4274-9274-60735785EDB4}" type="parTrans" cxnId="{C9956063-932D-47B0-82B7-E2AAEDF0CA61}">
      <dgm:prSet/>
      <dgm:spPr/>
      <dgm:t>
        <a:bodyPr/>
        <a:lstStyle/>
        <a:p>
          <a:endParaRPr lang="en-US"/>
        </a:p>
      </dgm:t>
    </dgm:pt>
    <dgm:pt modelId="{89F111EA-3937-4074-BB99-425DA2823345}" type="sibTrans" cxnId="{C9956063-932D-47B0-82B7-E2AAEDF0CA61}">
      <dgm:prSet/>
      <dgm:spPr/>
      <dgm:t>
        <a:bodyPr/>
        <a:lstStyle/>
        <a:p>
          <a:endParaRPr lang="en-US"/>
        </a:p>
      </dgm:t>
    </dgm:pt>
    <dgm:pt modelId="{62FEE67C-FD55-4DA6-9C06-0E329FA72A9F}" type="pres">
      <dgm:prSet presAssocID="{CE1DCCF7-AD04-4D25-ACA3-6D40C2D427E8}" presName="linear" presStyleCnt="0">
        <dgm:presLayoutVars>
          <dgm:dir/>
          <dgm:animLvl val="lvl"/>
          <dgm:resizeHandles val="exact"/>
        </dgm:presLayoutVars>
      </dgm:prSet>
      <dgm:spPr/>
    </dgm:pt>
    <dgm:pt modelId="{87E385C3-68F4-4F43-BCE6-2D3C344561F0}" type="pres">
      <dgm:prSet presAssocID="{50065CC2-3AFD-4C18-9B94-D1A90860D9A7}" presName="parentLin" presStyleCnt="0"/>
      <dgm:spPr/>
    </dgm:pt>
    <dgm:pt modelId="{F4CE8C9E-02D3-4974-9320-931614226FD0}" type="pres">
      <dgm:prSet presAssocID="{50065CC2-3AFD-4C18-9B94-D1A90860D9A7}" presName="parentLeftMargin" presStyleLbl="node1" presStyleIdx="0" presStyleCnt="3"/>
      <dgm:spPr/>
    </dgm:pt>
    <dgm:pt modelId="{73C2CAAF-A3A5-4995-9864-2F8F93581400}" type="pres">
      <dgm:prSet presAssocID="{50065CC2-3AFD-4C18-9B94-D1A90860D9A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1F3E5DD-F015-488B-9A0E-2A8C11C704AC}" type="pres">
      <dgm:prSet presAssocID="{50065CC2-3AFD-4C18-9B94-D1A90860D9A7}" presName="negativeSpace" presStyleCnt="0"/>
      <dgm:spPr/>
    </dgm:pt>
    <dgm:pt modelId="{1B1A2214-292A-4FBA-994A-73F3ECE25D13}" type="pres">
      <dgm:prSet presAssocID="{50065CC2-3AFD-4C18-9B94-D1A90860D9A7}" presName="childText" presStyleLbl="conFgAcc1" presStyleIdx="0" presStyleCnt="3">
        <dgm:presLayoutVars>
          <dgm:bulletEnabled val="1"/>
        </dgm:presLayoutVars>
      </dgm:prSet>
      <dgm:spPr/>
    </dgm:pt>
    <dgm:pt modelId="{E91153AC-8122-4C41-963A-BAEB98796CD4}" type="pres">
      <dgm:prSet presAssocID="{0907B9BC-FDD8-418C-9AD9-F49AABB74595}" presName="spaceBetweenRectangles" presStyleCnt="0"/>
      <dgm:spPr/>
    </dgm:pt>
    <dgm:pt modelId="{4EA1F43F-3854-45AB-B91D-11B8FE8863F5}" type="pres">
      <dgm:prSet presAssocID="{F854FD51-A15E-4556-8F6E-66FDCB9D152D}" presName="parentLin" presStyleCnt="0"/>
      <dgm:spPr/>
    </dgm:pt>
    <dgm:pt modelId="{0A24C917-9741-4E0B-B4AA-E98A97138A19}" type="pres">
      <dgm:prSet presAssocID="{F854FD51-A15E-4556-8F6E-66FDCB9D152D}" presName="parentLeftMargin" presStyleLbl="node1" presStyleIdx="0" presStyleCnt="3"/>
      <dgm:spPr/>
    </dgm:pt>
    <dgm:pt modelId="{8883FD1F-920C-425A-AE68-A25B710C0E0C}" type="pres">
      <dgm:prSet presAssocID="{F854FD51-A15E-4556-8F6E-66FDCB9D152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8941E0B-1F50-4655-A41A-115BCC6424A1}" type="pres">
      <dgm:prSet presAssocID="{F854FD51-A15E-4556-8F6E-66FDCB9D152D}" presName="negativeSpace" presStyleCnt="0"/>
      <dgm:spPr/>
    </dgm:pt>
    <dgm:pt modelId="{891BADE4-CF3B-42BE-942E-F5B21BB6E0D0}" type="pres">
      <dgm:prSet presAssocID="{F854FD51-A15E-4556-8F6E-66FDCB9D152D}" presName="childText" presStyleLbl="conFgAcc1" presStyleIdx="1" presStyleCnt="3">
        <dgm:presLayoutVars>
          <dgm:bulletEnabled val="1"/>
        </dgm:presLayoutVars>
      </dgm:prSet>
      <dgm:spPr/>
    </dgm:pt>
    <dgm:pt modelId="{D7A19DF8-54FE-4376-9189-A8E499A2F304}" type="pres">
      <dgm:prSet presAssocID="{8CC0F99D-4051-421D-9EFE-9997EB5862BC}" presName="spaceBetweenRectangles" presStyleCnt="0"/>
      <dgm:spPr/>
    </dgm:pt>
    <dgm:pt modelId="{16AAC0EE-B0F5-4422-9A43-945CBE98861B}" type="pres">
      <dgm:prSet presAssocID="{0CF08AB5-0929-4E3E-8441-2946CB18D446}" presName="parentLin" presStyleCnt="0"/>
      <dgm:spPr/>
    </dgm:pt>
    <dgm:pt modelId="{3B902312-1D93-43B1-86AC-2A7476EBA1B4}" type="pres">
      <dgm:prSet presAssocID="{0CF08AB5-0929-4E3E-8441-2946CB18D446}" presName="parentLeftMargin" presStyleLbl="node1" presStyleIdx="1" presStyleCnt="3"/>
      <dgm:spPr/>
    </dgm:pt>
    <dgm:pt modelId="{C5B07C86-8C3C-4C69-81E0-F1668F766E23}" type="pres">
      <dgm:prSet presAssocID="{0CF08AB5-0929-4E3E-8441-2946CB18D44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C261224-4421-41AC-8CA9-83C13946141C}" type="pres">
      <dgm:prSet presAssocID="{0CF08AB5-0929-4E3E-8441-2946CB18D446}" presName="negativeSpace" presStyleCnt="0"/>
      <dgm:spPr/>
    </dgm:pt>
    <dgm:pt modelId="{F0F4A918-8C0C-469C-978F-5CE0C5636D8E}" type="pres">
      <dgm:prSet presAssocID="{0CF08AB5-0929-4E3E-8441-2946CB18D44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C1AC320-FD85-41C6-BAB5-E989B82505D7}" type="presOf" srcId="{C31F3422-1000-4066-BF4C-3D068C5E4BCD}" destId="{F0F4A918-8C0C-469C-978F-5CE0C5636D8E}" srcOrd="0" destOrd="2" presId="urn:microsoft.com/office/officeart/2005/8/layout/list1#1"/>
    <dgm:cxn modelId="{72E21028-F76B-42F7-A89F-714F5B937C2E}" type="presOf" srcId="{50065CC2-3AFD-4C18-9B94-D1A90860D9A7}" destId="{F4CE8C9E-02D3-4974-9320-931614226FD0}" srcOrd="0" destOrd="0" presId="urn:microsoft.com/office/officeart/2005/8/layout/list1#1"/>
    <dgm:cxn modelId="{824ADC2F-35B3-4D90-B975-125BDA61BE86}" srcId="{CE1DCCF7-AD04-4D25-ACA3-6D40C2D427E8}" destId="{0CF08AB5-0929-4E3E-8441-2946CB18D446}" srcOrd="2" destOrd="0" parTransId="{70E31FD4-ED3C-47A1-A5D1-EB74FE08996D}" sibTransId="{0478161E-222D-44F8-88DD-C9FF76696520}"/>
    <dgm:cxn modelId="{62751439-AF48-47AF-B0C6-54DDDB068D35}" type="presOf" srcId="{F854FD51-A15E-4556-8F6E-66FDCB9D152D}" destId="{0A24C917-9741-4E0B-B4AA-E98A97138A19}" srcOrd="0" destOrd="0" presId="urn:microsoft.com/office/officeart/2005/8/layout/list1#1"/>
    <dgm:cxn modelId="{C4E99239-E01C-4EFB-BB2E-DA5D23D9EEA3}" srcId="{0CF08AB5-0929-4E3E-8441-2946CB18D446}" destId="{A55E65B5-18D0-4679-B4B5-E19EE7620B79}" srcOrd="1" destOrd="0" parTransId="{686F7F10-5825-4759-9147-3AF81E792ADC}" sibTransId="{5B4FE31F-2754-4688-B3F8-51C30C163762}"/>
    <dgm:cxn modelId="{5CDDD73A-350E-42B4-A6D1-ADC720F16EE0}" srcId="{CE1DCCF7-AD04-4D25-ACA3-6D40C2D427E8}" destId="{F854FD51-A15E-4556-8F6E-66FDCB9D152D}" srcOrd="1" destOrd="0" parTransId="{3397169A-3A22-497B-B32E-CC12B2C8B662}" sibTransId="{8CC0F99D-4051-421D-9EFE-9997EB5862BC}"/>
    <dgm:cxn modelId="{C9956063-932D-47B0-82B7-E2AAEDF0CA61}" srcId="{0CF08AB5-0929-4E3E-8441-2946CB18D446}" destId="{C31F3422-1000-4066-BF4C-3D068C5E4BCD}" srcOrd="2" destOrd="0" parTransId="{7FCCBF92-F563-4274-9274-60735785EDB4}" sibTransId="{89F111EA-3937-4074-BB99-425DA2823345}"/>
    <dgm:cxn modelId="{162C4D68-B298-4AB1-A1AD-F43CC178267D}" type="presOf" srcId="{988A4BF2-5D7D-4CF4-BCEE-EFFD3F256221}" destId="{891BADE4-CF3B-42BE-942E-F5B21BB6E0D0}" srcOrd="0" destOrd="1" presId="urn:microsoft.com/office/officeart/2005/8/layout/list1#1"/>
    <dgm:cxn modelId="{4EDC6D68-54B3-4418-94AC-8A83C4AF8632}" type="presOf" srcId="{CE1DCCF7-AD04-4D25-ACA3-6D40C2D427E8}" destId="{62FEE67C-FD55-4DA6-9C06-0E329FA72A9F}" srcOrd="0" destOrd="0" presId="urn:microsoft.com/office/officeart/2005/8/layout/list1#1"/>
    <dgm:cxn modelId="{781FB54B-FE21-496B-B865-E68AD8B4FF50}" type="presOf" srcId="{1571F36C-C50C-45DC-8172-7B4F5C63732E}" destId="{1B1A2214-292A-4FBA-994A-73F3ECE25D13}" srcOrd="0" destOrd="0" presId="urn:microsoft.com/office/officeart/2005/8/layout/list1#1"/>
    <dgm:cxn modelId="{709ECF6D-AA5A-447B-B393-AA04F193AD5D}" type="presOf" srcId="{0CF08AB5-0929-4E3E-8441-2946CB18D446}" destId="{3B902312-1D93-43B1-86AC-2A7476EBA1B4}" srcOrd="0" destOrd="0" presId="urn:microsoft.com/office/officeart/2005/8/layout/list1#1"/>
    <dgm:cxn modelId="{57AB1557-78C9-490E-8C33-14ABF76FD0B6}" srcId="{CE1DCCF7-AD04-4D25-ACA3-6D40C2D427E8}" destId="{50065CC2-3AFD-4C18-9B94-D1A90860D9A7}" srcOrd="0" destOrd="0" parTransId="{9C29BBED-42D2-4A4F-8F90-12752C95F02C}" sibTransId="{0907B9BC-FDD8-418C-9AD9-F49AABB74595}"/>
    <dgm:cxn modelId="{83D96977-346C-497F-9A3D-D4013F32214A}" type="presOf" srcId="{F854FD51-A15E-4556-8F6E-66FDCB9D152D}" destId="{8883FD1F-920C-425A-AE68-A25B710C0E0C}" srcOrd="1" destOrd="0" presId="urn:microsoft.com/office/officeart/2005/8/layout/list1#1"/>
    <dgm:cxn modelId="{F5A65985-1628-4790-B8A7-9F50EDDFAB10}" type="presOf" srcId="{C2B68261-0C7F-44C5-BBB1-9942A3497315}" destId="{1B1A2214-292A-4FBA-994A-73F3ECE25D13}" srcOrd="0" destOrd="2" presId="urn:microsoft.com/office/officeart/2005/8/layout/list1#1"/>
    <dgm:cxn modelId="{5EDED68B-5B43-4C23-AD73-004929BA07E0}" srcId="{50065CC2-3AFD-4C18-9B94-D1A90860D9A7}" destId="{1571F36C-C50C-45DC-8172-7B4F5C63732E}" srcOrd="0" destOrd="0" parTransId="{DFE7DC48-9AE9-47F6-89FE-B91434E33C4F}" sibTransId="{C9755570-758D-4586-80DC-685EE9C885D2}"/>
    <dgm:cxn modelId="{7A051599-3862-4DA1-B723-DEC367038AF2}" srcId="{50065CC2-3AFD-4C18-9B94-D1A90860D9A7}" destId="{D1F0B423-841C-4043-9411-F51E873930CB}" srcOrd="1" destOrd="0" parTransId="{C29FFC2A-DB02-4BF0-BDA5-82A8854EEE85}" sibTransId="{056D87E0-FCDB-4723-BE24-BC7C83D0AA76}"/>
    <dgm:cxn modelId="{23D8759E-6BCD-4BED-9535-755EE65A9664}" type="presOf" srcId="{A55E65B5-18D0-4679-B4B5-E19EE7620B79}" destId="{F0F4A918-8C0C-469C-978F-5CE0C5636D8E}" srcOrd="0" destOrd="1" presId="urn:microsoft.com/office/officeart/2005/8/layout/list1#1"/>
    <dgm:cxn modelId="{5C1BDAA2-E634-40C4-BC4A-E55CD005E28B}" srcId="{50065CC2-3AFD-4C18-9B94-D1A90860D9A7}" destId="{C2B68261-0C7F-44C5-BBB1-9942A3497315}" srcOrd="2" destOrd="0" parTransId="{C3B480CF-3203-457B-BE32-19D6B6CA9D27}" sibTransId="{E66EDC5B-2E32-4B72-B834-02C812B7F3F3}"/>
    <dgm:cxn modelId="{899A58A3-95AE-45CE-859D-C1A0C2A1E73A}" srcId="{F854FD51-A15E-4556-8F6E-66FDCB9D152D}" destId="{ABBF90E9-77D2-4AF4-94C8-42FC6F17AC9C}" srcOrd="0" destOrd="0" parTransId="{277454EE-E636-42AC-8937-C9D793289721}" sibTransId="{9025AC29-3A93-4A2C-A071-AC418FB57BDF}"/>
    <dgm:cxn modelId="{F0B64AAE-2B79-46E8-A9A1-C7E42BB8F9CC}" srcId="{0CF08AB5-0929-4E3E-8441-2946CB18D446}" destId="{5B9AD7E6-682A-4B00-B485-EE2F8A9B6AF4}" srcOrd="0" destOrd="0" parTransId="{FE009A0B-A6BF-4910-8500-48D81B5F4DC3}" sibTransId="{EC56EE24-2259-47F0-B7C6-33E53D5B9C22}"/>
    <dgm:cxn modelId="{F388BCB0-923F-49A6-ABC1-BD2A75D2B7EF}" type="presOf" srcId="{D1F0B423-841C-4043-9411-F51E873930CB}" destId="{1B1A2214-292A-4FBA-994A-73F3ECE25D13}" srcOrd="0" destOrd="1" presId="urn:microsoft.com/office/officeart/2005/8/layout/list1#1"/>
    <dgm:cxn modelId="{E77F90B6-DC69-446D-B415-C86198CD6786}" type="presOf" srcId="{50065CC2-3AFD-4C18-9B94-D1A90860D9A7}" destId="{73C2CAAF-A3A5-4995-9864-2F8F93581400}" srcOrd="1" destOrd="0" presId="urn:microsoft.com/office/officeart/2005/8/layout/list1#1"/>
    <dgm:cxn modelId="{57245ECE-8571-49D9-A12A-8A9A21F35DA1}" type="presOf" srcId="{5B9AD7E6-682A-4B00-B485-EE2F8A9B6AF4}" destId="{F0F4A918-8C0C-469C-978F-5CE0C5636D8E}" srcOrd="0" destOrd="0" presId="urn:microsoft.com/office/officeart/2005/8/layout/list1#1"/>
    <dgm:cxn modelId="{EED7F5D3-46D6-4106-B6FF-0764DF31231C}" type="presOf" srcId="{0CF08AB5-0929-4E3E-8441-2946CB18D446}" destId="{C5B07C86-8C3C-4C69-81E0-F1668F766E23}" srcOrd="1" destOrd="0" presId="urn:microsoft.com/office/officeart/2005/8/layout/list1#1"/>
    <dgm:cxn modelId="{43099CFC-8C9D-44FF-A564-D55E943F31D0}" srcId="{F854FD51-A15E-4556-8F6E-66FDCB9D152D}" destId="{988A4BF2-5D7D-4CF4-BCEE-EFFD3F256221}" srcOrd="1" destOrd="0" parTransId="{E940A0C5-7105-4EDD-A1DE-2955B9790196}" sibTransId="{C8EE4E88-20D2-4546-9B09-5D05CFCB45B1}"/>
    <dgm:cxn modelId="{30A3E1FD-423E-4076-93C7-43392BE33C9A}" type="presOf" srcId="{ABBF90E9-77D2-4AF4-94C8-42FC6F17AC9C}" destId="{891BADE4-CF3B-42BE-942E-F5B21BB6E0D0}" srcOrd="0" destOrd="0" presId="urn:microsoft.com/office/officeart/2005/8/layout/list1#1"/>
    <dgm:cxn modelId="{17CF302D-F9B2-45A0-8411-73BC3BF34F9F}" type="presParOf" srcId="{62FEE67C-FD55-4DA6-9C06-0E329FA72A9F}" destId="{87E385C3-68F4-4F43-BCE6-2D3C344561F0}" srcOrd="0" destOrd="0" presId="urn:microsoft.com/office/officeart/2005/8/layout/list1#1"/>
    <dgm:cxn modelId="{D6A0B20D-62BF-439D-B600-1C417EAE71BF}" type="presParOf" srcId="{87E385C3-68F4-4F43-BCE6-2D3C344561F0}" destId="{F4CE8C9E-02D3-4974-9320-931614226FD0}" srcOrd="0" destOrd="0" presId="urn:microsoft.com/office/officeart/2005/8/layout/list1#1"/>
    <dgm:cxn modelId="{2C7C05BB-904B-4B86-98D1-1821C6B7161B}" type="presParOf" srcId="{87E385C3-68F4-4F43-BCE6-2D3C344561F0}" destId="{73C2CAAF-A3A5-4995-9864-2F8F93581400}" srcOrd="1" destOrd="0" presId="urn:microsoft.com/office/officeart/2005/8/layout/list1#1"/>
    <dgm:cxn modelId="{00EA49A5-7A76-4119-B855-B9DF13AB732D}" type="presParOf" srcId="{62FEE67C-FD55-4DA6-9C06-0E329FA72A9F}" destId="{51F3E5DD-F015-488B-9A0E-2A8C11C704AC}" srcOrd="1" destOrd="0" presId="urn:microsoft.com/office/officeart/2005/8/layout/list1#1"/>
    <dgm:cxn modelId="{5C7873D4-690D-4F7D-AE6E-A8E070B4D375}" type="presParOf" srcId="{62FEE67C-FD55-4DA6-9C06-0E329FA72A9F}" destId="{1B1A2214-292A-4FBA-994A-73F3ECE25D13}" srcOrd="2" destOrd="0" presId="urn:microsoft.com/office/officeart/2005/8/layout/list1#1"/>
    <dgm:cxn modelId="{837349D5-8498-4A54-9210-E378A7FFEFF1}" type="presParOf" srcId="{62FEE67C-FD55-4DA6-9C06-0E329FA72A9F}" destId="{E91153AC-8122-4C41-963A-BAEB98796CD4}" srcOrd="3" destOrd="0" presId="urn:microsoft.com/office/officeart/2005/8/layout/list1#1"/>
    <dgm:cxn modelId="{07CD2094-D96F-404E-B838-B6F7B26D7DE8}" type="presParOf" srcId="{62FEE67C-FD55-4DA6-9C06-0E329FA72A9F}" destId="{4EA1F43F-3854-45AB-B91D-11B8FE8863F5}" srcOrd="4" destOrd="0" presId="urn:microsoft.com/office/officeart/2005/8/layout/list1#1"/>
    <dgm:cxn modelId="{3E475FAE-29E9-48AC-B832-D69652AD6D96}" type="presParOf" srcId="{4EA1F43F-3854-45AB-B91D-11B8FE8863F5}" destId="{0A24C917-9741-4E0B-B4AA-E98A97138A19}" srcOrd="0" destOrd="0" presId="urn:microsoft.com/office/officeart/2005/8/layout/list1#1"/>
    <dgm:cxn modelId="{E8375D8D-47F0-435D-B9F0-059FCD571F72}" type="presParOf" srcId="{4EA1F43F-3854-45AB-B91D-11B8FE8863F5}" destId="{8883FD1F-920C-425A-AE68-A25B710C0E0C}" srcOrd="1" destOrd="0" presId="urn:microsoft.com/office/officeart/2005/8/layout/list1#1"/>
    <dgm:cxn modelId="{CD6A4CD5-B0B8-482D-AF46-88601C59CCEE}" type="presParOf" srcId="{62FEE67C-FD55-4DA6-9C06-0E329FA72A9F}" destId="{68941E0B-1F50-4655-A41A-115BCC6424A1}" srcOrd="5" destOrd="0" presId="urn:microsoft.com/office/officeart/2005/8/layout/list1#1"/>
    <dgm:cxn modelId="{92CFF0C0-D073-4300-B77E-54D075907AB3}" type="presParOf" srcId="{62FEE67C-FD55-4DA6-9C06-0E329FA72A9F}" destId="{891BADE4-CF3B-42BE-942E-F5B21BB6E0D0}" srcOrd="6" destOrd="0" presId="urn:microsoft.com/office/officeart/2005/8/layout/list1#1"/>
    <dgm:cxn modelId="{6096C1A1-7FB2-46F9-AC1D-706C2BD26FA6}" type="presParOf" srcId="{62FEE67C-FD55-4DA6-9C06-0E329FA72A9F}" destId="{D7A19DF8-54FE-4376-9189-A8E499A2F304}" srcOrd="7" destOrd="0" presId="urn:microsoft.com/office/officeart/2005/8/layout/list1#1"/>
    <dgm:cxn modelId="{E05933FA-C007-4B36-B19F-A0276F88EF9A}" type="presParOf" srcId="{62FEE67C-FD55-4DA6-9C06-0E329FA72A9F}" destId="{16AAC0EE-B0F5-4422-9A43-945CBE98861B}" srcOrd="8" destOrd="0" presId="urn:microsoft.com/office/officeart/2005/8/layout/list1#1"/>
    <dgm:cxn modelId="{ECF6A901-73C1-4D6C-9F0A-6BE81C2B71BD}" type="presParOf" srcId="{16AAC0EE-B0F5-4422-9A43-945CBE98861B}" destId="{3B902312-1D93-43B1-86AC-2A7476EBA1B4}" srcOrd="0" destOrd="0" presId="urn:microsoft.com/office/officeart/2005/8/layout/list1#1"/>
    <dgm:cxn modelId="{ACF0FAB7-0449-4524-96B8-6D4DBC36AFE9}" type="presParOf" srcId="{16AAC0EE-B0F5-4422-9A43-945CBE98861B}" destId="{C5B07C86-8C3C-4C69-81E0-F1668F766E23}" srcOrd="1" destOrd="0" presId="urn:microsoft.com/office/officeart/2005/8/layout/list1#1"/>
    <dgm:cxn modelId="{49A875E6-FDB9-40CF-BA67-EBB64519BC37}" type="presParOf" srcId="{62FEE67C-FD55-4DA6-9C06-0E329FA72A9F}" destId="{4C261224-4421-41AC-8CA9-83C13946141C}" srcOrd="9" destOrd="0" presId="urn:microsoft.com/office/officeart/2005/8/layout/list1#1"/>
    <dgm:cxn modelId="{BFAA0798-B071-40B9-B49B-CF213AFB3040}" type="presParOf" srcId="{62FEE67C-FD55-4DA6-9C06-0E329FA72A9F}" destId="{F0F4A918-8C0C-469C-978F-5CE0C5636D8E}" srcOrd="10" destOrd="0" presId="urn:microsoft.com/office/officeart/2005/8/layout/list1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1592F9-9CDF-4178-A0FE-F3D1169B4BBF}" type="doc">
      <dgm:prSet loTypeId="urn:microsoft.com/office/officeart/2005/8/layout/vList5" loCatId="list" qsTypeId="urn:microsoft.com/office/officeart/2005/8/quickstyle/simple1#2" qsCatId="simple" csTypeId="urn:microsoft.com/office/officeart/2005/8/colors/colorful2#2" csCatId="colorful"/>
      <dgm:spPr/>
      <dgm:t>
        <a:bodyPr/>
        <a:lstStyle/>
        <a:p>
          <a:endParaRPr lang="en-US"/>
        </a:p>
      </dgm:t>
    </dgm:pt>
    <dgm:pt modelId="{D50EEED4-D2CE-45B0-B1C4-CF9FF2EE87DF}">
      <dgm:prSet/>
      <dgm:spPr/>
      <dgm:t>
        <a:bodyPr/>
        <a:lstStyle/>
        <a:p>
          <a:r>
            <a:rPr lang="en-US" b="1" dirty="0"/>
            <a:t>BIOS (Basic Input Output System):</a:t>
          </a:r>
          <a:endParaRPr lang="en-US" dirty="0"/>
        </a:p>
      </dgm:t>
    </dgm:pt>
    <dgm:pt modelId="{6D8F8D8D-8A63-4363-912D-669C29F65CDB}" type="parTrans" cxnId="{BD44BCA8-3F15-4CFE-8E45-B4914905BD11}">
      <dgm:prSet/>
      <dgm:spPr/>
      <dgm:t>
        <a:bodyPr/>
        <a:lstStyle/>
        <a:p>
          <a:endParaRPr lang="en-US"/>
        </a:p>
      </dgm:t>
    </dgm:pt>
    <dgm:pt modelId="{E75C1D06-594B-4309-8E1F-AC70082E7818}" type="sibTrans" cxnId="{BD44BCA8-3F15-4CFE-8E45-B4914905BD11}">
      <dgm:prSet/>
      <dgm:spPr/>
      <dgm:t>
        <a:bodyPr/>
        <a:lstStyle/>
        <a:p>
          <a:endParaRPr lang="en-US"/>
        </a:p>
      </dgm:t>
    </dgm:pt>
    <dgm:pt modelId="{C93908E1-46B5-466D-92E7-1E2D9C665803}">
      <dgm:prSet/>
      <dgm:spPr/>
      <dgm:t>
        <a:bodyPr/>
        <a:lstStyle/>
        <a:p>
          <a:r>
            <a:rPr lang="en-US" dirty="0"/>
            <a:t>Text-based, keyboard-only</a:t>
          </a:r>
        </a:p>
      </dgm:t>
    </dgm:pt>
    <dgm:pt modelId="{2C8EF6A6-3DAC-45C1-92C1-0A19104A76C7}" type="parTrans" cxnId="{DECB3C45-9152-4A9F-A62B-058FB750185A}">
      <dgm:prSet/>
      <dgm:spPr/>
      <dgm:t>
        <a:bodyPr/>
        <a:lstStyle/>
        <a:p>
          <a:endParaRPr lang="en-US"/>
        </a:p>
      </dgm:t>
    </dgm:pt>
    <dgm:pt modelId="{366579EC-C388-4B60-BB9E-C424D461A13F}" type="sibTrans" cxnId="{DECB3C45-9152-4A9F-A62B-058FB750185A}">
      <dgm:prSet/>
      <dgm:spPr/>
      <dgm:t>
        <a:bodyPr/>
        <a:lstStyle/>
        <a:p>
          <a:endParaRPr lang="en-US"/>
        </a:p>
      </dgm:t>
    </dgm:pt>
    <dgm:pt modelId="{D039566A-BE9F-4A00-BB15-7D31A32759E2}">
      <dgm:prSet/>
      <dgm:spPr/>
      <dgm:t>
        <a:bodyPr/>
        <a:lstStyle/>
        <a:p>
          <a:r>
            <a:rPr lang="en-US" dirty="0"/>
            <a:t>Limited to 2.2TB drives</a:t>
          </a:r>
        </a:p>
      </dgm:t>
    </dgm:pt>
    <dgm:pt modelId="{B1FFF3C8-3AC0-42A6-AB95-BF18B6B877A8}" type="parTrans" cxnId="{BBB55A21-1042-43D0-A1B2-522CF1A2E1B5}">
      <dgm:prSet/>
      <dgm:spPr/>
      <dgm:t>
        <a:bodyPr/>
        <a:lstStyle/>
        <a:p>
          <a:endParaRPr lang="en-US"/>
        </a:p>
      </dgm:t>
    </dgm:pt>
    <dgm:pt modelId="{38B299B0-B445-4B36-B44A-9B5D09DC22F3}" type="sibTrans" cxnId="{BBB55A21-1042-43D0-A1B2-522CF1A2E1B5}">
      <dgm:prSet/>
      <dgm:spPr/>
      <dgm:t>
        <a:bodyPr/>
        <a:lstStyle/>
        <a:p>
          <a:endParaRPr lang="en-US"/>
        </a:p>
      </dgm:t>
    </dgm:pt>
    <dgm:pt modelId="{E60FF97C-3239-433E-8D14-1A315486ECA8}">
      <dgm:prSet/>
      <dgm:spPr/>
      <dgm:t>
        <a:bodyPr/>
        <a:lstStyle/>
        <a:p>
          <a:r>
            <a:rPr lang="en-US" b="1" dirty="0"/>
            <a:t>UEFI (Unified Extensible Firmware Interface):</a:t>
          </a:r>
          <a:endParaRPr lang="en-US" dirty="0"/>
        </a:p>
      </dgm:t>
    </dgm:pt>
    <dgm:pt modelId="{9F134D04-5DDA-4CD7-BD71-60473699C87F}" type="parTrans" cxnId="{85604C46-C57F-466E-8DB3-5BB555D839BA}">
      <dgm:prSet/>
      <dgm:spPr/>
      <dgm:t>
        <a:bodyPr/>
        <a:lstStyle/>
        <a:p>
          <a:endParaRPr lang="en-US"/>
        </a:p>
      </dgm:t>
    </dgm:pt>
    <dgm:pt modelId="{0EE6F950-D570-4B2B-838B-8B6C34269D83}" type="sibTrans" cxnId="{85604C46-C57F-466E-8DB3-5BB555D839BA}">
      <dgm:prSet/>
      <dgm:spPr/>
      <dgm:t>
        <a:bodyPr/>
        <a:lstStyle/>
        <a:p>
          <a:endParaRPr lang="en-US"/>
        </a:p>
      </dgm:t>
    </dgm:pt>
    <dgm:pt modelId="{8454AD8B-5121-4821-8005-31EF860DDE11}">
      <dgm:prSet/>
      <dgm:spPr/>
      <dgm:t>
        <a:bodyPr/>
        <a:lstStyle/>
        <a:p>
          <a:r>
            <a:rPr lang="en-US"/>
            <a:t>Graphical interface</a:t>
          </a:r>
        </a:p>
      </dgm:t>
    </dgm:pt>
    <dgm:pt modelId="{8D3C9890-EDC7-4927-8CC2-C307B9E36846}" type="parTrans" cxnId="{E7632B18-C851-43C7-AE99-CAA0131BA436}">
      <dgm:prSet/>
      <dgm:spPr/>
      <dgm:t>
        <a:bodyPr/>
        <a:lstStyle/>
        <a:p>
          <a:endParaRPr lang="en-US"/>
        </a:p>
      </dgm:t>
    </dgm:pt>
    <dgm:pt modelId="{91F8E7FF-F8B0-4766-94B3-F3DDCA158A21}" type="sibTrans" cxnId="{E7632B18-C851-43C7-AE99-CAA0131BA436}">
      <dgm:prSet/>
      <dgm:spPr/>
      <dgm:t>
        <a:bodyPr/>
        <a:lstStyle/>
        <a:p>
          <a:endParaRPr lang="en-US"/>
        </a:p>
      </dgm:t>
    </dgm:pt>
    <dgm:pt modelId="{0E99473C-7D79-4BDC-8CDC-55226F6AC47C}">
      <dgm:prSet/>
      <dgm:spPr/>
      <dgm:t>
        <a:bodyPr/>
        <a:lstStyle/>
        <a:p>
          <a:r>
            <a:rPr lang="en-US"/>
            <a:t>Supports secure boot, network booting</a:t>
          </a:r>
        </a:p>
      </dgm:t>
    </dgm:pt>
    <dgm:pt modelId="{3656672E-7B88-4E79-B5D7-F1B45B11629E}" type="parTrans" cxnId="{45C35F99-8433-4107-97FF-49E70D9ED7F4}">
      <dgm:prSet/>
      <dgm:spPr/>
      <dgm:t>
        <a:bodyPr/>
        <a:lstStyle/>
        <a:p>
          <a:endParaRPr lang="en-US"/>
        </a:p>
      </dgm:t>
    </dgm:pt>
    <dgm:pt modelId="{0DC4D671-C1D9-4C7C-B70C-FC27BC4ACAD1}" type="sibTrans" cxnId="{45C35F99-8433-4107-97FF-49E70D9ED7F4}">
      <dgm:prSet/>
      <dgm:spPr/>
      <dgm:t>
        <a:bodyPr/>
        <a:lstStyle/>
        <a:p>
          <a:endParaRPr lang="en-US"/>
        </a:p>
      </dgm:t>
    </dgm:pt>
    <dgm:pt modelId="{59E31578-386E-4DCD-B1F0-D92C43BAC35F}">
      <dgm:prSet/>
      <dgm:spPr/>
      <dgm:t>
        <a:bodyPr/>
        <a:lstStyle/>
        <a:p>
          <a:r>
            <a:rPr lang="en-US"/>
            <a:t>Handles drives over 2.2TB</a:t>
          </a:r>
        </a:p>
      </dgm:t>
    </dgm:pt>
    <dgm:pt modelId="{4344D272-DBA2-4434-A54F-CC4935C6A6A8}" type="parTrans" cxnId="{3E550029-05BE-4CF8-9297-B7CC6C5F6380}">
      <dgm:prSet/>
      <dgm:spPr/>
      <dgm:t>
        <a:bodyPr/>
        <a:lstStyle/>
        <a:p>
          <a:endParaRPr lang="en-US"/>
        </a:p>
      </dgm:t>
    </dgm:pt>
    <dgm:pt modelId="{E3E53838-D727-4922-9AC0-F19D855680CF}" type="sibTrans" cxnId="{3E550029-05BE-4CF8-9297-B7CC6C5F6380}">
      <dgm:prSet/>
      <dgm:spPr/>
      <dgm:t>
        <a:bodyPr/>
        <a:lstStyle/>
        <a:p>
          <a:endParaRPr lang="en-US"/>
        </a:p>
      </dgm:t>
    </dgm:pt>
    <dgm:pt modelId="{72861D13-88A2-4DF5-8A43-3B7CD45FA88E}">
      <dgm:prSet/>
      <dgm:spPr/>
      <dgm:t>
        <a:bodyPr/>
        <a:lstStyle/>
        <a:p>
          <a:r>
            <a:rPr lang="en-US" b="1"/>
            <a:t>Key Settings:</a:t>
          </a:r>
          <a:endParaRPr lang="en-US"/>
        </a:p>
      </dgm:t>
    </dgm:pt>
    <dgm:pt modelId="{9E07D702-EEEB-48C2-9C76-F33D50887C4E}" type="parTrans" cxnId="{9BD9CDB9-97BF-4F48-B359-A74C0514C2A8}">
      <dgm:prSet/>
      <dgm:spPr/>
      <dgm:t>
        <a:bodyPr/>
        <a:lstStyle/>
        <a:p>
          <a:endParaRPr lang="en-US"/>
        </a:p>
      </dgm:t>
    </dgm:pt>
    <dgm:pt modelId="{A809FDD6-F110-4C35-9A5E-25DA6AE32556}" type="sibTrans" cxnId="{9BD9CDB9-97BF-4F48-B359-A74C0514C2A8}">
      <dgm:prSet/>
      <dgm:spPr/>
      <dgm:t>
        <a:bodyPr/>
        <a:lstStyle/>
        <a:p>
          <a:endParaRPr lang="en-US"/>
        </a:p>
      </dgm:t>
    </dgm:pt>
    <dgm:pt modelId="{CEFE4F10-64C8-4662-822A-996928F132F9}">
      <dgm:prSet/>
      <dgm:spPr/>
      <dgm:t>
        <a:bodyPr/>
        <a:lstStyle/>
        <a:p>
          <a:r>
            <a:rPr lang="en-US" dirty="0"/>
            <a:t>Boot order</a:t>
          </a:r>
        </a:p>
      </dgm:t>
    </dgm:pt>
    <dgm:pt modelId="{EED06C09-D03E-4550-9171-C60DF0AA1D24}" type="parTrans" cxnId="{907C6695-B1CB-4B82-A887-9D00500C6704}">
      <dgm:prSet/>
      <dgm:spPr/>
      <dgm:t>
        <a:bodyPr/>
        <a:lstStyle/>
        <a:p>
          <a:endParaRPr lang="en-US"/>
        </a:p>
      </dgm:t>
    </dgm:pt>
    <dgm:pt modelId="{0D48209D-09A5-4E8D-A7F2-1EE62E60593E}" type="sibTrans" cxnId="{907C6695-B1CB-4B82-A887-9D00500C6704}">
      <dgm:prSet/>
      <dgm:spPr/>
      <dgm:t>
        <a:bodyPr/>
        <a:lstStyle/>
        <a:p>
          <a:endParaRPr lang="en-US"/>
        </a:p>
      </dgm:t>
    </dgm:pt>
    <dgm:pt modelId="{B3B84F6E-3A88-4D6F-BE01-6BC9AF507DC9}">
      <dgm:prSet/>
      <dgm:spPr/>
      <dgm:t>
        <a:bodyPr/>
        <a:lstStyle/>
        <a:p>
          <a:r>
            <a:rPr lang="en-US" dirty="0"/>
            <a:t>CPU/RAM diagnostics</a:t>
          </a:r>
        </a:p>
      </dgm:t>
    </dgm:pt>
    <dgm:pt modelId="{6EF1EC72-4592-4CDD-BADC-74044A5590E0}" type="parTrans" cxnId="{8FBB5ACC-6730-4AC4-A742-169CF0CE930A}">
      <dgm:prSet/>
      <dgm:spPr/>
      <dgm:t>
        <a:bodyPr/>
        <a:lstStyle/>
        <a:p>
          <a:endParaRPr lang="en-US"/>
        </a:p>
      </dgm:t>
    </dgm:pt>
    <dgm:pt modelId="{57D468E2-2620-4284-9173-876AABD3D4B7}" type="sibTrans" cxnId="{8FBB5ACC-6730-4AC4-A742-169CF0CE930A}">
      <dgm:prSet/>
      <dgm:spPr/>
      <dgm:t>
        <a:bodyPr/>
        <a:lstStyle/>
        <a:p>
          <a:endParaRPr lang="en-US"/>
        </a:p>
      </dgm:t>
    </dgm:pt>
    <dgm:pt modelId="{D2E6039D-965B-4805-8C37-5A7BC1840045}">
      <dgm:prSet/>
      <dgm:spPr/>
      <dgm:t>
        <a:bodyPr/>
        <a:lstStyle/>
        <a:p>
          <a:r>
            <a:rPr lang="en-US" dirty="0"/>
            <a:t>Drive modes (AHCI/RAID)</a:t>
          </a:r>
        </a:p>
      </dgm:t>
    </dgm:pt>
    <dgm:pt modelId="{FFE55132-D6A3-4F9E-B444-BB93099EDBA9}" type="parTrans" cxnId="{75799547-5453-4ED0-8BBE-B768E98868E0}">
      <dgm:prSet/>
      <dgm:spPr/>
      <dgm:t>
        <a:bodyPr/>
        <a:lstStyle/>
        <a:p>
          <a:endParaRPr lang="en-US"/>
        </a:p>
      </dgm:t>
    </dgm:pt>
    <dgm:pt modelId="{BCB847D3-2FB2-4FAE-8756-46C902CCD72D}" type="sibTrans" cxnId="{75799547-5453-4ED0-8BBE-B768E98868E0}">
      <dgm:prSet/>
      <dgm:spPr/>
      <dgm:t>
        <a:bodyPr/>
        <a:lstStyle/>
        <a:p>
          <a:endParaRPr lang="en-US"/>
        </a:p>
      </dgm:t>
    </dgm:pt>
    <dgm:pt modelId="{DFFE9ED5-4D3F-40F6-8817-70C3E991D991}" type="pres">
      <dgm:prSet presAssocID="{231592F9-9CDF-4178-A0FE-F3D1169B4BBF}" presName="Name0" presStyleCnt="0">
        <dgm:presLayoutVars>
          <dgm:dir/>
          <dgm:animLvl val="lvl"/>
          <dgm:resizeHandles val="exact"/>
        </dgm:presLayoutVars>
      </dgm:prSet>
      <dgm:spPr/>
    </dgm:pt>
    <dgm:pt modelId="{95096BF1-F48B-4306-9920-E13C6B43ACCC}" type="pres">
      <dgm:prSet presAssocID="{D50EEED4-D2CE-45B0-B1C4-CF9FF2EE87DF}" presName="linNode" presStyleCnt="0"/>
      <dgm:spPr/>
    </dgm:pt>
    <dgm:pt modelId="{FB8EF0FA-CD1E-4D21-812F-E749738E31C3}" type="pres">
      <dgm:prSet presAssocID="{D50EEED4-D2CE-45B0-B1C4-CF9FF2EE87DF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EF62B21F-4275-481D-8222-D039FEF9F967}" type="pres">
      <dgm:prSet presAssocID="{D50EEED4-D2CE-45B0-B1C4-CF9FF2EE87DF}" presName="descendantText" presStyleLbl="alignAccFollowNode1" presStyleIdx="0" presStyleCnt="3">
        <dgm:presLayoutVars>
          <dgm:bulletEnabled val="1"/>
        </dgm:presLayoutVars>
      </dgm:prSet>
      <dgm:spPr/>
    </dgm:pt>
    <dgm:pt modelId="{C4DC8B6F-172B-4C54-967C-23153451A813}" type="pres">
      <dgm:prSet presAssocID="{E75C1D06-594B-4309-8E1F-AC70082E7818}" presName="sp" presStyleCnt="0"/>
      <dgm:spPr/>
    </dgm:pt>
    <dgm:pt modelId="{FBFE47E8-582C-40BF-9AD8-6DF877F72D61}" type="pres">
      <dgm:prSet presAssocID="{E60FF97C-3239-433E-8D14-1A315486ECA8}" presName="linNode" presStyleCnt="0"/>
      <dgm:spPr/>
    </dgm:pt>
    <dgm:pt modelId="{CFF205F5-CCAC-4B42-AA70-B8DF020CFF84}" type="pres">
      <dgm:prSet presAssocID="{E60FF97C-3239-433E-8D14-1A315486ECA8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4FA43783-D2DA-4204-A564-1BC52A40C37E}" type="pres">
      <dgm:prSet presAssocID="{E60FF97C-3239-433E-8D14-1A315486ECA8}" presName="descendantText" presStyleLbl="alignAccFollowNode1" presStyleIdx="1" presStyleCnt="3">
        <dgm:presLayoutVars>
          <dgm:bulletEnabled val="1"/>
        </dgm:presLayoutVars>
      </dgm:prSet>
      <dgm:spPr/>
    </dgm:pt>
    <dgm:pt modelId="{A3BA5595-1F9C-4FAB-9A65-DE1BC609B883}" type="pres">
      <dgm:prSet presAssocID="{0EE6F950-D570-4B2B-838B-8B6C34269D83}" presName="sp" presStyleCnt="0"/>
      <dgm:spPr/>
    </dgm:pt>
    <dgm:pt modelId="{D1AC95E5-3F30-4E40-AD14-62182D8FBA96}" type="pres">
      <dgm:prSet presAssocID="{72861D13-88A2-4DF5-8A43-3B7CD45FA88E}" presName="linNode" presStyleCnt="0"/>
      <dgm:spPr/>
    </dgm:pt>
    <dgm:pt modelId="{175B23B9-3CA3-4694-A5F0-9FBA39E03D7B}" type="pres">
      <dgm:prSet presAssocID="{72861D13-88A2-4DF5-8A43-3B7CD45FA88E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EDC3FB1F-8445-477D-9B78-64D437114AB8}" type="pres">
      <dgm:prSet presAssocID="{72861D13-88A2-4DF5-8A43-3B7CD45FA88E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37C8F606-533B-4210-9A35-F3B1048876C0}" type="presOf" srcId="{E60FF97C-3239-433E-8D14-1A315486ECA8}" destId="{CFF205F5-CCAC-4B42-AA70-B8DF020CFF84}" srcOrd="0" destOrd="0" presId="urn:microsoft.com/office/officeart/2005/8/layout/vList5"/>
    <dgm:cxn modelId="{E7632B18-C851-43C7-AE99-CAA0131BA436}" srcId="{E60FF97C-3239-433E-8D14-1A315486ECA8}" destId="{8454AD8B-5121-4821-8005-31EF860DDE11}" srcOrd="0" destOrd="0" parTransId="{8D3C9890-EDC7-4927-8CC2-C307B9E36846}" sibTransId="{91F8E7FF-F8B0-4766-94B3-F3DDCA158A21}"/>
    <dgm:cxn modelId="{BBB55A21-1042-43D0-A1B2-522CF1A2E1B5}" srcId="{D50EEED4-D2CE-45B0-B1C4-CF9FF2EE87DF}" destId="{D039566A-BE9F-4A00-BB15-7D31A32759E2}" srcOrd="1" destOrd="0" parTransId="{B1FFF3C8-3AC0-42A6-AB95-BF18B6B877A8}" sibTransId="{38B299B0-B445-4B36-B44A-9B5D09DC22F3}"/>
    <dgm:cxn modelId="{AE59BD22-D255-44FA-84B5-9D28E1088CCD}" type="presOf" srcId="{8454AD8B-5121-4821-8005-31EF860DDE11}" destId="{4FA43783-D2DA-4204-A564-1BC52A40C37E}" srcOrd="0" destOrd="0" presId="urn:microsoft.com/office/officeart/2005/8/layout/vList5"/>
    <dgm:cxn modelId="{04F60923-7D32-49BE-911D-B5ACF75574F6}" type="presOf" srcId="{72861D13-88A2-4DF5-8A43-3B7CD45FA88E}" destId="{175B23B9-3CA3-4694-A5F0-9FBA39E03D7B}" srcOrd="0" destOrd="0" presId="urn:microsoft.com/office/officeart/2005/8/layout/vList5"/>
    <dgm:cxn modelId="{3E550029-05BE-4CF8-9297-B7CC6C5F6380}" srcId="{E60FF97C-3239-433E-8D14-1A315486ECA8}" destId="{59E31578-386E-4DCD-B1F0-D92C43BAC35F}" srcOrd="2" destOrd="0" parTransId="{4344D272-DBA2-4434-A54F-CC4935C6A6A8}" sibTransId="{E3E53838-D727-4922-9AC0-F19D855680CF}"/>
    <dgm:cxn modelId="{DECB3C45-9152-4A9F-A62B-058FB750185A}" srcId="{D50EEED4-D2CE-45B0-B1C4-CF9FF2EE87DF}" destId="{C93908E1-46B5-466D-92E7-1E2D9C665803}" srcOrd="0" destOrd="0" parTransId="{2C8EF6A6-3DAC-45C1-92C1-0A19104A76C7}" sibTransId="{366579EC-C388-4B60-BB9E-C424D461A13F}"/>
    <dgm:cxn modelId="{85604C46-C57F-466E-8DB3-5BB555D839BA}" srcId="{231592F9-9CDF-4178-A0FE-F3D1169B4BBF}" destId="{E60FF97C-3239-433E-8D14-1A315486ECA8}" srcOrd="1" destOrd="0" parTransId="{9F134D04-5DDA-4CD7-BD71-60473699C87F}" sibTransId="{0EE6F950-D570-4B2B-838B-8B6C34269D83}"/>
    <dgm:cxn modelId="{75799547-5453-4ED0-8BBE-B768E98868E0}" srcId="{72861D13-88A2-4DF5-8A43-3B7CD45FA88E}" destId="{D2E6039D-965B-4805-8C37-5A7BC1840045}" srcOrd="2" destOrd="0" parTransId="{FFE55132-D6A3-4F9E-B444-BB93099EDBA9}" sibTransId="{BCB847D3-2FB2-4FAE-8756-46C902CCD72D}"/>
    <dgm:cxn modelId="{D29E7A4B-C2D6-4CC3-BCC8-3D6D358651CD}" type="presOf" srcId="{0E99473C-7D79-4BDC-8CDC-55226F6AC47C}" destId="{4FA43783-D2DA-4204-A564-1BC52A40C37E}" srcOrd="0" destOrd="1" presId="urn:microsoft.com/office/officeart/2005/8/layout/vList5"/>
    <dgm:cxn modelId="{02411259-6E70-409D-B2F3-6B9965F59E91}" type="presOf" srcId="{59E31578-386E-4DCD-B1F0-D92C43BAC35F}" destId="{4FA43783-D2DA-4204-A564-1BC52A40C37E}" srcOrd="0" destOrd="2" presId="urn:microsoft.com/office/officeart/2005/8/layout/vList5"/>
    <dgm:cxn modelId="{2646D35A-1B0F-4917-B7FB-648EEE69E955}" type="presOf" srcId="{D039566A-BE9F-4A00-BB15-7D31A32759E2}" destId="{EF62B21F-4275-481D-8222-D039FEF9F967}" srcOrd="0" destOrd="1" presId="urn:microsoft.com/office/officeart/2005/8/layout/vList5"/>
    <dgm:cxn modelId="{10ADF382-EE29-4136-A8EC-3A4C9726F1E5}" type="presOf" srcId="{CEFE4F10-64C8-4662-822A-996928F132F9}" destId="{EDC3FB1F-8445-477D-9B78-64D437114AB8}" srcOrd="0" destOrd="0" presId="urn:microsoft.com/office/officeart/2005/8/layout/vList5"/>
    <dgm:cxn modelId="{907C6695-B1CB-4B82-A887-9D00500C6704}" srcId="{72861D13-88A2-4DF5-8A43-3B7CD45FA88E}" destId="{CEFE4F10-64C8-4662-822A-996928F132F9}" srcOrd="0" destOrd="0" parTransId="{EED06C09-D03E-4550-9171-C60DF0AA1D24}" sibTransId="{0D48209D-09A5-4E8D-A7F2-1EE62E60593E}"/>
    <dgm:cxn modelId="{45C35F99-8433-4107-97FF-49E70D9ED7F4}" srcId="{E60FF97C-3239-433E-8D14-1A315486ECA8}" destId="{0E99473C-7D79-4BDC-8CDC-55226F6AC47C}" srcOrd="1" destOrd="0" parTransId="{3656672E-7B88-4E79-B5D7-F1B45B11629E}" sibTransId="{0DC4D671-C1D9-4C7C-B70C-FC27BC4ACAD1}"/>
    <dgm:cxn modelId="{13228BA7-524D-4734-8A3D-7F94E879D91F}" type="presOf" srcId="{D50EEED4-D2CE-45B0-B1C4-CF9FF2EE87DF}" destId="{FB8EF0FA-CD1E-4D21-812F-E749738E31C3}" srcOrd="0" destOrd="0" presId="urn:microsoft.com/office/officeart/2005/8/layout/vList5"/>
    <dgm:cxn modelId="{BD44BCA8-3F15-4CFE-8E45-B4914905BD11}" srcId="{231592F9-9CDF-4178-A0FE-F3D1169B4BBF}" destId="{D50EEED4-D2CE-45B0-B1C4-CF9FF2EE87DF}" srcOrd="0" destOrd="0" parTransId="{6D8F8D8D-8A63-4363-912D-669C29F65CDB}" sibTransId="{E75C1D06-594B-4309-8E1F-AC70082E7818}"/>
    <dgm:cxn modelId="{0AB42EB7-9481-4392-8A3A-FA9224C97A80}" type="presOf" srcId="{C93908E1-46B5-466D-92E7-1E2D9C665803}" destId="{EF62B21F-4275-481D-8222-D039FEF9F967}" srcOrd="0" destOrd="0" presId="urn:microsoft.com/office/officeart/2005/8/layout/vList5"/>
    <dgm:cxn modelId="{9BD9CDB9-97BF-4F48-B359-A74C0514C2A8}" srcId="{231592F9-9CDF-4178-A0FE-F3D1169B4BBF}" destId="{72861D13-88A2-4DF5-8A43-3B7CD45FA88E}" srcOrd="2" destOrd="0" parTransId="{9E07D702-EEEB-48C2-9C76-F33D50887C4E}" sibTransId="{A809FDD6-F110-4C35-9A5E-25DA6AE32556}"/>
    <dgm:cxn modelId="{8FBB5ACC-6730-4AC4-A742-169CF0CE930A}" srcId="{72861D13-88A2-4DF5-8A43-3B7CD45FA88E}" destId="{B3B84F6E-3A88-4D6F-BE01-6BC9AF507DC9}" srcOrd="1" destOrd="0" parTransId="{6EF1EC72-4592-4CDD-BADC-74044A5590E0}" sibTransId="{57D468E2-2620-4284-9173-876AABD3D4B7}"/>
    <dgm:cxn modelId="{053B5BCF-06CE-414F-A7D2-51BCD2F4191F}" type="presOf" srcId="{B3B84F6E-3A88-4D6F-BE01-6BC9AF507DC9}" destId="{EDC3FB1F-8445-477D-9B78-64D437114AB8}" srcOrd="0" destOrd="1" presId="urn:microsoft.com/office/officeart/2005/8/layout/vList5"/>
    <dgm:cxn modelId="{E75ACEE7-6AAD-4E3F-822B-BA79E5F97299}" type="presOf" srcId="{D2E6039D-965B-4805-8C37-5A7BC1840045}" destId="{EDC3FB1F-8445-477D-9B78-64D437114AB8}" srcOrd="0" destOrd="2" presId="urn:microsoft.com/office/officeart/2005/8/layout/vList5"/>
    <dgm:cxn modelId="{031374EB-2233-44FA-B591-100A5B9981E0}" type="presOf" srcId="{231592F9-9CDF-4178-A0FE-F3D1169B4BBF}" destId="{DFFE9ED5-4D3F-40F6-8817-70C3E991D991}" srcOrd="0" destOrd="0" presId="urn:microsoft.com/office/officeart/2005/8/layout/vList5"/>
    <dgm:cxn modelId="{9338F06E-16D0-4DE9-A3C7-25B12970E836}" type="presParOf" srcId="{DFFE9ED5-4D3F-40F6-8817-70C3E991D991}" destId="{95096BF1-F48B-4306-9920-E13C6B43ACCC}" srcOrd="0" destOrd="0" presId="urn:microsoft.com/office/officeart/2005/8/layout/vList5"/>
    <dgm:cxn modelId="{0E87D2B7-15C0-4346-8B06-1D0B1A200E19}" type="presParOf" srcId="{95096BF1-F48B-4306-9920-E13C6B43ACCC}" destId="{FB8EF0FA-CD1E-4D21-812F-E749738E31C3}" srcOrd="0" destOrd="0" presId="urn:microsoft.com/office/officeart/2005/8/layout/vList5"/>
    <dgm:cxn modelId="{837F9703-B09D-40C7-B1D6-884C2BE886C0}" type="presParOf" srcId="{95096BF1-F48B-4306-9920-E13C6B43ACCC}" destId="{EF62B21F-4275-481D-8222-D039FEF9F967}" srcOrd="1" destOrd="0" presId="urn:microsoft.com/office/officeart/2005/8/layout/vList5"/>
    <dgm:cxn modelId="{5905B6C2-E229-4FE4-A80A-17DE3C8FB65C}" type="presParOf" srcId="{DFFE9ED5-4D3F-40F6-8817-70C3E991D991}" destId="{C4DC8B6F-172B-4C54-967C-23153451A813}" srcOrd="1" destOrd="0" presId="urn:microsoft.com/office/officeart/2005/8/layout/vList5"/>
    <dgm:cxn modelId="{3836F112-3FCC-45A9-9609-FCC315867C80}" type="presParOf" srcId="{DFFE9ED5-4D3F-40F6-8817-70C3E991D991}" destId="{FBFE47E8-582C-40BF-9AD8-6DF877F72D61}" srcOrd="2" destOrd="0" presId="urn:microsoft.com/office/officeart/2005/8/layout/vList5"/>
    <dgm:cxn modelId="{40629623-A46C-4F23-B80B-C9FE337B84D7}" type="presParOf" srcId="{FBFE47E8-582C-40BF-9AD8-6DF877F72D61}" destId="{CFF205F5-CCAC-4B42-AA70-B8DF020CFF84}" srcOrd="0" destOrd="0" presId="urn:microsoft.com/office/officeart/2005/8/layout/vList5"/>
    <dgm:cxn modelId="{3D4505B6-760C-4BA7-9607-842F01EAAFDD}" type="presParOf" srcId="{FBFE47E8-582C-40BF-9AD8-6DF877F72D61}" destId="{4FA43783-D2DA-4204-A564-1BC52A40C37E}" srcOrd="1" destOrd="0" presId="urn:microsoft.com/office/officeart/2005/8/layout/vList5"/>
    <dgm:cxn modelId="{C6AE6376-7056-4A67-9319-97EBBD798855}" type="presParOf" srcId="{DFFE9ED5-4D3F-40F6-8817-70C3E991D991}" destId="{A3BA5595-1F9C-4FAB-9A65-DE1BC609B883}" srcOrd="3" destOrd="0" presId="urn:microsoft.com/office/officeart/2005/8/layout/vList5"/>
    <dgm:cxn modelId="{A494501C-87A6-4630-B1CB-10FE85723CDF}" type="presParOf" srcId="{DFFE9ED5-4D3F-40F6-8817-70C3E991D991}" destId="{D1AC95E5-3F30-4E40-AD14-62182D8FBA96}" srcOrd="4" destOrd="0" presId="urn:microsoft.com/office/officeart/2005/8/layout/vList5"/>
    <dgm:cxn modelId="{7745FF6B-2420-4D32-9DA3-D4770F960513}" type="presParOf" srcId="{D1AC95E5-3F30-4E40-AD14-62182D8FBA96}" destId="{175B23B9-3CA3-4694-A5F0-9FBA39E03D7B}" srcOrd="0" destOrd="0" presId="urn:microsoft.com/office/officeart/2005/8/layout/vList5"/>
    <dgm:cxn modelId="{8F9145BE-3712-46C8-8D74-4E5E82CC4964}" type="presParOf" srcId="{D1AC95E5-3F30-4E40-AD14-62182D8FBA96}" destId="{EDC3FB1F-8445-477D-9B78-64D437114AB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EDC0A40-3FE0-4D11-93D1-D06AC84906FA}" type="doc">
      <dgm:prSet loTypeId="urn:microsoft.com/office/officeart/2005/8/layout/vList5" loCatId="list" qsTypeId="urn:microsoft.com/office/officeart/2005/8/quickstyle/simple5#2" qsCatId="simple" csTypeId="urn:microsoft.com/office/officeart/2005/8/colors/accent2_2#1" csCatId="accent2"/>
      <dgm:spPr/>
      <dgm:t>
        <a:bodyPr/>
        <a:lstStyle/>
        <a:p>
          <a:endParaRPr lang="en-US"/>
        </a:p>
      </dgm:t>
    </dgm:pt>
    <dgm:pt modelId="{C69FFB4F-3CF0-4068-A164-B37AE4FA25E6}">
      <dgm:prSet/>
      <dgm:spPr/>
      <dgm:t>
        <a:bodyPr/>
        <a:lstStyle/>
        <a:p>
          <a:r>
            <a:rPr lang="en-US"/>
            <a:t>A bus is a communication system that transfers data between components.</a:t>
          </a:r>
        </a:p>
      </dgm:t>
    </dgm:pt>
    <dgm:pt modelId="{F3FA21AC-9AEB-419B-B739-F9B874A6D3F0}" type="parTrans" cxnId="{6DE8B98C-17F4-4268-9146-703B14CC7A4E}">
      <dgm:prSet/>
      <dgm:spPr/>
      <dgm:t>
        <a:bodyPr/>
        <a:lstStyle/>
        <a:p>
          <a:endParaRPr lang="en-US"/>
        </a:p>
      </dgm:t>
    </dgm:pt>
    <dgm:pt modelId="{34B800E7-94EA-401A-8A2A-8156EA9ED155}" type="sibTrans" cxnId="{6DE8B98C-17F4-4268-9146-703B14CC7A4E}">
      <dgm:prSet/>
      <dgm:spPr/>
      <dgm:t>
        <a:bodyPr/>
        <a:lstStyle/>
        <a:p>
          <a:endParaRPr lang="en-US"/>
        </a:p>
      </dgm:t>
    </dgm:pt>
    <dgm:pt modelId="{AD93CDF6-77FC-445E-B76D-502375CDA8BD}">
      <dgm:prSet/>
      <dgm:spPr/>
      <dgm:t>
        <a:bodyPr/>
        <a:lstStyle/>
        <a:p>
          <a:r>
            <a:rPr lang="en-US" b="1"/>
            <a:t>Types:</a:t>
          </a:r>
          <a:endParaRPr lang="en-US"/>
        </a:p>
      </dgm:t>
    </dgm:pt>
    <dgm:pt modelId="{3F555734-332A-429E-BC4B-83FD1FF9D21D}" type="parTrans" cxnId="{F262B30A-A202-4B21-8FF1-450DEE98BC9B}">
      <dgm:prSet/>
      <dgm:spPr/>
      <dgm:t>
        <a:bodyPr/>
        <a:lstStyle/>
        <a:p>
          <a:endParaRPr lang="en-US"/>
        </a:p>
      </dgm:t>
    </dgm:pt>
    <dgm:pt modelId="{6E8B90BF-101A-494F-85F8-149C22126F0A}" type="sibTrans" cxnId="{F262B30A-A202-4B21-8FF1-450DEE98BC9B}">
      <dgm:prSet/>
      <dgm:spPr/>
      <dgm:t>
        <a:bodyPr/>
        <a:lstStyle/>
        <a:p>
          <a:endParaRPr lang="en-US"/>
        </a:p>
      </dgm:t>
    </dgm:pt>
    <dgm:pt modelId="{F40528BA-9E6B-4C37-B9F3-979138653333}">
      <dgm:prSet/>
      <dgm:spPr/>
      <dgm:t>
        <a:bodyPr/>
        <a:lstStyle/>
        <a:p>
          <a:r>
            <a:rPr lang="en-US" b="1" dirty="0"/>
            <a:t>Data Bus</a:t>
          </a:r>
          <a:r>
            <a:rPr lang="en-US" dirty="0"/>
            <a:t>: Transfers actual data</a:t>
          </a:r>
        </a:p>
      </dgm:t>
    </dgm:pt>
    <dgm:pt modelId="{A057E10F-5439-40AD-9E87-215D1ABEE5A4}" type="parTrans" cxnId="{4E5AE930-4C47-4D2B-AC8F-5A5D69B4654C}">
      <dgm:prSet/>
      <dgm:spPr/>
      <dgm:t>
        <a:bodyPr/>
        <a:lstStyle/>
        <a:p>
          <a:endParaRPr lang="en-US"/>
        </a:p>
      </dgm:t>
    </dgm:pt>
    <dgm:pt modelId="{9A75C807-26CA-45DF-8CB4-4C2443C692A4}" type="sibTrans" cxnId="{4E5AE930-4C47-4D2B-AC8F-5A5D69B4654C}">
      <dgm:prSet/>
      <dgm:spPr/>
      <dgm:t>
        <a:bodyPr/>
        <a:lstStyle/>
        <a:p>
          <a:endParaRPr lang="en-US"/>
        </a:p>
      </dgm:t>
    </dgm:pt>
    <dgm:pt modelId="{9E27A427-715E-4E34-8024-D4A2D7B0F294}">
      <dgm:prSet/>
      <dgm:spPr/>
      <dgm:t>
        <a:bodyPr/>
        <a:lstStyle/>
        <a:p>
          <a:r>
            <a:rPr lang="en-US" b="1" dirty="0"/>
            <a:t>Address Bus</a:t>
          </a:r>
          <a:r>
            <a:rPr lang="en-US" dirty="0"/>
            <a:t>: Carries memory address information</a:t>
          </a:r>
        </a:p>
      </dgm:t>
    </dgm:pt>
    <dgm:pt modelId="{F4FAAC4F-E5DD-4719-9107-40CA1C53668B}" type="parTrans" cxnId="{4DB29557-7BD0-4AAF-8AF3-99CC741A617C}">
      <dgm:prSet/>
      <dgm:spPr/>
      <dgm:t>
        <a:bodyPr/>
        <a:lstStyle/>
        <a:p>
          <a:endParaRPr lang="en-US"/>
        </a:p>
      </dgm:t>
    </dgm:pt>
    <dgm:pt modelId="{CD1C4F4B-B6BF-4C4D-B779-4A01895B29D2}" type="sibTrans" cxnId="{4DB29557-7BD0-4AAF-8AF3-99CC741A617C}">
      <dgm:prSet/>
      <dgm:spPr/>
      <dgm:t>
        <a:bodyPr/>
        <a:lstStyle/>
        <a:p>
          <a:endParaRPr lang="en-US"/>
        </a:p>
      </dgm:t>
    </dgm:pt>
    <dgm:pt modelId="{CCD25FF4-2607-4BFD-AD74-1A24E7BD5319}">
      <dgm:prSet/>
      <dgm:spPr/>
      <dgm:t>
        <a:bodyPr/>
        <a:lstStyle/>
        <a:p>
          <a:r>
            <a:rPr lang="en-US" b="1" dirty="0"/>
            <a:t>Control Bus</a:t>
          </a:r>
          <a:r>
            <a:rPr lang="en-US" dirty="0"/>
            <a:t>: Manages control signals</a:t>
          </a:r>
        </a:p>
      </dgm:t>
    </dgm:pt>
    <dgm:pt modelId="{869A77CA-5A9F-4845-A308-BD3295EB7246}" type="parTrans" cxnId="{2213C583-3AFA-4980-8E64-7912D6114FB2}">
      <dgm:prSet/>
      <dgm:spPr/>
      <dgm:t>
        <a:bodyPr/>
        <a:lstStyle/>
        <a:p>
          <a:endParaRPr lang="en-US"/>
        </a:p>
      </dgm:t>
    </dgm:pt>
    <dgm:pt modelId="{DC01DD4C-297F-4AC6-A74A-EC3EB9A5BF69}" type="sibTrans" cxnId="{2213C583-3AFA-4980-8E64-7912D6114FB2}">
      <dgm:prSet/>
      <dgm:spPr/>
      <dgm:t>
        <a:bodyPr/>
        <a:lstStyle/>
        <a:p>
          <a:endParaRPr lang="en-US"/>
        </a:p>
      </dgm:t>
    </dgm:pt>
    <dgm:pt modelId="{FA2299E3-EF74-4DD5-B091-66A08318BCA3}">
      <dgm:prSet/>
      <dgm:spPr/>
      <dgm:t>
        <a:bodyPr/>
        <a:lstStyle/>
        <a:p>
          <a:r>
            <a:rPr lang="en-US" b="1"/>
            <a:t>Internal Buses</a:t>
          </a:r>
          <a:r>
            <a:rPr lang="en-US"/>
            <a:t>: Connect CPU, RAM, and chipset</a:t>
          </a:r>
        </a:p>
      </dgm:t>
    </dgm:pt>
    <dgm:pt modelId="{4619009C-025D-45DB-BCF9-7054AAF804C1}" type="parTrans" cxnId="{B5A9738D-80D1-4614-9311-BC215FA59BDC}">
      <dgm:prSet/>
      <dgm:spPr/>
      <dgm:t>
        <a:bodyPr/>
        <a:lstStyle/>
        <a:p>
          <a:endParaRPr lang="en-US"/>
        </a:p>
      </dgm:t>
    </dgm:pt>
    <dgm:pt modelId="{DC439848-CF7B-4E6F-BCCF-C7EBB0C796AD}" type="sibTrans" cxnId="{B5A9738D-80D1-4614-9311-BC215FA59BDC}">
      <dgm:prSet/>
      <dgm:spPr/>
      <dgm:t>
        <a:bodyPr/>
        <a:lstStyle/>
        <a:p>
          <a:endParaRPr lang="en-US"/>
        </a:p>
      </dgm:t>
    </dgm:pt>
    <dgm:pt modelId="{598EAB97-F8BF-4FBB-8DA8-8F4F689117FB}">
      <dgm:prSet/>
      <dgm:spPr/>
      <dgm:t>
        <a:bodyPr/>
        <a:lstStyle/>
        <a:p>
          <a:r>
            <a:rPr lang="en-US" b="1"/>
            <a:t>External Buses</a:t>
          </a:r>
          <a:r>
            <a:rPr lang="en-US"/>
            <a:t>: Used for expansion cards and peripherals (e.g., PCIe)</a:t>
          </a:r>
        </a:p>
      </dgm:t>
    </dgm:pt>
    <dgm:pt modelId="{1039ED45-292D-409C-AA7E-B7AF561AF39D}" type="parTrans" cxnId="{9B7C1C57-C38B-4BC2-BCF9-00F45D256BA8}">
      <dgm:prSet/>
      <dgm:spPr/>
      <dgm:t>
        <a:bodyPr/>
        <a:lstStyle/>
        <a:p>
          <a:endParaRPr lang="en-US"/>
        </a:p>
      </dgm:t>
    </dgm:pt>
    <dgm:pt modelId="{C5761D3C-12EC-4398-92EE-AB72ADBC6E49}" type="sibTrans" cxnId="{9B7C1C57-C38B-4BC2-BCF9-00F45D256BA8}">
      <dgm:prSet/>
      <dgm:spPr/>
      <dgm:t>
        <a:bodyPr/>
        <a:lstStyle/>
        <a:p>
          <a:endParaRPr lang="en-US"/>
        </a:p>
      </dgm:t>
    </dgm:pt>
    <dgm:pt modelId="{94D1A0A5-7C6B-4112-8747-6F9403578E45}" type="pres">
      <dgm:prSet presAssocID="{2EDC0A40-3FE0-4D11-93D1-D06AC84906FA}" presName="Name0" presStyleCnt="0">
        <dgm:presLayoutVars>
          <dgm:dir/>
          <dgm:animLvl val="lvl"/>
          <dgm:resizeHandles val="exact"/>
        </dgm:presLayoutVars>
      </dgm:prSet>
      <dgm:spPr/>
    </dgm:pt>
    <dgm:pt modelId="{6C9FAD74-696A-4C96-8CC5-7B4FEA52E9AA}" type="pres">
      <dgm:prSet presAssocID="{C69FFB4F-3CF0-4068-A164-B37AE4FA25E6}" presName="linNode" presStyleCnt="0"/>
      <dgm:spPr/>
    </dgm:pt>
    <dgm:pt modelId="{F6E063D1-6B86-4C2B-8AAD-FEA0C048C524}" type="pres">
      <dgm:prSet presAssocID="{C69FFB4F-3CF0-4068-A164-B37AE4FA25E6}" presName="parentText" presStyleLbl="node1" presStyleIdx="0" presStyleCnt="7">
        <dgm:presLayoutVars>
          <dgm:chMax val="1"/>
          <dgm:bulletEnabled val="1"/>
        </dgm:presLayoutVars>
      </dgm:prSet>
      <dgm:spPr/>
    </dgm:pt>
    <dgm:pt modelId="{C9FEC7E5-4B23-4AE4-ABA4-667C8CC983D1}" type="pres">
      <dgm:prSet presAssocID="{34B800E7-94EA-401A-8A2A-8156EA9ED155}" presName="sp" presStyleCnt="0"/>
      <dgm:spPr/>
    </dgm:pt>
    <dgm:pt modelId="{3BDE7C34-D94A-4443-A477-0891420A7F3F}" type="pres">
      <dgm:prSet presAssocID="{AD93CDF6-77FC-445E-B76D-502375CDA8BD}" presName="linNode" presStyleCnt="0"/>
      <dgm:spPr/>
    </dgm:pt>
    <dgm:pt modelId="{BD701215-ED80-4E70-975D-41A5F4EDFD43}" type="pres">
      <dgm:prSet presAssocID="{AD93CDF6-77FC-445E-B76D-502375CDA8BD}" presName="parentText" presStyleLbl="node1" presStyleIdx="1" presStyleCnt="7">
        <dgm:presLayoutVars>
          <dgm:chMax val="1"/>
          <dgm:bulletEnabled val="1"/>
        </dgm:presLayoutVars>
      </dgm:prSet>
      <dgm:spPr/>
    </dgm:pt>
    <dgm:pt modelId="{F3F13A27-F55D-44BC-8904-1DA08F6534B0}" type="pres">
      <dgm:prSet presAssocID="{6E8B90BF-101A-494F-85F8-149C22126F0A}" presName="sp" presStyleCnt="0"/>
      <dgm:spPr/>
    </dgm:pt>
    <dgm:pt modelId="{A4A9431D-3AC9-4A3B-BEDC-07A74EA3A279}" type="pres">
      <dgm:prSet presAssocID="{F40528BA-9E6B-4C37-B9F3-979138653333}" presName="linNode" presStyleCnt="0"/>
      <dgm:spPr/>
    </dgm:pt>
    <dgm:pt modelId="{9F5D89D5-BD5F-40AF-8472-0CBC5552E406}" type="pres">
      <dgm:prSet presAssocID="{F40528BA-9E6B-4C37-B9F3-979138653333}" presName="parentText" presStyleLbl="node1" presStyleIdx="2" presStyleCnt="7">
        <dgm:presLayoutVars>
          <dgm:chMax val="1"/>
          <dgm:bulletEnabled val="1"/>
        </dgm:presLayoutVars>
      </dgm:prSet>
      <dgm:spPr/>
    </dgm:pt>
    <dgm:pt modelId="{E1DB399E-F916-4EE0-AD76-980793C5ABE6}" type="pres">
      <dgm:prSet presAssocID="{9A75C807-26CA-45DF-8CB4-4C2443C692A4}" presName="sp" presStyleCnt="0"/>
      <dgm:spPr/>
    </dgm:pt>
    <dgm:pt modelId="{7FD78F34-8BA7-4F15-BED3-1B8DEF3F6852}" type="pres">
      <dgm:prSet presAssocID="{9E27A427-715E-4E34-8024-D4A2D7B0F294}" presName="linNode" presStyleCnt="0"/>
      <dgm:spPr/>
    </dgm:pt>
    <dgm:pt modelId="{4361C258-177B-4961-8F8A-B5ABA8B7CF12}" type="pres">
      <dgm:prSet presAssocID="{9E27A427-715E-4E34-8024-D4A2D7B0F294}" presName="parentText" presStyleLbl="node1" presStyleIdx="3" presStyleCnt="7">
        <dgm:presLayoutVars>
          <dgm:chMax val="1"/>
          <dgm:bulletEnabled val="1"/>
        </dgm:presLayoutVars>
      </dgm:prSet>
      <dgm:spPr/>
    </dgm:pt>
    <dgm:pt modelId="{4687FAE7-3151-4E31-83C2-537400787069}" type="pres">
      <dgm:prSet presAssocID="{CD1C4F4B-B6BF-4C4D-B779-4A01895B29D2}" presName="sp" presStyleCnt="0"/>
      <dgm:spPr/>
    </dgm:pt>
    <dgm:pt modelId="{82F4B428-9027-415B-8311-BF02B6E8BCED}" type="pres">
      <dgm:prSet presAssocID="{CCD25FF4-2607-4BFD-AD74-1A24E7BD5319}" presName="linNode" presStyleCnt="0"/>
      <dgm:spPr/>
    </dgm:pt>
    <dgm:pt modelId="{7A7101B7-AF9C-4BBC-80A3-E4FB74630A30}" type="pres">
      <dgm:prSet presAssocID="{CCD25FF4-2607-4BFD-AD74-1A24E7BD5319}" presName="parentText" presStyleLbl="node1" presStyleIdx="4" presStyleCnt="7">
        <dgm:presLayoutVars>
          <dgm:chMax val="1"/>
          <dgm:bulletEnabled val="1"/>
        </dgm:presLayoutVars>
      </dgm:prSet>
      <dgm:spPr/>
    </dgm:pt>
    <dgm:pt modelId="{9FF53044-53D0-4602-80BD-F165ECE0F01D}" type="pres">
      <dgm:prSet presAssocID="{DC01DD4C-297F-4AC6-A74A-EC3EB9A5BF69}" presName="sp" presStyleCnt="0"/>
      <dgm:spPr/>
    </dgm:pt>
    <dgm:pt modelId="{D757A5F5-0D26-4A55-B721-C0AA7AA54B25}" type="pres">
      <dgm:prSet presAssocID="{FA2299E3-EF74-4DD5-B091-66A08318BCA3}" presName="linNode" presStyleCnt="0"/>
      <dgm:spPr/>
    </dgm:pt>
    <dgm:pt modelId="{8BE28475-0C44-49F5-97E1-84CA77C58001}" type="pres">
      <dgm:prSet presAssocID="{FA2299E3-EF74-4DD5-B091-66A08318BCA3}" presName="parentText" presStyleLbl="node1" presStyleIdx="5" presStyleCnt="7">
        <dgm:presLayoutVars>
          <dgm:chMax val="1"/>
          <dgm:bulletEnabled val="1"/>
        </dgm:presLayoutVars>
      </dgm:prSet>
      <dgm:spPr/>
    </dgm:pt>
    <dgm:pt modelId="{28C8B351-2430-446C-BE58-9A6B1ADB3A78}" type="pres">
      <dgm:prSet presAssocID="{DC439848-CF7B-4E6F-BCCF-C7EBB0C796AD}" presName="sp" presStyleCnt="0"/>
      <dgm:spPr/>
    </dgm:pt>
    <dgm:pt modelId="{BD179EA6-54FD-4235-B69E-67338487B370}" type="pres">
      <dgm:prSet presAssocID="{598EAB97-F8BF-4FBB-8DA8-8F4F689117FB}" presName="linNode" presStyleCnt="0"/>
      <dgm:spPr/>
    </dgm:pt>
    <dgm:pt modelId="{38745B23-86BA-4E15-A772-DD9FAA01418B}" type="pres">
      <dgm:prSet presAssocID="{598EAB97-F8BF-4FBB-8DA8-8F4F689117FB}" presName="parentText" presStyleLbl="node1" presStyleIdx="6" presStyleCnt="7">
        <dgm:presLayoutVars>
          <dgm:chMax val="1"/>
          <dgm:bulletEnabled val="1"/>
        </dgm:presLayoutVars>
      </dgm:prSet>
      <dgm:spPr/>
    </dgm:pt>
  </dgm:ptLst>
  <dgm:cxnLst>
    <dgm:cxn modelId="{F262B30A-A202-4B21-8FF1-450DEE98BC9B}" srcId="{2EDC0A40-3FE0-4D11-93D1-D06AC84906FA}" destId="{AD93CDF6-77FC-445E-B76D-502375CDA8BD}" srcOrd="1" destOrd="0" parTransId="{3F555734-332A-429E-BC4B-83FD1FF9D21D}" sibTransId="{6E8B90BF-101A-494F-85F8-149C22126F0A}"/>
    <dgm:cxn modelId="{4E5AE930-4C47-4D2B-AC8F-5A5D69B4654C}" srcId="{2EDC0A40-3FE0-4D11-93D1-D06AC84906FA}" destId="{F40528BA-9E6B-4C37-B9F3-979138653333}" srcOrd="2" destOrd="0" parTransId="{A057E10F-5439-40AD-9E87-215D1ABEE5A4}" sibTransId="{9A75C807-26CA-45DF-8CB4-4C2443C692A4}"/>
    <dgm:cxn modelId="{6A085C6B-663C-4923-AC83-DAEC27A31AED}" type="presOf" srcId="{9E27A427-715E-4E34-8024-D4A2D7B0F294}" destId="{4361C258-177B-4961-8F8A-B5ABA8B7CF12}" srcOrd="0" destOrd="0" presId="urn:microsoft.com/office/officeart/2005/8/layout/vList5"/>
    <dgm:cxn modelId="{E01FB171-5E76-48AB-A49E-E3C081F333A4}" type="presOf" srcId="{AD93CDF6-77FC-445E-B76D-502375CDA8BD}" destId="{BD701215-ED80-4E70-975D-41A5F4EDFD43}" srcOrd="0" destOrd="0" presId="urn:microsoft.com/office/officeart/2005/8/layout/vList5"/>
    <dgm:cxn modelId="{9B7C1C57-C38B-4BC2-BCF9-00F45D256BA8}" srcId="{2EDC0A40-3FE0-4D11-93D1-D06AC84906FA}" destId="{598EAB97-F8BF-4FBB-8DA8-8F4F689117FB}" srcOrd="6" destOrd="0" parTransId="{1039ED45-292D-409C-AA7E-B7AF561AF39D}" sibTransId="{C5761D3C-12EC-4398-92EE-AB72ADBC6E49}"/>
    <dgm:cxn modelId="{4DB29557-7BD0-4AAF-8AF3-99CC741A617C}" srcId="{2EDC0A40-3FE0-4D11-93D1-D06AC84906FA}" destId="{9E27A427-715E-4E34-8024-D4A2D7B0F294}" srcOrd="3" destOrd="0" parTransId="{F4FAAC4F-E5DD-4719-9107-40CA1C53668B}" sibTransId="{CD1C4F4B-B6BF-4C4D-B779-4A01895B29D2}"/>
    <dgm:cxn modelId="{184ACE57-2738-44EE-9F5B-D44D7296A2FB}" type="presOf" srcId="{598EAB97-F8BF-4FBB-8DA8-8F4F689117FB}" destId="{38745B23-86BA-4E15-A772-DD9FAA01418B}" srcOrd="0" destOrd="0" presId="urn:microsoft.com/office/officeart/2005/8/layout/vList5"/>
    <dgm:cxn modelId="{F500EC7F-58D7-46EF-860D-1E8371DA0F79}" type="presOf" srcId="{2EDC0A40-3FE0-4D11-93D1-D06AC84906FA}" destId="{94D1A0A5-7C6B-4112-8747-6F9403578E45}" srcOrd="0" destOrd="0" presId="urn:microsoft.com/office/officeart/2005/8/layout/vList5"/>
    <dgm:cxn modelId="{2213C583-3AFA-4980-8E64-7912D6114FB2}" srcId="{2EDC0A40-3FE0-4D11-93D1-D06AC84906FA}" destId="{CCD25FF4-2607-4BFD-AD74-1A24E7BD5319}" srcOrd="4" destOrd="0" parTransId="{869A77CA-5A9F-4845-A308-BD3295EB7246}" sibTransId="{DC01DD4C-297F-4AC6-A74A-EC3EB9A5BF69}"/>
    <dgm:cxn modelId="{BD9C568B-8B5A-401F-A397-7D89819505A0}" type="presOf" srcId="{CCD25FF4-2607-4BFD-AD74-1A24E7BD5319}" destId="{7A7101B7-AF9C-4BBC-80A3-E4FB74630A30}" srcOrd="0" destOrd="0" presId="urn:microsoft.com/office/officeart/2005/8/layout/vList5"/>
    <dgm:cxn modelId="{6DE8B98C-17F4-4268-9146-703B14CC7A4E}" srcId="{2EDC0A40-3FE0-4D11-93D1-D06AC84906FA}" destId="{C69FFB4F-3CF0-4068-A164-B37AE4FA25E6}" srcOrd="0" destOrd="0" parTransId="{F3FA21AC-9AEB-419B-B739-F9B874A6D3F0}" sibTransId="{34B800E7-94EA-401A-8A2A-8156EA9ED155}"/>
    <dgm:cxn modelId="{B5A9738D-80D1-4614-9311-BC215FA59BDC}" srcId="{2EDC0A40-3FE0-4D11-93D1-D06AC84906FA}" destId="{FA2299E3-EF74-4DD5-B091-66A08318BCA3}" srcOrd="5" destOrd="0" parTransId="{4619009C-025D-45DB-BCF9-7054AAF804C1}" sibTransId="{DC439848-CF7B-4E6F-BCCF-C7EBB0C796AD}"/>
    <dgm:cxn modelId="{2A6FB4DE-7893-4E47-B3A5-65FF3CDEFD7B}" type="presOf" srcId="{C69FFB4F-3CF0-4068-A164-B37AE4FA25E6}" destId="{F6E063D1-6B86-4C2B-8AAD-FEA0C048C524}" srcOrd="0" destOrd="0" presId="urn:microsoft.com/office/officeart/2005/8/layout/vList5"/>
    <dgm:cxn modelId="{7DB126E8-E935-4812-AD29-C5174969D8EF}" type="presOf" srcId="{FA2299E3-EF74-4DD5-B091-66A08318BCA3}" destId="{8BE28475-0C44-49F5-97E1-84CA77C58001}" srcOrd="0" destOrd="0" presId="urn:microsoft.com/office/officeart/2005/8/layout/vList5"/>
    <dgm:cxn modelId="{3663B3E9-91A1-4AB2-A508-5B29BC2C5B66}" type="presOf" srcId="{F40528BA-9E6B-4C37-B9F3-979138653333}" destId="{9F5D89D5-BD5F-40AF-8472-0CBC5552E406}" srcOrd="0" destOrd="0" presId="urn:microsoft.com/office/officeart/2005/8/layout/vList5"/>
    <dgm:cxn modelId="{94C0A14C-8615-4980-9AD6-F3A803BFFA74}" type="presParOf" srcId="{94D1A0A5-7C6B-4112-8747-6F9403578E45}" destId="{6C9FAD74-696A-4C96-8CC5-7B4FEA52E9AA}" srcOrd="0" destOrd="0" presId="urn:microsoft.com/office/officeart/2005/8/layout/vList5"/>
    <dgm:cxn modelId="{1A80CB1B-7B6E-4FE8-A4C5-C722C1327AE3}" type="presParOf" srcId="{6C9FAD74-696A-4C96-8CC5-7B4FEA52E9AA}" destId="{F6E063D1-6B86-4C2B-8AAD-FEA0C048C524}" srcOrd="0" destOrd="0" presId="urn:microsoft.com/office/officeart/2005/8/layout/vList5"/>
    <dgm:cxn modelId="{3DCF6D0F-BC64-4B7C-8FCE-7C2C4F30FE89}" type="presParOf" srcId="{94D1A0A5-7C6B-4112-8747-6F9403578E45}" destId="{C9FEC7E5-4B23-4AE4-ABA4-667C8CC983D1}" srcOrd="1" destOrd="0" presId="urn:microsoft.com/office/officeart/2005/8/layout/vList5"/>
    <dgm:cxn modelId="{94876FDF-893E-41E2-8056-75816B92CE25}" type="presParOf" srcId="{94D1A0A5-7C6B-4112-8747-6F9403578E45}" destId="{3BDE7C34-D94A-4443-A477-0891420A7F3F}" srcOrd="2" destOrd="0" presId="urn:microsoft.com/office/officeart/2005/8/layout/vList5"/>
    <dgm:cxn modelId="{CCC5163D-13EE-4014-9C47-C6AE8A3286EC}" type="presParOf" srcId="{3BDE7C34-D94A-4443-A477-0891420A7F3F}" destId="{BD701215-ED80-4E70-975D-41A5F4EDFD43}" srcOrd="0" destOrd="0" presId="urn:microsoft.com/office/officeart/2005/8/layout/vList5"/>
    <dgm:cxn modelId="{533BA391-37B2-4DD2-8A36-BB1F5158269B}" type="presParOf" srcId="{94D1A0A5-7C6B-4112-8747-6F9403578E45}" destId="{F3F13A27-F55D-44BC-8904-1DA08F6534B0}" srcOrd="3" destOrd="0" presId="urn:microsoft.com/office/officeart/2005/8/layout/vList5"/>
    <dgm:cxn modelId="{42D4CD13-AADB-4149-A34C-FD6ED59D34D8}" type="presParOf" srcId="{94D1A0A5-7C6B-4112-8747-6F9403578E45}" destId="{A4A9431D-3AC9-4A3B-BEDC-07A74EA3A279}" srcOrd="4" destOrd="0" presId="urn:microsoft.com/office/officeart/2005/8/layout/vList5"/>
    <dgm:cxn modelId="{6FABEFD1-781F-4672-A812-96A231CB9982}" type="presParOf" srcId="{A4A9431D-3AC9-4A3B-BEDC-07A74EA3A279}" destId="{9F5D89D5-BD5F-40AF-8472-0CBC5552E406}" srcOrd="0" destOrd="0" presId="urn:microsoft.com/office/officeart/2005/8/layout/vList5"/>
    <dgm:cxn modelId="{046DF522-D1F0-4A09-BE68-F627F55FEBB0}" type="presParOf" srcId="{94D1A0A5-7C6B-4112-8747-6F9403578E45}" destId="{E1DB399E-F916-4EE0-AD76-980793C5ABE6}" srcOrd="5" destOrd="0" presId="urn:microsoft.com/office/officeart/2005/8/layout/vList5"/>
    <dgm:cxn modelId="{2E5986F5-AB18-4A4F-A0EE-F9152904E393}" type="presParOf" srcId="{94D1A0A5-7C6B-4112-8747-6F9403578E45}" destId="{7FD78F34-8BA7-4F15-BED3-1B8DEF3F6852}" srcOrd="6" destOrd="0" presId="urn:microsoft.com/office/officeart/2005/8/layout/vList5"/>
    <dgm:cxn modelId="{FDE4B2EB-EA02-45F4-AAA8-1BA0C93AC3D5}" type="presParOf" srcId="{7FD78F34-8BA7-4F15-BED3-1B8DEF3F6852}" destId="{4361C258-177B-4961-8F8A-B5ABA8B7CF12}" srcOrd="0" destOrd="0" presId="urn:microsoft.com/office/officeart/2005/8/layout/vList5"/>
    <dgm:cxn modelId="{D9C3AAA3-D309-4F27-92C0-4088BDD508D6}" type="presParOf" srcId="{94D1A0A5-7C6B-4112-8747-6F9403578E45}" destId="{4687FAE7-3151-4E31-83C2-537400787069}" srcOrd="7" destOrd="0" presId="urn:microsoft.com/office/officeart/2005/8/layout/vList5"/>
    <dgm:cxn modelId="{6C6223C2-9651-4DBD-ACBC-81ED58048C4F}" type="presParOf" srcId="{94D1A0A5-7C6B-4112-8747-6F9403578E45}" destId="{82F4B428-9027-415B-8311-BF02B6E8BCED}" srcOrd="8" destOrd="0" presId="urn:microsoft.com/office/officeart/2005/8/layout/vList5"/>
    <dgm:cxn modelId="{DE0B176D-6688-4372-BD76-EDA1448ECB68}" type="presParOf" srcId="{82F4B428-9027-415B-8311-BF02B6E8BCED}" destId="{7A7101B7-AF9C-4BBC-80A3-E4FB74630A30}" srcOrd="0" destOrd="0" presId="urn:microsoft.com/office/officeart/2005/8/layout/vList5"/>
    <dgm:cxn modelId="{BA78926D-4CBC-46FF-A9FA-41663B4D1E86}" type="presParOf" srcId="{94D1A0A5-7C6B-4112-8747-6F9403578E45}" destId="{9FF53044-53D0-4602-80BD-F165ECE0F01D}" srcOrd="9" destOrd="0" presId="urn:microsoft.com/office/officeart/2005/8/layout/vList5"/>
    <dgm:cxn modelId="{E3C3F5F0-2EE4-41DD-89CA-45EDA2105204}" type="presParOf" srcId="{94D1A0A5-7C6B-4112-8747-6F9403578E45}" destId="{D757A5F5-0D26-4A55-B721-C0AA7AA54B25}" srcOrd="10" destOrd="0" presId="urn:microsoft.com/office/officeart/2005/8/layout/vList5"/>
    <dgm:cxn modelId="{88A3D0FE-D437-4EAF-B373-FECB016003AF}" type="presParOf" srcId="{D757A5F5-0D26-4A55-B721-C0AA7AA54B25}" destId="{8BE28475-0C44-49F5-97E1-84CA77C58001}" srcOrd="0" destOrd="0" presId="urn:microsoft.com/office/officeart/2005/8/layout/vList5"/>
    <dgm:cxn modelId="{D6A74159-5550-4B19-92F4-FA5BE83B2163}" type="presParOf" srcId="{94D1A0A5-7C6B-4112-8747-6F9403578E45}" destId="{28C8B351-2430-446C-BE58-9A6B1ADB3A78}" srcOrd="11" destOrd="0" presId="urn:microsoft.com/office/officeart/2005/8/layout/vList5"/>
    <dgm:cxn modelId="{7093169D-B0EF-485B-B5DF-42D67E077183}" type="presParOf" srcId="{94D1A0A5-7C6B-4112-8747-6F9403578E45}" destId="{BD179EA6-54FD-4235-B69E-67338487B370}" srcOrd="12" destOrd="0" presId="urn:microsoft.com/office/officeart/2005/8/layout/vList5"/>
    <dgm:cxn modelId="{DC9E9AF6-04AE-42F3-879E-16EE5A3F17FF}" type="presParOf" srcId="{BD179EA6-54FD-4235-B69E-67338487B370}" destId="{38745B23-86BA-4E15-A772-DD9FAA01418B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B6382B5-F81A-4456-9A6A-762AC06A9E35}" type="doc">
      <dgm:prSet loTypeId="urn:microsoft.com/office/officeart/2005/8/layout/vProcess5" loCatId="process" qsTypeId="urn:microsoft.com/office/officeart/2005/8/quickstyle/simple1#3" qsCatId="simple" csTypeId="urn:microsoft.com/office/officeart/2005/8/colors/colorful1#1" csCatId="colorful"/>
      <dgm:spPr/>
      <dgm:t>
        <a:bodyPr/>
        <a:lstStyle/>
        <a:p>
          <a:endParaRPr lang="en-US"/>
        </a:p>
      </dgm:t>
    </dgm:pt>
    <dgm:pt modelId="{815AEC3D-EC1C-4DBF-AED3-4E18ED0D3297}">
      <dgm:prSet/>
      <dgm:spPr/>
      <dgm:t>
        <a:bodyPr/>
        <a:lstStyle/>
        <a:p>
          <a:r>
            <a:rPr lang="en-US"/>
            <a:t>Executes system instructions</a:t>
          </a:r>
        </a:p>
      </dgm:t>
    </dgm:pt>
    <dgm:pt modelId="{E1FFF250-F659-49AB-8D2E-6DD3CCB4A5D7}" type="parTrans" cxnId="{03C06A39-F342-4235-B374-A26C12A9B060}">
      <dgm:prSet/>
      <dgm:spPr/>
      <dgm:t>
        <a:bodyPr/>
        <a:lstStyle/>
        <a:p>
          <a:endParaRPr lang="en-US"/>
        </a:p>
      </dgm:t>
    </dgm:pt>
    <dgm:pt modelId="{ED37F4F1-1CD8-4623-9924-1369BE4C6F24}" type="sibTrans" cxnId="{03C06A39-F342-4235-B374-A26C12A9B060}">
      <dgm:prSet/>
      <dgm:spPr/>
      <dgm:t>
        <a:bodyPr/>
        <a:lstStyle/>
        <a:p>
          <a:endParaRPr lang="en-US"/>
        </a:p>
      </dgm:t>
    </dgm:pt>
    <dgm:pt modelId="{775FD789-F7B2-4325-9844-057AB8CA30AC}">
      <dgm:prSet/>
      <dgm:spPr/>
      <dgm:t>
        <a:bodyPr/>
        <a:lstStyle/>
        <a:p>
          <a:r>
            <a:rPr lang="en-US" b="1"/>
            <a:t>Installed into CPU socket</a:t>
          </a:r>
          <a:r>
            <a:rPr lang="en-US"/>
            <a:t> on motherboard</a:t>
          </a:r>
        </a:p>
      </dgm:t>
    </dgm:pt>
    <dgm:pt modelId="{44A3E42E-775C-443B-A039-B71FCB8885CD}" type="parTrans" cxnId="{0E29C035-01A2-4994-8416-0C04496488EB}">
      <dgm:prSet/>
      <dgm:spPr/>
      <dgm:t>
        <a:bodyPr/>
        <a:lstStyle/>
        <a:p>
          <a:endParaRPr lang="en-US"/>
        </a:p>
      </dgm:t>
    </dgm:pt>
    <dgm:pt modelId="{955A791B-D350-47E0-AD50-E2016E464BD0}" type="sibTrans" cxnId="{0E29C035-01A2-4994-8416-0C04496488EB}">
      <dgm:prSet/>
      <dgm:spPr/>
      <dgm:t>
        <a:bodyPr/>
        <a:lstStyle/>
        <a:p>
          <a:endParaRPr lang="en-US"/>
        </a:p>
      </dgm:t>
    </dgm:pt>
    <dgm:pt modelId="{40EEFB1D-C6C8-41B3-99CF-C494BC46E83E}">
      <dgm:prSet/>
      <dgm:spPr/>
      <dgm:t>
        <a:bodyPr/>
        <a:lstStyle/>
        <a:p>
          <a:r>
            <a:rPr lang="en-US"/>
            <a:t>Key specs: Clock speed, cores/threads, cache, TDP</a:t>
          </a:r>
        </a:p>
      </dgm:t>
    </dgm:pt>
    <dgm:pt modelId="{E311DE61-9336-4A9D-9770-538937642CD1}" type="parTrans" cxnId="{441D5CE2-53AC-4A71-A0C1-7085A7A18520}">
      <dgm:prSet/>
      <dgm:spPr/>
      <dgm:t>
        <a:bodyPr/>
        <a:lstStyle/>
        <a:p>
          <a:endParaRPr lang="en-US"/>
        </a:p>
      </dgm:t>
    </dgm:pt>
    <dgm:pt modelId="{F32F3084-4779-4978-AE38-A603F184068E}" type="sibTrans" cxnId="{441D5CE2-53AC-4A71-A0C1-7085A7A18520}">
      <dgm:prSet/>
      <dgm:spPr/>
      <dgm:t>
        <a:bodyPr/>
        <a:lstStyle/>
        <a:p>
          <a:endParaRPr lang="en-US"/>
        </a:p>
      </dgm:t>
    </dgm:pt>
    <dgm:pt modelId="{470790B4-0D30-4E18-8781-67F0152D3F82}">
      <dgm:prSet/>
      <dgm:spPr/>
      <dgm:t>
        <a:bodyPr/>
        <a:lstStyle/>
        <a:p>
          <a:r>
            <a:rPr lang="en-US"/>
            <a:t>Comes in Intel or AMD varieties</a:t>
          </a:r>
        </a:p>
      </dgm:t>
    </dgm:pt>
    <dgm:pt modelId="{8163BC63-D77F-4C68-B7E6-010B13C4BC8F}" type="parTrans" cxnId="{376C4209-F6FC-4034-AF6A-1B47F32E4F53}">
      <dgm:prSet/>
      <dgm:spPr/>
      <dgm:t>
        <a:bodyPr/>
        <a:lstStyle/>
        <a:p>
          <a:endParaRPr lang="en-US"/>
        </a:p>
      </dgm:t>
    </dgm:pt>
    <dgm:pt modelId="{F1294A67-B061-43D2-9860-6AC7D840E4E6}" type="sibTrans" cxnId="{376C4209-F6FC-4034-AF6A-1B47F32E4F53}">
      <dgm:prSet/>
      <dgm:spPr/>
      <dgm:t>
        <a:bodyPr/>
        <a:lstStyle/>
        <a:p>
          <a:endParaRPr lang="en-US"/>
        </a:p>
      </dgm:t>
    </dgm:pt>
    <dgm:pt modelId="{DB0B82EE-0992-4930-B9AD-2A3359C23C37}" type="pres">
      <dgm:prSet presAssocID="{0B6382B5-F81A-4456-9A6A-762AC06A9E35}" presName="outerComposite" presStyleCnt="0">
        <dgm:presLayoutVars>
          <dgm:chMax val="5"/>
          <dgm:dir/>
          <dgm:resizeHandles val="exact"/>
        </dgm:presLayoutVars>
      </dgm:prSet>
      <dgm:spPr/>
    </dgm:pt>
    <dgm:pt modelId="{56BC3695-46F3-4FD9-B3B2-6E6798A6CEBE}" type="pres">
      <dgm:prSet presAssocID="{0B6382B5-F81A-4456-9A6A-762AC06A9E35}" presName="dummyMaxCanvas" presStyleCnt="0">
        <dgm:presLayoutVars/>
      </dgm:prSet>
      <dgm:spPr/>
    </dgm:pt>
    <dgm:pt modelId="{31446BD7-9ECC-459F-B904-99A3BE704031}" type="pres">
      <dgm:prSet presAssocID="{0B6382B5-F81A-4456-9A6A-762AC06A9E35}" presName="FourNodes_1" presStyleLbl="node1" presStyleIdx="0" presStyleCnt="4">
        <dgm:presLayoutVars>
          <dgm:bulletEnabled val="1"/>
        </dgm:presLayoutVars>
      </dgm:prSet>
      <dgm:spPr/>
    </dgm:pt>
    <dgm:pt modelId="{85BC8EE2-A03B-4E90-86DD-A22CED9A0371}" type="pres">
      <dgm:prSet presAssocID="{0B6382B5-F81A-4456-9A6A-762AC06A9E35}" presName="FourNodes_2" presStyleLbl="node1" presStyleIdx="1" presStyleCnt="4">
        <dgm:presLayoutVars>
          <dgm:bulletEnabled val="1"/>
        </dgm:presLayoutVars>
      </dgm:prSet>
      <dgm:spPr/>
    </dgm:pt>
    <dgm:pt modelId="{953B5230-4559-42CB-8DEE-A2431D0C4A1D}" type="pres">
      <dgm:prSet presAssocID="{0B6382B5-F81A-4456-9A6A-762AC06A9E35}" presName="FourNodes_3" presStyleLbl="node1" presStyleIdx="2" presStyleCnt="4">
        <dgm:presLayoutVars>
          <dgm:bulletEnabled val="1"/>
        </dgm:presLayoutVars>
      </dgm:prSet>
      <dgm:spPr/>
    </dgm:pt>
    <dgm:pt modelId="{8F87B0B6-866B-4656-BDE5-20AC99FF93C0}" type="pres">
      <dgm:prSet presAssocID="{0B6382B5-F81A-4456-9A6A-762AC06A9E35}" presName="FourNodes_4" presStyleLbl="node1" presStyleIdx="3" presStyleCnt="4">
        <dgm:presLayoutVars>
          <dgm:bulletEnabled val="1"/>
        </dgm:presLayoutVars>
      </dgm:prSet>
      <dgm:spPr/>
    </dgm:pt>
    <dgm:pt modelId="{E4A47205-63D5-42A7-A19D-0F37D4C5703F}" type="pres">
      <dgm:prSet presAssocID="{0B6382B5-F81A-4456-9A6A-762AC06A9E35}" presName="FourConn_1-2" presStyleLbl="fgAccFollowNode1" presStyleIdx="0" presStyleCnt="3">
        <dgm:presLayoutVars>
          <dgm:bulletEnabled val="1"/>
        </dgm:presLayoutVars>
      </dgm:prSet>
      <dgm:spPr/>
    </dgm:pt>
    <dgm:pt modelId="{778F63E5-CD31-4317-BB23-43566B16F5D9}" type="pres">
      <dgm:prSet presAssocID="{0B6382B5-F81A-4456-9A6A-762AC06A9E35}" presName="FourConn_2-3" presStyleLbl="fgAccFollowNode1" presStyleIdx="1" presStyleCnt="3">
        <dgm:presLayoutVars>
          <dgm:bulletEnabled val="1"/>
        </dgm:presLayoutVars>
      </dgm:prSet>
      <dgm:spPr/>
    </dgm:pt>
    <dgm:pt modelId="{3948A29F-8D40-4A82-8A1D-01757B5F60D6}" type="pres">
      <dgm:prSet presAssocID="{0B6382B5-F81A-4456-9A6A-762AC06A9E35}" presName="FourConn_3-4" presStyleLbl="fgAccFollowNode1" presStyleIdx="2" presStyleCnt="3">
        <dgm:presLayoutVars>
          <dgm:bulletEnabled val="1"/>
        </dgm:presLayoutVars>
      </dgm:prSet>
      <dgm:spPr/>
    </dgm:pt>
    <dgm:pt modelId="{5BF56D87-DBD3-4846-9116-3DE96F559191}" type="pres">
      <dgm:prSet presAssocID="{0B6382B5-F81A-4456-9A6A-762AC06A9E35}" presName="FourNodes_1_text" presStyleLbl="node1" presStyleIdx="3" presStyleCnt="4">
        <dgm:presLayoutVars>
          <dgm:bulletEnabled val="1"/>
        </dgm:presLayoutVars>
      </dgm:prSet>
      <dgm:spPr/>
    </dgm:pt>
    <dgm:pt modelId="{98DE8821-CE19-40E8-A9E4-8271FF2E5429}" type="pres">
      <dgm:prSet presAssocID="{0B6382B5-F81A-4456-9A6A-762AC06A9E35}" presName="FourNodes_2_text" presStyleLbl="node1" presStyleIdx="3" presStyleCnt="4">
        <dgm:presLayoutVars>
          <dgm:bulletEnabled val="1"/>
        </dgm:presLayoutVars>
      </dgm:prSet>
      <dgm:spPr/>
    </dgm:pt>
    <dgm:pt modelId="{00F489B1-72EF-44C8-8712-3EB3D107ED61}" type="pres">
      <dgm:prSet presAssocID="{0B6382B5-F81A-4456-9A6A-762AC06A9E35}" presName="FourNodes_3_text" presStyleLbl="node1" presStyleIdx="3" presStyleCnt="4">
        <dgm:presLayoutVars>
          <dgm:bulletEnabled val="1"/>
        </dgm:presLayoutVars>
      </dgm:prSet>
      <dgm:spPr/>
    </dgm:pt>
    <dgm:pt modelId="{464EF560-7900-465A-A39B-066896DBCE69}" type="pres">
      <dgm:prSet presAssocID="{0B6382B5-F81A-4456-9A6A-762AC06A9E35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B37B0603-E6ED-4D18-BBE4-220AE9ABB24E}" type="presOf" srcId="{ED37F4F1-1CD8-4623-9924-1369BE4C6F24}" destId="{E4A47205-63D5-42A7-A19D-0F37D4C5703F}" srcOrd="0" destOrd="0" presId="urn:microsoft.com/office/officeart/2005/8/layout/vProcess5"/>
    <dgm:cxn modelId="{376C4209-F6FC-4034-AF6A-1B47F32E4F53}" srcId="{0B6382B5-F81A-4456-9A6A-762AC06A9E35}" destId="{470790B4-0D30-4E18-8781-67F0152D3F82}" srcOrd="3" destOrd="0" parTransId="{8163BC63-D77F-4C68-B7E6-010B13C4BC8F}" sibTransId="{F1294A67-B061-43D2-9860-6AC7D840E4E6}"/>
    <dgm:cxn modelId="{0E29C035-01A2-4994-8416-0C04496488EB}" srcId="{0B6382B5-F81A-4456-9A6A-762AC06A9E35}" destId="{775FD789-F7B2-4325-9844-057AB8CA30AC}" srcOrd="1" destOrd="0" parTransId="{44A3E42E-775C-443B-A039-B71FCB8885CD}" sibTransId="{955A791B-D350-47E0-AD50-E2016E464BD0}"/>
    <dgm:cxn modelId="{03C06A39-F342-4235-B374-A26C12A9B060}" srcId="{0B6382B5-F81A-4456-9A6A-762AC06A9E35}" destId="{815AEC3D-EC1C-4DBF-AED3-4E18ED0D3297}" srcOrd="0" destOrd="0" parTransId="{E1FFF250-F659-49AB-8D2E-6DD3CCB4A5D7}" sibTransId="{ED37F4F1-1CD8-4623-9924-1369BE4C6F24}"/>
    <dgm:cxn modelId="{20189B62-AE64-4B4A-8852-95D7E3D945EA}" type="presOf" srcId="{40EEFB1D-C6C8-41B3-99CF-C494BC46E83E}" destId="{00F489B1-72EF-44C8-8712-3EB3D107ED61}" srcOrd="1" destOrd="0" presId="urn:microsoft.com/office/officeart/2005/8/layout/vProcess5"/>
    <dgm:cxn modelId="{FA7D5649-DCBC-464D-BB92-E35867DF0806}" type="presOf" srcId="{F32F3084-4779-4978-AE38-A603F184068E}" destId="{3948A29F-8D40-4A82-8A1D-01757B5F60D6}" srcOrd="0" destOrd="0" presId="urn:microsoft.com/office/officeart/2005/8/layout/vProcess5"/>
    <dgm:cxn modelId="{7501364B-E01F-42F1-9FF4-BCE3D6D2F888}" type="presOf" srcId="{470790B4-0D30-4E18-8781-67F0152D3F82}" destId="{8F87B0B6-866B-4656-BDE5-20AC99FF93C0}" srcOrd="0" destOrd="0" presId="urn:microsoft.com/office/officeart/2005/8/layout/vProcess5"/>
    <dgm:cxn modelId="{79366256-D8CA-4E5F-9200-C327FDAB3EDA}" type="presOf" srcId="{815AEC3D-EC1C-4DBF-AED3-4E18ED0D3297}" destId="{31446BD7-9ECC-459F-B904-99A3BE704031}" srcOrd="0" destOrd="0" presId="urn:microsoft.com/office/officeart/2005/8/layout/vProcess5"/>
    <dgm:cxn modelId="{CF952857-24DE-4AC2-A41F-F7D491285DF3}" type="presOf" srcId="{815AEC3D-EC1C-4DBF-AED3-4E18ED0D3297}" destId="{5BF56D87-DBD3-4846-9116-3DE96F559191}" srcOrd="1" destOrd="0" presId="urn:microsoft.com/office/officeart/2005/8/layout/vProcess5"/>
    <dgm:cxn modelId="{5E381798-ADC0-4B06-AD29-2A5198EB32A2}" type="presOf" srcId="{40EEFB1D-C6C8-41B3-99CF-C494BC46E83E}" destId="{953B5230-4559-42CB-8DEE-A2431D0C4A1D}" srcOrd="0" destOrd="0" presId="urn:microsoft.com/office/officeart/2005/8/layout/vProcess5"/>
    <dgm:cxn modelId="{33858E9D-2D6A-40CC-A956-B7F9AF0E8BEA}" type="presOf" srcId="{470790B4-0D30-4E18-8781-67F0152D3F82}" destId="{464EF560-7900-465A-A39B-066896DBCE69}" srcOrd="1" destOrd="0" presId="urn:microsoft.com/office/officeart/2005/8/layout/vProcess5"/>
    <dgm:cxn modelId="{3F3215DB-9061-4F2C-AC70-C17A3FE193AF}" type="presOf" srcId="{0B6382B5-F81A-4456-9A6A-762AC06A9E35}" destId="{DB0B82EE-0992-4930-B9AD-2A3359C23C37}" srcOrd="0" destOrd="0" presId="urn:microsoft.com/office/officeart/2005/8/layout/vProcess5"/>
    <dgm:cxn modelId="{441D5CE2-53AC-4A71-A0C1-7085A7A18520}" srcId="{0B6382B5-F81A-4456-9A6A-762AC06A9E35}" destId="{40EEFB1D-C6C8-41B3-99CF-C494BC46E83E}" srcOrd="2" destOrd="0" parTransId="{E311DE61-9336-4A9D-9770-538937642CD1}" sibTransId="{F32F3084-4779-4978-AE38-A603F184068E}"/>
    <dgm:cxn modelId="{E7C751ED-DDFC-450A-A6CD-1E08C7F5632B}" type="presOf" srcId="{775FD789-F7B2-4325-9844-057AB8CA30AC}" destId="{98DE8821-CE19-40E8-A9E4-8271FF2E5429}" srcOrd="1" destOrd="0" presId="urn:microsoft.com/office/officeart/2005/8/layout/vProcess5"/>
    <dgm:cxn modelId="{34BC5DF8-B384-4CAC-AA45-6C055BB3AA65}" type="presOf" srcId="{775FD789-F7B2-4325-9844-057AB8CA30AC}" destId="{85BC8EE2-A03B-4E90-86DD-A22CED9A0371}" srcOrd="0" destOrd="0" presId="urn:microsoft.com/office/officeart/2005/8/layout/vProcess5"/>
    <dgm:cxn modelId="{4DD4D1F8-0981-4280-B93A-1C3FE972DF78}" type="presOf" srcId="{955A791B-D350-47E0-AD50-E2016E464BD0}" destId="{778F63E5-CD31-4317-BB23-43566B16F5D9}" srcOrd="0" destOrd="0" presId="urn:microsoft.com/office/officeart/2005/8/layout/vProcess5"/>
    <dgm:cxn modelId="{8E9C502C-C240-4AC7-B2AF-981DBE1913AB}" type="presParOf" srcId="{DB0B82EE-0992-4930-B9AD-2A3359C23C37}" destId="{56BC3695-46F3-4FD9-B3B2-6E6798A6CEBE}" srcOrd="0" destOrd="0" presId="urn:microsoft.com/office/officeart/2005/8/layout/vProcess5"/>
    <dgm:cxn modelId="{2E88D077-0701-474F-B53A-E481638DC453}" type="presParOf" srcId="{DB0B82EE-0992-4930-B9AD-2A3359C23C37}" destId="{31446BD7-9ECC-459F-B904-99A3BE704031}" srcOrd="1" destOrd="0" presId="urn:microsoft.com/office/officeart/2005/8/layout/vProcess5"/>
    <dgm:cxn modelId="{7B32A226-E2DC-4A48-A44C-13F8C90B1925}" type="presParOf" srcId="{DB0B82EE-0992-4930-B9AD-2A3359C23C37}" destId="{85BC8EE2-A03B-4E90-86DD-A22CED9A0371}" srcOrd="2" destOrd="0" presId="urn:microsoft.com/office/officeart/2005/8/layout/vProcess5"/>
    <dgm:cxn modelId="{648BF5ED-5A91-45B6-95C8-E08340C53762}" type="presParOf" srcId="{DB0B82EE-0992-4930-B9AD-2A3359C23C37}" destId="{953B5230-4559-42CB-8DEE-A2431D0C4A1D}" srcOrd="3" destOrd="0" presId="urn:microsoft.com/office/officeart/2005/8/layout/vProcess5"/>
    <dgm:cxn modelId="{7D83505A-AF89-432A-9345-F4B4ED981A93}" type="presParOf" srcId="{DB0B82EE-0992-4930-B9AD-2A3359C23C37}" destId="{8F87B0B6-866B-4656-BDE5-20AC99FF93C0}" srcOrd="4" destOrd="0" presId="urn:microsoft.com/office/officeart/2005/8/layout/vProcess5"/>
    <dgm:cxn modelId="{467BC9D5-B861-44C3-BC3D-F37C6BD29B11}" type="presParOf" srcId="{DB0B82EE-0992-4930-B9AD-2A3359C23C37}" destId="{E4A47205-63D5-42A7-A19D-0F37D4C5703F}" srcOrd="5" destOrd="0" presId="urn:microsoft.com/office/officeart/2005/8/layout/vProcess5"/>
    <dgm:cxn modelId="{A96009FF-F25A-4116-88F4-3487D02C17F8}" type="presParOf" srcId="{DB0B82EE-0992-4930-B9AD-2A3359C23C37}" destId="{778F63E5-CD31-4317-BB23-43566B16F5D9}" srcOrd="6" destOrd="0" presId="urn:microsoft.com/office/officeart/2005/8/layout/vProcess5"/>
    <dgm:cxn modelId="{2B8D9EE3-C571-4A93-B1FC-03566DE8C6CC}" type="presParOf" srcId="{DB0B82EE-0992-4930-B9AD-2A3359C23C37}" destId="{3948A29F-8D40-4A82-8A1D-01757B5F60D6}" srcOrd="7" destOrd="0" presId="urn:microsoft.com/office/officeart/2005/8/layout/vProcess5"/>
    <dgm:cxn modelId="{A5281DDD-EFFE-4A4A-AAE6-1C38E47A81F1}" type="presParOf" srcId="{DB0B82EE-0992-4930-B9AD-2A3359C23C37}" destId="{5BF56D87-DBD3-4846-9116-3DE96F559191}" srcOrd="8" destOrd="0" presId="urn:microsoft.com/office/officeart/2005/8/layout/vProcess5"/>
    <dgm:cxn modelId="{8D312D71-7F3E-4B3F-A507-E5A15382E0B5}" type="presParOf" srcId="{DB0B82EE-0992-4930-B9AD-2A3359C23C37}" destId="{98DE8821-CE19-40E8-A9E4-8271FF2E5429}" srcOrd="9" destOrd="0" presId="urn:microsoft.com/office/officeart/2005/8/layout/vProcess5"/>
    <dgm:cxn modelId="{8E6FCA1C-BC74-41C0-B00F-5B54644283E2}" type="presParOf" srcId="{DB0B82EE-0992-4930-B9AD-2A3359C23C37}" destId="{00F489B1-72EF-44C8-8712-3EB3D107ED61}" srcOrd="10" destOrd="0" presId="urn:microsoft.com/office/officeart/2005/8/layout/vProcess5"/>
    <dgm:cxn modelId="{3E2A5938-6D4E-4D75-ADC0-EAD45747F78A}" type="presParOf" srcId="{DB0B82EE-0992-4930-B9AD-2A3359C23C37}" destId="{464EF560-7900-465A-A39B-066896DBCE6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2042742-05B6-4352-86AB-D78FE43D328D}" type="doc">
      <dgm:prSet loTypeId="urn:microsoft.com/office/officeart/2018/5/layout/IconLeafLabelList" loCatId="icon" qsTypeId="urn:microsoft.com/office/officeart/2005/8/quickstyle/simple1#4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5774EDA-ADB0-49F2-BAE0-14AD057B368E}">
      <dgm:prSet/>
      <dgm:spPr/>
      <dgm:t>
        <a:bodyPr/>
        <a:lstStyle/>
        <a:p>
          <a:r>
            <a:rPr lang="en-US" b="1"/>
            <a:t>CMOS (Complementary Metal-Oxide Semiconductor)</a:t>
          </a:r>
          <a:r>
            <a:rPr lang="en-US"/>
            <a:t>:</a:t>
          </a:r>
        </a:p>
      </dgm:t>
    </dgm:pt>
    <dgm:pt modelId="{C15E5502-ACA8-47B2-87A5-919CAFD763B6}" type="parTrans" cxnId="{4E63E655-D073-4AD4-A7D7-2B9B9C4F942A}">
      <dgm:prSet/>
      <dgm:spPr/>
      <dgm:t>
        <a:bodyPr/>
        <a:lstStyle/>
        <a:p>
          <a:endParaRPr lang="en-US"/>
        </a:p>
      </dgm:t>
    </dgm:pt>
    <dgm:pt modelId="{A879282F-93FE-4BF0-A712-BACBC031B67D}" type="sibTrans" cxnId="{4E63E655-D073-4AD4-A7D7-2B9B9C4F942A}">
      <dgm:prSet/>
      <dgm:spPr/>
      <dgm:t>
        <a:bodyPr/>
        <a:lstStyle/>
        <a:p>
          <a:endParaRPr lang="en-US"/>
        </a:p>
      </dgm:t>
    </dgm:pt>
    <dgm:pt modelId="{7F96FAC2-9546-448A-8B48-79FD3E141BEC}">
      <dgm:prSet/>
      <dgm:spPr/>
      <dgm:t>
        <a:bodyPr/>
        <a:lstStyle/>
        <a:p>
          <a:r>
            <a:rPr lang="en-US"/>
            <a:t>Stores BIOS/UEFI settings (time, date, boot order)</a:t>
          </a:r>
        </a:p>
      </dgm:t>
    </dgm:pt>
    <dgm:pt modelId="{D5B37B03-0DC0-4BDA-A2AE-B92D20CA60A5}" type="parTrans" cxnId="{B7B589B7-452F-4090-9B6C-E70BC69B75C5}">
      <dgm:prSet/>
      <dgm:spPr/>
      <dgm:t>
        <a:bodyPr/>
        <a:lstStyle/>
        <a:p>
          <a:endParaRPr lang="en-US"/>
        </a:p>
      </dgm:t>
    </dgm:pt>
    <dgm:pt modelId="{FC1A0578-DBB3-48D0-A969-E830FB3D5F80}" type="sibTrans" cxnId="{B7B589B7-452F-4090-9B6C-E70BC69B75C5}">
      <dgm:prSet/>
      <dgm:spPr/>
      <dgm:t>
        <a:bodyPr/>
        <a:lstStyle/>
        <a:p>
          <a:endParaRPr lang="en-US"/>
        </a:p>
      </dgm:t>
    </dgm:pt>
    <dgm:pt modelId="{15C92134-235C-4436-AC37-BB3355207F51}">
      <dgm:prSet/>
      <dgm:spPr/>
      <dgm:t>
        <a:bodyPr/>
        <a:lstStyle/>
        <a:p>
          <a:r>
            <a:rPr lang="en-US" b="1"/>
            <a:t>Battery (CR2032)</a:t>
          </a:r>
          <a:r>
            <a:rPr lang="en-US"/>
            <a:t>:</a:t>
          </a:r>
        </a:p>
      </dgm:t>
    </dgm:pt>
    <dgm:pt modelId="{8D989B6D-44B7-4A56-9D17-5B29597F5A26}" type="parTrans" cxnId="{C0A785EE-DE06-407D-943B-542D913533B0}">
      <dgm:prSet/>
      <dgm:spPr/>
      <dgm:t>
        <a:bodyPr/>
        <a:lstStyle/>
        <a:p>
          <a:endParaRPr lang="en-US"/>
        </a:p>
      </dgm:t>
    </dgm:pt>
    <dgm:pt modelId="{F1112CCA-C0A2-45D1-BA32-B56EA6D3415B}" type="sibTrans" cxnId="{C0A785EE-DE06-407D-943B-542D913533B0}">
      <dgm:prSet/>
      <dgm:spPr/>
      <dgm:t>
        <a:bodyPr/>
        <a:lstStyle/>
        <a:p>
          <a:endParaRPr lang="en-US"/>
        </a:p>
      </dgm:t>
    </dgm:pt>
    <dgm:pt modelId="{7FB4E5F9-2913-462D-9259-F4669C1800B7}">
      <dgm:prSet/>
      <dgm:spPr/>
      <dgm:t>
        <a:bodyPr/>
        <a:lstStyle/>
        <a:p>
          <a:r>
            <a:rPr lang="en-US" dirty="0"/>
            <a:t>Powers CMOS chip when system is off</a:t>
          </a:r>
        </a:p>
      </dgm:t>
    </dgm:pt>
    <dgm:pt modelId="{8B653696-4E72-4013-8BBE-C0DE0896F053}" type="parTrans" cxnId="{FA97DF26-63CF-46CE-ACE7-43031AB82B82}">
      <dgm:prSet/>
      <dgm:spPr/>
      <dgm:t>
        <a:bodyPr/>
        <a:lstStyle/>
        <a:p>
          <a:endParaRPr lang="en-US"/>
        </a:p>
      </dgm:t>
    </dgm:pt>
    <dgm:pt modelId="{0EE7BE78-C774-46FE-909D-71A9F3397862}" type="sibTrans" cxnId="{FA97DF26-63CF-46CE-ACE7-43031AB82B82}">
      <dgm:prSet/>
      <dgm:spPr/>
      <dgm:t>
        <a:bodyPr/>
        <a:lstStyle/>
        <a:p>
          <a:endParaRPr lang="en-US"/>
        </a:p>
      </dgm:t>
    </dgm:pt>
    <dgm:pt modelId="{2FC50816-A52E-46B5-95BC-F90DBA87268A}">
      <dgm:prSet/>
      <dgm:spPr/>
      <dgm:t>
        <a:bodyPr/>
        <a:lstStyle/>
        <a:p>
          <a:r>
            <a:rPr lang="en-US"/>
            <a:t>If dead, BIOS resets to defaults</a:t>
          </a:r>
        </a:p>
      </dgm:t>
    </dgm:pt>
    <dgm:pt modelId="{E326B616-A923-4EEB-B085-0717D5EEF280}" type="parTrans" cxnId="{18C3C8D9-9C43-4B49-9C3D-C5A768800914}">
      <dgm:prSet/>
      <dgm:spPr/>
      <dgm:t>
        <a:bodyPr/>
        <a:lstStyle/>
        <a:p>
          <a:endParaRPr lang="en-US"/>
        </a:p>
      </dgm:t>
    </dgm:pt>
    <dgm:pt modelId="{3CD62058-558C-4CC4-B2C4-154BFD9E673F}" type="sibTrans" cxnId="{18C3C8D9-9C43-4B49-9C3D-C5A768800914}">
      <dgm:prSet/>
      <dgm:spPr/>
      <dgm:t>
        <a:bodyPr/>
        <a:lstStyle/>
        <a:p>
          <a:endParaRPr lang="en-US"/>
        </a:p>
      </dgm:t>
    </dgm:pt>
    <dgm:pt modelId="{0F1BA0FE-BC42-4FCD-99CF-C722CB8FB040}" type="pres">
      <dgm:prSet presAssocID="{62042742-05B6-4352-86AB-D78FE43D328D}" presName="root" presStyleCnt="0">
        <dgm:presLayoutVars>
          <dgm:dir/>
          <dgm:resizeHandles val="exact"/>
        </dgm:presLayoutVars>
      </dgm:prSet>
      <dgm:spPr/>
    </dgm:pt>
    <dgm:pt modelId="{F13B7E8E-BBB6-4DB0-8520-27BD01B89148}" type="pres">
      <dgm:prSet presAssocID="{D5774EDA-ADB0-49F2-BAE0-14AD057B368E}" presName="compNode" presStyleCnt="0"/>
      <dgm:spPr/>
    </dgm:pt>
    <dgm:pt modelId="{513CD8AE-E650-4D98-8602-6781C9F3FBC9}" type="pres">
      <dgm:prSet presAssocID="{D5774EDA-ADB0-49F2-BAE0-14AD057B368E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80BB72FB-40A9-4056-BF7E-34F05B9C8D19}" type="pres">
      <dgm:prSet presAssocID="{D5774EDA-ADB0-49F2-BAE0-14AD057B368E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</dgm:pt>
    <dgm:pt modelId="{D49136B4-B9FE-465C-99E8-C98FD9879BAB}" type="pres">
      <dgm:prSet presAssocID="{D5774EDA-ADB0-49F2-BAE0-14AD057B368E}" presName="spaceRect" presStyleCnt="0"/>
      <dgm:spPr/>
    </dgm:pt>
    <dgm:pt modelId="{C0F9F77A-F1F9-4FD6-868B-4500680EC8F5}" type="pres">
      <dgm:prSet presAssocID="{D5774EDA-ADB0-49F2-BAE0-14AD057B368E}" presName="textRect" presStyleLbl="revTx" presStyleIdx="0" presStyleCnt="5">
        <dgm:presLayoutVars>
          <dgm:chMax val="1"/>
          <dgm:chPref val="1"/>
        </dgm:presLayoutVars>
      </dgm:prSet>
      <dgm:spPr/>
    </dgm:pt>
    <dgm:pt modelId="{B9EEDC5F-06A0-4D5F-AFE2-FDC75DA19CF7}" type="pres">
      <dgm:prSet presAssocID="{A879282F-93FE-4BF0-A712-BACBC031B67D}" presName="sibTrans" presStyleCnt="0"/>
      <dgm:spPr/>
    </dgm:pt>
    <dgm:pt modelId="{3EDD4AA7-45B4-4E4A-AE5B-1D115743DD4F}" type="pres">
      <dgm:prSet presAssocID="{7F96FAC2-9546-448A-8B48-79FD3E141BEC}" presName="compNode" presStyleCnt="0"/>
      <dgm:spPr/>
    </dgm:pt>
    <dgm:pt modelId="{A1EDD45C-AFE7-4138-9BEC-2358832D45C7}" type="pres">
      <dgm:prSet presAssocID="{7F96FAC2-9546-448A-8B48-79FD3E141BEC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5BFBFECC-5C29-4550-A60B-1ABBD661C4A4}" type="pres">
      <dgm:prSet presAssocID="{7F96FAC2-9546-448A-8B48-79FD3E141BEC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</dgm:pt>
    <dgm:pt modelId="{17068CC6-2B89-482C-9934-A3BF52CF1181}" type="pres">
      <dgm:prSet presAssocID="{7F96FAC2-9546-448A-8B48-79FD3E141BEC}" presName="spaceRect" presStyleCnt="0"/>
      <dgm:spPr/>
    </dgm:pt>
    <dgm:pt modelId="{062279FF-F031-4B13-9321-D3609735DD76}" type="pres">
      <dgm:prSet presAssocID="{7F96FAC2-9546-448A-8B48-79FD3E141BEC}" presName="textRect" presStyleLbl="revTx" presStyleIdx="1" presStyleCnt="5">
        <dgm:presLayoutVars>
          <dgm:chMax val="1"/>
          <dgm:chPref val="1"/>
        </dgm:presLayoutVars>
      </dgm:prSet>
      <dgm:spPr/>
    </dgm:pt>
    <dgm:pt modelId="{8FF25FBE-A8FD-42CE-88AB-D928D0444718}" type="pres">
      <dgm:prSet presAssocID="{FC1A0578-DBB3-48D0-A969-E830FB3D5F80}" presName="sibTrans" presStyleCnt="0"/>
      <dgm:spPr/>
    </dgm:pt>
    <dgm:pt modelId="{4083ABAA-90DA-4C81-B74A-1B3E4CC839E8}" type="pres">
      <dgm:prSet presAssocID="{15C92134-235C-4436-AC37-BB3355207F51}" presName="compNode" presStyleCnt="0"/>
      <dgm:spPr/>
    </dgm:pt>
    <dgm:pt modelId="{9054FE46-6F7D-470D-B56A-57A5F0C8FF41}" type="pres">
      <dgm:prSet presAssocID="{15C92134-235C-4436-AC37-BB3355207F51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452D3D98-2239-4DA6-A84E-3D0F00632D87}" type="pres">
      <dgm:prSet presAssocID="{15C92134-235C-4436-AC37-BB3355207F51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</dgm:pt>
    <dgm:pt modelId="{443B4631-4461-45F4-9161-D0738CA7B0C2}" type="pres">
      <dgm:prSet presAssocID="{15C92134-235C-4436-AC37-BB3355207F51}" presName="spaceRect" presStyleCnt="0"/>
      <dgm:spPr/>
    </dgm:pt>
    <dgm:pt modelId="{86ED29A7-B51C-454E-A594-7D6D17A2EFE6}" type="pres">
      <dgm:prSet presAssocID="{15C92134-235C-4436-AC37-BB3355207F51}" presName="textRect" presStyleLbl="revTx" presStyleIdx="2" presStyleCnt="5">
        <dgm:presLayoutVars>
          <dgm:chMax val="1"/>
          <dgm:chPref val="1"/>
        </dgm:presLayoutVars>
      </dgm:prSet>
      <dgm:spPr/>
    </dgm:pt>
    <dgm:pt modelId="{62B244CD-51C0-4D6A-A5F1-3861249361CC}" type="pres">
      <dgm:prSet presAssocID="{F1112CCA-C0A2-45D1-BA32-B56EA6D3415B}" presName="sibTrans" presStyleCnt="0"/>
      <dgm:spPr/>
    </dgm:pt>
    <dgm:pt modelId="{CF6E8E0A-0311-47DA-BD4E-CB57B7DBADA0}" type="pres">
      <dgm:prSet presAssocID="{7FB4E5F9-2913-462D-9259-F4669C1800B7}" presName="compNode" presStyleCnt="0"/>
      <dgm:spPr/>
    </dgm:pt>
    <dgm:pt modelId="{A23AFF70-52E2-4731-874B-1ABBC70D6C6B}" type="pres">
      <dgm:prSet presAssocID="{7FB4E5F9-2913-462D-9259-F4669C1800B7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79D92617-31BA-4D57-AE7A-A02C4422EB5D}" type="pres">
      <dgm:prSet presAssocID="{7FB4E5F9-2913-462D-9259-F4669C1800B7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</dgm:pt>
    <dgm:pt modelId="{EE416A14-AFE7-4AAC-AF73-8BA7666D38C6}" type="pres">
      <dgm:prSet presAssocID="{7FB4E5F9-2913-462D-9259-F4669C1800B7}" presName="spaceRect" presStyleCnt="0"/>
      <dgm:spPr/>
    </dgm:pt>
    <dgm:pt modelId="{15978EC7-50E3-4337-ABE9-4AA927132635}" type="pres">
      <dgm:prSet presAssocID="{7FB4E5F9-2913-462D-9259-F4669C1800B7}" presName="textRect" presStyleLbl="revTx" presStyleIdx="3" presStyleCnt="5">
        <dgm:presLayoutVars>
          <dgm:chMax val="1"/>
          <dgm:chPref val="1"/>
        </dgm:presLayoutVars>
      </dgm:prSet>
      <dgm:spPr/>
    </dgm:pt>
    <dgm:pt modelId="{F903B90B-1B32-41CF-B102-42CAAF18CA1F}" type="pres">
      <dgm:prSet presAssocID="{0EE7BE78-C774-46FE-909D-71A9F3397862}" presName="sibTrans" presStyleCnt="0"/>
      <dgm:spPr/>
    </dgm:pt>
    <dgm:pt modelId="{08AD1E88-31E8-4525-8EBF-6B4505B339FD}" type="pres">
      <dgm:prSet presAssocID="{2FC50816-A52E-46B5-95BC-F90DBA87268A}" presName="compNode" presStyleCnt="0"/>
      <dgm:spPr/>
    </dgm:pt>
    <dgm:pt modelId="{C9BE607F-18A7-4A8F-ADB9-3598CDAA36F0}" type="pres">
      <dgm:prSet presAssocID="{2FC50816-A52E-46B5-95BC-F90DBA87268A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E76D3FD1-6E5F-4138-A522-00873F580849}" type="pres">
      <dgm:prSet presAssocID="{2FC50816-A52E-46B5-95BC-F90DBA87268A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</dgm:pt>
    <dgm:pt modelId="{8010A32F-D0E1-4A16-B48E-989869488F6F}" type="pres">
      <dgm:prSet presAssocID="{2FC50816-A52E-46B5-95BC-F90DBA87268A}" presName="spaceRect" presStyleCnt="0"/>
      <dgm:spPr/>
    </dgm:pt>
    <dgm:pt modelId="{84C8CDFF-7AEF-47CA-8E5B-115BC808241A}" type="pres">
      <dgm:prSet presAssocID="{2FC50816-A52E-46B5-95BC-F90DBA87268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9A6000F-D674-4B1A-8164-0EBCA3BBDB88}" type="presOf" srcId="{7F96FAC2-9546-448A-8B48-79FD3E141BEC}" destId="{062279FF-F031-4B13-9321-D3609735DD76}" srcOrd="0" destOrd="0" presId="urn:microsoft.com/office/officeart/2018/5/layout/IconLeafLabelList"/>
    <dgm:cxn modelId="{FA97DF26-63CF-46CE-ACE7-43031AB82B82}" srcId="{62042742-05B6-4352-86AB-D78FE43D328D}" destId="{7FB4E5F9-2913-462D-9259-F4669C1800B7}" srcOrd="3" destOrd="0" parTransId="{8B653696-4E72-4013-8BBE-C0DE0896F053}" sibTransId="{0EE7BE78-C774-46FE-909D-71A9F3397862}"/>
    <dgm:cxn modelId="{28FF042A-57F6-4E01-89A4-D694F090CFEA}" type="presOf" srcId="{D5774EDA-ADB0-49F2-BAE0-14AD057B368E}" destId="{C0F9F77A-F1F9-4FD6-868B-4500680EC8F5}" srcOrd="0" destOrd="0" presId="urn:microsoft.com/office/officeart/2018/5/layout/IconLeafLabelList"/>
    <dgm:cxn modelId="{C1037968-7B39-43F5-B64B-58BF96C847B3}" type="presOf" srcId="{15C92134-235C-4436-AC37-BB3355207F51}" destId="{86ED29A7-B51C-454E-A594-7D6D17A2EFE6}" srcOrd="0" destOrd="0" presId="urn:microsoft.com/office/officeart/2018/5/layout/IconLeafLabelList"/>
    <dgm:cxn modelId="{4E63E655-D073-4AD4-A7D7-2B9B9C4F942A}" srcId="{62042742-05B6-4352-86AB-D78FE43D328D}" destId="{D5774EDA-ADB0-49F2-BAE0-14AD057B368E}" srcOrd="0" destOrd="0" parTransId="{C15E5502-ACA8-47B2-87A5-919CAFD763B6}" sibTransId="{A879282F-93FE-4BF0-A712-BACBC031B67D}"/>
    <dgm:cxn modelId="{2F5D689D-5EA7-4BA2-8028-9EB3F4523931}" type="presOf" srcId="{7FB4E5F9-2913-462D-9259-F4669C1800B7}" destId="{15978EC7-50E3-4337-ABE9-4AA927132635}" srcOrd="0" destOrd="0" presId="urn:microsoft.com/office/officeart/2018/5/layout/IconLeafLabelList"/>
    <dgm:cxn modelId="{B7B589B7-452F-4090-9B6C-E70BC69B75C5}" srcId="{62042742-05B6-4352-86AB-D78FE43D328D}" destId="{7F96FAC2-9546-448A-8B48-79FD3E141BEC}" srcOrd="1" destOrd="0" parTransId="{D5B37B03-0DC0-4BDA-A2AE-B92D20CA60A5}" sibTransId="{FC1A0578-DBB3-48D0-A969-E830FB3D5F80}"/>
    <dgm:cxn modelId="{89F73CBF-85F3-49AF-A5CF-AFA7DDAF0255}" type="presOf" srcId="{62042742-05B6-4352-86AB-D78FE43D328D}" destId="{0F1BA0FE-BC42-4FCD-99CF-C722CB8FB040}" srcOrd="0" destOrd="0" presId="urn:microsoft.com/office/officeart/2018/5/layout/IconLeafLabelList"/>
    <dgm:cxn modelId="{18C3C8D9-9C43-4B49-9C3D-C5A768800914}" srcId="{62042742-05B6-4352-86AB-D78FE43D328D}" destId="{2FC50816-A52E-46B5-95BC-F90DBA87268A}" srcOrd="4" destOrd="0" parTransId="{E326B616-A923-4EEB-B085-0717D5EEF280}" sibTransId="{3CD62058-558C-4CC4-B2C4-154BFD9E673F}"/>
    <dgm:cxn modelId="{C0A785EE-DE06-407D-943B-542D913533B0}" srcId="{62042742-05B6-4352-86AB-D78FE43D328D}" destId="{15C92134-235C-4436-AC37-BB3355207F51}" srcOrd="2" destOrd="0" parTransId="{8D989B6D-44B7-4A56-9D17-5B29597F5A26}" sibTransId="{F1112CCA-C0A2-45D1-BA32-B56EA6D3415B}"/>
    <dgm:cxn modelId="{138FD8EE-5CF6-4822-A88C-C441D716FB45}" type="presOf" srcId="{2FC50816-A52E-46B5-95BC-F90DBA87268A}" destId="{84C8CDFF-7AEF-47CA-8E5B-115BC808241A}" srcOrd="0" destOrd="0" presId="urn:microsoft.com/office/officeart/2018/5/layout/IconLeafLabelList"/>
    <dgm:cxn modelId="{5B3EEC8C-1225-468D-A91D-441574E8AFD3}" type="presParOf" srcId="{0F1BA0FE-BC42-4FCD-99CF-C722CB8FB040}" destId="{F13B7E8E-BBB6-4DB0-8520-27BD01B89148}" srcOrd="0" destOrd="0" presId="urn:microsoft.com/office/officeart/2018/5/layout/IconLeafLabelList"/>
    <dgm:cxn modelId="{6501B4F8-1CB9-46D7-85B6-2F61ABF72F6C}" type="presParOf" srcId="{F13B7E8E-BBB6-4DB0-8520-27BD01B89148}" destId="{513CD8AE-E650-4D98-8602-6781C9F3FBC9}" srcOrd="0" destOrd="0" presId="urn:microsoft.com/office/officeart/2018/5/layout/IconLeafLabelList"/>
    <dgm:cxn modelId="{4A9F12FC-3792-4C70-A3E9-C9F640011D33}" type="presParOf" srcId="{F13B7E8E-BBB6-4DB0-8520-27BD01B89148}" destId="{80BB72FB-40A9-4056-BF7E-34F05B9C8D19}" srcOrd="1" destOrd="0" presId="urn:microsoft.com/office/officeart/2018/5/layout/IconLeafLabelList"/>
    <dgm:cxn modelId="{B076B2EE-0863-400C-B57D-9C046F3DAD89}" type="presParOf" srcId="{F13B7E8E-BBB6-4DB0-8520-27BD01B89148}" destId="{D49136B4-B9FE-465C-99E8-C98FD9879BAB}" srcOrd="2" destOrd="0" presId="urn:microsoft.com/office/officeart/2018/5/layout/IconLeafLabelList"/>
    <dgm:cxn modelId="{5E9761AF-69E3-4C9B-A63E-2C8DC21132EB}" type="presParOf" srcId="{F13B7E8E-BBB6-4DB0-8520-27BD01B89148}" destId="{C0F9F77A-F1F9-4FD6-868B-4500680EC8F5}" srcOrd="3" destOrd="0" presId="urn:microsoft.com/office/officeart/2018/5/layout/IconLeafLabelList"/>
    <dgm:cxn modelId="{1B3FBB3C-E77B-4BB7-87AE-AD42A1FC18D9}" type="presParOf" srcId="{0F1BA0FE-BC42-4FCD-99CF-C722CB8FB040}" destId="{B9EEDC5F-06A0-4D5F-AFE2-FDC75DA19CF7}" srcOrd="1" destOrd="0" presId="urn:microsoft.com/office/officeart/2018/5/layout/IconLeafLabelList"/>
    <dgm:cxn modelId="{109CF983-8C6A-49AE-9A04-19E7EEEFF4E6}" type="presParOf" srcId="{0F1BA0FE-BC42-4FCD-99CF-C722CB8FB040}" destId="{3EDD4AA7-45B4-4E4A-AE5B-1D115743DD4F}" srcOrd="2" destOrd="0" presId="urn:microsoft.com/office/officeart/2018/5/layout/IconLeafLabelList"/>
    <dgm:cxn modelId="{4A4E1131-3255-4321-903E-1005CD982013}" type="presParOf" srcId="{3EDD4AA7-45B4-4E4A-AE5B-1D115743DD4F}" destId="{A1EDD45C-AFE7-4138-9BEC-2358832D45C7}" srcOrd="0" destOrd="0" presId="urn:microsoft.com/office/officeart/2018/5/layout/IconLeafLabelList"/>
    <dgm:cxn modelId="{0D375B8F-51A8-4565-A18C-10DF690B2787}" type="presParOf" srcId="{3EDD4AA7-45B4-4E4A-AE5B-1D115743DD4F}" destId="{5BFBFECC-5C29-4550-A60B-1ABBD661C4A4}" srcOrd="1" destOrd="0" presId="urn:microsoft.com/office/officeart/2018/5/layout/IconLeafLabelList"/>
    <dgm:cxn modelId="{B09A6E99-AE88-43BC-9D3B-A946D5DC4B3F}" type="presParOf" srcId="{3EDD4AA7-45B4-4E4A-AE5B-1D115743DD4F}" destId="{17068CC6-2B89-482C-9934-A3BF52CF1181}" srcOrd="2" destOrd="0" presId="urn:microsoft.com/office/officeart/2018/5/layout/IconLeafLabelList"/>
    <dgm:cxn modelId="{B9A4F874-D27B-499D-BDAA-D1D7F5DCC8C8}" type="presParOf" srcId="{3EDD4AA7-45B4-4E4A-AE5B-1D115743DD4F}" destId="{062279FF-F031-4B13-9321-D3609735DD76}" srcOrd="3" destOrd="0" presId="urn:microsoft.com/office/officeart/2018/5/layout/IconLeafLabelList"/>
    <dgm:cxn modelId="{7D0F2565-BAF0-429C-937B-63E86CE4D644}" type="presParOf" srcId="{0F1BA0FE-BC42-4FCD-99CF-C722CB8FB040}" destId="{8FF25FBE-A8FD-42CE-88AB-D928D0444718}" srcOrd="3" destOrd="0" presId="urn:microsoft.com/office/officeart/2018/5/layout/IconLeafLabelList"/>
    <dgm:cxn modelId="{37BF31D9-F004-475B-9DC4-BE2DD66F953E}" type="presParOf" srcId="{0F1BA0FE-BC42-4FCD-99CF-C722CB8FB040}" destId="{4083ABAA-90DA-4C81-B74A-1B3E4CC839E8}" srcOrd="4" destOrd="0" presId="urn:microsoft.com/office/officeart/2018/5/layout/IconLeafLabelList"/>
    <dgm:cxn modelId="{46CA37EF-F2E4-4EBB-A49E-54764971D9CE}" type="presParOf" srcId="{4083ABAA-90DA-4C81-B74A-1B3E4CC839E8}" destId="{9054FE46-6F7D-470D-B56A-57A5F0C8FF41}" srcOrd="0" destOrd="0" presId="urn:microsoft.com/office/officeart/2018/5/layout/IconLeafLabelList"/>
    <dgm:cxn modelId="{3D3311C7-48F0-4BD5-B6CD-D0CC90B15611}" type="presParOf" srcId="{4083ABAA-90DA-4C81-B74A-1B3E4CC839E8}" destId="{452D3D98-2239-4DA6-A84E-3D0F00632D87}" srcOrd="1" destOrd="0" presId="urn:microsoft.com/office/officeart/2018/5/layout/IconLeafLabelList"/>
    <dgm:cxn modelId="{43B15B29-68F2-4BEF-A512-FE1E64706913}" type="presParOf" srcId="{4083ABAA-90DA-4C81-B74A-1B3E4CC839E8}" destId="{443B4631-4461-45F4-9161-D0738CA7B0C2}" srcOrd="2" destOrd="0" presId="urn:microsoft.com/office/officeart/2018/5/layout/IconLeafLabelList"/>
    <dgm:cxn modelId="{FA713D79-7C47-446C-A149-EADCC6E881F9}" type="presParOf" srcId="{4083ABAA-90DA-4C81-B74A-1B3E4CC839E8}" destId="{86ED29A7-B51C-454E-A594-7D6D17A2EFE6}" srcOrd="3" destOrd="0" presId="urn:microsoft.com/office/officeart/2018/5/layout/IconLeafLabelList"/>
    <dgm:cxn modelId="{67F31163-1368-494A-9F01-598D5449B496}" type="presParOf" srcId="{0F1BA0FE-BC42-4FCD-99CF-C722CB8FB040}" destId="{62B244CD-51C0-4D6A-A5F1-3861249361CC}" srcOrd="5" destOrd="0" presId="urn:microsoft.com/office/officeart/2018/5/layout/IconLeafLabelList"/>
    <dgm:cxn modelId="{B7617988-7A0C-47F7-824A-EF745F7B1509}" type="presParOf" srcId="{0F1BA0FE-BC42-4FCD-99CF-C722CB8FB040}" destId="{CF6E8E0A-0311-47DA-BD4E-CB57B7DBADA0}" srcOrd="6" destOrd="0" presId="urn:microsoft.com/office/officeart/2018/5/layout/IconLeafLabelList"/>
    <dgm:cxn modelId="{7F868F58-C6FC-4FE8-A155-56F9B7EF336D}" type="presParOf" srcId="{CF6E8E0A-0311-47DA-BD4E-CB57B7DBADA0}" destId="{A23AFF70-52E2-4731-874B-1ABBC70D6C6B}" srcOrd="0" destOrd="0" presId="urn:microsoft.com/office/officeart/2018/5/layout/IconLeafLabelList"/>
    <dgm:cxn modelId="{16B0FB0C-DC42-4A20-80AB-B04BA43E3C5A}" type="presParOf" srcId="{CF6E8E0A-0311-47DA-BD4E-CB57B7DBADA0}" destId="{79D92617-31BA-4D57-AE7A-A02C4422EB5D}" srcOrd="1" destOrd="0" presId="urn:microsoft.com/office/officeart/2018/5/layout/IconLeafLabelList"/>
    <dgm:cxn modelId="{19A103B8-EA1E-4A41-8138-F0531FD70066}" type="presParOf" srcId="{CF6E8E0A-0311-47DA-BD4E-CB57B7DBADA0}" destId="{EE416A14-AFE7-4AAC-AF73-8BA7666D38C6}" srcOrd="2" destOrd="0" presId="urn:microsoft.com/office/officeart/2018/5/layout/IconLeafLabelList"/>
    <dgm:cxn modelId="{96265070-29DC-4CB4-9150-DB0A6F8D34EA}" type="presParOf" srcId="{CF6E8E0A-0311-47DA-BD4E-CB57B7DBADA0}" destId="{15978EC7-50E3-4337-ABE9-4AA927132635}" srcOrd="3" destOrd="0" presId="urn:microsoft.com/office/officeart/2018/5/layout/IconLeafLabelList"/>
    <dgm:cxn modelId="{F07FDF3F-C7B3-4018-A1D3-959C3455BCAD}" type="presParOf" srcId="{0F1BA0FE-BC42-4FCD-99CF-C722CB8FB040}" destId="{F903B90B-1B32-41CF-B102-42CAAF18CA1F}" srcOrd="7" destOrd="0" presId="urn:microsoft.com/office/officeart/2018/5/layout/IconLeafLabelList"/>
    <dgm:cxn modelId="{9AC38A4B-9950-49F9-84A3-CDA57EEFC3AD}" type="presParOf" srcId="{0F1BA0FE-BC42-4FCD-99CF-C722CB8FB040}" destId="{08AD1E88-31E8-4525-8EBF-6B4505B339FD}" srcOrd="8" destOrd="0" presId="urn:microsoft.com/office/officeart/2018/5/layout/IconLeafLabelList"/>
    <dgm:cxn modelId="{A5E22165-B935-4BBB-B4AC-D27332BF90AE}" type="presParOf" srcId="{08AD1E88-31E8-4525-8EBF-6B4505B339FD}" destId="{C9BE607F-18A7-4A8F-ADB9-3598CDAA36F0}" srcOrd="0" destOrd="0" presId="urn:microsoft.com/office/officeart/2018/5/layout/IconLeafLabelList"/>
    <dgm:cxn modelId="{B8FF606D-A81A-4FF4-8AB4-7611D020A5B0}" type="presParOf" srcId="{08AD1E88-31E8-4525-8EBF-6B4505B339FD}" destId="{E76D3FD1-6E5F-4138-A522-00873F580849}" srcOrd="1" destOrd="0" presId="urn:microsoft.com/office/officeart/2018/5/layout/IconLeafLabelList"/>
    <dgm:cxn modelId="{2DE7F87E-1D3B-4F13-92B6-295D4C0954BF}" type="presParOf" srcId="{08AD1E88-31E8-4525-8EBF-6B4505B339FD}" destId="{8010A32F-D0E1-4A16-B48E-989869488F6F}" srcOrd="2" destOrd="0" presId="urn:microsoft.com/office/officeart/2018/5/layout/IconLeafLabelList"/>
    <dgm:cxn modelId="{38DC40AA-93E6-46C9-8C96-B1680164B920}" type="presParOf" srcId="{08AD1E88-31E8-4525-8EBF-6B4505B339FD}" destId="{84C8CDFF-7AEF-47CA-8E5B-115BC808241A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776D7B9-1F2F-475C-B7A2-8366559492D5}" type="doc">
      <dgm:prSet loTypeId="urn:microsoft.com/office/officeart/2005/8/layout/vList5" loCatId="list" qsTypeId="urn:microsoft.com/office/officeart/2005/8/quickstyle/simple4#1" qsCatId="simple" csTypeId="urn:microsoft.com/office/officeart/2005/8/colors/colorful5#1" csCatId="colorful"/>
      <dgm:spPr/>
      <dgm:t>
        <a:bodyPr/>
        <a:lstStyle/>
        <a:p>
          <a:endParaRPr lang="en-US"/>
        </a:p>
      </dgm:t>
    </dgm:pt>
    <dgm:pt modelId="{51C851D6-11B6-4944-89AA-346C8A3DCCB0}">
      <dgm:prSet/>
      <dgm:spPr/>
      <dgm:t>
        <a:bodyPr/>
        <a:lstStyle/>
        <a:p>
          <a:r>
            <a:rPr lang="en-US"/>
            <a:t>Connect case to motherboard:</a:t>
          </a:r>
        </a:p>
      </dgm:t>
    </dgm:pt>
    <dgm:pt modelId="{5A305780-2669-43DD-A393-E5109C556ECF}" type="parTrans" cxnId="{F106B0DF-C1FE-4888-A464-8DE1903A116B}">
      <dgm:prSet/>
      <dgm:spPr/>
      <dgm:t>
        <a:bodyPr/>
        <a:lstStyle/>
        <a:p>
          <a:endParaRPr lang="en-US"/>
        </a:p>
      </dgm:t>
    </dgm:pt>
    <dgm:pt modelId="{408D1357-CE39-4596-8EDB-E4E45430A321}" type="sibTrans" cxnId="{F106B0DF-C1FE-4888-A464-8DE1903A116B}">
      <dgm:prSet/>
      <dgm:spPr/>
      <dgm:t>
        <a:bodyPr/>
        <a:lstStyle/>
        <a:p>
          <a:endParaRPr lang="en-US"/>
        </a:p>
      </dgm:t>
    </dgm:pt>
    <dgm:pt modelId="{774CE968-154C-4069-B4CD-76C08CE1C080}">
      <dgm:prSet/>
      <dgm:spPr/>
      <dgm:t>
        <a:bodyPr/>
        <a:lstStyle/>
        <a:p>
          <a:r>
            <a:rPr lang="en-US" b="1"/>
            <a:t>Power switch</a:t>
          </a:r>
          <a:endParaRPr lang="en-US"/>
        </a:p>
      </dgm:t>
    </dgm:pt>
    <dgm:pt modelId="{958F3537-E2F5-49D3-BF2F-EC894B842F73}" type="parTrans" cxnId="{4DF62409-7E82-4D39-9AF8-1309AD99B882}">
      <dgm:prSet/>
      <dgm:spPr/>
      <dgm:t>
        <a:bodyPr/>
        <a:lstStyle/>
        <a:p>
          <a:endParaRPr lang="en-US"/>
        </a:p>
      </dgm:t>
    </dgm:pt>
    <dgm:pt modelId="{DAE183C3-8FD3-42FD-8154-213B7B7F1356}" type="sibTrans" cxnId="{4DF62409-7E82-4D39-9AF8-1309AD99B882}">
      <dgm:prSet/>
      <dgm:spPr/>
      <dgm:t>
        <a:bodyPr/>
        <a:lstStyle/>
        <a:p>
          <a:endParaRPr lang="en-US"/>
        </a:p>
      </dgm:t>
    </dgm:pt>
    <dgm:pt modelId="{EE429EB2-A9B6-47D9-85D2-AF4196E19D82}">
      <dgm:prSet/>
      <dgm:spPr/>
      <dgm:t>
        <a:bodyPr/>
        <a:lstStyle/>
        <a:p>
          <a:r>
            <a:rPr lang="en-US" b="1"/>
            <a:t>Reset switch</a:t>
          </a:r>
          <a:endParaRPr lang="en-US"/>
        </a:p>
      </dgm:t>
    </dgm:pt>
    <dgm:pt modelId="{6834CC4C-4AAD-4742-80F1-F10760DC8C39}" type="parTrans" cxnId="{701BE249-1502-4453-A017-5F4380F4FFF3}">
      <dgm:prSet/>
      <dgm:spPr/>
      <dgm:t>
        <a:bodyPr/>
        <a:lstStyle/>
        <a:p>
          <a:endParaRPr lang="en-US"/>
        </a:p>
      </dgm:t>
    </dgm:pt>
    <dgm:pt modelId="{3BCEEBF0-C015-45F4-801F-DF6BEC74C9F4}" type="sibTrans" cxnId="{701BE249-1502-4453-A017-5F4380F4FFF3}">
      <dgm:prSet/>
      <dgm:spPr/>
      <dgm:t>
        <a:bodyPr/>
        <a:lstStyle/>
        <a:p>
          <a:endParaRPr lang="en-US"/>
        </a:p>
      </dgm:t>
    </dgm:pt>
    <dgm:pt modelId="{9E9FAD6E-B062-47CE-AE70-5AFC6E2388A5}">
      <dgm:prSet/>
      <dgm:spPr/>
      <dgm:t>
        <a:bodyPr/>
        <a:lstStyle/>
        <a:p>
          <a:r>
            <a:rPr lang="en-US" b="1"/>
            <a:t>HDD activity LED</a:t>
          </a:r>
          <a:endParaRPr lang="en-US"/>
        </a:p>
      </dgm:t>
    </dgm:pt>
    <dgm:pt modelId="{C90F4064-F9B7-4163-B9A4-C23880FD668C}" type="parTrans" cxnId="{C375720C-1410-419C-A58B-E6C67EDC944C}">
      <dgm:prSet/>
      <dgm:spPr/>
      <dgm:t>
        <a:bodyPr/>
        <a:lstStyle/>
        <a:p>
          <a:endParaRPr lang="en-US"/>
        </a:p>
      </dgm:t>
    </dgm:pt>
    <dgm:pt modelId="{6EDF579A-7F78-4FFA-8D21-231E630A32A8}" type="sibTrans" cxnId="{C375720C-1410-419C-A58B-E6C67EDC944C}">
      <dgm:prSet/>
      <dgm:spPr/>
      <dgm:t>
        <a:bodyPr/>
        <a:lstStyle/>
        <a:p>
          <a:endParaRPr lang="en-US"/>
        </a:p>
      </dgm:t>
    </dgm:pt>
    <dgm:pt modelId="{1342675D-AD52-463D-8487-C44212A3E6D3}">
      <dgm:prSet/>
      <dgm:spPr/>
      <dgm:t>
        <a:bodyPr/>
        <a:lstStyle/>
        <a:p>
          <a:r>
            <a:rPr lang="en-US" b="1"/>
            <a:t>Power LED</a:t>
          </a:r>
          <a:endParaRPr lang="en-US"/>
        </a:p>
      </dgm:t>
    </dgm:pt>
    <dgm:pt modelId="{ECF7F0E9-87E8-4FBE-9EF6-DB4990B772E6}" type="parTrans" cxnId="{0C5D3C68-E30D-40B2-9F26-7CAFA2161F61}">
      <dgm:prSet/>
      <dgm:spPr/>
      <dgm:t>
        <a:bodyPr/>
        <a:lstStyle/>
        <a:p>
          <a:endParaRPr lang="en-US"/>
        </a:p>
      </dgm:t>
    </dgm:pt>
    <dgm:pt modelId="{371A1182-A0C8-444D-9522-A45D3880395D}" type="sibTrans" cxnId="{0C5D3C68-E30D-40B2-9F26-7CAFA2161F61}">
      <dgm:prSet/>
      <dgm:spPr/>
      <dgm:t>
        <a:bodyPr/>
        <a:lstStyle/>
        <a:p>
          <a:endParaRPr lang="en-US"/>
        </a:p>
      </dgm:t>
    </dgm:pt>
    <dgm:pt modelId="{7A26A20E-11D3-4F92-A3DD-BBED6E376101}">
      <dgm:prSet/>
      <dgm:spPr/>
      <dgm:t>
        <a:bodyPr/>
        <a:lstStyle/>
        <a:p>
          <a:r>
            <a:rPr lang="en-US"/>
            <a:t>Connected via small pin headers (e.g., F_PANEL)</a:t>
          </a:r>
        </a:p>
      </dgm:t>
    </dgm:pt>
    <dgm:pt modelId="{C7B5185D-BC72-4BCC-9470-932BD170816E}" type="parTrans" cxnId="{03470E06-F9FC-4CEB-91DB-49ACCD4F5186}">
      <dgm:prSet/>
      <dgm:spPr/>
      <dgm:t>
        <a:bodyPr/>
        <a:lstStyle/>
        <a:p>
          <a:endParaRPr lang="en-US"/>
        </a:p>
      </dgm:t>
    </dgm:pt>
    <dgm:pt modelId="{58124D8F-C38A-4E4F-B28B-686ADE5DFC43}" type="sibTrans" cxnId="{03470E06-F9FC-4CEB-91DB-49ACCD4F5186}">
      <dgm:prSet/>
      <dgm:spPr/>
      <dgm:t>
        <a:bodyPr/>
        <a:lstStyle/>
        <a:p>
          <a:endParaRPr lang="en-US"/>
        </a:p>
      </dgm:t>
    </dgm:pt>
    <dgm:pt modelId="{5C453A9D-34EB-4943-8C72-6C5F3B8F980E}">
      <dgm:prSet/>
      <dgm:spPr/>
      <dgm:t>
        <a:bodyPr/>
        <a:lstStyle/>
        <a:p>
          <a:r>
            <a:rPr lang="en-US"/>
            <a:t>Must follow manual for correct pin layout</a:t>
          </a:r>
        </a:p>
      </dgm:t>
    </dgm:pt>
    <dgm:pt modelId="{A406B729-1DCD-415A-96BC-071E6E9089BC}" type="parTrans" cxnId="{8818767F-EE73-4E6D-9CBC-96F361B72683}">
      <dgm:prSet/>
      <dgm:spPr/>
      <dgm:t>
        <a:bodyPr/>
        <a:lstStyle/>
        <a:p>
          <a:endParaRPr lang="en-US"/>
        </a:p>
      </dgm:t>
    </dgm:pt>
    <dgm:pt modelId="{428579E4-6CE5-4C91-86D8-659EAF8F1475}" type="sibTrans" cxnId="{8818767F-EE73-4E6D-9CBC-96F361B72683}">
      <dgm:prSet/>
      <dgm:spPr/>
      <dgm:t>
        <a:bodyPr/>
        <a:lstStyle/>
        <a:p>
          <a:endParaRPr lang="en-US"/>
        </a:p>
      </dgm:t>
    </dgm:pt>
    <dgm:pt modelId="{56454702-D514-4E25-BC2D-6E595B76F26D}" type="pres">
      <dgm:prSet presAssocID="{B776D7B9-1F2F-475C-B7A2-8366559492D5}" presName="Name0" presStyleCnt="0">
        <dgm:presLayoutVars>
          <dgm:dir/>
          <dgm:animLvl val="lvl"/>
          <dgm:resizeHandles val="exact"/>
        </dgm:presLayoutVars>
      </dgm:prSet>
      <dgm:spPr/>
    </dgm:pt>
    <dgm:pt modelId="{555BBC2B-4C01-4ABF-A191-A29B7A10AAEB}" type="pres">
      <dgm:prSet presAssocID="{51C851D6-11B6-4944-89AA-346C8A3DCCB0}" presName="linNode" presStyleCnt="0"/>
      <dgm:spPr/>
    </dgm:pt>
    <dgm:pt modelId="{91E2C81B-B00B-485A-B366-B499D9908BDB}" type="pres">
      <dgm:prSet presAssocID="{51C851D6-11B6-4944-89AA-346C8A3DCCB0}" presName="parentText" presStyleLbl="node1" presStyleIdx="0" presStyleCnt="7">
        <dgm:presLayoutVars>
          <dgm:chMax val="1"/>
          <dgm:bulletEnabled val="1"/>
        </dgm:presLayoutVars>
      </dgm:prSet>
      <dgm:spPr/>
    </dgm:pt>
    <dgm:pt modelId="{091C1CAB-E0DF-408D-A0EB-1109FE9BD922}" type="pres">
      <dgm:prSet presAssocID="{408D1357-CE39-4596-8EDB-E4E45430A321}" presName="sp" presStyleCnt="0"/>
      <dgm:spPr/>
    </dgm:pt>
    <dgm:pt modelId="{7BDBC12C-5DA5-4FC8-8799-F8EC532FD7E9}" type="pres">
      <dgm:prSet presAssocID="{774CE968-154C-4069-B4CD-76C08CE1C080}" presName="linNode" presStyleCnt="0"/>
      <dgm:spPr/>
    </dgm:pt>
    <dgm:pt modelId="{A89672BD-808F-43D4-8C66-0DDD971DB03E}" type="pres">
      <dgm:prSet presAssocID="{774CE968-154C-4069-B4CD-76C08CE1C080}" presName="parentText" presStyleLbl="node1" presStyleIdx="1" presStyleCnt="7">
        <dgm:presLayoutVars>
          <dgm:chMax val="1"/>
          <dgm:bulletEnabled val="1"/>
        </dgm:presLayoutVars>
      </dgm:prSet>
      <dgm:spPr/>
    </dgm:pt>
    <dgm:pt modelId="{D4219F07-AAFF-4742-B1ED-91E9C3407C4D}" type="pres">
      <dgm:prSet presAssocID="{DAE183C3-8FD3-42FD-8154-213B7B7F1356}" presName="sp" presStyleCnt="0"/>
      <dgm:spPr/>
    </dgm:pt>
    <dgm:pt modelId="{68E26EAC-DC60-4867-B154-3E788A060D5B}" type="pres">
      <dgm:prSet presAssocID="{EE429EB2-A9B6-47D9-85D2-AF4196E19D82}" presName="linNode" presStyleCnt="0"/>
      <dgm:spPr/>
    </dgm:pt>
    <dgm:pt modelId="{249B7559-4DCF-4DDF-B1C1-F8023409ECC3}" type="pres">
      <dgm:prSet presAssocID="{EE429EB2-A9B6-47D9-85D2-AF4196E19D82}" presName="parentText" presStyleLbl="node1" presStyleIdx="2" presStyleCnt="7">
        <dgm:presLayoutVars>
          <dgm:chMax val="1"/>
          <dgm:bulletEnabled val="1"/>
        </dgm:presLayoutVars>
      </dgm:prSet>
      <dgm:spPr/>
    </dgm:pt>
    <dgm:pt modelId="{37FA08B8-923A-4938-95F2-B88388C06BBF}" type="pres">
      <dgm:prSet presAssocID="{3BCEEBF0-C015-45F4-801F-DF6BEC74C9F4}" presName="sp" presStyleCnt="0"/>
      <dgm:spPr/>
    </dgm:pt>
    <dgm:pt modelId="{BEE8DB8A-A4E1-4FC2-A07E-0DE85F7442E1}" type="pres">
      <dgm:prSet presAssocID="{9E9FAD6E-B062-47CE-AE70-5AFC6E2388A5}" presName="linNode" presStyleCnt="0"/>
      <dgm:spPr/>
    </dgm:pt>
    <dgm:pt modelId="{DEC465FA-BA96-47C7-AD99-04DDFC405839}" type="pres">
      <dgm:prSet presAssocID="{9E9FAD6E-B062-47CE-AE70-5AFC6E2388A5}" presName="parentText" presStyleLbl="node1" presStyleIdx="3" presStyleCnt="7">
        <dgm:presLayoutVars>
          <dgm:chMax val="1"/>
          <dgm:bulletEnabled val="1"/>
        </dgm:presLayoutVars>
      </dgm:prSet>
      <dgm:spPr/>
    </dgm:pt>
    <dgm:pt modelId="{F6DCE535-9600-460A-867A-FEC70E70A3E3}" type="pres">
      <dgm:prSet presAssocID="{6EDF579A-7F78-4FFA-8D21-231E630A32A8}" presName="sp" presStyleCnt="0"/>
      <dgm:spPr/>
    </dgm:pt>
    <dgm:pt modelId="{5FCCE231-F3CC-47F3-9350-ADDD05F1195A}" type="pres">
      <dgm:prSet presAssocID="{1342675D-AD52-463D-8487-C44212A3E6D3}" presName="linNode" presStyleCnt="0"/>
      <dgm:spPr/>
    </dgm:pt>
    <dgm:pt modelId="{7F63CBFC-8991-44C4-9714-72A89332F2F7}" type="pres">
      <dgm:prSet presAssocID="{1342675D-AD52-463D-8487-C44212A3E6D3}" presName="parentText" presStyleLbl="node1" presStyleIdx="4" presStyleCnt="7">
        <dgm:presLayoutVars>
          <dgm:chMax val="1"/>
          <dgm:bulletEnabled val="1"/>
        </dgm:presLayoutVars>
      </dgm:prSet>
      <dgm:spPr/>
    </dgm:pt>
    <dgm:pt modelId="{1115919B-48BC-4D09-B49F-2A14FBCCF62E}" type="pres">
      <dgm:prSet presAssocID="{371A1182-A0C8-444D-9522-A45D3880395D}" presName="sp" presStyleCnt="0"/>
      <dgm:spPr/>
    </dgm:pt>
    <dgm:pt modelId="{CD739E92-08EB-4296-ACAA-BC159BEB12DE}" type="pres">
      <dgm:prSet presAssocID="{7A26A20E-11D3-4F92-A3DD-BBED6E376101}" presName="linNode" presStyleCnt="0"/>
      <dgm:spPr/>
    </dgm:pt>
    <dgm:pt modelId="{6DA7B67B-E816-40FA-9EFF-EFA59B1B1BC3}" type="pres">
      <dgm:prSet presAssocID="{7A26A20E-11D3-4F92-A3DD-BBED6E376101}" presName="parentText" presStyleLbl="node1" presStyleIdx="5" presStyleCnt="7">
        <dgm:presLayoutVars>
          <dgm:chMax val="1"/>
          <dgm:bulletEnabled val="1"/>
        </dgm:presLayoutVars>
      </dgm:prSet>
      <dgm:spPr/>
    </dgm:pt>
    <dgm:pt modelId="{2ED1C377-9D10-43C8-85E8-5C8B8ED74158}" type="pres">
      <dgm:prSet presAssocID="{58124D8F-C38A-4E4F-B28B-686ADE5DFC43}" presName="sp" presStyleCnt="0"/>
      <dgm:spPr/>
    </dgm:pt>
    <dgm:pt modelId="{98E9C00C-694F-40B7-B470-B1DF8A55E36D}" type="pres">
      <dgm:prSet presAssocID="{5C453A9D-34EB-4943-8C72-6C5F3B8F980E}" presName="linNode" presStyleCnt="0"/>
      <dgm:spPr/>
    </dgm:pt>
    <dgm:pt modelId="{9DCC489C-ADFE-430C-ABE0-55B9D1883475}" type="pres">
      <dgm:prSet presAssocID="{5C453A9D-34EB-4943-8C72-6C5F3B8F980E}" presName="parentText" presStyleLbl="node1" presStyleIdx="6" presStyleCnt="7">
        <dgm:presLayoutVars>
          <dgm:chMax val="1"/>
          <dgm:bulletEnabled val="1"/>
        </dgm:presLayoutVars>
      </dgm:prSet>
      <dgm:spPr/>
    </dgm:pt>
  </dgm:ptLst>
  <dgm:cxnLst>
    <dgm:cxn modelId="{4409F500-0A71-42B6-AEAA-8F406E8523F6}" type="presOf" srcId="{B776D7B9-1F2F-475C-B7A2-8366559492D5}" destId="{56454702-D514-4E25-BC2D-6E595B76F26D}" srcOrd="0" destOrd="0" presId="urn:microsoft.com/office/officeart/2005/8/layout/vList5"/>
    <dgm:cxn modelId="{CE814F02-99D1-46E1-995B-8004ED88FC02}" type="presOf" srcId="{7A26A20E-11D3-4F92-A3DD-BBED6E376101}" destId="{6DA7B67B-E816-40FA-9EFF-EFA59B1B1BC3}" srcOrd="0" destOrd="0" presId="urn:microsoft.com/office/officeart/2005/8/layout/vList5"/>
    <dgm:cxn modelId="{03470E06-F9FC-4CEB-91DB-49ACCD4F5186}" srcId="{B776D7B9-1F2F-475C-B7A2-8366559492D5}" destId="{7A26A20E-11D3-4F92-A3DD-BBED6E376101}" srcOrd="5" destOrd="0" parTransId="{C7B5185D-BC72-4BCC-9470-932BD170816E}" sibTransId="{58124D8F-C38A-4E4F-B28B-686ADE5DFC43}"/>
    <dgm:cxn modelId="{4DF62409-7E82-4D39-9AF8-1309AD99B882}" srcId="{B776D7B9-1F2F-475C-B7A2-8366559492D5}" destId="{774CE968-154C-4069-B4CD-76C08CE1C080}" srcOrd="1" destOrd="0" parTransId="{958F3537-E2F5-49D3-BF2F-EC894B842F73}" sibTransId="{DAE183C3-8FD3-42FD-8154-213B7B7F1356}"/>
    <dgm:cxn modelId="{C375720C-1410-419C-A58B-E6C67EDC944C}" srcId="{B776D7B9-1F2F-475C-B7A2-8366559492D5}" destId="{9E9FAD6E-B062-47CE-AE70-5AFC6E2388A5}" srcOrd="3" destOrd="0" parTransId="{C90F4064-F9B7-4163-B9A4-C23880FD668C}" sibTransId="{6EDF579A-7F78-4FFA-8D21-231E630A32A8}"/>
    <dgm:cxn modelId="{8D7B1E26-6F2F-47F4-8C7B-99CFCE077A1D}" type="presOf" srcId="{EE429EB2-A9B6-47D9-85D2-AF4196E19D82}" destId="{249B7559-4DCF-4DDF-B1C1-F8023409ECC3}" srcOrd="0" destOrd="0" presId="urn:microsoft.com/office/officeart/2005/8/layout/vList5"/>
    <dgm:cxn modelId="{AD70873E-3B4E-42C7-BA88-A6E84F22DE4B}" type="presOf" srcId="{51C851D6-11B6-4944-89AA-346C8A3DCCB0}" destId="{91E2C81B-B00B-485A-B366-B499D9908BDB}" srcOrd="0" destOrd="0" presId="urn:microsoft.com/office/officeart/2005/8/layout/vList5"/>
    <dgm:cxn modelId="{0C5D3C68-E30D-40B2-9F26-7CAFA2161F61}" srcId="{B776D7B9-1F2F-475C-B7A2-8366559492D5}" destId="{1342675D-AD52-463D-8487-C44212A3E6D3}" srcOrd="4" destOrd="0" parTransId="{ECF7F0E9-87E8-4FBE-9EF6-DB4990B772E6}" sibTransId="{371A1182-A0C8-444D-9522-A45D3880395D}"/>
    <dgm:cxn modelId="{701BE249-1502-4453-A017-5F4380F4FFF3}" srcId="{B776D7B9-1F2F-475C-B7A2-8366559492D5}" destId="{EE429EB2-A9B6-47D9-85D2-AF4196E19D82}" srcOrd="2" destOrd="0" parTransId="{6834CC4C-4AAD-4742-80F1-F10760DC8C39}" sibTransId="{3BCEEBF0-C015-45F4-801F-DF6BEC74C9F4}"/>
    <dgm:cxn modelId="{A8424A4C-E7EE-4F36-82C9-BDC63A59E6A3}" type="presOf" srcId="{774CE968-154C-4069-B4CD-76C08CE1C080}" destId="{A89672BD-808F-43D4-8C66-0DDD971DB03E}" srcOrd="0" destOrd="0" presId="urn:microsoft.com/office/officeart/2005/8/layout/vList5"/>
    <dgm:cxn modelId="{8818767F-EE73-4E6D-9CBC-96F361B72683}" srcId="{B776D7B9-1F2F-475C-B7A2-8366559492D5}" destId="{5C453A9D-34EB-4943-8C72-6C5F3B8F980E}" srcOrd="6" destOrd="0" parTransId="{A406B729-1DCD-415A-96BC-071E6E9089BC}" sibTransId="{428579E4-6CE5-4C91-86D8-659EAF8F1475}"/>
    <dgm:cxn modelId="{4799A289-127B-4B48-8587-DE1D0D81B631}" type="presOf" srcId="{5C453A9D-34EB-4943-8C72-6C5F3B8F980E}" destId="{9DCC489C-ADFE-430C-ABE0-55B9D1883475}" srcOrd="0" destOrd="0" presId="urn:microsoft.com/office/officeart/2005/8/layout/vList5"/>
    <dgm:cxn modelId="{E7A7839A-B4BA-4170-84FB-239D0488F41C}" type="presOf" srcId="{1342675D-AD52-463D-8487-C44212A3E6D3}" destId="{7F63CBFC-8991-44C4-9714-72A89332F2F7}" srcOrd="0" destOrd="0" presId="urn:microsoft.com/office/officeart/2005/8/layout/vList5"/>
    <dgm:cxn modelId="{193D91B8-BF99-436E-A609-4E5AE0569721}" type="presOf" srcId="{9E9FAD6E-B062-47CE-AE70-5AFC6E2388A5}" destId="{DEC465FA-BA96-47C7-AD99-04DDFC405839}" srcOrd="0" destOrd="0" presId="urn:microsoft.com/office/officeart/2005/8/layout/vList5"/>
    <dgm:cxn modelId="{F106B0DF-C1FE-4888-A464-8DE1903A116B}" srcId="{B776D7B9-1F2F-475C-B7A2-8366559492D5}" destId="{51C851D6-11B6-4944-89AA-346C8A3DCCB0}" srcOrd="0" destOrd="0" parTransId="{5A305780-2669-43DD-A393-E5109C556ECF}" sibTransId="{408D1357-CE39-4596-8EDB-E4E45430A321}"/>
    <dgm:cxn modelId="{F4F351C9-A9AB-4180-8E08-B3D1C3A5BDFE}" type="presParOf" srcId="{56454702-D514-4E25-BC2D-6E595B76F26D}" destId="{555BBC2B-4C01-4ABF-A191-A29B7A10AAEB}" srcOrd="0" destOrd="0" presId="urn:microsoft.com/office/officeart/2005/8/layout/vList5"/>
    <dgm:cxn modelId="{3593C187-6D4F-4815-8046-2EDAF06A406A}" type="presParOf" srcId="{555BBC2B-4C01-4ABF-A191-A29B7A10AAEB}" destId="{91E2C81B-B00B-485A-B366-B499D9908BDB}" srcOrd="0" destOrd="0" presId="urn:microsoft.com/office/officeart/2005/8/layout/vList5"/>
    <dgm:cxn modelId="{8ECCE4D1-7A93-4BCD-89E6-97F8806B98F7}" type="presParOf" srcId="{56454702-D514-4E25-BC2D-6E595B76F26D}" destId="{091C1CAB-E0DF-408D-A0EB-1109FE9BD922}" srcOrd="1" destOrd="0" presId="urn:microsoft.com/office/officeart/2005/8/layout/vList5"/>
    <dgm:cxn modelId="{E90F743A-C317-4917-84F6-CB49F59E0EC0}" type="presParOf" srcId="{56454702-D514-4E25-BC2D-6E595B76F26D}" destId="{7BDBC12C-5DA5-4FC8-8799-F8EC532FD7E9}" srcOrd="2" destOrd="0" presId="urn:microsoft.com/office/officeart/2005/8/layout/vList5"/>
    <dgm:cxn modelId="{EFDAAA55-DD4D-4483-AA94-845AAE9DD82D}" type="presParOf" srcId="{7BDBC12C-5DA5-4FC8-8799-F8EC532FD7E9}" destId="{A89672BD-808F-43D4-8C66-0DDD971DB03E}" srcOrd="0" destOrd="0" presId="urn:microsoft.com/office/officeart/2005/8/layout/vList5"/>
    <dgm:cxn modelId="{810620A8-A662-47D1-AC67-747777A98BC1}" type="presParOf" srcId="{56454702-D514-4E25-BC2D-6E595B76F26D}" destId="{D4219F07-AAFF-4742-B1ED-91E9C3407C4D}" srcOrd="3" destOrd="0" presId="urn:microsoft.com/office/officeart/2005/8/layout/vList5"/>
    <dgm:cxn modelId="{DAE02EB9-4793-4AAB-B4C5-D77689E1311E}" type="presParOf" srcId="{56454702-D514-4E25-BC2D-6E595B76F26D}" destId="{68E26EAC-DC60-4867-B154-3E788A060D5B}" srcOrd="4" destOrd="0" presId="urn:microsoft.com/office/officeart/2005/8/layout/vList5"/>
    <dgm:cxn modelId="{FAEAB296-6430-4143-A8C5-0104FC2EDFD5}" type="presParOf" srcId="{68E26EAC-DC60-4867-B154-3E788A060D5B}" destId="{249B7559-4DCF-4DDF-B1C1-F8023409ECC3}" srcOrd="0" destOrd="0" presId="urn:microsoft.com/office/officeart/2005/8/layout/vList5"/>
    <dgm:cxn modelId="{DE0C1FE0-8AE0-49BC-93D6-137DF65FEE28}" type="presParOf" srcId="{56454702-D514-4E25-BC2D-6E595B76F26D}" destId="{37FA08B8-923A-4938-95F2-B88388C06BBF}" srcOrd="5" destOrd="0" presId="urn:microsoft.com/office/officeart/2005/8/layout/vList5"/>
    <dgm:cxn modelId="{C14F1848-9BF7-4EA3-A17E-8393FC6ACD78}" type="presParOf" srcId="{56454702-D514-4E25-BC2D-6E595B76F26D}" destId="{BEE8DB8A-A4E1-4FC2-A07E-0DE85F7442E1}" srcOrd="6" destOrd="0" presId="urn:microsoft.com/office/officeart/2005/8/layout/vList5"/>
    <dgm:cxn modelId="{602D4F17-0B4C-4AAF-9EFA-CF3DFE3CBA88}" type="presParOf" srcId="{BEE8DB8A-A4E1-4FC2-A07E-0DE85F7442E1}" destId="{DEC465FA-BA96-47C7-AD99-04DDFC405839}" srcOrd="0" destOrd="0" presId="urn:microsoft.com/office/officeart/2005/8/layout/vList5"/>
    <dgm:cxn modelId="{7D7F08E6-834C-4A55-A51D-024959F63A65}" type="presParOf" srcId="{56454702-D514-4E25-BC2D-6E595B76F26D}" destId="{F6DCE535-9600-460A-867A-FEC70E70A3E3}" srcOrd="7" destOrd="0" presId="urn:microsoft.com/office/officeart/2005/8/layout/vList5"/>
    <dgm:cxn modelId="{34F62FB0-E2D8-4A49-9287-5A84F2D6268C}" type="presParOf" srcId="{56454702-D514-4E25-BC2D-6E595B76F26D}" destId="{5FCCE231-F3CC-47F3-9350-ADDD05F1195A}" srcOrd="8" destOrd="0" presId="urn:microsoft.com/office/officeart/2005/8/layout/vList5"/>
    <dgm:cxn modelId="{43AC4100-1893-4678-A09F-E685594B5C5E}" type="presParOf" srcId="{5FCCE231-F3CC-47F3-9350-ADDD05F1195A}" destId="{7F63CBFC-8991-44C4-9714-72A89332F2F7}" srcOrd="0" destOrd="0" presId="urn:microsoft.com/office/officeart/2005/8/layout/vList5"/>
    <dgm:cxn modelId="{5D8703F1-21D6-4002-A522-00361843CA3E}" type="presParOf" srcId="{56454702-D514-4E25-BC2D-6E595B76F26D}" destId="{1115919B-48BC-4D09-B49F-2A14FBCCF62E}" srcOrd="9" destOrd="0" presId="urn:microsoft.com/office/officeart/2005/8/layout/vList5"/>
    <dgm:cxn modelId="{B4DEC4CB-CBAC-4C88-BC01-4EF898477F65}" type="presParOf" srcId="{56454702-D514-4E25-BC2D-6E595B76F26D}" destId="{CD739E92-08EB-4296-ACAA-BC159BEB12DE}" srcOrd="10" destOrd="0" presId="urn:microsoft.com/office/officeart/2005/8/layout/vList5"/>
    <dgm:cxn modelId="{F12656B8-A5B9-4A79-82EE-2025890F295E}" type="presParOf" srcId="{CD739E92-08EB-4296-ACAA-BC159BEB12DE}" destId="{6DA7B67B-E816-40FA-9EFF-EFA59B1B1BC3}" srcOrd="0" destOrd="0" presId="urn:microsoft.com/office/officeart/2005/8/layout/vList5"/>
    <dgm:cxn modelId="{8AF7350D-D4CA-4FF5-9627-7106BCDBDB95}" type="presParOf" srcId="{56454702-D514-4E25-BC2D-6E595B76F26D}" destId="{2ED1C377-9D10-43C8-85E8-5C8B8ED74158}" srcOrd="11" destOrd="0" presId="urn:microsoft.com/office/officeart/2005/8/layout/vList5"/>
    <dgm:cxn modelId="{F51CE972-D417-4307-B4F8-966FCF5C6D4C}" type="presParOf" srcId="{56454702-D514-4E25-BC2D-6E595B76F26D}" destId="{98E9C00C-694F-40B7-B470-B1DF8A55E36D}" srcOrd="12" destOrd="0" presId="urn:microsoft.com/office/officeart/2005/8/layout/vList5"/>
    <dgm:cxn modelId="{793A1FD7-5496-41A5-A6FB-97CCCCF074E9}" type="presParOf" srcId="{98E9C00C-694F-40B7-B470-B1DF8A55E36D}" destId="{9DCC489C-ADFE-430C-ABE0-55B9D188347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7BA0BC0-B9BB-4339-AF92-823D7AB02F23}" type="doc">
      <dgm:prSet loTypeId="urn:microsoft.com/office/officeart/2005/8/layout/vList5" loCatId="list" qsTypeId="urn:microsoft.com/office/officeart/2005/8/quickstyle/simple1#5" qsCatId="simple" csTypeId="urn:microsoft.com/office/officeart/2005/8/colors/colorful1#2" csCatId="colorful"/>
      <dgm:spPr/>
      <dgm:t>
        <a:bodyPr/>
        <a:lstStyle/>
        <a:p>
          <a:endParaRPr lang="en-US"/>
        </a:p>
      </dgm:t>
    </dgm:pt>
    <dgm:pt modelId="{F7293EA8-B584-4DC8-A0C4-561A31B81E11}">
      <dgm:prSet/>
      <dgm:spPr/>
      <dgm:t>
        <a:bodyPr/>
        <a:lstStyle/>
        <a:p>
          <a:r>
            <a:rPr lang="en-US" b="1"/>
            <a:t>Types of Cooling Systems:</a:t>
          </a:r>
          <a:endParaRPr lang="en-US"/>
        </a:p>
      </dgm:t>
    </dgm:pt>
    <dgm:pt modelId="{965A320D-B771-4313-ADBA-4188E43FF407}" type="parTrans" cxnId="{20FA04D6-503D-49E8-95A1-3FDF3F1340F3}">
      <dgm:prSet/>
      <dgm:spPr/>
      <dgm:t>
        <a:bodyPr/>
        <a:lstStyle/>
        <a:p>
          <a:endParaRPr lang="en-US"/>
        </a:p>
      </dgm:t>
    </dgm:pt>
    <dgm:pt modelId="{9F0D1469-0464-4A65-A786-1A99AFCA6FC9}" type="sibTrans" cxnId="{20FA04D6-503D-49E8-95A1-3FDF3F1340F3}">
      <dgm:prSet/>
      <dgm:spPr/>
      <dgm:t>
        <a:bodyPr/>
        <a:lstStyle/>
        <a:p>
          <a:endParaRPr lang="en-US"/>
        </a:p>
      </dgm:t>
    </dgm:pt>
    <dgm:pt modelId="{8A5A89E8-9144-4786-85C0-9CCF4F1486B6}">
      <dgm:prSet/>
      <dgm:spPr/>
      <dgm:t>
        <a:bodyPr/>
        <a:lstStyle/>
        <a:p>
          <a:r>
            <a:rPr lang="en-US" b="1" dirty="0"/>
            <a:t>Air Cooling:</a:t>
          </a:r>
          <a:r>
            <a:rPr lang="en-US" dirty="0"/>
            <a:t> Heatsinks with fans (common and budget-friendly)</a:t>
          </a:r>
        </a:p>
      </dgm:t>
    </dgm:pt>
    <dgm:pt modelId="{C4C4E991-AFE1-4DC8-8A7D-5FCCB27C9F98}" type="parTrans" cxnId="{86B81980-FEBE-4555-AAC9-676EAA8A5B5A}">
      <dgm:prSet/>
      <dgm:spPr/>
      <dgm:t>
        <a:bodyPr/>
        <a:lstStyle/>
        <a:p>
          <a:endParaRPr lang="en-US"/>
        </a:p>
      </dgm:t>
    </dgm:pt>
    <dgm:pt modelId="{43321886-6ACF-4417-ACEB-BB5A91B198B6}" type="sibTrans" cxnId="{86B81980-FEBE-4555-AAC9-676EAA8A5B5A}">
      <dgm:prSet/>
      <dgm:spPr/>
      <dgm:t>
        <a:bodyPr/>
        <a:lstStyle/>
        <a:p>
          <a:endParaRPr lang="en-US"/>
        </a:p>
      </dgm:t>
    </dgm:pt>
    <dgm:pt modelId="{E21528C0-E07D-4306-B35C-9AC2F0F25A0C}">
      <dgm:prSet/>
      <dgm:spPr/>
      <dgm:t>
        <a:bodyPr/>
        <a:lstStyle/>
        <a:p>
          <a:r>
            <a:rPr lang="en-US" b="1"/>
            <a:t>Liquid Cooling:</a:t>
          </a:r>
          <a:r>
            <a:rPr lang="en-US"/>
            <a:t> Closed-loop or custom (efficient, expensive)</a:t>
          </a:r>
        </a:p>
      </dgm:t>
    </dgm:pt>
    <dgm:pt modelId="{B1035F15-8D9C-4211-B370-A79FDCE6BDCB}" type="parTrans" cxnId="{89C5889E-8136-4BC5-A755-D21B5CF2B825}">
      <dgm:prSet/>
      <dgm:spPr/>
      <dgm:t>
        <a:bodyPr/>
        <a:lstStyle/>
        <a:p>
          <a:endParaRPr lang="en-US"/>
        </a:p>
      </dgm:t>
    </dgm:pt>
    <dgm:pt modelId="{7DD28410-ED38-403D-AE6B-9B9A52D2A131}" type="sibTrans" cxnId="{89C5889E-8136-4BC5-A755-D21B5CF2B825}">
      <dgm:prSet/>
      <dgm:spPr/>
      <dgm:t>
        <a:bodyPr/>
        <a:lstStyle/>
        <a:p>
          <a:endParaRPr lang="en-US"/>
        </a:p>
      </dgm:t>
    </dgm:pt>
    <dgm:pt modelId="{E30BA779-CBAA-479B-BD1D-854A9B8EEBE2}">
      <dgm:prSet/>
      <dgm:spPr/>
      <dgm:t>
        <a:bodyPr/>
        <a:lstStyle/>
        <a:p>
          <a:r>
            <a:rPr lang="en-US" b="1" dirty="0"/>
            <a:t>Passive Cooling:</a:t>
          </a:r>
          <a:r>
            <a:rPr lang="en-US" dirty="0"/>
            <a:t> No fans (low-power builds only)</a:t>
          </a:r>
        </a:p>
      </dgm:t>
    </dgm:pt>
    <dgm:pt modelId="{874AB5FE-6A11-408F-9168-E185236E5EEC}" type="parTrans" cxnId="{6936EB19-9E9B-4EAF-ACA7-935A039B31E1}">
      <dgm:prSet/>
      <dgm:spPr/>
      <dgm:t>
        <a:bodyPr/>
        <a:lstStyle/>
        <a:p>
          <a:endParaRPr lang="en-US"/>
        </a:p>
      </dgm:t>
    </dgm:pt>
    <dgm:pt modelId="{2315288A-2D89-4086-954A-E1D40CAAFF60}" type="sibTrans" cxnId="{6936EB19-9E9B-4EAF-ACA7-935A039B31E1}">
      <dgm:prSet/>
      <dgm:spPr/>
      <dgm:t>
        <a:bodyPr/>
        <a:lstStyle/>
        <a:p>
          <a:endParaRPr lang="en-US"/>
        </a:p>
      </dgm:t>
    </dgm:pt>
    <dgm:pt modelId="{1C300160-D395-43BE-AB29-3EE18C7631E2}">
      <dgm:prSet/>
      <dgm:spPr/>
      <dgm:t>
        <a:bodyPr/>
        <a:lstStyle/>
        <a:p>
          <a:r>
            <a:rPr lang="en-US" b="1"/>
            <a:t>Installing Cooling:</a:t>
          </a:r>
          <a:endParaRPr lang="en-US"/>
        </a:p>
      </dgm:t>
    </dgm:pt>
    <dgm:pt modelId="{6D57FD92-7098-4A58-98E4-B513FD4C84AC}" type="parTrans" cxnId="{F1402061-70F7-49F1-BEC6-B6990E2FBAC7}">
      <dgm:prSet/>
      <dgm:spPr/>
      <dgm:t>
        <a:bodyPr/>
        <a:lstStyle/>
        <a:p>
          <a:endParaRPr lang="en-US"/>
        </a:p>
      </dgm:t>
    </dgm:pt>
    <dgm:pt modelId="{FE2333FA-C46F-4FA1-A68A-A1E7C15221DA}" type="sibTrans" cxnId="{F1402061-70F7-49F1-BEC6-B6990E2FBAC7}">
      <dgm:prSet/>
      <dgm:spPr/>
      <dgm:t>
        <a:bodyPr/>
        <a:lstStyle/>
        <a:p>
          <a:endParaRPr lang="en-US"/>
        </a:p>
      </dgm:t>
    </dgm:pt>
    <dgm:pt modelId="{76367C93-F51F-4CE7-A711-0E412A363275}">
      <dgm:prSet/>
      <dgm:spPr/>
      <dgm:t>
        <a:bodyPr/>
        <a:lstStyle/>
        <a:p>
          <a:r>
            <a:rPr lang="en-US"/>
            <a:t>Apply </a:t>
          </a:r>
          <a:r>
            <a:rPr lang="en-US" b="1"/>
            <a:t>thermal paste</a:t>
          </a:r>
          <a:r>
            <a:rPr lang="en-US"/>
            <a:t> (pea or line method)</a:t>
          </a:r>
        </a:p>
      </dgm:t>
    </dgm:pt>
    <dgm:pt modelId="{DCCDCB76-3453-41A8-8BB8-641A4381FF93}" type="parTrans" cxnId="{A419A791-3357-4CAC-B47C-9F41902DBA50}">
      <dgm:prSet/>
      <dgm:spPr/>
      <dgm:t>
        <a:bodyPr/>
        <a:lstStyle/>
        <a:p>
          <a:endParaRPr lang="en-US"/>
        </a:p>
      </dgm:t>
    </dgm:pt>
    <dgm:pt modelId="{9F70932B-89F7-4D00-8E4A-A56847249FD9}" type="sibTrans" cxnId="{A419A791-3357-4CAC-B47C-9F41902DBA50}">
      <dgm:prSet/>
      <dgm:spPr/>
      <dgm:t>
        <a:bodyPr/>
        <a:lstStyle/>
        <a:p>
          <a:endParaRPr lang="en-US"/>
        </a:p>
      </dgm:t>
    </dgm:pt>
    <dgm:pt modelId="{53B5FFD6-E029-42DC-BA39-ED1E14A1A7D0}">
      <dgm:prSet/>
      <dgm:spPr/>
      <dgm:t>
        <a:bodyPr/>
        <a:lstStyle/>
        <a:p>
          <a:r>
            <a:rPr lang="en-US"/>
            <a:t>Mount CPU cooler onto socket</a:t>
          </a:r>
        </a:p>
      </dgm:t>
    </dgm:pt>
    <dgm:pt modelId="{7686CB4A-3194-4E7E-A27B-6FDF74EF7C37}" type="parTrans" cxnId="{F8A234B5-DE02-4030-A519-6E14C83CB324}">
      <dgm:prSet/>
      <dgm:spPr/>
      <dgm:t>
        <a:bodyPr/>
        <a:lstStyle/>
        <a:p>
          <a:endParaRPr lang="en-US"/>
        </a:p>
      </dgm:t>
    </dgm:pt>
    <dgm:pt modelId="{E207E2BE-8899-4BDA-B32A-7BD7086381D9}" type="sibTrans" cxnId="{F8A234B5-DE02-4030-A519-6E14C83CB324}">
      <dgm:prSet/>
      <dgm:spPr/>
      <dgm:t>
        <a:bodyPr/>
        <a:lstStyle/>
        <a:p>
          <a:endParaRPr lang="en-US"/>
        </a:p>
      </dgm:t>
    </dgm:pt>
    <dgm:pt modelId="{27179EC2-E097-4D67-A293-5DBA4C6E199E}">
      <dgm:prSet/>
      <dgm:spPr/>
      <dgm:t>
        <a:bodyPr/>
        <a:lstStyle/>
        <a:p>
          <a:r>
            <a:rPr lang="en-US"/>
            <a:t>Attach and align case fans (intake/exhaust)</a:t>
          </a:r>
        </a:p>
      </dgm:t>
    </dgm:pt>
    <dgm:pt modelId="{C6868647-313D-4C8E-880F-A3FBEDBD5BD0}" type="parTrans" cxnId="{062F0F1C-651A-4875-B149-918AE7A302B6}">
      <dgm:prSet/>
      <dgm:spPr/>
      <dgm:t>
        <a:bodyPr/>
        <a:lstStyle/>
        <a:p>
          <a:endParaRPr lang="en-US"/>
        </a:p>
      </dgm:t>
    </dgm:pt>
    <dgm:pt modelId="{B5DF83E6-5B2E-4068-8316-FC399AFB063F}" type="sibTrans" cxnId="{062F0F1C-651A-4875-B149-918AE7A302B6}">
      <dgm:prSet/>
      <dgm:spPr/>
      <dgm:t>
        <a:bodyPr/>
        <a:lstStyle/>
        <a:p>
          <a:endParaRPr lang="en-US"/>
        </a:p>
      </dgm:t>
    </dgm:pt>
    <dgm:pt modelId="{7120B2D0-00D2-4ECF-AC4C-66521E12CD69}" type="pres">
      <dgm:prSet presAssocID="{E7BA0BC0-B9BB-4339-AF92-823D7AB02F23}" presName="Name0" presStyleCnt="0">
        <dgm:presLayoutVars>
          <dgm:dir/>
          <dgm:animLvl val="lvl"/>
          <dgm:resizeHandles val="exact"/>
        </dgm:presLayoutVars>
      </dgm:prSet>
      <dgm:spPr/>
    </dgm:pt>
    <dgm:pt modelId="{C528F4D3-8CC6-43F6-B3EF-577F3D8F5461}" type="pres">
      <dgm:prSet presAssocID="{F7293EA8-B584-4DC8-A0C4-561A31B81E11}" presName="linNode" presStyleCnt="0"/>
      <dgm:spPr/>
    </dgm:pt>
    <dgm:pt modelId="{4B8B4D1F-D92F-488B-8453-D0FC9484073F}" type="pres">
      <dgm:prSet presAssocID="{F7293EA8-B584-4DC8-A0C4-561A31B81E11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E6148E10-87B8-4E73-8BAF-4C46A167A66B}" type="pres">
      <dgm:prSet presAssocID="{F7293EA8-B584-4DC8-A0C4-561A31B81E11}" presName="descendantText" presStyleLbl="alignAccFollowNode1" presStyleIdx="0" presStyleCnt="2">
        <dgm:presLayoutVars>
          <dgm:bulletEnabled val="1"/>
        </dgm:presLayoutVars>
      </dgm:prSet>
      <dgm:spPr/>
    </dgm:pt>
    <dgm:pt modelId="{0E54834D-8794-4109-B3FC-57F625B80BC1}" type="pres">
      <dgm:prSet presAssocID="{9F0D1469-0464-4A65-A786-1A99AFCA6FC9}" presName="sp" presStyleCnt="0"/>
      <dgm:spPr/>
    </dgm:pt>
    <dgm:pt modelId="{556A78DA-BA8D-4C97-8758-260FBC8E8288}" type="pres">
      <dgm:prSet presAssocID="{1C300160-D395-43BE-AB29-3EE18C7631E2}" presName="linNode" presStyleCnt="0"/>
      <dgm:spPr/>
    </dgm:pt>
    <dgm:pt modelId="{1637806E-CAC0-463A-A339-0293A8DEC269}" type="pres">
      <dgm:prSet presAssocID="{1C300160-D395-43BE-AB29-3EE18C7631E2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40B52C4F-8697-493E-9901-3228D4F72119}" type="pres">
      <dgm:prSet presAssocID="{1C300160-D395-43BE-AB29-3EE18C7631E2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C5B02708-2D28-41DC-8713-8104A6D6339C}" type="presOf" srcId="{E21528C0-E07D-4306-B35C-9AC2F0F25A0C}" destId="{E6148E10-87B8-4E73-8BAF-4C46A167A66B}" srcOrd="0" destOrd="1" presId="urn:microsoft.com/office/officeart/2005/8/layout/vList5"/>
    <dgm:cxn modelId="{EE18FA17-B9FB-4334-99E1-9633A9300A5E}" type="presOf" srcId="{1C300160-D395-43BE-AB29-3EE18C7631E2}" destId="{1637806E-CAC0-463A-A339-0293A8DEC269}" srcOrd="0" destOrd="0" presId="urn:microsoft.com/office/officeart/2005/8/layout/vList5"/>
    <dgm:cxn modelId="{6936EB19-9E9B-4EAF-ACA7-935A039B31E1}" srcId="{F7293EA8-B584-4DC8-A0C4-561A31B81E11}" destId="{E30BA779-CBAA-479B-BD1D-854A9B8EEBE2}" srcOrd="2" destOrd="0" parTransId="{874AB5FE-6A11-408F-9168-E185236E5EEC}" sibTransId="{2315288A-2D89-4086-954A-E1D40CAAFF60}"/>
    <dgm:cxn modelId="{062F0F1C-651A-4875-B149-918AE7A302B6}" srcId="{1C300160-D395-43BE-AB29-3EE18C7631E2}" destId="{27179EC2-E097-4D67-A293-5DBA4C6E199E}" srcOrd="2" destOrd="0" parTransId="{C6868647-313D-4C8E-880F-A3FBEDBD5BD0}" sibTransId="{B5DF83E6-5B2E-4068-8316-FC399AFB063F}"/>
    <dgm:cxn modelId="{DD93621C-52DB-4503-844A-62E8812B61B9}" type="presOf" srcId="{76367C93-F51F-4CE7-A711-0E412A363275}" destId="{40B52C4F-8697-493E-9901-3228D4F72119}" srcOrd="0" destOrd="0" presId="urn:microsoft.com/office/officeart/2005/8/layout/vList5"/>
    <dgm:cxn modelId="{4CFD5D2A-F026-47E0-8CAD-1820A85ABCAC}" type="presOf" srcId="{E7BA0BC0-B9BB-4339-AF92-823D7AB02F23}" destId="{7120B2D0-00D2-4ECF-AC4C-66521E12CD69}" srcOrd="0" destOrd="0" presId="urn:microsoft.com/office/officeart/2005/8/layout/vList5"/>
    <dgm:cxn modelId="{17367260-5FA7-4F3B-B7A5-D3EA7E87B8F2}" type="presOf" srcId="{8A5A89E8-9144-4786-85C0-9CCF4F1486B6}" destId="{E6148E10-87B8-4E73-8BAF-4C46A167A66B}" srcOrd="0" destOrd="0" presId="urn:microsoft.com/office/officeart/2005/8/layout/vList5"/>
    <dgm:cxn modelId="{F1402061-70F7-49F1-BEC6-B6990E2FBAC7}" srcId="{E7BA0BC0-B9BB-4339-AF92-823D7AB02F23}" destId="{1C300160-D395-43BE-AB29-3EE18C7631E2}" srcOrd="1" destOrd="0" parTransId="{6D57FD92-7098-4A58-98E4-B513FD4C84AC}" sibTransId="{FE2333FA-C46F-4FA1-A68A-A1E7C15221DA}"/>
    <dgm:cxn modelId="{5573E84E-F6F1-4E7B-9325-B992FE4015CC}" type="presOf" srcId="{27179EC2-E097-4D67-A293-5DBA4C6E199E}" destId="{40B52C4F-8697-493E-9901-3228D4F72119}" srcOrd="0" destOrd="2" presId="urn:microsoft.com/office/officeart/2005/8/layout/vList5"/>
    <dgm:cxn modelId="{86B81980-FEBE-4555-AAC9-676EAA8A5B5A}" srcId="{F7293EA8-B584-4DC8-A0C4-561A31B81E11}" destId="{8A5A89E8-9144-4786-85C0-9CCF4F1486B6}" srcOrd="0" destOrd="0" parTransId="{C4C4E991-AFE1-4DC8-8A7D-5FCCB27C9F98}" sibTransId="{43321886-6ACF-4417-ACEB-BB5A91B198B6}"/>
    <dgm:cxn modelId="{A419A791-3357-4CAC-B47C-9F41902DBA50}" srcId="{1C300160-D395-43BE-AB29-3EE18C7631E2}" destId="{76367C93-F51F-4CE7-A711-0E412A363275}" srcOrd="0" destOrd="0" parTransId="{DCCDCB76-3453-41A8-8BB8-641A4381FF93}" sibTransId="{9F70932B-89F7-4D00-8E4A-A56847249FD9}"/>
    <dgm:cxn modelId="{89C5889E-8136-4BC5-A755-D21B5CF2B825}" srcId="{F7293EA8-B584-4DC8-A0C4-561A31B81E11}" destId="{E21528C0-E07D-4306-B35C-9AC2F0F25A0C}" srcOrd="1" destOrd="0" parTransId="{B1035F15-8D9C-4211-B370-A79FDCE6BDCB}" sibTransId="{7DD28410-ED38-403D-AE6B-9B9A52D2A131}"/>
    <dgm:cxn modelId="{F8A234B5-DE02-4030-A519-6E14C83CB324}" srcId="{1C300160-D395-43BE-AB29-3EE18C7631E2}" destId="{53B5FFD6-E029-42DC-BA39-ED1E14A1A7D0}" srcOrd="1" destOrd="0" parTransId="{7686CB4A-3194-4E7E-A27B-6FDF74EF7C37}" sibTransId="{E207E2BE-8899-4BDA-B32A-7BD7086381D9}"/>
    <dgm:cxn modelId="{B32DF5C8-9084-4466-8869-EEBF21BE1639}" type="presOf" srcId="{53B5FFD6-E029-42DC-BA39-ED1E14A1A7D0}" destId="{40B52C4F-8697-493E-9901-3228D4F72119}" srcOrd="0" destOrd="1" presId="urn:microsoft.com/office/officeart/2005/8/layout/vList5"/>
    <dgm:cxn modelId="{7DF8B7CB-9BDA-4BAF-985B-C64C27BC1571}" type="presOf" srcId="{F7293EA8-B584-4DC8-A0C4-561A31B81E11}" destId="{4B8B4D1F-D92F-488B-8453-D0FC9484073F}" srcOrd="0" destOrd="0" presId="urn:microsoft.com/office/officeart/2005/8/layout/vList5"/>
    <dgm:cxn modelId="{20FA04D6-503D-49E8-95A1-3FDF3F1340F3}" srcId="{E7BA0BC0-B9BB-4339-AF92-823D7AB02F23}" destId="{F7293EA8-B584-4DC8-A0C4-561A31B81E11}" srcOrd="0" destOrd="0" parTransId="{965A320D-B771-4313-ADBA-4188E43FF407}" sibTransId="{9F0D1469-0464-4A65-A786-1A99AFCA6FC9}"/>
    <dgm:cxn modelId="{2C9C31F4-FF78-4569-82E7-2D6D4FA0F3AF}" type="presOf" srcId="{E30BA779-CBAA-479B-BD1D-854A9B8EEBE2}" destId="{E6148E10-87B8-4E73-8BAF-4C46A167A66B}" srcOrd="0" destOrd="2" presId="urn:microsoft.com/office/officeart/2005/8/layout/vList5"/>
    <dgm:cxn modelId="{962012EE-75D3-446C-AA5D-31D3376FCD2B}" type="presParOf" srcId="{7120B2D0-00D2-4ECF-AC4C-66521E12CD69}" destId="{C528F4D3-8CC6-43F6-B3EF-577F3D8F5461}" srcOrd="0" destOrd="0" presId="urn:microsoft.com/office/officeart/2005/8/layout/vList5"/>
    <dgm:cxn modelId="{B3E19C85-A39F-4A58-A6E9-150262C9ECE0}" type="presParOf" srcId="{C528F4D3-8CC6-43F6-B3EF-577F3D8F5461}" destId="{4B8B4D1F-D92F-488B-8453-D0FC9484073F}" srcOrd="0" destOrd="0" presId="urn:microsoft.com/office/officeart/2005/8/layout/vList5"/>
    <dgm:cxn modelId="{46C851F6-E299-43EE-8179-5938D37F030F}" type="presParOf" srcId="{C528F4D3-8CC6-43F6-B3EF-577F3D8F5461}" destId="{E6148E10-87B8-4E73-8BAF-4C46A167A66B}" srcOrd="1" destOrd="0" presId="urn:microsoft.com/office/officeart/2005/8/layout/vList5"/>
    <dgm:cxn modelId="{137CED2D-3F54-4B99-AE92-588FCE776AAE}" type="presParOf" srcId="{7120B2D0-00D2-4ECF-AC4C-66521E12CD69}" destId="{0E54834D-8794-4109-B3FC-57F625B80BC1}" srcOrd="1" destOrd="0" presId="urn:microsoft.com/office/officeart/2005/8/layout/vList5"/>
    <dgm:cxn modelId="{DF1EDF1D-66E4-44A4-B175-CA07818FF752}" type="presParOf" srcId="{7120B2D0-00D2-4ECF-AC4C-66521E12CD69}" destId="{556A78DA-BA8D-4C97-8758-260FBC8E8288}" srcOrd="2" destOrd="0" presId="urn:microsoft.com/office/officeart/2005/8/layout/vList5"/>
    <dgm:cxn modelId="{4E4C4D2A-1FA1-42A9-9868-53C9F85514D4}" type="presParOf" srcId="{556A78DA-BA8D-4C97-8758-260FBC8E8288}" destId="{1637806E-CAC0-463A-A339-0293A8DEC269}" srcOrd="0" destOrd="0" presId="urn:microsoft.com/office/officeart/2005/8/layout/vList5"/>
    <dgm:cxn modelId="{F04521A4-8077-46CA-A2B3-26B9B035C1B2}" type="presParOf" srcId="{556A78DA-BA8D-4C97-8758-260FBC8E8288}" destId="{40B52C4F-8697-493E-9901-3228D4F7211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FF2211F-5900-4CEA-8BF2-408A1EC9A0E6}" type="doc">
      <dgm:prSet loTypeId="urn:microsoft.com/office/officeart/2005/8/layout/vList5" loCatId="list" qsTypeId="urn:microsoft.com/office/officeart/2005/8/quickstyle/simple1#6" qsCatId="simple" csTypeId="urn:microsoft.com/office/officeart/2005/8/colors/accent0_3#1" csCatId="mainScheme"/>
      <dgm:spPr/>
      <dgm:t>
        <a:bodyPr/>
        <a:lstStyle/>
        <a:p>
          <a:endParaRPr lang="en-US"/>
        </a:p>
      </dgm:t>
    </dgm:pt>
    <dgm:pt modelId="{783A90AF-F368-49EE-B791-941BA2EC7C85}">
      <dgm:prSet/>
      <dgm:spPr/>
      <dgm:t>
        <a:bodyPr/>
        <a:lstStyle/>
        <a:p>
          <a:r>
            <a:rPr lang="en-US" b="1"/>
            <a:t>Drive Types:</a:t>
          </a:r>
          <a:endParaRPr lang="en-US"/>
        </a:p>
      </dgm:t>
    </dgm:pt>
    <dgm:pt modelId="{C80CC514-DA55-4423-966E-58A9072C9678}" type="parTrans" cxnId="{F94E8087-58A6-4578-A09E-A78E11A62963}">
      <dgm:prSet/>
      <dgm:spPr/>
      <dgm:t>
        <a:bodyPr/>
        <a:lstStyle/>
        <a:p>
          <a:endParaRPr lang="en-US"/>
        </a:p>
      </dgm:t>
    </dgm:pt>
    <dgm:pt modelId="{C53743AF-91DC-453A-ADFF-F7E1A7B54805}" type="sibTrans" cxnId="{F94E8087-58A6-4578-A09E-A78E11A62963}">
      <dgm:prSet/>
      <dgm:spPr/>
      <dgm:t>
        <a:bodyPr/>
        <a:lstStyle/>
        <a:p>
          <a:endParaRPr lang="en-US"/>
        </a:p>
      </dgm:t>
    </dgm:pt>
    <dgm:pt modelId="{2E5917CF-0C01-4CD8-8877-915AAE55C389}">
      <dgm:prSet/>
      <dgm:spPr/>
      <dgm:t>
        <a:bodyPr/>
        <a:lstStyle/>
        <a:p>
          <a:r>
            <a:rPr lang="en-US" b="1" dirty="0"/>
            <a:t>HDD:</a:t>
          </a:r>
          <a:r>
            <a:rPr lang="en-US" dirty="0"/>
            <a:t> High capacity, slower</a:t>
          </a:r>
        </a:p>
      </dgm:t>
    </dgm:pt>
    <dgm:pt modelId="{813A323A-7566-475E-883B-0D0C8265E989}" type="parTrans" cxnId="{86B2BD91-5DD7-4D6D-A03A-E9A532EF1C13}">
      <dgm:prSet/>
      <dgm:spPr/>
      <dgm:t>
        <a:bodyPr/>
        <a:lstStyle/>
        <a:p>
          <a:endParaRPr lang="en-US"/>
        </a:p>
      </dgm:t>
    </dgm:pt>
    <dgm:pt modelId="{EE0820ED-D9BC-4B6B-80CE-9D9C66FDB34F}" type="sibTrans" cxnId="{86B2BD91-5DD7-4D6D-A03A-E9A532EF1C13}">
      <dgm:prSet/>
      <dgm:spPr/>
      <dgm:t>
        <a:bodyPr/>
        <a:lstStyle/>
        <a:p>
          <a:endParaRPr lang="en-US"/>
        </a:p>
      </dgm:t>
    </dgm:pt>
    <dgm:pt modelId="{75A64BB7-98BC-4252-B4BD-9DB80117923A}">
      <dgm:prSet/>
      <dgm:spPr/>
      <dgm:t>
        <a:bodyPr/>
        <a:lstStyle/>
        <a:p>
          <a:r>
            <a:rPr lang="en-US" b="1" dirty="0"/>
            <a:t>SSD (SATA):</a:t>
          </a:r>
          <a:r>
            <a:rPr lang="en-US" dirty="0"/>
            <a:t> Faster, common upgrade</a:t>
          </a:r>
        </a:p>
      </dgm:t>
    </dgm:pt>
    <dgm:pt modelId="{2A2C1B27-F3D4-4C15-9944-BCB6DCA42C30}" type="parTrans" cxnId="{AAFF946A-FDC9-429A-84BC-33325F5E4E6C}">
      <dgm:prSet/>
      <dgm:spPr/>
      <dgm:t>
        <a:bodyPr/>
        <a:lstStyle/>
        <a:p>
          <a:endParaRPr lang="en-US"/>
        </a:p>
      </dgm:t>
    </dgm:pt>
    <dgm:pt modelId="{16BDBBF8-A1CC-4454-9A9A-6D4FE47298BA}" type="sibTrans" cxnId="{AAFF946A-FDC9-429A-84BC-33325F5E4E6C}">
      <dgm:prSet/>
      <dgm:spPr/>
      <dgm:t>
        <a:bodyPr/>
        <a:lstStyle/>
        <a:p>
          <a:endParaRPr lang="en-US"/>
        </a:p>
      </dgm:t>
    </dgm:pt>
    <dgm:pt modelId="{8F790EA8-6BE1-4873-BF7C-3C42CC4B8FE3}">
      <dgm:prSet/>
      <dgm:spPr/>
      <dgm:t>
        <a:bodyPr/>
        <a:lstStyle/>
        <a:p>
          <a:r>
            <a:rPr lang="en-US" b="1" dirty="0" err="1"/>
            <a:t>NVMe</a:t>
          </a:r>
          <a:r>
            <a:rPr lang="en-US" b="1" dirty="0"/>
            <a:t> (M.2):</a:t>
          </a:r>
          <a:r>
            <a:rPr lang="en-US" dirty="0"/>
            <a:t> Fastest, uses PCIe lanes</a:t>
          </a:r>
        </a:p>
      </dgm:t>
    </dgm:pt>
    <dgm:pt modelId="{2137DBB1-9389-49FA-BE4E-4A9670CBE063}" type="parTrans" cxnId="{846FB7B8-0471-46B4-A9BC-A6A9DC08E435}">
      <dgm:prSet/>
      <dgm:spPr/>
      <dgm:t>
        <a:bodyPr/>
        <a:lstStyle/>
        <a:p>
          <a:endParaRPr lang="en-US"/>
        </a:p>
      </dgm:t>
    </dgm:pt>
    <dgm:pt modelId="{7957E8E7-8682-4BE4-ABEE-B6D01FD133AF}" type="sibTrans" cxnId="{846FB7B8-0471-46B4-A9BC-A6A9DC08E435}">
      <dgm:prSet/>
      <dgm:spPr/>
      <dgm:t>
        <a:bodyPr/>
        <a:lstStyle/>
        <a:p>
          <a:endParaRPr lang="en-US"/>
        </a:p>
      </dgm:t>
    </dgm:pt>
    <dgm:pt modelId="{1048CA5F-239C-4C3B-B71C-AA045F7B3A7C}">
      <dgm:prSet/>
      <dgm:spPr/>
      <dgm:t>
        <a:bodyPr/>
        <a:lstStyle/>
        <a:p>
          <a:r>
            <a:rPr lang="en-US" b="1"/>
            <a:t>Mounting Drives:</a:t>
          </a:r>
          <a:endParaRPr lang="en-US"/>
        </a:p>
      </dgm:t>
    </dgm:pt>
    <dgm:pt modelId="{C15F5C52-20C8-43A0-81DF-8482CFEDE85C}" type="parTrans" cxnId="{3D3F9A15-0189-452D-BAB4-F6E981287F4E}">
      <dgm:prSet/>
      <dgm:spPr/>
      <dgm:t>
        <a:bodyPr/>
        <a:lstStyle/>
        <a:p>
          <a:endParaRPr lang="en-US"/>
        </a:p>
      </dgm:t>
    </dgm:pt>
    <dgm:pt modelId="{9B3268C5-46D9-4CC5-A247-A4DB7E56327B}" type="sibTrans" cxnId="{3D3F9A15-0189-452D-BAB4-F6E981287F4E}">
      <dgm:prSet/>
      <dgm:spPr/>
      <dgm:t>
        <a:bodyPr/>
        <a:lstStyle/>
        <a:p>
          <a:endParaRPr lang="en-US"/>
        </a:p>
      </dgm:t>
    </dgm:pt>
    <dgm:pt modelId="{1E902D48-C30D-4CC3-AFBB-D5995AC9D9E2}">
      <dgm:prSet/>
      <dgm:spPr/>
      <dgm:t>
        <a:bodyPr/>
        <a:lstStyle/>
        <a:p>
          <a:r>
            <a:rPr lang="en-US" dirty="0"/>
            <a:t>Use brackets, screws or trays</a:t>
          </a:r>
        </a:p>
      </dgm:t>
    </dgm:pt>
    <dgm:pt modelId="{61D82C26-AF27-4AFE-B63F-D6609C73C428}" type="parTrans" cxnId="{2273EE6E-36B5-46EE-B743-2302647AC0A8}">
      <dgm:prSet/>
      <dgm:spPr/>
      <dgm:t>
        <a:bodyPr/>
        <a:lstStyle/>
        <a:p>
          <a:endParaRPr lang="en-US"/>
        </a:p>
      </dgm:t>
    </dgm:pt>
    <dgm:pt modelId="{B4777B72-C85B-41B3-B979-2ACF7EA49B5E}" type="sibTrans" cxnId="{2273EE6E-36B5-46EE-B743-2302647AC0A8}">
      <dgm:prSet/>
      <dgm:spPr/>
      <dgm:t>
        <a:bodyPr/>
        <a:lstStyle/>
        <a:p>
          <a:endParaRPr lang="en-US"/>
        </a:p>
      </dgm:t>
    </dgm:pt>
    <dgm:pt modelId="{901E10F4-60B2-461A-8378-75B1C68F4987}">
      <dgm:prSet/>
      <dgm:spPr/>
      <dgm:t>
        <a:bodyPr/>
        <a:lstStyle/>
        <a:p>
          <a:r>
            <a:rPr lang="en-US" dirty="0"/>
            <a:t>Secure properly in drive bays or M.2 slot</a:t>
          </a:r>
        </a:p>
      </dgm:t>
    </dgm:pt>
    <dgm:pt modelId="{DB963068-2D00-4C14-8772-62494A2B4E4A}" type="parTrans" cxnId="{FB7491C4-75D4-4945-BE0A-4F341E458B67}">
      <dgm:prSet/>
      <dgm:spPr/>
      <dgm:t>
        <a:bodyPr/>
        <a:lstStyle/>
        <a:p>
          <a:endParaRPr lang="en-US"/>
        </a:p>
      </dgm:t>
    </dgm:pt>
    <dgm:pt modelId="{6A51ACDC-BD69-4D35-95F0-55588E80AFD9}" type="sibTrans" cxnId="{FB7491C4-75D4-4945-BE0A-4F341E458B67}">
      <dgm:prSet/>
      <dgm:spPr/>
      <dgm:t>
        <a:bodyPr/>
        <a:lstStyle/>
        <a:p>
          <a:endParaRPr lang="en-US"/>
        </a:p>
      </dgm:t>
    </dgm:pt>
    <dgm:pt modelId="{ABB13A83-1273-4116-9D5D-27393FC3F0B3}">
      <dgm:prSet/>
      <dgm:spPr/>
      <dgm:t>
        <a:bodyPr/>
        <a:lstStyle/>
        <a:p>
          <a:r>
            <a:rPr lang="en-US" b="1"/>
            <a:t>Cable Connections:</a:t>
          </a:r>
          <a:endParaRPr lang="en-US"/>
        </a:p>
      </dgm:t>
    </dgm:pt>
    <dgm:pt modelId="{81670E6C-F928-4CBB-8DE9-383C515106CE}" type="parTrans" cxnId="{30A47A24-3432-4EA5-B88D-96E1AD26CB15}">
      <dgm:prSet/>
      <dgm:spPr/>
      <dgm:t>
        <a:bodyPr/>
        <a:lstStyle/>
        <a:p>
          <a:endParaRPr lang="en-US"/>
        </a:p>
      </dgm:t>
    </dgm:pt>
    <dgm:pt modelId="{C7DFD72B-8A94-4614-A35B-00011E1421E1}" type="sibTrans" cxnId="{30A47A24-3432-4EA5-B88D-96E1AD26CB15}">
      <dgm:prSet/>
      <dgm:spPr/>
      <dgm:t>
        <a:bodyPr/>
        <a:lstStyle/>
        <a:p>
          <a:endParaRPr lang="en-US"/>
        </a:p>
      </dgm:t>
    </dgm:pt>
    <dgm:pt modelId="{9567CE12-D3F0-4923-A569-15AF5FABC951}">
      <dgm:prSet/>
      <dgm:spPr/>
      <dgm:t>
        <a:bodyPr/>
        <a:lstStyle/>
        <a:p>
          <a:r>
            <a:rPr lang="en-US" dirty="0"/>
            <a:t>SATA Data + SATA Power</a:t>
          </a:r>
        </a:p>
      </dgm:t>
    </dgm:pt>
    <dgm:pt modelId="{1FAEB343-8869-415D-9E6B-657345019539}" type="parTrans" cxnId="{5AF7E864-A73F-4BE1-972A-74FCB4BBE60F}">
      <dgm:prSet/>
      <dgm:spPr/>
      <dgm:t>
        <a:bodyPr/>
        <a:lstStyle/>
        <a:p>
          <a:endParaRPr lang="en-US"/>
        </a:p>
      </dgm:t>
    </dgm:pt>
    <dgm:pt modelId="{A8DC8A78-8C14-4203-99BF-03CB80E242F4}" type="sibTrans" cxnId="{5AF7E864-A73F-4BE1-972A-74FCB4BBE60F}">
      <dgm:prSet/>
      <dgm:spPr/>
      <dgm:t>
        <a:bodyPr/>
        <a:lstStyle/>
        <a:p>
          <a:endParaRPr lang="en-US"/>
        </a:p>
      </dgm:t>
    </dgm:pt>
    <dgm:pt modelId="{5F4EB096-C3D1-4138-886F-F1E981CD7926}">
      <dgm:prSet/>
      <dgm:spPr/>
      <dgm:t>
        <a:bodyPr/>
        <a:lstStyle/>
        <a:p>
          <a:r>
            <a:rPr lang="en-US"/>
            <a:t>M.2/NVMe needs only screw and PCIe lane slot</a:t>
          </a:r>
        </a:p>
      </dgm:t>
    </dgm:pt>
    <dgm:pt modelId="{A093F511-3AD3-44E6-9BCC-2359C6D50921}" type="parTrans" cxnId="{1532009F-CFBF-4D5E-9E3C-3569AD035269}">
      <dgm:prSet/>
      <dgm:spPr/>
      <dgm:t>
        <a:bodyPr/>
        <a:lstStyle/>
        <a:p>
          <a:endParaRPr lang="en-US"/>
        </a:p>
      </dgm:t>
    </dgm:pt>
    <dgm:pt modelId="{1AEDBFE6-D100-4001-B499-B2EEE101785C}" type="sibTrans" cxnId="{1532009F-CFBF-4D5E-9E3C-3569AD035269}">
      <dgm:prSet/>
      <dgm:spPr/>
      <dgm:t>
        <a:bodyPr/>
        <a:lstStyle/>
        <a:p>
          <a:endParaRPr lang="en-US"/>
        </a:p>
      </dgm:t>
    </dgm:pt>
    <dgm:pt modelId="{63B068B0-BE34-400A-9D3C-914A3FD067A2}" type="pres">
      <dgm:prSet presAssocID="{FFF2211F-5900-4CEA-8BF2-408A1EC9A0E6}" presName="Name0" presStyleCnt="0">
        <dgm:presLayoutVars>
          <dgm:dir/>
          <dgm:animLvl val="lvl"/>
          <dgm:resizeHandles val="exact"/>
        </dgm:presLayoutVars>
      </dgm:prSet>
      <dgm:spPr/>
    </dgm:pt>
    <dgm:pt modelId="{9A1A10CD-E9E3-4527-9EA1-80EFF1E65966}" type="pres">
      <dgm:prSet presAssocID="{783A90AF-F368-49EE-B791-941BA2EC7C85}" presName="linNode" presStyleCnt="0"/>
      <dgm:spPr/>
    </dgm:pt>
    <dgm:pt modelId="{52B3D408-BD7A-416F-B96D-646B614208A1}" type="pres">
      <dgm:prSet presAssocID="{783A90AF-F368-49EE-B791-941BA2EC7C85}" presName="parentText" presStyleLbl="node1" presStyleIdx="0" presStyleCnt="3" custLinFactNeighborX="-7348" custLinFactNeighborY="-9850">
        <dgm:presLayoutVars>
          <dgm:chMax val="1"/>
          <dgm:bulletEnabled val="1"/>
        </dgm:presLayoutVars>
      </dgm:prSet>
      <dgm:spPr/>
    </dgm:pt>
    <dgm:pt modelId="{33245E31-2599-4523-A1BA-FB895CC250A6}" type="pres">
      <dgm:prSet presAssocID="{783A90AF-F368-49EE-B791-941BA2EC7C85}" presName="descendantText" presStyleLbl="alignAccFollowNode1" presStyleIdx="0" presStyleCnt="3">
        <dgm:presLayoutVars>
          <dgm:bulletEnabled val="1"/>
        </dgm:presLayoutVars>
      </dgm:prSet>
      <dgm:spPr/>
    </dgm:pt>
    <dgm:pt modelId="{89FA4516-D8C2-455C-B30C-76F1694DAB83}" type="pres">
      <dgm:prSet presAssocID="{C53743AF-91DC-453A-ADFF-F7E1A7B54805}" presName="sp" presStyleCnt="0"/>
      <dgm:spPr/>
    </dgm:pt>
    <dgm:pt modelId="{4184CDF7-334E-4996-A45C-12F5A530F63F}" type="pres">
      <dgm:prSet presAssocID="{1048CA5F-239C-4C3B-B71C-AA045F7B3A7C}" presName="linNode" presStyleCnt="0"/>
      <dgm:spPr/>
    </dgm:pt>
    <dgm:pt modelId="{E05E0B1A-5373-4C0A-87B6-72DEC39F4BF7}" type="pres">
      <dgm:prSet presAssocID="{1048CA5F-239C-4C3B-B71C-AA045F7B3A7C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8FBAF47E-4A90-4616-A48C-F99DB0A886FA}" type="pres">
      <dgm:prSet presAssocID="{1048CA5F-239C-4C3B-B71C-AA045F7B3A7C}" presName="descendantText" presStyleLbl="alignAccFollowNode1" presStyleIdx="1" presStyleCnt="3">
        <dgm:presLayoutVars>
          <dgm:bulletEnabled val="1"/>
        </dgm:presLayoutVars>
      </dgm:prSet>
      <dgm:spPr/>
    </dgm:pt>
    <dgm:pt modelId="{C00B8F82-8CA4-432C-8C32-D027A8C3DB6A}" type="pres">
      <dgm:prSet presAssocID="{9B3268C5-46D9-4CC5-A247-A4DB7E56327B}" presName="sp" presStyleCnt="0"/>
      <dgm:spPr/>
    </dgm:pt>
    <dgm:pt modelId="{A2DF6206-3D70-44BD-A5A4-DBBE2FAE73BC}" type="pres">
      <dgm:prSet presAssocID="{ABB13A83-1273-4116-9D5D-27393FC3F0B3}" presName="linNode" presStyleCnt="0"/>
      <dgm:spPr/>
    </dgm:pt>
    <dgm:pt modelId="{63B9E59B-BA86-4C2A-9E30-E3A419B013CA}" type="pres">
      <dgm:prSet presAssocID="{ABB13A83-1273-4116-9D5D-27393FC3F0B3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FBCE8C5C-4AC6-4BDC-8194-0838561A1547}" type="pres">
      <dgm:prSet presAssocID="{ABB13A83-1273-4116-9D5D-27393FC3F0B3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47E93606-A3D0-485D-8E47-B721C3835ED7}" type="presOf" srcId="{901E10F4-60B2-461A-8378-75B1C68F4987}" destId="{8FBAF47E-4A90-4616-A48C-F99DB0A886FA}" srcOrd="0" destOrd="1" presId="urn:microsoft.com/office/officeart/2005/8/layout/vList5"/>
    <dgm:cxn modelId="{64979E0F-A4CB-42C1-8C8F-DB3E98AA73DE}" type="presOf" srcId="{2E5917CF-0C01-4CD8-8877-915AAE55C389}" destId="{33245E31-2599-4523-A1BA-FB895CC250A6}" srcOrd="0" destOrd="0" presId="urn:microsoft.com/office/officeart/2005/8/layout/vList5"/>
    <dgm:cxn modelId="{3D3F9A15-0189-452D-BAB4-F6E981287F4E}" srcId="{FFF2211F-5900-4CEA-8BF2-408A1EC9A0E6}" destId="{1048CA5F-239C-4C3B-B71C-AA045F7B3A7C}" srcOrd="1" destOrd="0" parTransId="{C15F5C52-20C8-43A0-81DF-8482CFEDE85C}" sibTransId="{9B3268C5-46D9-4CC5-A247-A4DB7E56327B}"/>
    <dgm:cxn modelId="{30A47A24-3432-4EA5-B88D-96E1AD26CB15}" srcId="{FFF2211F-5900-4CEA-8BF2-408A1EC9A0E6}" destId="{ABB13A83-1273-4116-9D5D-27393FC3F0B3}" srcOrd="2" destOrd="0" parTransId="{81670E6C-F928-4CBB-8DE9-383C515106CE}" sibTransId="{C7DFD72B-8A94-4614-A35B-00011E1421E1}"/>
    <dgm:cxn modelId="{3C0B0A3A-6CB7-4C25-AAA4-AFF0387CBC98}" type="presOf" srcId="{5F4EB096-C3D1-4138-886F-F1E981CD7926}" destId="{FBCE8C5C-4AC6-4BDC-8194-0838561A1547}" srcOrd="0" destOrd="1" presId="urn:microsoft.com/office/officeart/2005/8/layout/vList5"/>
    <dgm:cxn modelId="{5AF7E864-A73F-4BE1-972A-74FCB4BBE60F}" srcId="{ABB13A83-1273-4116-9D5D-27393FC3F0B3}" destId="{9567CE12-D3F0-4923-A569-15AF5FABC951}" srcOrd="0" destOrd="0" parTransId="{1FAEB343-8869-415D-9E6B-657345019539}" sibTransId="{A8DC8A78-8C14-4203-99BF-03CB80E242F4}"/>
    <dgm:cxn modelId="{AAFF946A-FDC9-429A-84BC-33325F5E4E6C}" srcId="{783A90AF-F368-49EE-B791-941BA2EC7C85}" destId="{75A64BB7-98BC-4252-B4BD-9DB80117923A}" srcOrd="1" destOrd="0" parTransId="{2A2C1B27-F3D4-4C15-9944-BCB6DCA42C30}" sibTransId="{16BDBBF8-A1CC-4454-9A9A-6D4FE47298BA}"/>
    <dgm:cxn modelId="{6EBA1A6B-392E-4410-94BA-CF09F28A8B21}" type="presOf" srcId="{1048CA5F-239C-4C3B-B71C-AA045F7B3A7C}" destId="{E05E0B1A-5373-4C0A-87B6-72DEC39F4BF7}" srcOrd="0" destOrd="0" presId="urn:microsoft.com/office/officeart/2005/8/layout/vList5"/>
    <dgm:cxn modelId="{2273EE6E-36B5-46EE-B743-2302647AC0A8}" srcId="{1048CA5F-239C-4C3B-B71C-AA045F7B3A7C}" destId="{1E902D48-C30D-4CC3-AFBB-D5995AC9D9E2}" srcOrd="0" destOrd="0" parTransId="{61D82C26-AF27-4AFE-B63F-D6609C73C428}" sibTransId="{B4777B72-C85B-41B3-B979-2ACF7EA49B5E}"/>
    <dgm:cxn modelId="{ED866878-F95B-491A-B55F-2B46C2ADAAE7}" type="presOf" srcId="{ABB13A83-1273-4116-9D5D-27393FC3F0B3}" destId="{63B9E59B-BA86-4C2A-9E30-E3A419B013CA}" srcOrd="0" destOrd="0" presId="urn:microsoft.com/office/officeart/2005/8/layout/vList5"/>
    <dgm:cxn modelId="{F94E8087-58A6-4578-A09E-A78E11A62963}" srcId="{FFF2211F-5900-4CEA-8BF2-408A1EC9A0E6}" destId="{783A90AF-F368-49EE-B791-941BA2EC7C85}" srcOrd="0" destOrd="0" parTransId="{C80CC514-DA55-4423-966E-58A9072C9678}" sibTransId="{C53743AF-91DC-453A-ADFF-F7E1A7B54805}"/>
    <dgm:cxn modelId="{86B2BD91-5DD7-4D6D-A03A-E9A532EF1C13}" srcId="{783A90AF-F368-49EE-B791-941BA2EC7C85}" destId="{2E5917CF-0C01-4CD8-8877-915AAE55C389}" srcOrd="0" destOrd="0" parTransId="{813A323A-7566-475E-883B-0D0C8265E989}" sibTransId="{EE0820ED-D9BC-4B6B-80CE-9D9C66FDB34F}"/>
    <dgm:cxn modelId="{9F21DE96-DC4E-4923-B0DF-27700E7A3914}" type="presOf" srcId="{FFF2211F-5900-4CEA-8BF2-408A1EC9A0E6}" destId="{63B068B0-BE34-400A-9D3C-914A3FD067A2}" srcOrd="0" destOrd="0" presId="urn:microsoft.com/office/officeart/2005/8/layout/vList5"/>
    <dgm:cxn modelId="{1532009F-CFBF-4D5E-9E3C-3569AD035269}" srcId="{ABB13A83-1273-4116-9D5D-27393FC3F0B3}" destId="{5F4EB096-C3D1-4138-886F-F1E981CD7926}" srcOrd="1" destOrd="0" parTransId="{A093F511-3AD3-44E6-9BCC-2359C6D50921}" sibTransId="{1AEDBFE6-D100-4001-B499-B2EEE101785C}"/>
    <dgm:cxn modelId="{846FB7B8-0471-46B4-A9BC-A6A9DC08E435}" srcId="{783A90AF-F368-49EE-B791-941BA2EC7C85}" destId="{8F790EA8-6BE1-4873-BF7C-3C42CC4B8FE3}" srcOrd="2" destOrd="0" parTransId="{2137DBB1-9389-49FA-BE4E-4A9670CBE063}" sibTransId="{7957E8E7-8682-4BE4-ABEE-B6D01FD133AF}"/>
    <dgm:cxn modelId="{D94C60BB-A26C-483E-B992-57E6E3550586}" type="presOf" srcId="{783A90AF-F368-49EE-B791-941BA2EC7C85}" destId="{52B3D408-BD7A-416F-B96D-646B614208A1}" srcOrd="0" destOrd="0" presId="urn:microsoft.com/office/officeart/2005/8/layout/vList5"/>
    <dgm:cxn modelId="{50154EC4-A791-46B8-90CA-55FAFD31DF28}" type="presOf" srcId="{9567CE12-D3F0-4923-A569-15AF5FABC951}" destId="{FBCE8C5C-4AC6-4BDC-8194-0838561A1547}" srcOrd="0" destOrd="0" presId="urn:microsoft.com/office/officeart/2005/8/layout/vList5"/>
    <dgm:cxn modelId="{FB7491C4-75D4-4945-BE0A-4F341E458B67}" srcId="{1048CA5F-239C-4C3B-B71C-AA045F7B3A7C}" destId="{901E10F4-60B2-461A-8378-75B1C68F4987}" srcOrd="1" destOrd="0" parTransId="{DB963068-2D00-4C14-8772-62494A2B4E4A}" sibTransId="{6A51ACDC-BD69-4D35-95F0-55588E80AFD9}"/>
    <dgm:cxn modelId="{24F22FE2-EE8F-4FB1-A451-47BEDA9F9FF0}" type="presOf" srcId="{75A64BB7-98BC-4252-B4BD-9DB80117923A}" destId="{33245E31-2599-4523-A1BA-FB895CC250A6}" srcOrd="0" destOrd="1" presId="urn:microsoft.com/office/officeart/2005/8/layout/vList5"/>
    <dgm:cxn modelId="{C646A4E6-6FE4-4EF4-9293-79C0B2056105}" type="presOf" srcId="{8F790EA8-6BE1-4873-BF7C-3C42CC4B8FE3}" destId="{33245E31-2599-4523-A1BA-FB895CC250A6}" srcOrd="0" destOrd="2" presId="urn:microsoft.com/office/officeart/2005/8/layout/vList5"/>
    <dgm:cxn modelId="{EAE52BF1-43EB-49A4-9F95-3156CEDD6074}" type="presOf" srcId="{1E902D48-C30D-4CC3-AFBB-D5995AC9D9E2}" destId="{8FBAF47E-4A90-4616-A48C-F99DB0A886FA}" srcOrd="0" destOrd="0" presId="urn:microsoft.com/office/officeart/2005/8/layout/vList5"/>
    <dgm:cxn modelId="{2BC60B60-7BEA-4FDD-97C6-2D3BDA4BCFD0}" type="presParOf" srcId="{63B068B0-BE34-400A-9D3C-914A3FD067A2}" destId="{9A1A10CD-E9E3-4527-9EA1-80EFF1E65966}" srcOrd="0" destOrd="0" presId="urn:microsoft.com/office/officeart/2005/8/layout/vList5"/>
    <dgm:cxn modelId="{B42D4397-7D0B-4AE8-86FF-831B00EE6855}" type="presParOf" srcId="{9A1A10CD-E9E3-4527-9EA1-80EFF1E65966}" destId="{52B3D408-BD7A-416F-B96D-646B614208A1}" srcOrd="0" destOrd="0" presId="urn:microsoft.com/office/officeart/2005/8/layout/vList5"/>
    <dgm:cxn modelId="{BFDE4858-72F4-4F69-9B81-FE18CCC8C192}" type="presParOf" srcId="{9A1A10CD-E9E3-4527-9EA1-80EFF1E65966}" destId="{33245E31-2599-4523-A1BA-FB895CC250A6}" srcOrd="1" destOrd="0" presId="urn:microsoft.com/office/officeart/2005/8/layout/vList5"/>
    <dgm:cxn modelId="{BB58FE46-0209-4AC0-802C-A9CC8DD4D738}" type="presParOf" srcId="{63B068B0-BE34-400A-9D3C-914A3FD067A2}" destId="{89FA4516-D8C2-455C-B30C-76F1694DAB83}" srcOrd="1" destOrd="0" presId="urn:microsoft.com/office/officeart/2005/8/layout/vList5"/>
    <dgm:cxn modelId="{CACA46B5-C3F6-4146-BEA6-84AECC207357}" type="presParOf" srcId="{63B068B0-BE34-400A-9D3C-914A3FD067A2}" destId="{4184CDF7-334E-4996-A45C-12F5A530F63F}" srcOrd="2" destOrd="0" presId="urn:microsoft.com/office/officeart/2005/8/layout/vList5"/>
    <dgm:cxn modelId="{B2F60E63-07BE-4FEC-B7B0-9AC93A586D02}" type="presParOf" srcId="{4184CDF7-334E-4996-A45C-12F5A530F63F}" destId="{E05E0B1A-5373-4C0A-87B6-72DEC39F4BF7}" srcOrd="0" destOrd="0" presId="urn:microsoft.com/office/officeart/2005/8/layout/vList5"/>
    <dgm:cxn modelId="{3D9D9D9D-2D7A-41F1-85BE-B33372F5E9EB}" type="presParOf" srcId="{4184CDF7-334E-4996-A45C-12F5A530F63F}" destId="{8FBAF47E-4A90-4616-A48C-F99DB0A886FA}" srcOrd="1" destOrd="0" presId="urn:microsoft.com/office/officeart/2005/8/layout/vList5"/>
    <dgm:cxn modelId="{CA4DCDD3-6BF6-4A64-B4D3-D4D3740999C2}" type="presParOf" srcId="{63B068B0-BE34-400A-9D3C-914A3FD067A2}" destId="{C00B8F82-8CA4-432C-8C32-D027A8C3DB6A}" srcOrd="3" destOrd="0" presId="urn:microsoft.com/office/officeart/2005/8/layout/vList5"/>
    <dgm:cxn modelId="{705DAAD8-A5E4-4BF3-872A-71A0F08A4E4A}" type="presParOf" srcId="{63B068B0-BE34-400A-9D3C-914A3FD067A2}" destId="{A2DF6206-3D70-44BD-A5A4-DBBE2FAE73BC}" srcOrd="4" destOrd="0" presId="urn:microsoft.com/office/officeart/2005/8/layout/vList5"/>
    <dgm:cxn modelId="{53B42913-9768-4364-9DBB-EE9B585B7062}" type="presParOf" srcId="{A2DF6206-3D70-44BD-A5A4-DBBE2FAE73BC}" destId="{63B9E59B-BA86-4C2A-9E30-E3A419B013CA}" srcOrd="0" destOrd="0" presId="urn:microsoft.com/office/officeart/2005/8/layout/vList5"/>
    <dgm:cxn modelId="{AE6DF6AB-4E0B-4299-A8EC-F40D7CCAD375}" type="presParOf" srcId="{A2DF6206-3D70-44BD-A5A4-DBBE2FAE73BC}" destId="{FBCE8C5C-4AC6-4BDC-8194-0838561A154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F395034-70E7-452F-905A-819C6E0A1F11}" type="doc">
      <dgm:prSet loTypeId="urn:microsoft.com/office/officeart/2018/2/layout/IconVerticalSolidList" loCatId="icon" qsTypeId="urn:microsoft.com/office/officeart/2005/8/quickstyle/simple1#7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569B7F0-DC61-482E-A7EC-8F1338A0E8DB}">
      <dgm:prSet/>
      <dgm:spPr/>
      <dgm:t>
        <a:bodyPr/>
        <a:lstStyle/>
        <a:p>
          <a:r>
            <a:rPr lang="en-US" b="1"/>
            <a:t>BIOS/UEFI Detection:</a:t>
          </a:r>
          <a:endParaRPr lang="en-US"/>
        </a:p>
      </dgm:t>
    </dgm:pt>
    <dgm:pt modelId="{F8B2588D-D57B-4746-A28E-CA8B1F349330}" type="parTrans" cxnId="{F01A8627-A5CD-414D-A820-C3D14198DA3A}">
      <dgm:prSet/>
      <dgm:spPr/>
      <dgm:t>
        <a:bodyPr/>
        <a:lstStyle/>
        <a:p>
          <a:endParaRPr lang="en-US"/>
        </a:p>
      </dgm:t>
    </dgm:pt>
    <dgm:pt modelId="{F5A7D092-5627-44D8-A540-F8A63A965155}" type="sibTrans" cxnId="{F01A8627-A5CD-414D-A820-C3D14198DA3A}">
      <dgm:prSet/>
      <dgm:spPr/>
      <dgm:t>
        <a:bodyPr/>
        <a:lstStyle/>
        <a:p>
          <a:endParaRPr lang="en-US"/>
        </a:p>
      </dgm:t>
    </dgm:pt>
    <dgm:pt modelId="{2F292504-8352-4BA0-A0E9-1BCFD44E9FE8}">
      <dgm:prSet/>
      <dgm:spPr/>
      <dgm:t>
        <a:bodyPr/>
        <a:lstStyle/>
        <a:p>
          <a:r>
            <a:rPr lang="en-US"/>
            <a:t>Confirm storage is detected in BIOS</a:t>
          </a:r>
        </a:p>
      </dgm:t>
    </dgm:pt>
    <dgm:pt modelId="{3D80A0F7-7BF5-4A0E-A5E7-198DD2098790}" type="parTrans" cxnId="{21AAC076-2290-4A59-962C-17A81FAD2020}">
      <dgm:prSet/>
      <dgm:spPr/>
      <dgm:t>
        <a:bodyPr/>
        <a:lstStyle/>
        <a:p>
          <a:endParaRPr lang="en-US"/>
        </a:p>
      </dgm:t>
    </dgm:pt>
    <dgm:pt modelId="{DDA6E4FD-92BB-49F9-A162-0D68C269AA48}" type="sibTrans" cxnId="{21AAC076-2290-4A59-962C-17A81FAD2020}">
      <dgm:prSet/>
      <dgm:spPr/>
      <dgm:t>
        <a:bodyPr/>
        <a:lstStyle/>
        <a:p>
          <a:endParaRPr lang="en-US"/>
        </a:p>
      </dgm:t>
    </dgm:pt>
    <dgm:pt modelId="{3045C785-D450-4AB4-BDB0-AE847B639FC9}">
      <dgm:prSet/>
      <dgm:spPr/>
      <dgm:t>
        <a:bodyPr/>
        <a:lstStyle/>
        <a:p>
          <a:r>
            <a:rPr lang="en-US" b="1" dirty="0"/>
            <a:t>Windows/Linux Setup:</a:t>
          </a:r>
          <a:endParaRPr lang="en-US" dirty="0"/>
        </a:p>
      </dgm:t>
    </dgm:pt>
    <dgm:pt modelId="{C3A8DDBD-C702-47A8-8C87-14713CFB6E7A}" type="parTrans" cxnId="{DF58A31A-9FD1-4E1B-9515-001409CA2EF8}">
      <dgm:prSet/>
      <dgm:spPr/>
      <dgm:t>
        <a:bodyPr/>
        <a:lstStyle/>
        <a:p>
          <a:endParaRPr lang="en-US"/>
        </a:p>
      </dgm:t>
    </dgm:pt>
    <dgm:pt modelId="{274A4903-C09C-4BDF-A21C-B816EE2F3867}" type="sibTrans" cxnId="{DF58A31A-9FD1-4E1B-9515-001409CA2EF8}">
      <dgm:prSet/>
      <dgm:spPr/>
      <dgm:t>
        <a:bodyPr/>
        <a:lstStyle/>
        <a:p>
          <a:endParaRPr lang="en-US"/>
        </a:p>
      </dgm:t>
    </dgm:pt>
    <dgm:pt modelId="{B1A9EB13-0533-4D49-BDB1-D3C6EDE48995}">
      <dgm:prSet/>
      <dgm:spPr/>
      <dgm:t>
        <a:bodyPr/>
        <a:lstStyle/>
        <a:p>
          <a:r>
            <a:rPr lang="en-US"/>
            <a:t>Use Disk Management (Windows)</a:t>
          </a:r>
        </a:p>
      </dgm:t>
    </dgm:pt>
    <dgm:pt modelId="{6FB870EE-C250-4CB1-A302-22042A84C970}" type="parTrans" cxnId="{227A88EE-0D67-40C0-8018-1F602C97E869}">
      <dgm:prSet/>
      <dgm:spPr/>
      <dgm:t>
        <a:bodyPr/>
        <a:lstStyle/>
        <a:p>
          <a:endParaRPr lang="en-US"/>
        </a:p>
      </dgm:t>
    </dgm:pt>
    <dgm:pt modelId="{51D9AC7C-307B-45DA-94F2-1B9CFA86C77D}" type="sibTrans" cxnId="{227A88EE-0D67-40C0-8018-1F602C97E869}">
      <dgm:prSet/>
      <dgm:spPr/>
      <dgm:t>
        <a:bodyPr/>
        <a:lstStyle/>
        <a:p>
          <a:endParaRPr lang="en-US"/>
        </a:p>
      </dgm:t>
    </dgm:pt>
    <dgm:pt modelId="{AFDFD501-D53E-48E3-BC67-FFD11FF10BC2}">
      <dgm:prSet/>
      <dgm:spPr/>
      <dgm:t>
        <a:bodyPr/>
        <a:lstStyle/>
        <a:p>
          <a:r>
            <a:rPr lang="en-US"/>
            <a:t>Use lsblk, fdisk, mkfs (Linux)</a:t>
          </a:r>
        </a:p>
      </dgm:t>
    </dgm:pt>
    <dgm:pt modelId="{BC63F6B2-C39C-45AF-9475-60B21CE9F925}" type="parTrans" cxnId="{C27B1FD8-5C4F-409A-BA7B-E423238E04EC}">
      <dgm:prSet/>
      <dgm:spPr/>
      <dgm:t>
        <a:bodyPr/>
        <a:lstStyle/>
        <a:p>
          <a:endParaRPr lang="en-US"/>
        </a:p>
      </dgm:t>
    </dgm:pt>
    <dgm:pt modelId="{6AB3FF3D-A7AF-4D12-A3E6-C7AB6F8DD4DE}" type="sibTrans" cxnId="{C27B1FD8-5C4F-409A-BA7B-E423238E04EC}">
      <dgm:prSet/>
      <dgm:spPr/>
      <dgm:t>
        <a:bodyPr/>
        <a:lstStyle/>
        <a:p>
          <a:endParaRPr lang="en-US"/>
        </a:p>
      </dgm:t>
    </dgm:pt>
    <dgm:pt modelId="{4A5F0A33-E98F-49EA-81B5-47E0386B0739}">
      <dgm:prSet/>
      <dgm:spPr/>
      <dgm:t>
        <a:bodyPr/>
        <a:lstStyle/>
        <a:p>
          <a:r>
            <a:rPr lang="en-US" b="1" dirty="0"/>
            <a:t>RAID (Redundant Array of Independent Disks):</a:t>
          </a:r>
          <a:endParaRPr lang="en-US" dirty="0"/>
        </a:p>
      </dgm:t>
    </dgm:pt>
    <dgm:pt modelId="{C63A8CE8-CC69-43D8-A077-92A00E5F36F4}" type="parTrans" cxnId="{5B06F9BA-83F3-4CAC-AFA9-14EA6D91E002}">
      <dgm:prSet/>
      <dgm:spPr/>
      <dgm:t>
        <a:bodyPr/>
        <a:lstStyle/>
        <a:p>
          <a:endParaRPr lang="en-US"/>
        </a:p>
      </dgm:t>
    </dgm:pt>
    <dgm:pt modelId="{F7D16AE1-31CD-41C3-8FD9-33D49AE9F376}" type="sibTrans" cxnId="{5B06F9BA-83F3-4CAC-AFA9-14EA6D91E002}">
      <dgm:prSet/>
      <dgm:spPr/>
      <dgm:t>
        <a:bodyPr/>
        <a:lstStyle/>
        <a:p>
          <a:endParaRPr lang="en-US"/>
        </a:p>
      </dgm:t>
    </dgm:pt>
    <dgm:pt modelId="{729A2D4E-D836-4434-AFE5-9A20D74979D6}">
      <dgm:prSet/>
      <dgm:spPr/>
      <dgm:t>
        <a:bodyPr/>
        <a:lstStyle/>
        <a:p>
          <a:r>
            <a:rPr lang="en-US" dirty="0"/>
            <a:t>RAID 0 (striping), RAID 1 (mirroring), RAID 5 (parity)</a:t>
          </a:r>
        </a:p>
      </dgm:t>
    </dgm:pt>
    <dgm:pt modelId="{646ACAF9-FEE1-4F62-977B-5298416B8649}" type="parTrans" cxnId="{2A5C4210-62D2-4C82-BA22-36E46FED5C84}">
      <dgm:prSet/>
      <dgm:spPr/>
      <dgm:t>
        <a:bodyPr/>
        <a:lstStyle/>
        <a:p>
          <a:endParaRPr lang="en-US"/>
        </a:p>
      </dgm:t>
    </dgm:pt>
    <dgm:pt modelId="{D3217AB7-2AB8-48B8-A7A0-F94C7247AF56}" type="sibTrans" cxnId="{2A5C4210-62D2-4C82-BA22-36E46FED5C84}">
      <dgm:prSet/>
      <dgm:spPr/>
      <dgm:t>
        <a:bodyPr/>
        <a:lstStyle/>
        <a:p>
          <a:endParaRPr lang="en-US"/>
        </a:p>
      </dgm:t>
    </dgm:pt>
    <dgm:pt modelId="{018D9F75-51ED-43B7-8FD8-1CEB73B8A824}">
      <dgm:prSet/>
      <dgm:spPr/>
      <dgm:t>
        <a:bodyPr/>
        <a:lstStyle/>
        <a:p>
          <a:r>
            <a:rPr lang="en-US"/>
            <a:t>Requires multiple drives and RAID-capable board/controller</a:t>
          </a:r>
        </a:p>
      </dgm:t>
    </dgm:pt>
    <dgm:pt modelId="{4F60C53A-9DA2-4AA7-8E09-D943B7A88F4D}" type="parTrans" cxnId="{4F57FADD-2184-4C93-83DF-666870476759}">
      <dgm:prSet/>
      <dgm:spPr/>
      <dgm:t>
        <a:bodyPr/>
        <a:lstStyle/>
        <a:p>
          <a:endParaRPr lang="en-US"/>
        </a:p>
      </dgm:t>
    </dgm:pt>
    <dgm:pt modelId="{0AE4001E-1819-418F-8093-974661C8191B}" type="sibTrans" cxnId="{4F57FADD-2184-4C93-83DF-666870476759}">
      <dgm:prSet/>
      <dgm:spPr/>
      <dgm:t>
        <a:bodyPr/>
        <a:lstStyle/>
        <a:p>
          <a:endParaRPr lang="en-US"/>
        </a:p>
      </dgm:t>
    </dgm:pt>
    <dgm:pt modelId="{F01BBBC8-F034-4297-8A0E-791D200E9811}" type="pres">
      <dgm:prSet presAssocID="{3F395034-70E7-452F-905A-819C6E0A1F11}" presName="root" presStyleCnt="0">
        <dgm:presLayoutVars>
          <dgm:dir/>
          <dgm:resizeHandles val="exact"/>
        </dgm:presLayoutVars>
      </dgm:prSet>
      <dgm:spPr/>
    </dgm:pt>
    <dgm:pt modelId="{BF1BC167-9690-4B6B-8874-D7CCA050353B}" type="pres">
      <dgm:prSet presAssocID="{F569B7F0-DC61-482E-A7EC-8F1338A0E8DB}" presName="compNode" presStyleCnt="0"/>
      <dgm:spPr/>
    </dgm:pt>
    <dgm:pt modelId="{DD16A0BC-6C5D-4971-929B-93916D50AFCD}" type="pres">
      <dgm:prSet presAssocID="{F569B7F0-DC61-482E-A7EC-8F1338A0E8DB}" presName="bgRect" presStyleLbl="bgShp" presStyleIdx="0" presStyleCnt="3"/>
      <dgm:spPr/>
    </dgm:pt>
    <dgm:pt modelId="{002999FD-F55C-4A3D-B3B2-1440C0798F2A}" type="pres">
      <dgm:prSet presAssocID="{F569B7F0-DC61-482E-A7EC-8F1338A0E8D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</dgm:pt>
    <dgm:pt modelId="{7351D824-9357-46A3-8320-A9724BFF0D34}" type="pres">
      <dgm:prSet presAssocID="{F569B7F0-DC61-482E-A7EC-8F1338A0E8DB}" presName="spaceRect" presStyleCnt="0"/>
      <dgm:spPr/>
    </dgm:pt>
    <dgm:pt modelId="{041C5ADF-0218-4D0D-8A21-996D64D03CD3}" type="pres">
      <dgm:prSet presAssocID="{F569B7F0-DC61-482E-A7EC-8F1338A0E8DB}" presName="parTx" presStyleLbl="revTx" presStyleIdx="0" presStyleCnt="6">
        <dgm:presLayoutVars>
          <dgm:chMax val="0"/>
          <dgm:chPref val="0"/>
        </dgm:presLayoutVars>
      </dgm:prSet>
      <dgm:spPr/>
    </dgm:pt>
    <dgm:pt modelId="{1EAC1F84-EABB-461C-826D-4FE62B1D36C2}" type="pres">
      <dgm:prSet presAssocID="{F569B7F0-DC61-482E-A7EC-8F1338A0E8DB}" presName="desTx" presStyleLbl="revTx" presStyleIdx="1" presStyleCnt="6">
        <dgm:presLayoutVars/>
      </dgm:prSet>
      <dgm:spPr/>
    </dgm:pt>
    <dgm:pt modelId="{C946B0FF-E7A8-4926-9D45-A64CB7EE99F2}" type="pres">
      <dgm:prSet presAssocID="{F5A7D092-5627-44D8-A540-F8A63A965155}" presName="sibTrans" presStyleCnt="0"/>
      <dgm:spPr/>
    </dgm:pt>
    <dgm:pt modelId="{3D3186C7-1A58-4D0C-B0A3-224AB262D343}" type="pres">
      <dgm:prSet presAssocID="{3045C785-D450-4AB4-BDB0-AE847B639FC9}" presName="compNode" presStyleCnt="0"/>
      <dgm:spPr/>
    </dgm:pt>
    <dgm:pt modelId="{03507570-53BB-43AD-AEAB-CCC10E8E57B6}" type="pres">
      <dgm:prSet presAssocID="{3045C785-D450-4AB4-BDB0-AE847B639FC9}" presName="bgRect" presStyleLbl="bgShp" presStyleIdx="1" presStyleCnt="3"/>
      <dgm:spPr/>
    </dgm:pt>
    <dgm:pt modelId="{312D7096-0F2B-423D-8A88-CE3628E45AEB}" type="pres">
      <dgm:prSet presAssocID="{3045C785-D450-4AB4-BDB0-AE847B639FC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</dgm:pt>
    <dgm:pt modelId="{26A936B2-0EFA-496F-A32F-19505D290968}" type="pres">
      <dgm:prSet presAssocID="{3045C785-D450-4AB4-BDB0-AE847B639FC9}" presName="spaceRect" presStyleCnt="0"/>
      <dgm:spPr/>
    </dgm:pt>
    <dgm:pt modelId="{2D906791-5592-4E2B-8E97-D0BF716A98A3}" type="pres">
      <dgm:prSet presAssocID="{3045C785-D450-4AB4-BDB0-AE847B639FC9}" presName="parTx" presStyleLbl="revTx" presStyleIdx="2" presStyleCnt="6">
        <dgm:presLayoutVars>
          <dgm:chMax val="0"/>
          <dgm:chPref val="0"/>
        </dgm:presLayoutVars>
      </dgm:prSet>
      <dgm:spPr/>
    </dgm:pt>
    <dgm:pt modelId="{F97927D5-A9D4-4280-B120-126C3C6D94F6}" type="pres">
      <dgm:prSet presAssocID="{3045C785-D450-4AB4-BDB0-AE847B639FC9}" presName="desTx" presStyleLbl="revTx" presStyleIdx="3" presStyleCnt="6">
        <dgm:presLayoutVars/>
      </dgm:prSet>
      <dgm:spPr/>
    </dgm:pt>
    <dgm:pt modelId="{50172222-3831-47C4-AFBC-755F48972AE6}" type="pres">
      <dgm:prSet presAssocID="{274A4903-C09C-4BDF-A21C-B816EE2F3867}" presName="sibTrans" presStyleCnt="0"/>
      <dgm:spPr/>
    </dgm:pt>
    <dgm:pt modelId="{A00D2B82-D73B-44EA-963C-E03449986C38}" type="pres">
      <dgm:prSet presAssocID="{4A5F0A33-E98F-49EA-81B5-47E0386B0739}" presName="compNode" presStyleCnt="0"/>
      <dgm:spPr/>
    </dgm:pt>
    <dgm:pt modelId="{445A3FC8-6E73-459C-9059-A0484587F90C}" type="pres">
      <dgm:prSet presAssocID="{4A5F0A33-E98F-49EA-81B5-47E0386B0739}" presName="bgRect" presStyleLbl="bgShp" presStyleIdx="2" presStyleCnt="3"/>
      <dgm:spPr/>
    </dgm:pt>
    <dgm:pt modelId="{0BAFA1FC-3C43-4CEA-A6EB-182E491CC50E}" type="pres">
      <dgm:prSet presAssocID="{4A5F0A33-E98F-49EA-81B5-47E0386B073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</dgm:pt>
    <dgm:pt modelId="{065FA9D8-68DD-4730-BB4D-7DCB7D9C0C55}" type="pres">
      <dgm:prSet presAssocID="{4A5F0A33-E98F-49EA-81B5-47E0386B0739}" presName="spaceRect" presStyleCnt="0"/>
      <dgm:spPr/>
    </dgm:pt>
    <dgm:pt modelId="{C5C50C08-682B-486D-87AF-ACE3C76D8C2C}" type="pres">
      <dgm:prSet presAssocID="{4A5F0A33-E98F-49EA-81B5-47E0386B0739}" presName="parTx" presStyleLbl="revTx" presStyleIdx="4" presStyleCnt="6">
        <dgm:presLayoutVars>
          <dgm:chMax val="0"/>
          <dgm:chPref val="0"/>
        </dgm:presLayoutVars>
      </dgm:prSet>
      <dgm:spPr/>
    </dgm:pt>
    <dgm:pt modelId="{8696201D-E974-4DD9-A4B6-AF5EA690E5E5}" type="pres">
      <dgm:prSet presAssocID="{4A5F0A33-E98F-49EA-81B5-47E0386B0739}" presName="desTx" presStyleLbl="revTx" presStyleIdx="5" presStyleCnt="6">
        <dgm:presLayoutVars/>
      </dgm:prSet>
      <dgm:spPr/>
    </dgm:pt>
  </dgm:ptLst>
  <dgm:cxnLst>
    <dgm:cxn modelId="{2A5C4210-62D2-4C82-BA22-36E46FED5C84}" srcId="{4A5F0A33-E98F-49EA-81B5-47E0386B0739}" destId="{729A2D4E-D836-4434-AFE5-9A20D74979D6}" srcOrd="0" destOrd="0" parTransId="{646ACAF9-FEE1-4F62-977B-5298416B8649}" sibTransId="{D3217AB7-2AB8-48B8-A7A0-F94C7247AF56}"/>
    <dgm:cxn modelId="{DF58A31A-9FD1-4E1B-9515-001409CA2EF8}" srcId="{3F395034-70E7-452F-905A-819C6E0A1F11}" destId="{3045C785-D450-4AB4-BDB0-AE847B639FC9}" srcOrd="1" destOrd="0" parTransId="{C3A8DDBD-C702-47A8-8C87-14713CFB6E7A}" sibTransId="{274A4903-C09C-4BDF-A21C-B816EE2F3867}"/>
    <dgm:cxn modelId="{EB740825-38CE-44B1-8565-33403C88335F}" type="presOf" srcId="{018D9F75-51ED-43B7-8FD8-1CEB73B8A824}" destId="{8696201D-E974-4DD9-A4B6-AF5EA690E5E5}" srcOrd="0" destOrd="1" presId="urn:microsoft.com/office/officeart/2018/2/layout/IconVerticalSolidList"/>
    <dgm:cxn modelId="{F01A8627-A5CD-414D-A820-C3D14198DA3A}" srcId="{3F395034-70E7-452F-905A-819C6E0A1F11}" destId="{F569B7F0-DC61-482E-A7EC-8F1338A0E8DB}" srcOrd="0" destOrd="0" parTransId="{F8B2588D-D57B-4746-A28E-CA8B1F349330}" sibTransId="{F5A7D092-5627-44D8-A540-F8A63A965155}"/>
    <dgm:cxn modelId="{B77EDA2F-74C8-49EC-BF81-72816FC58639}" type="presOf" srcId="{F569B7F0-DC61-482E-A7EC-8F1338A0E8DB}" destId="{041C5ADF-0218-4D0D-8A21-996D64D03CD3}" srcOrd="0" destOrd="0" presId="urn:microsoft.com/office/officeart/2018/2/layout/IconVerticalSolidList"/>
    <dgm:cxn modelId="{58E90839-46D1-4AAF-8662-A1F9028D8B66}" type="presOf" srcId="{B1A9EB13-0533-4D49-BDB1-D3C6EDE48995}" destId="{F97927D5-A9D4-4280-B120-126C3C6D94F6}" srcOrd="0" destOrd="0" presId="urn:microsoft.com/office/officeart/2018/2/layout/IconVerticalSolidList"/>
    <dgm:cxn modelId="{BED0805B-9716-40A6-B73E-C9907E75C696}" type="presOf" srcId="{3F395034-70E7-452F-905A-819C6E0A1F11}" destId="{F01BBBC8-F034-4297-8A0E-791D200E9811}" srcOrd="0" destOrd="0" presId="urn:microsoft.com/office/officeart/2018/2/layout/IconVerticalSolidList"/>
    <dgm:cxn modelId="{C5B7C166-7BD5-40E0-8E87-1CF5B346D7C1}" type="presOf" srcId="{3045C785-D450-4AB4-BDB0-AE847B639FC9}" destId="{2D906791-5592-4E2B-8E97-D0BF716A98A3}" srcOrd="0" destOrd="0" presId="urn:microsoft.com/office/officeart/2018/2/layout/IconVerticalSolidList"/>
    <dgm:cxn modelId="{21AAC076-2290-4A59-962C-17A81FAD2020}" srcId="{F569B7F0-DC61-482E-A7EC-8F1338A0E8DB}" destId="{2F292504-8352-4BA0-A0E9-1BCFD44E9FE8}" srcOrd="0" destOrd="0" parTransId="{3D80A0F7-7BF5-4A0E-A5E7-198DD2098790}" sibTransId="{DDA6E4FD-92BB-49F9-A162-0D68C269AA48}"/>
    <dgm:cxn modelId="{F140C67A-C0FC-4FDE-BE94-DE9D11559A45}" type="presOf" srcId="{729A2D4E-D836-4434-AFE5-9A20D74979D6}" destId="{8696201D-E974-4DD9-A4B6-AF5EA690E5E5}" srcOrd="0" destOrd="0" presId="urn:microsoft.com/office/officeart/2018/2/layout/IconVerticalSolidList"/>
    <dgm:cxn modelId="{6A0322AC-653B-4740-84E9-34849C710968}" type="presOf" srcId="{2F292504-8352-4BA0-A0E9-1BCFD44E9FE8}" destId="{1EAC1F84-EABB-461C-826D-4FE62B1D36C2}" srcOrd="0" destOrd="0" presId="urn:microsoft.com/office/officeart/2018/2/layout/IconVerticalSolidList"/>
    <dgm:cxn modelId="{CB28ACB1-DAFB-466F-8245-64021BD18321}" type="presOf" srcId="{AFDFD501-D53E-48E3-BC67-FFD11FF10BC2}" destId="{F97927D5-A9D4-4280-B120-126C3C6D94F6}" srcOrd="0" destOrd="1" presId="urn:microsoft.com/office/officeart/2018/2/layout/IconVerticalSolidList"/>
    <dgm:cxn modelId="{5B06F9BA-83F3-4CAC-AFA9-14EA6D91E002}" srcId="{3F395034-70E7-452F-905A-819C6E0A1F11}" destId="{4A5F0A33-E98F-49EA-81B5-47E0386B0739}" srcOrd="2" destOrd="0" parTransId="{C63A8CE8-CC69-43D8-A077-92A00E5F36F4}" sibTransId="{F7D16AE1-31CD-41C3-8FD9-33D49AE9F376}"/>
    <dgm:cxn modelId="{C27B1FD8-5C4F-409A-BA7B-E423238E04EC}" srcId="{3045C785-D450-4AB4-BDB0-AE847B639FC9}" destId="{AFDFD501-D53E-48E3-BC67-FFD11FF10BC2}" srcOrd="1" destOrd="0" parTransId="{BC63F6B2-C39C-45AF-9475-60B21CE9F925}" sibTransId="{6AB3FF3D-A7AF-4D12-A3E6-C7AB6F8DD4DE}"/>
    <dgm:cxn modelId="{27AD54DB-F1F5-440F-A7DB-449C9DDD3ECD}" type="presOf" srcId="{4A5F0A33-E98F-49EA-81B5-47E0386B0739}" destId="{C5C50C08-682B-486D-87AF-ACE3C76D8C2C}" srcOrd="0" destOrd="0" presId="urn:microsoft.com/office/officeart/2018/2/layout/IconVerticalSolidList"/>
    <dgm:cxn modelId="{4F57FADD-2184-4C93-83DF-666870476759}" srcId="{4A5F0A33-E98F-49EA-81B5-47E0386B0739}" destId="{018D9F75-51ED-43B7-8FD8-1CEB73B8A824}" srcOrd="1" destOrd="0" parTransId="{4F60C53A-9DA2-4AA7-8E09-D943B7A88F4D}" sibTransId="{0AE4001E-1819-418F-8093-974661C8191B}"/>
    <dgm:cxn modelId="{227A88EE-0D67-40C0-8018-1F602C97E869}" srcId="{3045C785-D450-4AB4-BDB0-AE847B639FC9}" destId="{B1A9EB13-0533-4D49-BDB1-D3C6EDE48995}" srcOrd="0" destOrd="0" parTransId="{6FB870EE-C250-4CB1-A302-22042A84C970}" sibTransId="{51D9AC7C-307B-45DA-94F2-1B9CFA86C77D}"/>
    <dgm:cxn modelId="{7CB9F3F2-E6B5-4A91-90F6-989889CF2DEB}" type="presParOf" srcId="{F01BBBC8-F034-4297-8A0E-791D200E9811}" destId="{BF1BC167-9690-4B6B-8874-D7CCA050353B}" srcOrd="0" destOrd="0" presId="urn:microsoft.com/office/officeart/2018/2/layout/IconVerticalSolidList"/>
    <dgm:cxn modelId="{E1C22B96-50A6-43B1-93E9-5336663100E8}" type="presParOf" srcId="{BF1BC167-9690-4B6B-8874-D7CCA050353B}" destId="{DD16A0BC-6C5D-4971-929B-93916D50AFCD}" srcOrd="0" destOrd="0" presId="urn:microsoft.com/office/officeart/2018/2/layout/IconVerticalSolidList"/>
    <dgm:cxn modelId="{CE1009E9-6116-48DA-A76A-9CE1F9FA6AD4}" type="presParOf" srcId="{BF1BC167-9690-4B6B-8874-D7CCA050353B}" destId="{002999FD-F55C-4A3D-B3B2-1440C0798F2A}" srcOrd="1" destOrd="0" presId="urn:microsoft.com/office/officeart/2018/2/layout/IconVerticalSolidList"/>
    <dgm:cxn modelId="{6DE79116-667C-47B8-850B-681B711AB5BA}" type="presParOf" srcId="{BF1BC167-9690-4B6B-8874-D7CCA050353B}" destId="{7351D824-9357-46A3-8320-A9724BFF0D34}" srcOrd="2" destOrd="0" presId="urn:microsoft.com/office/officeart/2018/2/layout/IconVerticalSolidList"/>
    <dgm:cxn modelId="{85D57251-1EBE-4877-AB1A-DAF2039C81CB}" type="presParOf" srcId="{BF1BC167-9690-4B6B-8874-D7CCA050353B}" destId="{041C5ADF-0218-4D0D-8A21-996D64D03CD3}" srcOrd="3" destOrd="0" presId="urn:microsoft.com/office/officeart/2018/2/layout/IconVerticalSolidList"/>
    <dgm:cxn modelId="{74A81EB0-746B-434C-B378-04093C20107C}" type="presParOf" srcId="{BF1BC167-9690-4B6B-8874-D7CCA050353B}" destId="{1EAC1F84-EABB-461C-826D-4FE62B1D36C2}" srcOrd="4" destOrd="0" presId="urn:microsoft.com/office/officeart/2018/2/layout/IconVerticalSolidList"/>
    <dgm:cxn modelId="{026E59C5-EFA3-4393-8931-29F282A69537}" type="presParOf" srcId="{F01BBBC8-F034-4297-8A0E-791D200E9811}" destId="{C946B0FF-E7A8-4926-9D45-A64CB7EE99F2}" srcOrd="1" destOrd="0" presId="urn:microsoft.com/office/officeart/2018/2/layout/IconVerticalSolidList"/>
    <dgm:cxn modelId="{0826BFBA-4DB9-4AD5-9E01-0AD6FC64DB89}" type="presParOf" srcId="{F01BBBC8-F034-4297-8A0E-791D200E9811}" destId="{3D3186C7-1A58-4D0C-B0A3-224AB262D343}" srcOrd="2" destOrd="0" presId="urn:microsoft.com/office/officeart/2018/2/layout/IconVerticalSolidList"/>
    <dgm:cxn modelId="{F590D4C6-9DC8-437E-AB88-4868A7C56367}" type="presParOf" srcId="{3D3186C7-1A58-4D0C-B0A3-224AB262D343}" destId="{03507570-53BB-43AD-AEAB-CCC10E8E57B6}" srcOrd="0" destOrd="0" presId="urn:microsoft.com/office/officeart/2018/2/layout/IconVerticalSolidList"/>
    <dgm:cxn modelId="{D0A4147B-0152-47C8-AB5F-05298ECABCC3}" type="presParOf" srcId="{3D3186C7-1A58-4D0C-B0A3-224AB262D343}" destId="{312D7096-0F2B-423D-8A88-CE3628E45AEB}" srcOrd="1" destOrd="0" presId="urn:microsoft.com/office/officeart/2018/2/layout/IconVerticalSolidList"/>
    <dgm:cxn modelId="{9C545328-48BB-4DEB-A3D9-02E0DEAEA5A4}" type="presParOf" srcId="{3D3186C7-1A58-4D0C-B0A3-224AB262D343}" destId="{26A936B2-0EFA-496F-A32F-19505D290968}" srcOrd="2" destOrd="0" presId="urn:microsoft.com/office/officeart/2018/2/layout/IconVerticalSolidList"/>
    <dgm:cxn modelId="{4F4CB60E-AD51-4804-92EC-B34991B12DFD}" type="presParOf" srcId="{3D3186C7-1A58-4D0C-B0A3-224AB262D343}" destId="{2D906791-5592-4E2B-8E97-D0BF716A98A3}" srcOrd="3" destOrd="0" presId="urn:microsoft.com/office/officeart/2018/2/layout/IconVerticalSolidList"/>
    <dgm:cxn modelId="{1AA02D79-10FA-4D64-80BB-0FC390C5F5B8}" type="presParOf" srcId="{3D3186C7-1A58-4D0C-B0A3-224AB262D343}" destId="{F97927D5-A9D4-4280-B120-126C3C6D94F6}" srcOrd="4" destOrd="0" presId="urn:microsoft.com/office/officeart/2018/2/layout/IconVerticalSolidList"/>
    <dgm:cxn modelId="{0C9FBD14-1E7B-464B-B6D9-1F11417644F6}" type="presParOf" srcId="{F01BBBC8-F034-4297-8A0E-791D200E9811}" destId="{50172222-3831-47C4-AFBC-755F48972AE6}" srcOrd="3" destOrd="0" presId="urn:microsoft.com/office/officeart/2018/2/layout/IconVerticalSolidList"/>
    <dgm:cxn modelId="{0278DBDF-9946-4C5D-9B64-ED416B9117FB}" type="presParOf" srcId="{F01BBBC8-F034-4297-8A0E-791D200E9811}" destId="{A00D2B82-D73B-44EA-963C-E03449986C38}" srcOrd="4" destOrd="0" presId="urn:microsoft.com/office/officeart/2018/2/layout/IconVerticalSolidList"/>
    <dgm:cxn modelId="{DEF31C64-A359-4ECD-8DB0-877FD3996659}" type="presParOf" srcId="{A00D2B82-D73B-44EA-963C-E03449986C38}" destId="{445A3FC8-6E73-459C-9059-A0484587F90C}" srcOrd="0" destOrd="0" presId="urn:microsoft.com/office/officeart/2018/2/layout/IconVerticalSolidList"/>
    <dgm:cxn modelId="{F93BE3B5-9107-4CE7-BC76-C85AE35049DF}" type="presParOf" srcId="{A00D2B82-D73B-44EA-963C-E03449986C38}" destId="{0BAFA1FC-3C43-4CEA-A6EB-182E491CC50E}" srcOrd="1" destOrd="0" presId="urn:microsoft.com/office/officeart/2018/2/layout/IconVerticalSolidList"/>
    <dgm:cxn modelId="{8BB750AE-32BF-49A1-84BF-EB6AE166375E}" type="presParOf" srcId="{A00D2B82-D73B-44EA-963C-E03449986C38}" destId="{065FA9D8-68DD-4730-BB4D-7DCB7D9C0C55}" srcOrd="2" destOrd="0" presId="urn:microsoft.com/office/officeart/2018/2/layout/IconVerticalSolidList"/>
    <dgm:cxn modelId="{739B367D-9E91-4B8A-B6D6-4CC4B772FD30}" type="presParOf" srcId="{A00D2B82-D73B-44EA-963C-E03449986C38}" destId="{C5C50C08-682B-486D-87AF-ACE3C76D8C2C}" srcOrd="3" destOrd="0" presId="urn:microsoft.com/office/officeart/2018/2/layout/IconVerticalSolidList"/>
    <dgm:cxn modelId="{C3846F0E-6F7F-4208-BCE0-5849150380AB}" type="presParOf" srcId="{A00D2B82-D73B-44EA-963C-E03449986C38}" destId="{8696201D-E974-4DD9-A4B6-AF5EA690E5E5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619417C-1431-467C-8DD7-BDA576259A23}" type="doc">
      <dgm:prSet loTypeId="urn:microsoft.com/office/officeart/2005/8/layout/hList1" loCatId="list" qsTypeId="urn:microsoft.com/office/officeart/2005/8/quickstyle/simple1#8" qsCatId="simple" csTypeId="urn:microsoft.com/office/officeart/2005/8/colors/accent1_2#2" csCatId="accent1"/>
      <dgm:spPr/>
      <dgm:t>
        <a:bodyPr/>
        <a:lstStyle/>
        <a:p>
          <a:endParaRPr lang="en-US"/>
        </a:p>
      </dgm:t>
    </dgm:pt>
    <dgm:pt modelId="{64F6068D-58D3-4DAC-81C8-D2F19085D1CF}">
      <dgm:prSet/>
      <dgm:spPr/>
      <dgm:t>
        <a:bodyPr/>
        <a:lstStyle/>
        <a:p>
          <a:r>
            <a:rPr lang="en-US" b="1"/>
            <a:t>Cable Management:</a:t>
          </a:r>
          <a:endParaRPr lang="en-US"/>
        </a:p>
      </dgm:t>
    </dgm:pt>
    <dgm:pt modelId="{EEEF671C-55AC-4F45-B6AB-EED327C6B634}" type="parTrans" cxnId="{B7E19F37-E97B-4B85-8E43-4E35D2C5627C}">
      <dgm:prSet/>
      <dgm:spPr/>
      <dgm:t>
        <a:bodyPr/>
        <a:lstStyle/>
        <a:p>
          <a:endParaRPr lang="en-US"/>
        </a:p>
      </dgm:t>
    </dgm:pt>
    <dgm:pt modelId="{D2896F91-C94C-42B0-B82E-11F2A2439030}" type="sibTrans" cxnId="{B7E19F37-E97B-4B85-8E43-4E35D2C5627C}">
      <dgm:prSet/>
      <dgm:spPr/>
      <dgm:t>
        <a:bodyPr/>
        <a:lstStyle/>
        <a:p>
          <a:endParaRPr lang="en-US"/>
        </a:p>
      </dgm:t>
    </dgm:pt>
    <dgm:pt modelId="{BBF9D86A-68B6-425E-AD04-F11DC5C67ABE}">
      <dgm:prSet/>
      <dgm:spPr/>
      <dgm:t>
        <a:bodyPr/>
        <a:lstStyle/>
        <a:p>
          <a:r>
            <a:rPr lang="en-US"/>
            <a:t>Route cables behind motherboard tray</a:t>
          </a:r>
        </a:p>
      </dgm:t>
    </dgm:pt>
    <dgm:pt modelId="{DB74F069-4136-404D-87CA-68B49A6C45B8}" type="parTrans" cxnId="{B4D0ECD8-48B4-42DF-86EE-9ED079582353}">
      <dgm:prSet/>
      <dgm:spPr/>
      <dgm:t>
        <a:bodyPr/>
        <a:lstStyle/>
        <a:p>
          <a:endParaRPr lang="en-US"/>
        </a:p>
      </dgm:t>
    </dgm:pt>
    <dgm:pt modelId="{7BB8D2F4-58B2-4B6F-BEC5-2C2598F4CB49}" type="sibTrans" cxnId="{B4D0ECD8-48B4-42DF-86EE-9ED079582353}">
      <dgm:prSet/>
      <dgm:spPr/>
      <dgm:t>
        <a:bodyPr/>
        <a:lstStyle/>
        <a:p>
          <a:endParaRPr lang="en-US"/>
        </a:p>
      </dgm:t>
    </dgm:pt>
    <dgm:pt modelId="{604E3B36-FCEA-49E5-8D9D-571868980A45}">
      <dgm:prSet/>
      <dgm:spPr/>
      <dgm:t>
        <a:bodyPr/>
        <a:lstStyle/>
        <a:p>
          <a:r>
            <a:rPr lang="en-US"/>
            <a:t>Use zip ties or Velcro straps</a:t>
          </a:r>
        </a:p>
      </dgm:t>
    </dgm:pt>
    <dgm:pt modelId="{D4E02A6B-15B3-4278-B103-B59CCFD57EEF}" type="parTrans" cxnId="{0FA4E3CB-A6B7-4524-8486-E14346F96D00}">
      <dgm:prSet/>
      <dgm:spPr/>
      <dgm:t>
        <a:bodyPr/>
        <a:lstStyle/>
        <a:p>
          <a:endParaRPr lang="en-US"/>
        </a:p>
      </dgm:t>
    </dgm:pt>
    <dgm:pt modelId="{63C83C28-C9BA-4A52-BC12-D17300913DEA}" type="sibTrans" cxnId="{0FA4E3CB-A6B7-4524-8486-E14346F96D00}">
      <dgm:prSet/>
      <dgm:spPr/>
      <dgm:t>
        <a:bodyPr/>
        <a:lstStyle/>
        <a:p>
          <a:endParaRPr lang="en-US"/>
        </a:p>
      </dgm:t>
    </dgm:pt>
    <dgm:pt modelId="{2458D283-DD62-4C75-816F-4D8ABE9BC929}">
      <dgm:prSet/>
      <dgm:spPr/>
      <dgm:t>
        <a:bodyPr/>
        <a:lstStyle/>
        <a:p>
          <a:r>
            <a:rPr lang="en-US" b="1"/>
            <a:t>Screw Types:</a:t>
          </a:r>
          <a:endParaRPr lang="en-US"/>
        </a:p>
      </dgm:t>
    </dgm:pt>
    <dgm:pt modelId="{46999A1A-CB2C-4045-B879-F19C3429AD8A}" type="parTrans" cxnId="{D0A63C43-15DF-4536-AF2E-52ED3B96343E}">
      <dgm:prSet/>
      <dgm:spPr/>
      <dgm:t>
        <a:bodyPr/>
        <a:lstStyle/>
        <a:p>
          <a:endParaRPr lang="en-US"/>
        </a:p>
      </dgm:t>
    </dgm:pt>
    <dgm:pt modelId="{758ED9FB-B820-4FD4-ADCE-26D6C2126CCD}" type="sibTrans" cxnId="{D0A63C43-15DF-4536-AF2E-52ED3B96343E}">
      <dgm:prSet/>
      <dgm:spPr/>
      <dgm:t>
        <a:bodyPr/>
        <a:lstStyle/>
        <a:p>
          <a:endParaRPr lang="en-US"/>
        </a:p>
      </dgm:t>
    </dgm:pt>
    <dgm:pt modelId="{41EF78D1-C4B4-4A33-9315-5BF7ABD0845C}">
      <dgm:prSet/>
      <dgm:spPr/>
      <dgm:t>
        <a:bodyPr/>
        <a:lstStyle/>
        <a:p>
          <a:r>
            <a:rPr lang="en-US"/>
            <a:t>Motherboard screws, M.2 screws, case screws</a:t>
          </a:r>
        </a:p>
      </dgm:t>
    </dgm:pt>
    <dgm:pt modelId="{FEFC8DFF-6127-41AC-B840-76609489CE14}" type="parTrans" cxnId="{766336A4-452B-4C5A-AF53-E59169EA83CB}">
      <dgm:prSet/>
      <dgm:spPr/>
      <dgm:t>
        <a:bodyPr/>
        <a:lstStyle/>
        <a:p>
          <a:endParaRPr lang="en-US"/>
        </a:p>
      </dgm:t>
    </dgm:pt>
    <dgm:pt modelId="{D36F23DC-9C5A-49A1-92F0-BEBBA1358CD5}" type="sibTrans" cxnId="{766336A4-452B-4C5A-AF53-E59169EA83CB}">
      <dgm:prSet/>
      <dgm:spPr/>
      <dgm:t>
        <a:bodyPr/>
        <a:lstStyle/>
        <a:p>
          <a:endParaRPr lang="en-US"/>
        </a:p>
      </dgm:t>
    </dgm:pt>
    <dgm:pt modelId="{E6EEC98B-1672-4B9C-9E76-B27C199107A8}">
      <dgm:prSet/>
      <dgm:spPr/>
      <dgm:t>
        <a:bodyPr/>
        <a:lstStyle/>
        <a:p>
          <a:r>
            <a:rPr lang="en-US" b="1"/>
            <a:t>Post-Build Checks:</a:t>
          </a:r>
          <a:endParaRPr lang="en-US"/>
        </a:p>
      </dgm:t>
    </dgm:pt>
    <dgm:pt modelId="{03BD2E2D-7D92-4924-A14E-2111F434EC08}" type="parTrans" cxnId="{033615D4-AEA8-45F2-A004-631D017F3882}">
      <dgm:prSet/>
      <dgm:spPr/>
      <dgm:t>
        <a:bodyPr/>
        <a:lstStyle/>
        <a:p>
          <a:endParaRPr lang="en-US"/>
        </a:p>
      </dgm:t>
    </dgm:pt>
    <dgm:pt modelId="{FF0E09A5-B554-4A40-B582-72BE342FEB05}" type="sibTrans" cxnId="{033615D4-AEA8-45F2-A004-631D017F3882}">
      <dgm:prSet/>
      <dgm:spPr/>
      <dgm:t>
        <a:bodyPr/>
        <a:lstStyle/>
        <a:p>
          <a:endParaRPr lang="en-US"/>
        </a:p>
      </dgm:t>
    </dgm:pt>
    <dgm:pt modelId="{0CEDFD18-3371-4D65-917B-2AC6A1DBDF3A}">
      <dgm:prSet/>
      <dgm:spPr/>
      <dgm:t>
        <a:bodyPr/>
        <a:lstStyle/>
        <a:p>
          <a:r>
            <a:rPr lang="en-US"/>
            <a:t>POST screen appears</a:t>
          </a:r>
        </a:p>
      </dgm:t>
    </dgm:pt>
    <dgm:pt modelId="{95EADF8D-E0A8-4305-AE98-1933D346EF05}" type="parTrans" cxnId="{192275C9-E810-405A-BB08-18A968625ABD}">
      <dgm:prSet/>
      <dgm:spPr/>
      <dgm:t>
        <a:bodyPr/>
        <a:lstStyle/>
        <a:p>
          <a:endParaRPr lang="en-US"/>
        </a:p>
      </dgm:t>
    </dgm:pt>
    <dgm:pt modelId="{68F0496D-6C23-4185-B3DF-78A23DDF3C79}" type="sibTrans" cxnId="{192275C9-E810-405A-BB08-18A968625ABD}">
      <dgm:prSet/>
      <dgm:spPr/>
      <dgm:t>
        <a:bodyPr/>
        <a:lstStyle/>
        <a:p>
          <a:endParaRPr lang="en-US"/>
        </a:p>
      </dgm:t>
    </dgm:pt>
    <dgm:pt modelId="{82E3ED4A-6633-46FF-BAAF-21D2A8385D4B}">
      <dgm:prSet/>
      <dgm:spPr/>
      <dgm:t>
        <a:bodyPr/>
        <a:lstStyle/>
        <a:p>
          <a:r>
            <a:rPr lang="en-US"/>
            <a:t>Fans spinning, LEDs on</a:t>
          </a:r>
        </a:p>
      </dgm:t>
    </dgm:pt>
    <dgm:pt modelId="{784CC56C-1716-415C-9793-8749C7B20A04}" type="parTrans" cxnId="{59E59959-86CC-4C21-9BB2-054738028BA9}">
      <dgm:prSet/>
      <dgm:spPr/>
      <dgm:t>
        <a:bodyPr/>
        <a:lstStyle/>
        <a:p>
          <a:endParaRPr lang="en-US"/>
        </a:p>
      </dgm:t>
    </dgm:pt>
    <dgm:pt modelId="{C2D6D763-17D2-4E15-96D9-F5944671CCFB}" type="sibTrans" cxnId="{59E59959-86CC-4C21-9BB2-054738028BA9}">
      <dgm:prSet/>
      <dgm:spPr/>
      <dgm:t>
        <a:bodyPr/>
        <a:lstStyle/>
        <a:p>
          <a:endParaRPr lang="en-US"/>
        </a:p>
      </dgm:t>
    </dgm:pt>
    <dgm:pt modelId="{602F3873-8894-4008-98FF-A9075C9DE423}">
      <dgm:prSet/>
      <dgm:spPr/>
      <dgm:t>
        <a:bodyPr/>
        <a:lstStyle/>
        <a:p>
          <a:r>
            <a:rPr lang="en-US"/>
            <a:t>BIOS recognizes all components</a:t>
          </a:r>
        </a:p>
      </dgm:t>
    </dgm:pt>
    <dgm:pt modelId="{68EAA540-3816-4E94-9364-CE64B742FF62}" type="parTrans" cxnId="{9232AB53-7017-4F69-B14D-7D958B1EC265}">
      <dgm:prSet/>
      <dgm:spPr/>
      <dgm:t>
        <a:bodyPr/>
        <a:lstStyle/>
        <a:p>
          <a:endParaRPr lang="en-US"/>
        </a:p>
      </dgm:t>
    </dgm:pt>
    <dgm:pt modelId="{2D59A272-9A1E-4CE8-AC27-B90CD0FD7884}" type="sibTrans" cxnId="{9232AB53-7017-4F69-B14D-7D958B1EC265}">
      <dgm:prSet/>
      <dgm:spPr/>
      <dgm:t>
        <a:bodyPr/>
        <a:lstStyle/>
        <a:p>
          <a:endParaRPr lang="en-US"/>
        </a:p>
      </dgm:t>
    </dgm:pt>
    <dgm:pt modelId="{E875EF47-6290-4C5B-9F0A-1DD1FC58763D}" type="pres">
      <dgm:prSet presAssocID="{1619417C-1431-467C-8DD7-BDA576259A23}" presName="Name0" presStyleCnt="0">
        <dgm:presLayoutVars>
          <dgm:dir/>
          <dgm:animLvl val="lvl"/>
          <dgm:resizeHandles val="exact"/>
        </dgm:presLayoutVars>
      </dgm:prSet>
      <dgm:spPr/>
    </dgm:pt>
    <dgm:pt modelId="{103930CF-818C-4316-AF4C-4C12ED9017FA}" type="pres">
      <dgm:prSet presAssocID="{64F6068D-58D3-4DAC-81C8-D2F19085D1CF}" presName="composite" presStyleCnt="0"/>
      <dgm:spPr/>
    </dgm:pt>
    <dgm:pt modelId="{C1936BEA-39ED-46FB-937B-05855DF1C847}" type="pres">
      <dgm:prSet presAssocID="{64F6068D-58D3-4DAC-81C8-D2F19085D1CF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D457C49-6ADD-4340-A643-92B467C86A63}" type="pres">
      <dgm:prSet presAssocID="{64F6068D-58D3-4DAC-81C8-D2F19085D1CF}" presName="desTx" presStyleLbl="alignAccFollowNode1" presStyleIdx="0" presStyleCnt="3">
        <dgm:presLayoutVars>
          <dgm:bulletEnabled val="1"/>
        </dgm:presLayoutVars>
      </dgm:prSet>
      <dgm:spPr/>
    </dgm:pt>
    <dgm:pt modelId="{ADC238E1-829A-4306-85BA-140C0447B2F9}" type="pres">
      <dgm:prSet presAssocID="{D2896F91-C94C-42B0-B82E-11F2A2439030}" presName="space" presStyleCnt="0"/>
      <dgm:spPr/>
    </dgm:pt>
    <dgm:pt modelId="{C20BED9D-0D65-41B8-A705-D6746F82EF36}" type="pres">
      <dgm:prSet presAssocID="{2458D283-DD62-4C75-816F-4D8ABE9BC929}" presName="composite" presStyleCnt="0"/>
      <dgm:spPr/>
    </dgm:pt>
    <dgm:pt modelId="{2B994182-6855-494D-9B51-B48A317B24F7}" type="pres">
      <dgm:prSet presAssocID="{2458D283-DD62-4C75-816F-4D8ABE9BC92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57E1626C-7632-4995-ADF2-F3E4B60116A3}" type="pres">
      <dgm:prSet presAssocID="{2458D283-DD62-4C75-816F-4D8ABE9BC929}" presName="desTx" presStyleLbl="alignAccFollowNode1" presStyleIdx="1" presStyleCnt="3">
        <dgm:presLayoutVars>
          <dgm:bulletEnabled val="1"/>
        </dgm:presLayoutVars>
      </dgm:prSet>
      <dgm:spPr/>
    </dgm:pt>
    <dgm:pt modelId="{8A14CC59-DC79-49F4-96A9-C1DCEB53D0B1}" type="pres">
      <dgm:prSet presAssocID="{758ED9FB-B820-4FD4-ADCE-26D6C2126CCD}" presName="space" presStyleCnt="0"/>
      <dgm:spPr/>
    </dgm:pt>
    <dgm:pt modelId="{4A829E47-7423-4544-97F0-3B3B70E94034}" type="pres">
      <dgm:prSet presAssocID="{E6EEC98B-1672-4B9C-9E76-B27C199107A8}" presName="composite" presStyleCnt="0"/>
      <dgm:spPr/>
    </dgm:pt>
    <dgm:pt modelId="{C37A2263-64DC-4120-84A4-70193E8E6E7D}" type="pres">
      <dgm:prSet presAssocID="{E6EEC98B-1672-4B9C-9E76-B27C199107A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DC5D2082-7B22-4654-BC9C-C5537B0867B3}" type="pres">
      <dgm:prSet presAssocID="{E6EEC98B-1672-4B9C-9E76-B27C199107A8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1E59BE04-D73E-4735-AFA8-270417F10BA8}" type="presOf" srcId="{BBF9D86A-68B6-425E-AD04-F11DC5C67ABE}" destId="{BD457C49-6ADD-4340-A643-92B467C86A63}" srcOrd="0" destOrd="0" presId="urn:microsoft.com/office/officeart/2005/8/layout/hList1"/>
    <dgm:cxn modelId="{B7E19F37-E97B-4B85-8E43-4E35D2C5627C}" srcId="{1619417C-1431-467C-8DD7-BDA576259A23}" destId="{64F6068D-58D3-4DAC-81C8-D2F19085D1CF}" srcOrd="0" destOrd="0" parTransId="{EEEF671C-55AC-4F45-B6AB-EED327C6B634}" sibTransId="{D2896F91-C94C-42B0-B82E-11F2A2439030}"/>
    <dgm:cxn modelId="{D0A63C43-15DF-4536-AF2E-52ED3B96343E}" srcId="{1619417C-1431-467C-8DD7-BDA576259A23}" destId="{2458D283-DD62-4C75-816F-4D8ABE9BC929}" srcOrd="1" destOrd="0" parTransId="{46999A1A-CB2C-4045-B879-F19C3429AD8A}" sibTransId="{758ED9FB-B820-4FD4-ADCE-26D6C2126CCD}"/>
    <dgm:cxn modelId="{85F23264-3C30-49B8-893B-0B44C6B1EACF}" type="presOf" srcId="{E6EEC98B-1672-4B9C-9E76-B27C199107A8}" destId="{C37A2263-64DC-4120-84A4-70193E8E6E7D}" srcOrd="0" destOrd="0" presId="urn:microsoft.com/office/officeart/2005/8/layout/hList1"/>
    <dgm:cxn modelId="{9232AB53-7017-4F69-B14D-7D958B1EC265}" srcId="{E6EEC98B-1672-4B9C-9E76-B27C199107A8}" destId="{602F3873-8894-4008-98FF-A9075C9DE423}" srcOrd="2" destOrd="0" parTransId="{68EAA540-3816-4E94-9364-CE64B742FF62}" sibTransId="{2D59A272-9A1E-4CE8-AC27-B90CD0FD7884}"/>
    <dgm:cxn modelId="{59E59959-86CC-4C21-9BB2-054738028BA9}" srcId="{E6EEC98B-1672-4B9C-9E76-B27C199107A8}" destId="{82E3ED4A-6633-46FF-BAAF-21D2A8385D4B}" srcOrd="1" destOrd="0" parTransId="{784CC56C-1716-415C-9793-8749C7B20A04}" sibTransId="{C2D6D763-17D2-4E15-96D9-F5944671CCFB}"/>
    <dgm:cxn modelId="{FFE41B7C-01D4-4455-97BA-BADDC7E3255F}" type="presOf" srcId="{604E3B36-FCEA-49E5-8D9D-571868980A45}" destId="{BD457C49-6ADD-4340-A643-92B467C86A63}" srcOrd="0" destOrd="1" presId="urn:microsoft.com/office/officeart/2005/8/layout/hList1"/>
    <dgm:cxn modelId="{0CA498A0-0107-4686-BD24-6635409AE564}" type="presOf" srcId="{82E3ED4A-6633-46FF-BAAF-21D2A8385D4B}" destId="{DC5D2082-7B22-4654-BC9C-C5537B0867B3}" srcOrd="0" destOrd="1" presId="urn:microsoft.com/office/officeart/2005/8/layout/hList1"/>
    <dgm:cxn modelId="{766336A4-452B-4C5A-AF53-E59169EA83CB}" srcId="{2458D283-DD62-4C75-816F-4D8ABE9BC929}" destId="{41EF78D1-C4B4-4A33-9315-5BF7ABD0845C}" srcOrd="0" destOrd="0" parTransId="{FEFC8DFF-6127-41AC-B840-76609489CE14}" sibTransId="{D36F23DC-9C5A-49A1-92F0-BEBBA1358CD5}"/>
    <dgm:cxn modelId="{40632FA6-47F0-4BCE-8CEB-1E63EB2EBF03}" type="presOf" srcId="{0CEDFD18-3371-4D65-917B-2AC6A1DBDF3A}" destId="{DC5D2082-7B22-4654-BC9C-C5537B0867B3}" srcOrd="0" destOrd="0" presId="urn:microsoft.com/office/officeart/2005/8/layout/hList1"/>
    <dgm:cxn modelId="{3DF26AAA-89C8-40B6-9A1E-D6A85238D8EC}" type="presOf" srcId="{2458D283-DD62-4C75-816F-4D8ABE9BC929}" destId="{2B994182-6855-494D-9B51-B48A317B24F7}" srcOrd="0" destOrd="0" presId="urn:microsoft.com/office/officeart/2005/8/layout/hList1"/>
    <dgm:cxn modelId="{832DD5AA-D97E-40D9-ACE9-358E91C41CBB}" type="presOf" srcId="{602F3873-8894-4008-98FF-A9075C9DE423}" destId="{DC5D2082-7B22-4654-BC9C-C5537B0867B3}" srcOrd="0" destOrd="2" presId="urn:microsoft.com/office/officeart/2005/8/layout/hList1"/>
    <dgm:cxn modelId="{192275C9-E810-405A-BB08-18A968625ABD}" srcId="{E6EEC98B-1672-4B9C-9E76-B27C199107A8}" destId="{0CEDFD18-3371-4D65-917B-2AC6A1DBDF3A}" srcOrd="0" destOrd="0" parTransId="{95EADF8D-E0A8-4305-AE98-1933D346EF05}" sibTransId="{68F0496D-6C23-4185-B3DF-78A23DDF3C79}"/>
    <dgm:cxn modelId="{CFC48AC9-21D5-4884-8334-5CA33E7E9BBE}" type="presOf" srcId="{41EF78D1-C4B4-4A33-9315-5BF7ABD0845C}" destId="{57E1626C-7632-4995-ADF2-F3E4B60116A3}" srcOrd="0" destOrd="0" presId="urn:microsoft.com/office/officeart/2005/8/layout/hList1"/>
    <dgm:cxn modelId="{0FA4E3CB-A6B7-4524-8486-E14346F96D00}" srcId="{64F6068D-58D3-4DAC-81C8-D2F19085D1CF}" destId="{604E3B36-FCEA-49E5-8D9D-571868980A45}" srcOrd="1" destOrd="0" parTransId="{D4E02A6B-15B3-4278-B103-B59CCFD57EEF}" sibTransId="{63C83C28-C9BA-4A52-BC12-D17300913DEA}"/>
    <dgm:cxn modelId="{033615D4-AEA8-45F2-A004-631D017F3882}" srcId="{1619417C-1431-467C-8DD7-BDA576259A23}" destId="{E6EEC98B-1672-4B9C-9E76-B27C199107A8}" srcOrd="2" destOrd="0" parTransId="{03BD2E2D-7D92-4924-A14E-2111F434EC08}" sibTransId="{FF0E09A5-B554-4A40-B582-72BE342FEB05}"/>
    <dgm:cxn modelId="{B4D0ECD8-48B4-42DF-86EE-9ED079582353}" srcId="{64F6068D-58D3-4DAC-81C8-D2F19085D1CF}" destId="{BBF9D86A-68B6-425E-AD04-F11DC5C67ABE}" srcOrd="0" destOrd="0" parTransId="{DB74F069-4136-404D-87CA-68B49A6C45B8}" sibTransId="{7BB8D2F4-58B2-4B6F-BEC5-2C2598F4CB49}"/>
    <dgm:cxn modelId="{DC027FE9-F09F-45DD-8E92-C62987E15035}" type="presOf" srcId="{1619417C-1431-467C-8DD7-BDA576259A23}" destId="{E875EF47-6290-4C5B-9F0A-1DD1FC58763D}" srcOrd="0" destOrd="0" presId="urn:microsoft.com/office/officeart/2005/8/layout/hList1"/>
    <dgm:cxn modelId="{2A45B3F6-1EEB-4F08-A092-33DF78456B59}" type="presOf" srcId="{64F6068D-58D3-4DAC-81C8-D2F19085D1CF}" destId="{C1936BEA-39ED-46FB-937B-05855DF1C847}" srcOrd="0" destOrd="0" presId="urn:microsoft.com/office/officeart/2005/8/layout/hList1"/>
    <dgm:cxn modelId="{77ADDFA5-5203-4AE2-987E-1A7B0E5D44C9}" type="presParOf" srcId="{E875EF47-6290-4C5B-9F0A-1DD1FC58763D}" destId="{103930CF-818C-4316-AF4C-4C12ED9017FA}" srcOrd="0" destOrd="0" presId="urn:microsoft.com/office/officeart/2005/8/layout/hList1"/>
    <dgm:cxn modelId="{A155C8C2-E08A-4104-819D-45F44520CA28}" type="presParOf" srcId="{103930CF-818C-4316-AF4C-4C12ED9017FA}" destId="{C1936BEA-39ED-46FB-937B-05855DF1C847}" srcOrd="0" destOrd="0" presId="urn:microsoft.com/office/officeart/2005/8/layout/hList1"/>
    <dgm:cxn modelId="{116351AD-05BB-40FC-84FE-864DAB2EB640}" type="presParOf" srcId="{103930CF-818C-4316-AF4C-4C12ED9017FA}" destId="{BD457C49-6ADD-4340-A643-92B467C86A63}" srcOrd="1" destOrd="0" presId="urn:microsoft.com/office/officeart/2005/8/layout/hList1"/>
    <dgm:cxn modelId="{F61927CF-192C-4824-B08A-9636CD82DAEA}" type="presParOf" srcId="{E875EF47-6290-4C5B-9F0A-1DD1FC58763D}" destId="{ADC238E1-829A-4306-85BA-140C0447B2F9}" srcOrd="1" destOrd="0" presId="urn:microsoft.com/office/officeart/2005/8/layout/hList1"/>
    <dgm:cxn modelId="{02AF4C6E-6140-474F-B547-493CCAAD41BD}" type="presParOf" srcId="{E875EF47-6290-4C5B-9F0A-1DD1FC58763D}" destId="{C20BED9D-0D65-41B8-A705-D6746F82EF36}" srcOrd="2" destOrd="0" presId="urn:microsoft.com/office/officeart/2005/8/layout/hList1"/>
    <dgm:cxn modelId="{FA9809A9-0F7C-4958-BE8A-AA204A703D3A}" type="presParOf" srcId="{C20BED9D-0D65-41B8-A705-D6746F82EF36}" destId="{2B994182-6855-494D-9B51-B48A317B24F7}" srcOrd="0" destOrd="0" presId="urn:microsoft.com/office/officeart/2005/8/layout/hList1"/>
    <dgm:cxn modelId="{F94DD3B1-6A64-4FEA-8F0E-A5CF21F2B78C}" type="presParOf" srcId="{C20BED9D-0D65-41B8-A705-D6746F82EF36}" destId="{57E1626C-7632-4995-ADF2-F3E4B60116A3}" srcOrd="1" destOrd="0" presId="urn:microsoft.com/office/officeart/2005/8/layout/hList1"/>
    <dgm:cxn modelId="{50BB5F39-D3DF-411E-9548-BD1A984F2F3D}" type="presParOf" srcId="{E875EF47-6290-4C5B-9F0A-1DD1FC58763D}" destId="{8A14CC59-DC79-49F4-96A9-C1DCEB53D0B1}" srcOrd="3" destOrd="0" presId="urn:microsoft.com/office/officeart/2005/8/layout/hList1"/>
    <dgm:cxn modelId="{0D666ABF-4DA7-42FB-93A7-AF3850209852}" type="presParOf" srcId="{E875EF47-6290-4C5B-9F0A-1DD1FC58763D}" destId="{4A829E47-7423-4544-97F0-3B3B70E94034}" srcOrd="4" destOrd="0" presId="urn:microsoft.com/office/officeart/2005/8/layout/hList1"/>
    <dgm:cxn modelId="{610064DF-A0F4-4E57-8061-39ECD0C54E6E}" type="presParOf" srcId="{4A829E47-7423-4544-97F0-3B3B70E94034}" destId="{C37A2263-64DC-4120-84A4-70193E8E6E7D}" srcOrd="0" destOrd="0" presId="urn:microsoft.com/office/officeart/2005/8/layout/hList1"/>
    <dgm:cxn modelId="{D6CCE55C-17E3-4297-8EA8-07F5F7E97A6A}" type="presParOf" srcId="{4A829E47-7423-4544-97F0-3B3B70E94034}" destId="{DC5D2082-7B22-4654-BC9C-C5537B0867B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202E7A-CC70-4041-91CC-C7735C37A0E8}">
      <dsp:nvSpPr>
        <dsp:cNvPr id="0" name=""/>
        <dsp:cNvSpPr/>
      </dsp:nvSpPr>
      <dsp:spPr bwMode="white">
        <a:xfrm>
          <a:off x="0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CPU Socket:</a:t>
          </a:r>
          <a:r>
            <a:rPr lang="en-US" sz="3000" kern="1200"/>
            <a:t> Where the processor is installed (Intel LGA, AMD AM4, etc.)</a:t>
          </a:r>
        </a:p>
      </dsp:txBody>
      <dsp:txXfrm>
        <a:off x="0" y="39687"/>
        <a:ext cx="3286125" cy="1971675"/>
      </dsp:txXfrm>
    </dsp:sp>
    <dsp:sp modelId="{1D9380A8-07B2-43B5-86F0-D4105B8E9184}">
      <dsp:nvSpPr>
        <dsp:cNvPr id="0" name=""/>
        <dsp:cNvSpPr/>
      </dsp:nvSpPr>
      <dsp:spPr bwMode="white">
        <a:xfrm>
          <a:off x="3614737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1288723"/>
                <a:satOff val="-3699"/>
                <a:lumOff val="-5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288723"/>
                <a:satOff val="-3699"/>
                <a:lumOff val="-5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288723"/>
                <a:satOff val="-3699"/>
                <a:lumOff val="-5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RAM Slots:</a:t>
          </a:r>
          <a:r>
            <a:rPr lang="en-US" sz="3000" kern="1200"/>
            <a:t> Usually 2-4 DIMM slots for system memory</a:t>
          </a:r>
        </a:p>
      </dsp:txBody>
      <dsp:txXfrm>
        <a:off x="3614737" y="39687"/>
        <a:ext cx="3286125" cy="1971675"/>
      </dsp:txXfrm>
    </dsp:sp>
    <dsp:sp modelId="{641F5031-918E-4105-973D-01243B7D7034}">
      <dsp:nvSpPr>
        <dsp:cNvPr id="0" name=""/>
        <dsp:cNvSpPr/>
      </dsp:nvSpPr>
      <dsp:spPr bwMode="white">
        <a:xfrm>
          <a:off x="7229475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2577445"/>
                <a:satOff val="-7397"/>
                <a:lumOff val="-118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577445"/>
                <a:satOff val="-7397"/>
                <a:lumOff val="-118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577445"/>
                <a:satOff val="-7397"/>
                <a:lumOff val="-118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Chipset:</a:t>
          </a:r>
          <a:r>
            <a:rPr lang="en-US" sz="3000" kern="1200"/>
            <a:t> Controls communication between CPU, RAM, storage</a:t>
          </a:r>
        </a:p>
      </dsp:txBody>
      <dsp:txXfrm>
        <a:off x="7229475" y="39687"/>
        <a:ext cx="3286125" cy="1971675"/>
      </dsp:txXfrm>
    </dsp:sp>
    <dsp:sp modelId="{177DD4EC-2D6B-44E1-92B4-954BFA9E94A5}">
      <dsp:nvSpPr>
        <dsp:cNvPr id="0" name=""/>
        <dsp:cNvSpPr/>
      </dsp:nvSpPr>
      <dsp:spPr bwMode="white">
        <a:xfrm>
          <a:off x="0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3866169"/>
                <a:satOff val="-11096"/>
                <a:lumOff val="-17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866169"/>
                <a:satOff val="-11096"/>
                <a:lumOff val="-17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866169"/>
                <a:satOff val="-11096"/>
                <a:lumOff val="-17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Power Connectors:</a:t>
          </a:r>
          <a:endParaRPr lang="en-US" sz="30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24-pin ATX main power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4/8-pin CPU power</a:t>
          </a:r>
        </a:p>
      </dsp:txBody>
      <dsp:txXfrm>
        <a:off x="0" y="2339975"/>
        <a:ext cx="3286125" cy="1971675"/>
      </dsp:txXfrm>
    </dsp:sp>
    <dsp:sp modelId="{2B2E95BE-B2A2-46DF-B915-B9C112E29BDB}">
      <dsp:nvSpPr>
        <dsp:cNvPr id="0" name=""/>
        <dsp:cNvSpPr/>
      </dsp:nvSpPr>
      <dsp:spPr bwMode="white">
        <a:xfrm>
          <a:off x="3614737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5154891"/>
                <a:satOff val="-14794"/>
                <a:lumOff val="-236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154891"/>
                <a:satOff val="-14794"/>
                <a:lumOff val="-236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154891"/>
                <a:satOff val="-14794"/>
                <a:lumOff val="-236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Expansion Slots:</a:t>
          </a:r>
          <a:endParaRPr lang="en-US" sz="30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PCIe x16 for GPUs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PCIe x1 for network, sound cards</a:t>
          </a:r>
        </a:p>
      </dsp:txBody>
      <dsp:txXfrm>
        <a:off x="3614737" y="2339975"/>
        <a:ext cx="3286125" cy="1971675"/>
      </dsp:txXfrm>
    </dsp:sp>
    <dsp:sp modelId="{DF2DBD10-352D-4A47-8CA5-7B5D431A3620}">
      <dsp:nvSpPr>
        <dsp:cNvPr id="0" name=""/>
        <dsp:cNvSpPr/>
      </dsp:nvSpPr>
      <dsp:spPr bwMode="white">
        <a:xfrm>
          <a:off x="7229475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Storage Connectors:</a:t>
          </a:r>
          <a:endParaRPr lang="en-US" sz="30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SATA for HDD/SSD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M.2 for NVMe SSDs</a:t>
          </a:r>
        </a:p>
      </dsp:txBody>
      <dsp:txXfrm>
        <a:off x="7229475" y="2339975"/>
        <a:ext cx="3286125" cy="19716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1A2214-292A-4FBA-994A-73F3ECE25D13}">
      <dsp:nvSpPr>
        <dsp:cNvPr id="0" name=""/>
        <dsp:cNvSpPr/>
      </dsp:nvSpPr>
      <dsp:spPr>
        <a:xfrm>
          <a:off x="0" y="630006"/>
          <a:ext cx="3304271" cy="143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448" tIns="333248" rIns="256448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24-pin ATX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4/8-pin EPS (CPU power)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Molex (legacy power for fans, older drives)</a:t>
          </a:r>
        </a:p>
      </dsp:txBody>
      <dsp:txXfrm>
        <a:off x="0" y="630006"/>
        <a:ext cx="3304271" cy="1436400"/>
      </dsp:txXfrm>
    </dsp:sp>
    <dsp:sp modelId="{73C2CAAF-A3A5-4995-9864-2F8F93581400}">
      <dsp:nvSpPr>
        <dsp:cNvPr id="0" name=""/>
        <dsp:cNvSpPr/>
      </dsp:nvSpPr>
      <dsp:spPr>
        <a:xfrm>
          <a:off x="165213" y="393846"/>
          <a:ext cx="231299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426" tIns="0" rIns="8742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Power Cables:</a:t>
          </a:r>
          <a:endParaRPr lang="en-US" sz="1600" kern="1200"/>
        </a:p>
      </dsp:txBody>
      <dsp:txXfrm>
        <a:off x="188270" y="416903"/>
        <a:ext cx="2266876" cy="426206"/>
      </dsp:txXfrm>
    </dsp:sp>
    <dsp:sp modelId="{891BADE4-CF3B-42BE-942E-F5B21BB6E0D0}">
      <dsp:nvSpPr>
        <dsp:cNvPr id="0" name=""/>
        <dsp:cNvSpPr/>
      </dsp:nvSpPr>
      <dsp:spPr>
        <a:xfrm>
          <a:off x="0" y="2388966"/>
          <a:ext cx="3304271" cy="93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448" tIns="333248" rIns="256448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SATA (modern storage)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IDE/PATA (legacy)</a:t>
          </a:r>
        </a:p>
      </dsp:txBody>
      <dsp:txXfrm>
        <a:off x="0" y="2388966"/>
        <a:ext cx="3304271" cy="932400"/>
      </dsp:txXfrm>
    </dsp:sp>
    <dsp:sp modelId="{8883FD1F-920C-425A-AE68-A25B710C0E0C}">
      <dsp:nvSpPr>
        <dsp:cNvPr id="0" name=""/>
        <dsp:cNvSpPr/>
      </dsp:nvSpPr>
      <dsp:spPr>
        <a:xfrm>
          <a:off x="165213" y="2152806"/>
          <a:ext cx="231299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426" tIns="0" rIns="8742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Data Cables:</a:t>
          </a:r>
          <a:endParaRPr lang="en-US" sz="1600" kern="1200"/>
        </a:p>
      </dsp:txBody>
      <dsp:txXfrm>
        <a:off x="188270" y="2175863"/>
        <a:ext cx="2266876" cy="426206"/>
      </dsp:txXfrm>
    </dsp:sp>
    <dsp:sp modelId="{F0F4A918-8C0C-469C-978F-5CE0C5636D8E}">
      <dsp:nvSpPr>
        <dsp:cNvPr id="0" name=""/>
        <dsp:cNvSpPr/>
      </dsp:nvSpPr>
      <dsp:spPr>
        <a:xfrm>
          <a:off x="0" y="3643926"/>
          <a:ext cx="3304271" cy="143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448" tIns="333248" rIns="256448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USB 2.0 / 3.0 headers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HD Audio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Power switch, reset switch, HDD LED</a:t>
          </a:r>
        </a:p>
      </dsp:txBody>
      <dsp:txXfrm>
        <a:off x="0" y="3643926"/>
        <a:ext cx="3304271" cy="1436400"/>
      </dsp:txXfrm>
    </dsp:sp>
    <dsp:sp modelId="{C5B07C86-8C3C-4C69-81E0-F1668F766E23}">
      <dsp:nvSpPr>
        <dsp:cNvPr id="0" name=""/>
        <dsp:cNvSpPr/>
      </dsp:nvSpPr>
      <dsp:spPr>
        <a:xfrm>
          <a:off x="165213" y="3407766"/>
          <a:ext cx="231299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426" tIns="0" rIns="8742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Front Panel Connectors:</a:t>
          </a:r>
          <a:endParaRPr lang="en-US" sz="1600" kern="1200"/>
        </a:p>
      </dsp:txBody>
      <dsp:txXfrm>
        <a:off x="188270" y="3430823"/>
        <a:ext cx="2266876" cy="4262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62B21F-4275-481D-8222-D039FEF9F967}">
      <dsp:nvSpPr>
        <dsp:cNvPr id="0" name=""/>
        <dsp:cNvSpPr/>
      </dsp:nvSpPr>
      <dsp:spPr>
        <a:xfrm rot="5400000">
          <a:off x="6589693" y="-2661723"/>
          <a:ext cx="1121829" cy="672998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Text-based, keyboard-only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Limited to 2.2TB drives</a:t>
          </a:r>
        </a:p>
      </dsp:txBody>
      <dsp:txXfrm rot="-5400000">
        <a:off x="3785616" y="197117"/>
        <a:ext cx="6675221" cy="1012303"/>
      </dsp:txXfrm>
    </dsp:sp>
    <dsp:sp modelId="{FB8EF0FA-CD1E-4D21-812F-E749738E31C3}">
      <dsp:nvSpPr>
        <dsp:cNvPr id="0" name=""/>
        <dsp:cNvSpPr/>
      </dsp:nvSpPr>
      <dsp:spPr>
        <a:xfrm>
          <a:off x="0" y="2124"/>
          <a:ext cx="3785616" cy="140228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BIOS (Basic Input Output System):</a:t>
          </a:r>
          <a:endParaRPr lang="en-US" sz="2700" kern="1200" dirty="0"/>
        </a:p>
      </dsp:txBody>
      <dsp:txXfrm>
        <a:off x="68454" y="70578"/>
        <a:ext cx="3648708" cy="1265378"/>
      </dsp:txXfrm>
    </dsp:sp>
    <dsp:sp modelId="{4FA43783-D2DA-4204-A564-1BC52A40C37E}">
      <dsp:nvSpPr>
        <dsp:cNvPr id="0" name=""/>
        <dsp:cNvSpPr/>
      </dsp:nvSpPr>
      <dsp:spPr>
        <a:xfrm rot="5400000">
          <a:off x="6589693" y="-1189323"/>
          <a:ext cx="1121829" cy="6729984"/>
        </a:xfrm>
        <a:prstGeom prst="round2Same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Graphical interface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Supports secure boot, network booting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Handles drives over 2.2TB</a:t>
          </a:r>
        </a:p>
      </dsp:txBody>
      <dsp:txXfrm rot="-5400000">
        <a:off x="3785616" y="1669517"/>
        <a:ext cx="6675221" cy="1012303"/>
      </dsp:txXfrm>
    </dsp:sp>
    <dsp:sp modelId="{CFF205F5-CCAC-4B42-AA70-B8DF020CFF84}">
      <dsp:nvSpPr>
        <dsp:cNvPr id="0" name=""/>
        <dsp:cNvSpPr/>
      </dsp:nvSpPr>
      <dsp:spPr>
        <a:xfrm>
          <a:off x="0" y="1474525"/>
          <a:ext cx="3785616" cy="1402286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UEFI (Unified Extensible Firmware Interface):</a:t>
          </a:r>
          <a:endParaRPr lang="en-US" sz="2700" kern="1200" dirty="0"/>
        </a:p>
      </dsp:txBody>
      <dsp:txXfrm>
        <a:off x="68454" y="1542979"/>
        <a:ext cx="3648708" cy="1265378"/>
      </dsp:txXfrm>
    </dsp:sp>
    <dsp:sp modelId="{EDC3FB1F-8445-477D-9B78-64D437114AB8}">
      <dsp:nvSpPr>
        <dsp:cNvPr id="0" name=""/>
        <dsp:cNvSpPr/>
      </dsp:nvSpPr>
      <dsp:spPr>
        <a:xfrm rot="5400000">
          <a:off x="6589693" y="283077"/>
          <a:ext cx="1121829" cy="6729984"/>
        </a:xfrm>
        <a:prstGeom prst="round2Same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Boot order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CPU/RAM diagnostics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Drive modes (AHCI/RAID)</a:t>
          </a:r>
        </a:p>
      </dsp:txBody>
      <dsp:txXfrm rot="-5400000">
        <a:off x="3785616" y="3141918"/>
        <a:ext cx="6675221" cy="1012303"/>
      </dsp:txXfrm>
    </dsp:sp>
    <dsp:sp modelId="{175B23B9-3CA3-4694-A5F0-9FBA39E03D7B}">
      <dsp:nvSpPr>
        <dsp:cNvPr id="0" name=""/>
        <dsp:cNvSpPr/>
      </dsp:nvSpPr>
      <dsp:spPr>
        <a:xfrm>
          <a:off x="0" y="2946926"/>
          <a:ext cx="3785616" cy="1402286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Key Settings:</a:t>
          </a:r>
          <a:endParaRPr lang="en-US" sz="2700" kern="1200"/>
        </a:p>
      </dsp:txBody>
      <dsp:txXfrm>
        <a:off x="68454" y="3015380"/>
        <a:ext cx="3648708" cy="12653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E063D1-6B86-4C2B-8AAD-FEA0C048C524}">
      <dsp:nvSpPr>
        <dsp:cNvPr id="0" name=""/>
        <dsp:cNvSpPr/>
      </dsp:nvSpPr>
      <dsp:spPr bwMode="white">
        <a:xfrm>
          <a:off x="2654928" y="371"/>
          <a:ext cx="2986794" cy="59597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 bus is a communication system that transfers data between components.</a:t>
          </a:r>
        </a:p>
      </dsp:txBody>
      <dsp:txXfrm>
        <a:off x="2684021" y="29464"/>
        <a:ext cx="2928608" cy="537785"/>
      </dsp:txXfrm>
    </dsp:sp>
    <dsp:sp modelId="{BD701215-ED80-4E70-975D-41A5F4EDFD43}">
      <dsp:nvSpPr>
        <dsp:cNvPr id="0" name=""/>
        <dsp:cNvSpPr/>
      </dsp:nvSpPr>
      <dsp:spPr bwMode="white">
        <a:xfrm>
          <a:off x="2654928" y="626142"/>
          <a:ext cx="2986794" cy="59597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Types:</a:t>
          </a:r>
          <a:endParaRPr lang="en-US" sz="1300" kern="1200"/>
        </a:p>
      </dsp:txBody>
      <dsp:txXfrm>
        <a:off x="2684021" y="655235"/>
        <a:ext cx="2928608" cy="537785"/>
      </dsp:txXfrm>
    </dsp:sp>
    <dsp:sp modelId="{9F5D89D5-BD5F-40AF-8472-0CBC5552E406}">
      <dsp:nvSpPr>
        <dsp:cNvPr id="0" name=""/>
        <dsp:cNvSpPr/>
      </dsp:nvSpPr>
      <dsp:spPr bwMode="white">
        <a:xfrm>
          <a:off x="2654928" y="1251912"/>
          <a:ext cx="2986794" cy="59597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Data Bus</a:t>
          </a:r>
          <a:r>
            <a:rPr lang="en-US" sz="1300" kern="1200" dirty="0"/>
            <a:t>: Transfers actual data</a:t>
          </a:r>
        </a:p>
      </dsp:txBody>
      <dsp:txXfrm>
        <a:off x="2684021" y="1281005"/>
        <a:ext cx="2928608" cy="537785"/>
      </dsp:txXfrm>
    </dsp:sp>
    <dsp:sp modelId="{4361C258-177B-4961-8F8A-B5ABA8B7CF12}">
      <dsp:nvSpPr>
        <dsp:cNvPr id="0" name=""/>
        <dsp:cNvSpPr/>
      </dsp:nvSpPr>
      <dsp:spPr bwMode="white">
        <a:xfrm>
          <a:off x="2654928" y="1877683"/>
          <a:ext cx="2986794" cy="59597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Address Bus</a:t>
          </a:r>
          <a:r>
            <a:rPr lang="en-US" sz="1300" kern="1200" dirty="0"/>
            <a:t>: Carries memory address information</a:t>
          </a:r>
        </a:p>
      </dsp:txBody>
      <dsp:txXfrm>
        <a:off x="2684021" y="1906776"/>
        <a:ext cx="2928608" cy="537785"/>
      </dsp:txXfrm>
    </dsp:sp>
    <dsp:sp modelId="{7A7101B7-AF9C-4BBC-80A3-E4FB74630A30}">
      <dsp:nvSpPr>
        <dsp:cNvPr id="0" name=""/>
        <dsp:cNvSpPr/>
      </dsp:nvSpPr>
      <dsp:spPr bwMode="white">
        <a:xfrm>
          <a:off x="2654928" y="2503453"/>
          <a:ext cx="2986794" cy="59597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Control Bus</a:t>
          </a:r>
          <a:r>
            <a:rPr lang="en-US" sz="1300" kern="1200" dirty="0"/>
            <a:t>: Manages control signals</a:t>
          </a:r>
        </a:p>
      </dsp:txBody>
      <dsp:txXfrm>
        <a:off x="2684021" y="2532546"/>
        <a:ext cx="2928608" cy="537785"/>
      </dsp:txXfrm>
    </dsp:sp>
    <dsp:sp modelId="{8BE28475-0C44-49F5-97E1-84CA77C58001}">
      <dsp:nvSpPr>
        <dsp:cNvPr id="0" name=""/>
        <dsp:cNvSpPr/>
      </dsp:nvSpPr>
      <dsp:spPr bwMode="white">
        <a:xfrm>
          <a:off x="2654928" y="3129223"/>
          <a:ext cx="2986794" cy="59597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Internal Buses</a:t>
          </a:r>
          <a:r>
            <a:rPr lang="en-US" sz="1300" kern="1200"/>
            <a:t>: Connect CPU, RAM, and chipset</a:t>
          </a:r>
        </a:p>
      </dsp:txBody>
      <dsp:txXfrm>
        <a:off x="2684021" y="3158316"/>
        <a:ext cx="2928608" cy="537785"/>
      </dsp:txXfrm>
    </dsp:sp>
    <dsp:sp modelId="{38745B23-86BA-4E15-A772-DD9FAA01418B}">
      <dsp:nvSpPr>
        <dsp:cNvPr id="0" name=""/>
        <dsp:cNvSpPr/>
      </dsp:nvSpPr>
      <dsp:spPr bwMode="white">
        <a:xfrm>
          <a:off x="2654928" y="3754994"/>
          <a:ext cx="2986794" cy="59597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External Buses</a:t>
          </a:r>
          <a:r>
            <a:rPr lang="en-US" sz="1300" kern="1200"/>
            <a:t>: Used for expansion cards and peripherals (e.g., PCIe)</a:t>
          </a:r>
        </a:p>
      </dsp:txBody>
      <dsp:txXfrm>
        <a:off x="2684021" y="3784087"/>
        <a:ext cx="2928608" cy="5377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446BD7-9ECC-459F-B904-99A3BE704031}">
      <dsp:nvSpPr>
        <dsp:cNvPr id="0" name=""/>
        <dsp:cNvSpPr/>
      </dsp:nvSpPr>
      <dsp:spPr bwMode="white">
        <a:xfrm>
          <a:off x="0" y="0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Executes system instructions</a:t>
          </a:r>
        </a:p>
      </dsp:txBody>
      <dsp:txXfrm>
        <a:off x="27017" y="27017"/>
        <a:ext cx="7668958" cy="868383"/>
      </dsp:txXfrm>
    </dsp:sp>
    <dsp:sp modelId="{85BC8EE2-A03B-4E90-86DD-A22CED9A0371}">
      <dsp:nvSpPr>
        <dsp:cNvPr id="0" name=""/>
        <dsp:cNvSpPr/>
      </dsp:nvSpPr>
      <dsp:spPr bwMode="white">
        <a:xfrm>
          <a:off x="732164" y="1090129"/>
          <a:ext cx="8742263" cy="92241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Installed into CPU socket</a:t>
          </a:r>
          <a:r>
            <a:rPr lang="en-US" sz="2500" kern="1200"/>
            <a:t> on motherboard</a:t>
          </a:r>
        </a:p>
      </dsp:txBody>
      <dsp:txXfrm>
        <a:off x="759181" y="1117146"/>
        <a:ext cx="7356493" cy="868383"/>
      </dsp:txXfrm>
    </dsp:sp>
    <dsp:sp modelId="{953B5230-4559-42CB-8DEE-A2431D0C4A1D}">
      <dsp:nvSpPr>
        <dsp:cNvPr id="0" name=""/>
        <dsp:cNvSpPr/>
      </dsp:nvSpPr>
      <dsp:spPr bwMode="white">
        <a:xfrm>
          <a:off x="1453401" y="2180258"/>
          <a:ext cx="8742263" cy="9224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Key specs: Clock speed, cores/threads, cache, TDP</a:t>
          </a:r>
        </a:p>
      </dsp:txBody>
      <dsp:txXfrm>
        <a:off x="1480418" y="2207275"/>
        <a:ext cx="7367421" cy="868383"/>
      </dsp:txXfrm>
    </dsp:sp>
    <dsp:sp modelId="{8F87B0B6-866B-4656-BDE5-20AC99FF93C0}">
      <dsp:nvSpPr>
        <dsp:cNvPr id="0" name=""/>
        <dsp:cNvSpPr/>
      </dsp:nvSpPr>
      <dsp:spPr bwMode="white">
        <a:xfrm>
          <a:off x="2185565" y="3270387"/>
          <a:ext cx="8742263" cy="92241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Comes in Intel or AMD varieties</a:t>
          </a:r>
        </a:p>
      </dsp:txBody>
      <dsp:txXfrm>
        <a:off x="2212582" y="3297404"/>
        <a:ext cx="7356493" cy="868383"/>
      </dsp:txXfrm>
    </dsp:sp>
    <dsp:sp modelId="{E4A47205-63D5-42A7-A19D-0F37D4C5703F}">
      <dsp:nvSpPr>
        <dsp:cNvPr id="0" name=""/>
        <dsp:cNvSpPr/>
      </dsp:nvSpPr>
      <dsp:spPr bwMode="white">
        <a:xfrm>
          <a:off x="8142692" y="706487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277595" y="706487"/>
        <a:ext cx="329765" cy="451177"/>
      </dsp:txXfrm>
    </dsp:sp>
    <dsp:sp modelId="{778F63E5-CD31-4317-BB23-43566B16F5D9}">
      <dsp:nvSpPr>
        <dsp:cNvPr id="0" name=""/>
        <dsp:cNvSpPr/>
      </dsp:nvSpPr>
      <dsp:spPr bwMode="white">
        <a:xfrm>
          <a:off x="8874856" y="179661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009759" y="1796616"/>
        <a:ext cx="329765" cy="451177"/>
      </dsp:txXfrm>
    </dsp:sp>
    <dsp:sp modelId="{3948A29F-8D40-4A82-8A1D-01757B5F60D6}">
      <dsp:nvSpPr>
        <dsp:cNvPr id="0" name=""/>
        <dsp:cNvSpPr/>
      </dsp:nvSpPr>
      <dsp:spPr bwMode="white">
        <a:xfrm>
          <a:off x="9596093" y="288674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730996" y="2886746"/>
        <a:ext cx="329765" cy="45117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3CD8AE-E650-4D98-8602-6781C9F3FBC9}">
      <dsp:nvSpPr>
        <dsp:cNvPr id="0" name=""/>
        <dsp:cNvSpPr/>
      </dsp:nvSpPr>
      <dsp:spPr>
        <a:xfrm>
          <a:off x="684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BB72FB-40A9-4056-BF7E-34F05B9C8D19}">
      <dsp:nvSpPr>
        <dsp:cNvPr id="0" name=""/>
        <dsp:cNvSpPr/>
      </dsp:nvSpPr>
      <dsp:spPr>
        <a:xfrm>
          <a:off x="918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F9F77A-F1F9-4FD6-868B-4500680EC8F5}">
      <dsp:nvSpPr>
        <dsp:cNvPr id="0" name=""/>
        <dsp:cNvSpPr/>
      </dsp:nvSpPr>
      <dsp:spPr bwMode="white">
        <a:xfrm>
          <a:off x="33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CMOS (Complementary Metal-Oxide Semiconductor)</a:t>
          </a:r>
          <a:r>
            <a:rPr lang="en-US" sz="1300" kern="1200"/>
            <a:t>:</a:t>
          </a:r>
        </a:p>
      </dsp:txBody>
      <dsp:txXfrm>
        <a:off x="333914" y="2456402"/>
        <a:ext cx="1800000" cy="720000"/>
      </dsp:txXfrm>
    </dsp:sp>
    <dsp:sp modelId="{A1EDD45C-AFE7-4138-9BEC-2358832D45C7}">
      <dsp:nvSpPr>
        <dsp:cNvPr id="0" name=""/>
        <dsp:cNvSpPr/>
      </dsp:nvSpPr>
      <dsp:spPr>
        <a:xfrm>
          <a:off x="2799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FBFECC-5C29-4550-A60B-1ABBD661C4A4}">
      <dsp:nvSpPr>
        <dsp:cNvPr id="0" name=""/>
        <dsp:cNvSpPr/>
      </dsp:nvSpPr>
      <dsp:spPr>
        <a:xfrm>
          <a:off x="3033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2279FF-F031-4B13-9321-D3609735DD76}">
      <dsp:nvSpPr>
        <dsp:cNvPr id="0" name=""/>
        <dsp:cNvSpPr/>
      </dsp:nvSpPr>
      <dsp:spPr bwMode="white">
        <a:xfrm>
          <a:off x="244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Stores BIOS/UEFI settings (time, date, boot order)</a:t>
          </a:r>
        </a:p>
      </dsp:txBody>
      <dsp:txXfrm>
        <a:off x="2448914" y="2456402"/>
        <a:ext cx="1800000" cy="720000"/>
      </dsp:txXfrm>
    </dsp:sp>
    <dsp:sp modelId="{9054FE46-6F7D-470D-B56A-57A5F0C8FF41}">
      <dsp:nvSpPr>
        <dsp:cNvPr id="0" name=""/>
        <dsp:cNvSpPr/>
      </dsp:nvSpPr>
      <dsp:spPr>
        <a:xfrm>
          <a:off x="4914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2D3D98-2239-4DA6-A84E-3D0F00632D87}">
      <dsp:nvSpPr>
        <dsp:cNvPr id="0" name=""/>
        <dsp:cNvSpPr/>
      </dsp:nvSpPr>
      <dsp:spPr>
        <a:xfrm>
          <a:off x="5148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ED29A7-B51C-454E-A594-7D6D17A2EFE6}">
      <dsp:nvSpPr>
        <dsp:cNvPr id="0" name=""/>
        <dsp:cNvSpPr/>
      </dsp:nvSpPr>
      <dsp:spPr bwMode="white">
        <a:xfrm>
          <a:off x="456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Battery (CR2032)</a:t>
          </a:r>
          <a:r>
            <a:rPr lang="en-US" sz="1300" kern="1200"/>
            <a:t>:</a:t>
          </a:r>
        </a:p>
      </dsp:txBody>
      <dsp:txXfrm>
        <a:off x="4563914" y="2456402"/>
        <a:ext cx="1800000" cy="720000"/>
      </dsp:txXfrm>
    </dsp:sp>
    <dsp:sp modelId="{A23AFF70-52E2-4731-874B-1ABBC70D6C6B}">
      <dsp:nvSpPr>
        <dsp:cNvPr id="0" name=""/>
        <dsp:cNvSpPr/>
      </dsp:nvSpPr>
      <dsp:spPr>
        <a:xfrm>
          <a:off x="7029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D92617-31BA-4D57-AE7A-A02C4422EB5D}">
      <dsp:nvSpPr>
        <dsp:cNvPr id="0" name=""/>
        <dsp:cNvSpPr/>
      </dsp:nvSpPr>
      <dsp:spPr>
        <a:xfrm>
          <a:off x="7263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978EC7-50E3-4337-ABE9-4AA927132635}">
      <dsp:nvSpPr>
        <dsp:cNvPr id="0" name=""/>
        <dsp:cNvSpPr/>
      </dsp:nvSpPr>
      <dsp:spPr bwMode="white">
        <a:xfrm>
          <a:off x="667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Powers CMOS chip when system is off</a:t>
          </a:r>
        </a:p>
      </dsp:txBody>
      <dsp:txXfrm>
        <a:off x="6678914" y="2456402"/>
        <a:ext cx="1800000" cy="720000"/>
      </dsp:txXfrm>
    </dsp:sp>
    <dsp:sp modelId="{C9BE607F-18A7-4A8F-ADB9-3598CDAA36F0}">
      <dsp:nvSpPr>
        <dsp:cNvPr id="0" name=""/>
        <dsp:cNvSpPr/>
      </dsp:nvSpPr>
      <dsp:spPr>
        <a:xfrm>
          <a:off x="9144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6D3FD1-6E5F-4138-A522-00873F580849}">
      <dsp:nvSpPr>
        <dsp:cNvPr id="0" name=""/>
        <dsp:cNvSpPr/>
      </dsp:nvSpPr>
      <dsp:spPr>
        <a:xfrm>
          <a:off x="9378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C8CDFF-7AEF-47CA-8E5B-115BC808241A}">
      <dsp:nvSpPr>
        <dsp:cNvPr id="0" name=""/>
        <dsp:cNvSpPr/>
      </dsp:nvSpPr>
      <dsp:spPr bwMode="white">
        <a:xfrm>
          <a:off x="879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If dead, BIOS resets to defaults</a:t>
          </a:r>
        </a:p>
      </dsp:txBody>
      <dsp:txXfrm>
        <a:off x="8793914" y="2456402"/>
        <a:ext cx="180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E2C81B-B00B-485A-B366-B499D9908BDB}">
      <dsp:nvSpPr>
        <dsp:cNvPr id="0" name=""/>
        <dsp:cNvSpPr/>
      </dsp:nvSpPr>
      <dsp:spPr bwMode="white">
        <a:xfrm>
          <a:off x="3364992" y="371"/>
          <a:ext cx="3785616" cy="595971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Connect case to motherboard:</a:t>
          </a:r>
        </a:p>
      </dsp:txBody>
      <dsp:txXfrm>
        <a:off x="3394085" y="29464"/>
        <a:ext cx="3727430" cy="537785"/>
      </dsp:txXfrm>
    </dsp:sp>
    <dsp:sp modelId="{A89672BD-808F-43D4-8C66-0DDD971DB03E}">
      <dsp:nvSpPr>
        <dsp:cNvPr id="0" name=""/>
        <dsp:cNvSpPr/>
      </dsp:nvSpPr>
      <dsp:spPr bwMode="white">
        <a:xfrm>
          <a:off x="3364992" y="626142"/>
          <a:ext cx="3785616" cy="595971"/>
        </a:xfrm>
        <a:prstGeom prst="roundRect">
          <a:avLst/>
        </a:prstGeom>
        <a:gradFill rotWithShape="0">
          <a:gsLst>
            <a:gs pos="0">
              <a:schemeClr val="accent5">
                <a:hueOff val="-2025358"/>
                <a:satOff val="-138"/>
                <a:lumOff val="32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025358"/>
                <a:satOff val="-138"/>
                <a:lumOff val="32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025358"/>
                <a:satOff val="-138"/>
                <a:lumOff val="32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Power switch</a:t>
          </a:r>
          <a:endParaRPr lang="en-US" sz="1600" kern="1200"/>
        </a:p>
      </dsp:txBody>
      <dsp:txXfrm>
        <a:off x="3394085" y="655235"/>
        <a:ext cx="3727430" cy="537785"/>
      </dsp:txXfrm>
    </dsp:sp>
    <dsp:sp modelId="{249B7559-4DCF-4DDF-B1C1-F8023409ECC3}">
      <dsp:nvSpPr>
        <dsp:cNvPr id="0" name=""/>
        <dsp:cNvSpPr/>
      </dsp:nvSpPr>
      <dsp:spPr bwMode="white">
        <a:xfrm>
          <a:off x="3364992" y="1251912"/>
          <a:ext cx="3785616" cy="595971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Reset switch</a:t>
          </a:r>
          <a:endParaRPr lang="en-US" sz="1600" kern="1200"/>
        </a:p>
      </dsp:txBody>
      <dsp:txXfrm>
        <a:off x="3394085" y="1281005"/>
        <a:ext cx="3727430" cy="537785"/>
      </dsp:txXfrm>
    </dsp:sp>
    <dsp:sp modelId="{DEC465FA-BA96-47C7-AD99-04DDFC405839}">
      <dsp:nvSpPr>
        <dsp:cNvPr id="0" name=""/>
        <dsp:cNvSpPr/>
      </dsp:nvSpPr>
      <dsp:spPr bwMode="white">
        <a:xfrm>
          <a:off x="3364992" y="1877683"/>
          <a:ext cx="3785616" cy="595971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HDD activity LED</a:t>
          </a:r>
          <a:endParaRPr lang="en-US" sz="1600" kern="1200"/>
        </a:p>
      </dsp:txBody>
      <dsp:txXfrm>
        <a:off x="3394085" y="1906776"/>
        <a:ext cx="3727430" cy="537785"/>
      </dsp:txXfrm>
    </dsp:sp>
    <dsp:sp modelId="{7F63CBFC-8991-44C4-9714-72A89332F2F7}">
      <dsp:nvSpPr>
        <dsp:cNvPr id="0" name=""/>
        <dsp:cNvSpPr/>
      </dsp:nvSpPr>
      <dsp:spPr bwMode="white">
        <a:xfrm>
          <a:off x="3364992" y="2503453"/>
          <a:ext cx="3785616" cy="595971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Power LED</a:t>
          </a:r>
          <a:endParaRPr lang="en-US" sz="1600" kern="1200"/>
        </a:p>
      </dsp:txBody>
      <dsp:txXfrm>
        <a:off x="3394085" y="2532546"/>
        <a:ext cx="3727430" cy="537785"/>
      </dsp:txXfrm>
    </dsp:sp>
    <dsp:sp modelId="{6DA7B67B-E816-40FA-9EFF-EFA59B1B1BC3}">
      <dsp:nvSpPr>
        <dsp:cNvPr id="0" name=""/>
        <dsp:cNvSpPr/>
      </dsp:nvSpPr>
      <dsp:spPr bwMode="white">
        <a:xfrm>
          <a:off x="3364992" y="3129223"/>
          <a:ext cx="3785616" cy="595971"/>
        </a:xfrm>
        <a:prstGeom prst="roundRect">
          <a:avLst/>
        </a:prstGeom>
        <a:gradFill rotWithShape="0">
          <a:gsLst>
            <a:gs pos="0">
              <a:schemeClr val="accent5">
                <a:hueOff val="-10126791"/>
                <a:satOff val="-688"/>
                <a:lumOff val="163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126791"/>
                <a:satOff val="-688"/>
                <a:lumOff val="163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126791"/>
                <a:satOff val="-688"/>
                <a:lumOff val="163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Connected via small pin headers (e.g., F_PANEL)</a:t>
          </a:r>
        </a:p>
      </dsp:txBody>
      <dsp:txXfrm>
        <a:off x="3394085" y="3158316"/>
        <a:ext cx="3727430" cy="537785"/>
      </dsp:txXfrm>
    </dsp:sp>
    <dsp:sp modelId="{9DCC489C-ADFE-430C-ABE0-55B9D1883475}">
      <dsp:nvSpPr>
        <dsp:cNvPr id="0" name=""/>
        <dsp:cNvSpPr/>
      </dsp:nvSpPr>
      <dsp:spPr bwMode="white">
        <a:xfrm>
          <a:off x="3364992" y="3754994"/>
          <a:ext cx="3785616" cy="595971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Must follow manual for correct pin layout</a:t>
          </a:r>
        </a:p>
      </dsp:txBody>
      <dsp:txXfrm>
        <a:off x="3394085" y="3784087"/>
        <a:ext cx="3727430" cy="53778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148E10-87B8-4E73-8BAF-4C46A167A66B}">
      <dsp:nvSpPr>
        <dsp:cNvPr id="0" name=""/>
        <dsp:cNvSpPr/>
      </dsp:nvSpPr>
      <dsp:spPr>
        <a:xfrm rot="5400000">
          <a:off x="3612151" y="-857850"/>
          <a:ext cx="2160392" cy="4416327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 dirty="0"/>
            <a:t>Air Cooling:</a:t>
          </a:r>
          <a:r>
            <a:rPr lang="en-US" sz="2100" kern="1200" dirty="0"/>
            <a:t> Heatsinks with fans (common and budget-friendly)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/>
            <a:t>Liquid Cooling:</a:t>
          </a:r>
          <a:r>
            <a:rPr lang="en-US" sz="2100" kern="1200"/>
            <a:t> Closed-loop or custom (efficient, expensive)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 dirty="0"/>
            <a:t>Passive Cooling:</a:t>
          </a:r>
          <a:r>
            <a:rPr lang="en-US" sz="2100" kern="1200" dirty="0"/>
            <a:t> No fans (low-power builds only)</a:t>
          </a:r>
        </a:p>
      </dsp:txBody>
      <dsp:txXfrm rot="-5400000">
        <a:off x="2484184" y="375579"/>
        <a:ext cx="4310865" cy="1949468"/>
      </dsp:txXfrm>
    </dsp:sp>
    <dsp:sp modelId="{4B8B4D1F-D92F-488B-8453-D0FC9484073F}">
      <dsp:nvSpPr>
        <dsp:cNvPr id="0" name=""/>
        <dsp:cNvSpPr/>
      </dsp:nvSpPr>
      <dsp:spPr>
        <a:xfrm>
          <a:off x="0" y="67"/>
          <a:ext cx="2484184" cy="27004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/>
            <a:t>Types of Cooling Systems:</a:t>
          </a:r>
          <a:endParaRPr lang="en-US" sz="3600" kern="1200"/>
        </a:p>
      </dsp:txBody>
      <dsp:txXfrm>
        <a:off x="121268" y="121335"/>
        <a:ext cx="2241648" cy="2457954"/>
      </dsp:txXfrm>
    </dsp:sp>
    <dsp:sp modelId="{40B52C4F-8697-493E-9901-3228D4F72119}">
      <dsp:nvSpPr>
        <dsp:cNvPr id="0" name=""/>
        <dsp:cNvSpPr/>
      </dsp:nvSpPr>
      <dsp:spPr>
        <a:xfrm rot="5400000">
          <a:off x="3612151" y="1977664"/>
          <a:ext cx="2160392" cy="4416327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Apply </a:t>
          </a:r>
          <a:r>
            <a:rPr lang="en-US" sz="2100" b="1" kern="1200"/>
            <a:t>thermal paste</a:t>
          </a:r>
          <a:r>
            <a:rPr lang="en-US" sz="2100" kern="1200"/>
            <a:t> (pea or line method)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Mount CPU cooler onto socket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Attach and align case fans (intake/exhaust)</a:t>
          </a:r>
        </a:p>
      </dsp:txBody>
      <dsp:txXfrm rot="-5400000">
        <a:off x="2484184" y="3211093"/>
        <a:ext cx="4310865" cy="1949468"/>
      </dsp:txXfrm>
    </dsp:sp>
    <dsp:sp modelId="{1637806E-CAC0-463A-A339-0293A8DEC269}">
      <dsp:nvSpPr>
        <dsp:cNvPr id="0" name=""/>
        <dsp:cNvSpPr/>
      </dsp:nvSpPr>
      <dsp:spPr>
        <a:xfrm>
          <a:off x="0" y="2835582"/>
          <a:ext cx="2484184" cy="270049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/>
            <a:t>Installing Cooling:</a:t>
          </a:r>
          <a:endParaRPr lang="en-US" sz="3600" kern="1200"/>
        </a:p>
      </dsp:txBody>
      <dsp:txXfrm>
        <a:off x="121268" y="2956850"/>
        <a:ext cx="2241648" cy="245795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245E31-2599-4523-A1BA-FB895CC250A6}">
      <dsp:nvSpPr>
        <dsp:cNvPr id="0" name=""/>
        <dsp:cNvSpPr/>
      </dsp:nvSpPr>
      <dsp:spPr>
        <a:xfrm rot="5400000">
          <a:off x="3978704" y="-1313406"/>
          <a:ext cx="1427286" cy="441632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 dirty="0"/>
            <a:t>HDD:</a:t>
          </a:r>
          <a:r>
            <a:rPr lang="en-US" sz="1900" kern="1200" dirty="0"/>
            <a:t> High capacity, slower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 dirty="0"/>
            <a:t>SSD (SATA):</a:t>
          </a:r>
          <a:r>
            <a:rPr lang="en-US" sz="1900" kern="1200" dirty="0"/>
            <a:t> Faster, common upgrade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 dirty="0" err="1"/>
            <a:t>NVMe</a:t>
          </a:r>
          <a:r>
            <a:rPr lang="en-US" sz="1900" b="1" kern="1200" dirty="0"/>
            <a:t> (M.2):</a:t>
          </a:r>
          <a:r>
            <a:rPr lang="en-US" sz="1900" kern="1200" dirty="0"/>
            <a:t> Fastest, uses PCIe lanes</a:t>
          </a:r>
        </a:p>
      </dsp:txBody>
      <dsp:txXfrm rot="-5400000">
        <a:off x="2484184" y="250788"/>
        <a:ext cx="4346653" cy="1287938"/>
      </dsp:txXfrm>
    </dsp:sp>
    <dsp:sp modelId="{52B3D408-BD7A-416F-B96D-646B614208A1}">
      <dsp:nvSpPr>
        <dsp:cNvPr id="0" name=""/>
        <dsp:cNvSpPr/>
      </dsp:nvSpPr>
      <dsp:spPr>
        <a:xfrm>
          <a:off x="0" y="0"/>
          <a:ext cx="2484184" cy="1784107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Drive Types:</a:t>
          </a:r>
          <a:endParaRPr lang="en-US" sz="2600" kern="1200"/>
        </a:p>
      </dsp:txBody>
      <dsp:txXfrm>
        <a:off x="87093" y="87093"/>
        <a:ext cx="2309998" cy="1609921"/>
      </dsp:txXfrm>
    </dsp:sp>
    <dsp:sp modelId="{8FBAF47E-4A90-4616-A48C-F99DB0A886FA}">
      <dsp:nvSpPr>
        <dsp:cNvPr id="0" name=""/>
        <dsp:cNvSpPr/>
      </dsp:nvSpPr>
      <dsp:spPr>
        <a:xfrm rot="5400000">
          <a:off x="3978704" y="559906"/>
          <a:ext cx="1427286" cy="441632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Use brackets, screws or trays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Secure properly in drive bays or M.2 slot</a:t>
          </a:r>
        </a:p>
      </dsp:txBody>
      <dsp:txXfrm rot="-5400000">
        <a:off x="2484184" y="2124100"/>
        <a:ext cx="4346653" cy="1287938"/>
      </dsp:txXfrm>
    </dsp:sp>
    <dsp:sp modelId="{E05E0B1A-5373-4C0A-87B6-72DEC39F4BF7}">
      <dsp:nvSpPr>
        <dsp:cNvPr id="0" name=""/>
        <dsp:cNvSpPr/>
      </dsp:nvSpPr>
      <dsp:spPr>
        <a:xfrm>
          <a:off x="0" y="1876016"/>
          <a:ext cx="2484184" cy="1784107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Mounting Drives:</a:t>
          </a:r>
          <a:endParaRPr lang="en-US" sz="2600" kern="1200"/>
        </a:p>
      </dsp:txBody>
      <dsp:txXfrm>
        <a:off x="87093" y="1963109"/>
        <a:ext cx="2309998" cy="1609921"/>
      </dsp:txXfrm>
    </dsp:sp>
    <dsp:sp modelId="{FBCE8C5C-4AC6-4BDC-8194-0838561A1547}">
      <dsp:nvSpPr>
        <dsp:cNvPr id="0" name=""/>
        <dsp:cNvSpPr/>
      </dsp:nvSpPr>
      <dsp:spPr>
        <a:xfrm rot="5400000">
          <a:off x="3978704" y="2433219"/>
          <a:ext cx="1427286" cy="441632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SATA Data + SATA Power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M.2/NVMe needs only screw and PCIe lane slot</a:t>
          </a:r>
        </a:p>
      </dsp:txBody>
      <dsp:txXfrm rot="-5400000">
        <a:off x="2484184" y="3997413"/>
        <a:ext cx="4346653" cy="1287938"/>
      </dsp:txXfrm>
    </dsp:sp>
    <dsp:sp modelId="{63B9E59B-BA86-4C2A-9E30-E3A419B013CA}">
      <dsp:nvSpPr>
        <dsp:cNvPr id="0" name=""/>
        <dsp:cNvSpPr/>
      </dsp:nvSpPr>
      <dsp:spPr>
        <a:xfrm>
          <a:off x="0" y="3749329"/>
          <a:ext cx="2484184" cy="1784107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Cable Connections:</a:t>
          </a:r>
          <a:endParaRPr lang="en-US" sz="2600" kern="1200"/>
        </a:p>
      </dsp:txBody>
      <dsp:txXfrm>
        <a:off x="87093" y="3836422"/>
        <a:ext cx="2309998" cy="160992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16A0BC-6C5D-4971-929B-93916D50AFCD}">
      <dsp:nvSpPr>
        <dsp:cNvPr id="0" name=""/>
        <dsp:cNvSpPr/>
      </dsp:nvSpPr>
      <dsp:spPr>
        <a:xfrm>
          <a:off x="0" y="511"/>
          <a:ext cx="10927829" cy="119765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2999FD-F55C-4A3D-B3B2-1440C0798F2A}">
      <dsp:nvSpPr>
        <dsp:cNvPr id="0" name=""/>
        <dsp:cNvSpPr/>
      </dsp:nvSpPr>
      <dsp:spPr>
        <a:xfrm>
          <a:off x="362289" y="269983"/>
          <a:ext cx="658708" cy="6587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1C5ADF-0218-4D0D-8A21-996D64D03CD3}">
      <dsp:nvSpPr>
        <dsp:cNvPr id="0" name=""/>
        <dsp:cNvSpPr/>
      </dsp:nvSpPr>
      <dsp:spPr bwMode="white">
        <a:xfrm>
          <a:off x="1383287" y="511"/>
          <a:ext cx="4917523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BIOS/UEFI Detection:</a:t>
          </a:r>
          <a:endParaRPr lang="en-US" sz="2500" kern="1200"/>
        </a:p>
      </dsp:txBody>
      <dsp:txXfrm>
        <a:off x="1383287" y="511"/>
        <a:ext cx="4917523" cy="1197651"/>
      </dsp:txXfrm>
    </dsp:sp>
    <dsp:sp modelId="{1EAC1F84-EABB-461C-826D-4FE62B1D36C2}">
      <dsp:nvSpPr>
        <dsp:cNvPr id="0" name=""/>
        <dsp:cNvSpPr/>
      </dsp:nvSpPr>
      <dsp:spPr bwMode="white">
        <a:xfrm>
          <a:off x="6300810" y="511"/>
          <a:ext cx="4627018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Confirm storage is detected in BIOS</a:t>
          </a:r>
        </a:p>
      </dsp:txBody>
      <dsp:txXfrm>
        <a:off x="6300810" y="511"/>
        <a:ext cx="4627018" cy="1197651"/>
      </dsp:txXfrm>
    </dsp:sp>
    <dsp:sp modelId="{03507570-53BB-43AD-AEAB-CCC10E8E57B6}">
      <dsp:nvSpPr>
        <dsp:cNvPr id="0" name=""/>
        <dsp:cNvSpPr/>
      </dsp:nvSpPr>
      <dsp:spPr>
        <a:xfrm>
          <a:off x="0" y="1497576"/>
          <a:ext cx="10927829" cy="119765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2D7096-0F2B-423D-8A88-CE3628E45AEB}">
      <dsp:nvSpPr>
        <dsp:cNvPr id="0" name=""/>
        <dsp:cNvSpPr/>
      </dsp:nvSpPr>
      <dsp:spPr>
        <a:xfrm>
          <a:off x="362289" y="1767048"/>
          <a:ext cx="658708" cy="6587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906791-5592-4E2B-8E97-D0BF716A98A3}">
      <dsp:nvSpPr>
        <dsp:cNvPr id="0" name=""/>
        <dsp:cNvSpPr/>
      </dsp:nvSpPr>
      <dsp:spPr bwMode="white">
        <a:xfrm>
          <a:off x="1383287" y="1497576"/>
          <a:ext cx="4917523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Windows/Linux Setup:</a:t>
          </a:r>
          <a:endParaRPr lang="en-US" sz="2500" kern="1200" dirty="0"/>
        </a:p>
      </dsp:txBody>
      <dsp:txXfrm>
        <a:off x="1383287" y="1497576"/>
        <a:ext cx="4917523" cy="1197651"/>
      </dsp:txXfrm>
    </dsp:sp>
    <dsp:sp modelId="{F97927D5-A9D4-4280-B120-126C3C6D94F6}">
      <dsp:nvSpPr>
        <dsp:cNvPr id="0" name=""/>
        <dsp:cNvSpPr/>
      </dsp:nvSpPr>
      <dsp:spPr bwMode="white">
        <a:xfrm>
          <a:off x="6300810" y="1497576"/>
          <a:ext cx="4627018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 Disk Management (Windows)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 lsblk, fdisk, mkfs (Linux)</a:t>
          </a:r>
        </a:p>
      </dsp:txBody>
      <dsp:txXfrm>
        <a:off x="6300810" y="1497576"/>
        <a:ext cx="4627018" cy="1197651"/>
      </dsp:txXfrm>
    </dsp:sp>
    <dsp:sp modelId="{445A3FC8-6E73-459C-9059-A0484587F90C}">
      <dsp:nvSpPr>
        <dsp:cNvPr id="0" name=""/>
        <dsp:cNvSpPr/>
      </dsp:nvSpPr>
      <dsp:spPr>
        <a:xfrm>
          <a:off x="0" y="2994641"/>
          <a:ext cx="10927829" cy="119765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FA1FC-3C43-4CEA-A6EB-182E491CC50E}">
      <dsp:nvSpPr>
        <dsp:cNvPr id="0" name=""/>
        <dsp:cNvSpPr/>
      </dsp:nvSpPr>
      <dsp:spPr>
        <a:xfrm>
          <a:off x="362289" y="3264113"/>
          <a:ext cx="658708" cy="6587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C50C08-682B-486D-87AF-ACE3C76D8C2C}">
      <dsp:nvSpPr>
        <dsp:cNvPr id="0" name=""/>
        <dsp:cNvSpPr/>
      </dsp:nvSpPr>
      <dsp:spPr bwMode="white">
        <a:xfrm>
          <a:off x="1383287" y="2994641"/>
          <a:ext cx="4917523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RAID (Redundant Array of Independent Disks):</a:t>
          </a:r>
          <a:endParaRPr lang="en-US" sz="2500" kern="1200" dirty="0"/>
        </a:p>
      </dsp:txBody>
      <dsp:txXfrm>
        <a:off x="1383287" y="2994641"/>
        <a:ext cx="4917523" cy="1197651"/>
      </dsp:txXfrm>
    </dsp:sp>
    <dsp:sp modelId="{8696201D-E974-4DD9-A4B6-AF5EA690E5E5}">
      <dsp:nvSpPr>
        <dsp:cNvPr id="0" name=""/>
        <dsp:cNvSpPr/>
      </dsp:nvSpPr>
      <dsp:spPr bwMode="white">
        <a:xfrm>
          <a:off x="6300810" y="2994641"/>
          <a:ext cx="4627018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RAID 0 (striping), RAID 1 (mirroring), RAID 5 (parity)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Requires multiple drives and RAID-capable board/controller</a:t>
          </a:r>
        </a:p>
      </dsp:txBody>
      <dsp:txXfrm>
        <a:off x="6300810" y="2994641"/>
        <a:ext cx="4627018" cy="119765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936BEA-39ED-46FB-937B-05855DF1C847}">
      <dsp:nvSpPr>
        <dsp:cNvPr id="0" name=""/>
        <dsp:cNvSpPr/>
      </dsp:nvSpPr>
      <dsp:spPr bwMode="white">
        <a:xfrm>
          <a:off x="3414" y="51450"/>
          <a:ext cx="3329572" cy="10524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Cable Management:</a:t>
          </a:r>
          <a:endParaRPr lang="en-US" sz="2900" kern="1200"/>
        </a:p>
      </dsp:txBody>
      <dsp:txXfrm>
        <a:off x="3414" y="51450"/>
        <a:ext cx="3329572" cy="1052475"/>
      </dsp:txXfrm>
    </dsp:sp>
    <dsp:sp modelId="{BD457C49-6ADD-4340-A643-92B467C86A63}">
      <dsp:nvSpPr>
        <dsp:cNvPr id="0" name=""/>
        <dsp:cNvSpPr/>
      </dsp:nvSpPr>
      <dsp:spPr bwMode="white">
        <a:xfrm>
          <a:off x="3414" y="1103925"/>
          <a:ext cx="3329572" cy="303742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Route cables behind motherboard tray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Use zip ties or Velcro straps</a:t>
          </a:r>
        </a:p>
      </dsp:txBody>
      <dsp:txXfrm>
        <a:off x="3414" y="1103925"/>
        <a:ext cx="3329572" cy="3037428"/>
      </dsp:txXfrm>
    </dsp:sp>
    <dsp:sp modelId="{2B994182-6855-494D-9B51-B48A317B24F7}">
      <dsp:nvSpPr>
        <dsp:cNvPr id="0" name=""/>
        <dsp:cNvSpPr/>
      </dsp:nvSpPr>
      <dsp:spPr bwMode="white">
        <a:xfrm>
          <a:off x="3799128" y="51450"/>
          <a:ext cx="3329572" cy="10524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Screw Types:</a:t>
          </a:r>
          <a:endParaRPr lang="en-US" sz="2900" kern="1200"/>
        </a:p>
      </dsp:txBody>
      <dsp:txXfrm>
        <a:off x="3799128" y="51450"/>
        <a:ext cx="3329572" cy="1052475"/>
      </dsp:txXfrm>
    </dsp:sp>
    <dsp:sp modelId="{57E1626C-7632-4995-ADF2-F3E4B60116A3}">
      <dsp:nvSpPr>
        <dsp:cNvPr id="0" name=""/>
        <dsp:cNvSpPr/>
      </dsp:nvSpPr>
      <dsp:spPr bwMode="white">
        <a:xfrm>
          <a:off x="3799128" y="1103925"/>
          <a:ext cx="3329572" cy="303742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Motherboard screws, M.2 screws, case screws</a:t>
          </a:r>
        </a:p>
      </dsp:txBody>
      <dsp:txXfrm>
        <a:off x="3799128" y="1103925"/>
        <a:ext cx="3329572" cy="3037428"/>
      </dsp:txXfrm>
    </dsp:sp>
    <dsp:sp modelId="{C37A2263-64DC-4120-84A4-70193E8E6E7D}">
      <dsp:nvSpPr>
        <dsp:cNvPr id="0" name=""/>
        <dsp:cNvSpPr/>
      </dsp:nvSpPr>
      <dsp:spPr bwMode="white">
        <a:xfrm>
          <a:off x="7594841" y="51450"/>
          <a:ext cx="3329572" cy="10524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Post-Build Checks:</a:t>
          </a:r>
          <a:endParaRPr lang="en-US" sz="2900" kern="1200"/>
        </a:p>
      </dsp:txBody>
      <dsp:txXfrm>
        <a:off x="7594841" y="51450"/>
        <a:ext cx="3329572" cy="1052475"/>
      </dsp:txXfrm>
    </dsp:sp>
    <dsp:sp modelId="{DC5D2082-7B22-4654-BC9C-C5537B0867B3}">
      <dsp:nvSpPr>
        <dsp:cNvPr id="0" name=""/>
        <dsp:cNvSpPr/>
      </dsp:nvSpPr>
      <dsp:spPr bwMode="white">
        <a:xfrm>
          <a:off x="7594841" y="1103925"/>
          <a:ext cx="3329572" cy="303742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POST screen appears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Fans spinning, LEDs on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BIOS recognizes all components</a:t>
          </a:r>
        </a:p>
      </dsp:txBody>
      <dsp:txXfrm>
        <a:off x="7594841" y="1103925"/>
        <a:ext cx="3329572" cy="30374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#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off" val="ctr"/>
          <dgm:param type="contDir" val="sameDir"/>
          <dgm:param type="grDir" val="tL"/>
          <dgm:param type="flowDir" val="row"/>
          <dgm:param type="horzAlign" val="ctr"/>
          <dgm:param type="vertAlign" val="mid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  <dgm:param type="horzAlign" val="ctr"/>
          <dgm:param type="vertAlign" val="mid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parTxLTRAlign" val="l"/>
            <dgm:param type="parTxRTLAlign" val="r"/>
            <dgm:param type="shpTxLTRAlignCh" val="l"/>
            <dgm:param type="shpTxRTLAlignCh" val="r"/>
            <dgm:param type="txAnchorVert" val="mid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parTxLTRAlign" val="l"/>
                <dgm:param type="parTxRTLAlign" val="r"/>
                <dgm:param type="shpTxLTRAlignCh" val="l"/>
                <dgm:param type="shpTxRTLAlignCh" val="r"/>
                <dgm:param type="stBulletLvl" val="0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#1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#2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6000" y="394405"/>
            <a:ext cx="10800000" cy="792000"/>
          </a:xfrm>
        </p:spPr>
        <p:txBody>
          <a:bodyPr/>
          <a:lstStyle>
            <a:lvl1pPr algn="ctr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9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1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1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1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1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Installing Motherboards and Connectors &amp; Installing System Devices</a:t>
            </a:r>
          </a:p>
        </p:txBody>
      </p:sp>
      <p:sp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lose-up of a logo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What is a Motherboard?</a:t>
            </a:r>
            <a:endParaRPr lang="en-US" sz="4800"/>
          </a:p>
        </p:txBody>
      </p:sp>
      <p:sp>
        <p:nvSpPr>
          <p:cNvPr id="24" name="Rectangle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 dirty="0">
                <a:ea typeface="+mn-lt"/>
                <a:cs typeface="+mn-lt"/>
              </a:rPr>
              <a:t>Definition: A motherboard is the main circuit board that connects all components of a computer system.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Functions:</a:t>
            </a:r>
            <a:endParaRPr lang="en-US" sz="1600" dirty="0"/>
          </a:p>
          <a:p>
            <a:pPr lvl="1"/>
            <a:r>
              <a:rPr lang="en-US" sz="1600" dirty="0">
                <a:ea typeface="+mn-lt"/>
                <a:cs typeface="+mn-lt"/>
              </a:rPr>
              <a:t>Distributes power to components</a:t>
            </a:r>
            <a:endParaRPr lang="en-US" sz="1600" dirty="0"/>
          </a:p>
          <a:p>
            <a:pPr lvl="1"/>
            <a:r>
              <a:rPr lang="en-US" sz="1600" dirty="0">
                <a:ea typeface="+mn-lt"/>
                <a:cs typeface="+mn-lt"/>
              </a:rPr>
              <a:t>Hosts CPU, RAM, and expansion slots</a:t>
            </a:r>
            <a:endParaRPr lang="en-US" sz="1600" dirty="0"/>
          </a:p>
          <a:p>
            <a:pPr lvl="1"/>
            <a:r>
              <a:rPr lang="en-US" sz="1600" dirty="0">
                <a:ea typeface="+mn-lt"/>
                <a:cs typeface="+mn-lt"/>
              </a:rPr>
              <a:t>Provides connectors for I/O devices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Form Factors:</a:t>
            </a:r>
            <a:endParaRPr lang="en-US" sz="1600" dirty="0"/>
          </a:p>
          <a:p>
            <a:pPr lvl="1"/>
            <a:r>
              <a:rPr lang="en-US" sz="1600" b="1" dirty="0">
                <a:ea typeface="+mn-lt"/>
                <a:cs typeface="+mn-lt"/>
              </a:rPr>
              <a:t>ATX</a:t>
            </a:r>
            <a:r>
              <a:rPr lang="en-US" sz="1600" dirty="0">
                <a:ea typeface="+mn-lt"/>
                <a:cs typeface="+mn-lt"/>
              </a:rPr>
              <a:t>: Full-sized board with many expansion slots</a:t>
            </a:r>
            <a:endParaRPr lang="en-US" sz="1600" dirty="0"/>
          </a:p>
          <a:p>
            <a:pPr lvl="1"/>
            <a:r>
              <a:rPr lang="en-US" sz="1600" b="1" dirty="0">
                <a:ea typeface="+mn-lt"/>
                <a:cs typeface="+mn-lt"/>
              </a:rPr>
              <a:t>Micro-ATX</a:t>
            </a:r>
            <a:r>
              <a:rPr lang="en-US" sz="1600" dirty="0">
                <a:ea typeface="+mn-lt"/>
                <a:cs typeface="+mn-lt"/>
              </a:rPr>
              <a:t>: Smaller with fewer slots</a:t>
            </a:r>
            <a:endParaRPr lang="en-US" sz="1600" dirty="0"/>
          </a:p>
          <a:p>
            <a:pPr lvl="1"/>
            <a:r>
              <a:rPr lang="en-US" sz="1600" b="1" dirty="0">
                <a:ea typeface="+mn-lt"/>
                <a:cs typeface="+mn-lt"/>
              </a:rPr>
              <a:t>Mini-ITX</a:t>
            </a:r>
            <a:r>
              <a:rPr lang="en-US" sz="1600" dirty="0">
                <a:ea typeface="+mn-lt"/>
                <a:cs typeface="+mn-lt"/>
              </a:rPr>
              <a:t>: Compact form, used in small builds</a:t>
            </a:r>
            <a:endParaRPr lang="en-US" sz="1600" dirty="0"/>
          </a:p>
        </p:txBody>
      </p:sp>
      <p:pic>
        <p:nvPicPr>
          <p:cNvPr id="4" name="Picture 3" descr="A computer motherboard with text&#10;&#10;AI-generated content may be incorrect."/>
          <p:cNvPicPr>
            <a:picLocks noChangeAspect="1"/>
          </p:cNvPicPr>
          <p:nvPr/>
        </p:nvPicPr>
        <p:blipFill>
          <a:blip r:embed="rId2"/>
          <a:srcRect r="12297" b="1"/>
          <a:stretch>
            <a:fillRect/>
          </a:stretch>
        </p:blipFill>
        <p:spPr>
          <a:xfrm>
            <a:off x="5911532" y="2484255"/>
            <a:ext cx="5150277" cy="3714244"/>
          </a:xfrm>
          <a:prstGeom prst="rect">
            <a:avLst/>
          </a:prstGeom>
        </p:spPr>
      </p:pic>
      <p:sp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lose-up of a logo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9538" y="212629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45CFB7E-4241-2012-DB29-A0FCB80589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-1" y="0"/>
            <a:ext cx="12063473" cy="678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95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353" r="48" b="1148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Key Components on a Motherboard</a:t>
            </a:r>
            <a:endParaRPr lang="en-US" dirty="0"/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 descr="A close-up of a logo&#10;&#10;AI-generated content may be incorrect.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9538" y="212629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358254" y="-358254"/>
            <a:ext cx="6858000" cy="7574507"/>
          </a:xfrm>
          <a:prstGeom prst="rect">
            <a:avLst/>
          </a:prstGeom>
          <a:ln>
            <a:noFill/>
          </a:ln>
          <a:effectLst>
            <a:outerShdw blurRad="304800" dist="317500" sx="94000" sy="94000" algn="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853796"/>
            <a:ext cx="6032738" cy="1288211"/>
          </a:xfrm>
        </p:spPr>
        <p:txBody>
          <a:bodyPr anchor="b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Common Cable Types in PCs</a:t>
            </a:r>
            <a:endParaRPr lang="en-US" sz="4000"/>
          </a:p>
        </p:txBody>
      </p:sp>
      <p:pic>
        <p:nvPicPr>
          <p:cNvPr id="4" name="Picture 3" descr="A group of cables with names&#10;&#10;AI-generated content may be incorrect."/>
          <p:cNvPicPr>
            <a:picLocks noChangeAspect="1"/>
          </p:cNvPicPr>
          <p:nvPr/>
        </p:nvPicPr>
        <p:blipFill>
          <a:blip r:embed="rId2"/>
          <a:srcRect t="723" b="11268"/>
          <a:stretch>
            <a:fillRect/>
          </a:stretch>
        </p:blipFill>
        <p:spPr>
          <a:xfrm>
            <a:off x="908031" y="737224"/>
            <a:ext cx="5665916" cy="3104118"/>
          </a:xfrm>
          <a:prstGeom prst="rect">
            <a:avLst/>
          </a:prstGeom>
        </p:spPr>
      </p:pic>
      <p:graphicFrame>
        <p:nvGraphicFramePr>
          <p:cNvPr id="21" name="Content Placeholder 2"/>
          <p:cNvGraphicFramePr>
            <a:graphicFrameLocks noGrp="1"/>
          </p:cNvGraphicFramePr>
          <p:nvPr>
            <p:ph idx="1"/>
          </p:nvPr>
        </p:nvGraphicFramePr>
        <p:xfrm>
          <a:off x="8266006" y="743803"/>
          <a:ext cx="3304272" cy="54741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2" name="Picture 11" descr="A close-up of a logo&#10;&#10;AI-generated content may be incorrect.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7297" y="467271"/>
            <a:ext cx="4366092" cy="2052522"/>
          </a:xfrm>
        </p:spPr>
        <p:txBody>
          <a:bodyPr anchor="b">
            <a:normAutofit/>
          </a:bodyPr>
          <a:lstStyle/>
          <a:p>
            <a:r>
              <a:rPr lang="en-US" sz="5200" dirty="0">
                <a:ea typeface="+mj-lt"/>
                <a:cs typeface="+mj-lt"/>
              </a:rPr>
              <a:t>How to Install a Motherboard</a:t>
            </a:r>
          </a:p>
        </p:txBody>
      </p:sp>
      <p:sp>
        <p:nvSpPr>
          <p:cNvPr id="11" name="Oval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r="-3" b="-3"/>
          <a:stretch>
            <a:fillRect/>
          </a:stretch>
        </p:blipFill>
        <p:spPr>
          <a:xfrm>
            <a:off x="285480" y="479184"/>
            <a:ext cx="5817157" cy="6014292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13" name="!!plus graphic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!!circle graphic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7715" y="2990818"/>
            <a:ext cx="4195673" cy="2913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Step 1: Prepare the case</a:t>
            </a:r>
          </a:p>
          <a:p>
            <a:pPr lvl="1">
              <a:buFont typeface="Courier New" panose="02070309020205020404" pitchFamily="34" charset="0"/>
              <a:buChar char="o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Install I/O shield on rear panel</a:t>
            </a:r>
          </a:p>
        </p:txBody>
      </p:sp>
      <p:sp>
        <p:nvSpPr>
          <p:cNvPr id="17" name="!!dot graphic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9" name="!!Straight Connector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-up of a logo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ea typeface="+mn-lt"/>
                <a:cs typeface="+mn-lt"/>
              </a:rPr>
              <a:t>Step 2: Align motherboard with standoffs</a:t>
            </a:r>
            <a:endParaRPr lang="en-US" sz="2200" dirty="0"/>
          </a:p>
          <a:p>
            <a:r>
              <a:rPr lang="en-US" sz="2200" dirty="0"/>
              <a:t>Step 3: Secure with screws</a:t>
            </a:r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4" name="Picture 3" descr="A person&amp;#39;s hand holding a computer motherboard&#10;&#10;AI-generated content may be incorrect."/>
          <p:cNvPicPr>
            <a:picLocks noChangeAspect="1"/>
          </p:cNvPicPr>
          <p:nvPr/>
        </p:nvPicPr>
        <p:blipFill>
          <a:blip r:embed="rId2"/>
          <a:srcRect l="14850" r="18196" b="-1"/>
          <a:stretch>
            <a:fillRect/>
          </a:stretch>
        </p:blipFill>
        <p:spPr>
          <a:xfrm>
            <a:off x="6099048" y="954108"/>
            <a:ext cx="5458968" cy="5234570"/>
          </a:xfrm>
          <a:prstGeom prst="rect">
            <a:avLst/>
          </a:prstGeom>
        </p:spPr>
      </p:pic>
      <p:pic>
        <p:nvPicPr>
          <p:cNvPr id="5" name="Picture 4" descr="A close-up of a logo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ketchy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Step 4: Connect power cables</a:t>
            </a:r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l="30911" r="1133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5" name="Picture 4" descr="A close-up of a logo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Step 5: Connect front panel headers</a:t>
            </a:r>
            <a:endParaRPr lang="en-US" sz="2200"/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4" name="Picture 3" descr="A diagram of a motherboard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587" y="640080"/>
            <a:ext cx="5061889" cy="5577840"/>
          </a:xfrm>
          <a:prstGeom prst="rect">
            <a:avLst/>
          </a:prstGeom>
        </p:spPr>
      </p:pic>
      <p:pic>
        <p:nvPicPr>
          <p:cNvPr id="5" name="Picture 4" descr="A close-up of a logo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Step 6: Install CPU, RAM, and storage</a:t>
            </a:r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4" name="Picture 3" descr="A computer motherboard with text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271588"/>
            <a:ext cx="6903720" cy="4314824"/>
          </a:xfrm>
          <a:prstGeom prst="rect">
            <a:avLst/>
          </a:prstGeom>
        </p:spPr>
      </p:pic>
      <p:pic>
        <p:nvPicPr>
          <p:cNvPr id="5" name="Picture 4" descr="A close-up of a logo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Older Cable Interfaces</a:t>
            </a:r>
            <a:endParaRPr lang="en-US" sz="5400"/>
          </a:p>
        </p:txBody>
      </p:sp>
      <p:sp>
        <p:nvSpPr>
          <p:cNvPr id="11" name="sketchy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b="1" dirty="0">
                <a:ea typeface="+mn-lt"/>
                <a:cs typeface="+mn-lt"/>
              </a:rPr>
              <a:t>IDE (PATA):</a:t>
            </a:r>
            <a:r>
              <a:rPr lang="en-US" sz="2200" dirty="0">
                <a:ea typeface="+mn-lt"/>
                <a:cs typeface="+mn-lt"/>
              </a:rPr>
              <a:t> 40-pin ribbon cable for older HDDs/ODDs</a:t>
            </a:r>
          </a:p>
          <a:p>
            <a:r>
              <a:rPr lang="en-US" sz="2200" b="1" dirty="0">
                <a:ea typeface="+mn-lt"/>
                <a:cs typeface="+mn-lt"/>
              </a:rPr>
              <a:t>Floppy Drive Cables:</a:t>
            </a:r>
            <a:r>
              <a:rPr lang="en-US" sz="2200" dirty="0">
                <a:ea typeface="+mn-lt"/>
                <a:cs typeface="+mn-lt"/>
              </a:rPr>
              <a:t> 34-pin</a:t>
            </a:r>
          </a:p>
          <a:p>
            <a:r>
              <a:rPr lang="en-US" sz="2200" b="1" dirty="0">
                <a:ea typeface="+mn-lt"/>
                <a:cs typeface="+mn-lt"/>
              </a:rPr>
              <a:t>Serial Ports:</a:t>
            </a:r>
            <a:r>
              <a:rPr lang="en-US" sz="2200" dirty="0">
                <a:ea typeface="+mn-lt"/>
                <a:cs typeface="+mn-lt"/>
              </a:rPr>
              <a:t> For older peripherals like modems</a:t>
            </a:r>
          </a:p>
          <a:p>
            <a:r>
              <a:rPr lang="en-US" sz="2200" b="1" dirty="0">
                <a:ea typeface="+mn-lt"/>
                <a:cs typeface="+mn-lt"/>
              </a:rPr>
              <a:t>Parallel Ports:</a:t>
            </a:r>
            <a:r>
              <a:rPr lang="en-US" sz="2200" dirty="0">
                <a:ea typeface="+mn-lt"/>
                <a:cs typeface="+mn-lt"/>
              </a:rPr>
              <a:t> Printers and scanners</a:t>
            </a:r>
          </a:p>
          <a:p>
            <a:r>
              <a:rPr lang="en-US" sz="2200" dirty="0">
                <a:ea typeface="+mn-lt"/>
                <a:cs typeface="+mn-lt"/>
              </a:rPr>
              <a:t>Compatibility Notes:</a:t>
            </a:r>
          </a:p>
          <a:p>
            <a:pPr lvl="1"/>
            <a:r>
              <a:rPr lang="en-US" sz="2200" dirty="0">
                <a:ea typeface="+mn-lt"/>
                <a:cs typeface="+mn-lt"/>
              </a:rPr>
              <a:t>Use adapter cards for modern motherboards</a:t>
            </a:r>
          </a:p>
          <a:p>
            <a:pPr lvl="1"/>
            <a:r>
              <a:rPr lang="en-US" sz="2200" dirty="0">
                <a:ea typeface="+mn-lt"/>
                <a:cs typeface="+mn-lt"/>
              </a:rPr>
              <a:t>Limited support in modern BIOS</a:t>
            </a:r>
          </a:p>
        </p:txBody>
      </p:sp>
      <p:pic>
        <p:nvPicPr>
          <p:cNvPr id="4" name="Picture 3" descr="A close-up of a computer connector&#10;&#10;AI-generated content may be incorrect."/>
          <p:cNvPicPr>
            <a:picLocks noChangeAspect="1"/>
          </p:cNvPicPr>
          <p:nvPr/>
        </p:nvPicPr>
        <p:blipFill>
          <a:blip r:embed="rId2"/>
          <a:srcRect r="2041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600">
                <a:ea typeface="+mj-lt"/>
                <a:cs typeface="+mj-lt"/>
              </a:rPr>
              <a:t>Maintaining BIOS Settings</a:t>
            </a:r>
            <a:endParaRPr lang="en-US" sz="4600"/>
          </a:p>
        </p:txBody>
      </p:sp>
      <p:sp>
        <p:nvSpPr>
          <p:cNvPr id="14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CMOS Battery:</a:t>
            </a:r>
            <a:endParaRPr lang="en-US" sz="2000"/>
          </a:p>
          <a:p>
            <a:pPr lvl="1"/>
            <a:r>
              <a:rPr lang="en-US" sz="2000">
                <a:ea typeface="+mn-lt"/>
                <a:cs typeface="+mn-lt"/>
              </a:rPr>
              <a:t>Small CR2032 battery</a:t>
            </a:r>
            <a:endParaRPr lang="en-US" sz="2000"/>
          </a:p>
          <a:p>
            <a:pPr lvl="1"/>
            <a:r>
              <a:rPr lang="en-US" sz="2000">
                <a:ea typeface="+mn-lt"/>
                <a:cs typeface="+mn-lt"/>
              </a:rPr>
              <a:t>Retains BIOS settings when powered off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Jumpers:</a:t>
            </a:r>
            <a:endParaRPr lang="en-US" sz="2000"/>
          </a:p>
          <a:p>
            <a:pPr lvl="1"/>
            <a:r>
              <a:rPr lang="en-US" sz="2000">
                <a:ea typeface="+mn-lt"/>
                <a:cs typeface="+mn-lt"/>
              </a:rPr>
              <a:t>Clear CMOS jumper to reset BIOS</a:t>
            </a:r>
            <a:endParaRPr lang="en-US" sz="2000"/>
          </a:p>
          <a:p>
            <a:pPr lvl="1"/>
            <a:r>
              <a:rPr lang="en-US" sz="2000">
                <a:ea typeface="+mn-lt"/>
                <a:cs typeface="+mn-lt"/>
              </a:rPr>
              <a:t>Configured by shorting 2 pins with cap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4" name="Picture 3" descr="Close-up of a computer chip&#10;&#10;AI-generated content may be incorrect."/>
          <p:cNvPicPr>
            <a:picLocks noChangeAspect="1"/>
          </p:cNvPicPr>
          <p:nvPr/>
        </p:nvPicPr>
        <p:blipFill>
          <a:blip r:embed="rId2"/>
          <a:srcRect t="14561" r="-143" b="214"/>
          <a:stretch>
            <a:fillRect/>
          </a:stretch>
        </p:blipFill>
        <p:spPr>
          <a:xfrm>
            <a:off x="4654296" y="1468120"/>
            <a:ext cx="6903720" cy="3921759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76" t="9091" r="16426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BIOS vs UEFI</a:t>
            </a: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 descr="A close-up of a logo&#10;&#10;AI-generated content may be incorrect.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-1" fmla="*/ 0 w 10768629"/>
              <a:gd name="connsiteY0-2" fmla="*/ 0 h 1978172"/>
              <a:gd name="connsiteX1-3" fmla="*/ 10768629 w 10768629"/>
              <a:gd name="connsiteY1-4" fmla="*/ 0 h 1978172"/>
              <a:gd name="connsiteX2-5" fmla="*/ 10733254 w 10768629"/>
              <a:gd name="connsiteY2-6" fmla="*/ 31439 h 1978172"/>
              <a:gd name="connsiteX3-7" fmla="*/ 10727085 w 10768629"/>
              <a:gd name="connsiteY3-8" fmla="*/ 37910 h 1978172"/>
              <a:gd name="connsiteX4-9" fmla="*/ 10675953 w 10768629"/>
              <a:gd name="connsiteY4-10" fmla="*/ 68623 h 1978172"/>
              <a:gd name="connsiteX5-11" fmla="*/ 10637091 w 10768629"/>
              <a:gd name="connsiteY5-12" fmla="*/ 90361 h 1978172"/>
              <a:gd name="connsiteX6-13" fmla="*/ 10610971 w 10768629"/>
              <a:gd name="connsiteY6-14" fmla="*/ 110764 h 1978172"/>
              <a:gd name="connsiteX7-15" fmla="*/ 10532872 w 10768629"/>
              <a:gd name="connsiteY7-16" fmla="*/ 138028 h 1978172"/>
              <a:gd name="connsiteX8-17" fmla="*/ 10398558 w 10768629"/>
              <a:gd name="connsiteY8-18" fmla="*/ 172911 h 1978172"/>
              <a:gd name="connsiteX9-19" fmla="*/ 10371128 w 10768629"/>
              <a:gd name="connsiteY9-20" fmla="*/ 182609 h 1978172"/>
              <a:gd name="connsiteX10-21" fmla="*/ 10352178 w 10768629"/>
              <a:gd name="connsiteY10-22" fmla="*/ 199976 h 1978172"/>
              <a:gd name="connsiteX11-23" fmla="*/ 10351815 w 10768629"/>
              <a:gd name="connsiteY11-24" fmla="*/ 211879 h 1978172"/>
              <a:gd name="connsiteX12-25" fmla="*/ 10337471 w 10768629"/>
              <a:gd name="connsiteY12-26" fmla="*/ 218661 h 1978172"/>
              <a:gd name="connsiteX13-27" fmla="*/ 10334625 w 10768629"/>
              <a:gd name="connsiteY13-28" fmla="*/ 222351 h 1978172"/>
              <a:gd name="connsiteX14-29" fmla="*/ 10256365 w 10768629"/>
              <a:gd name="connsiteY14-30" fmla="*/ 235917 h 1978172"/>
              <a:gd name="connsiteX15-31" fmla="*/ 10201127 w 10768629"/>
              <a:gd name="connsiteY15-32" fmla="*/ 267448 h 1978172"/>
              <a:gd name="connsiteX16-33" fmla="*/ 9961218 w 10768629"/>
              <a:gd name="connsiteY16-34" fmla="*/ 326720 h 1978172"/>
              <a:gd name="connsiteX17-35" fmla="*/ 9859715 w 10768629"/>
              <a:gd name="connsiteY17-36" fmla="*/ 355698 h 1978172"/>
              <a:gd name="connsiteX18-37" fmla="*/ 9679867 w 10768629"/>
              <a:gd name="connsiteY18-38" fmla="*/ 399081 h 1978172"/>
              <a:gd name="connsiteX19-39" fmla="*/ 9490654 w 10768629"/>
              <a:gd name="connsiteY19-40" fmla="*/ 455225 h 1978172"/>
              <a:gd name="connsiteX20-41" fmla="*/ 9470837 w 10768629"/>
              <a:gd name="connsiteY20-42" fmla="*/ 452539 h 1978172"/>
              <a:gd name="connsiteX21-43" fmla="*/ 9469082 w 10768629"/>
              <a:gd name="connsiteY21-44" fmla="*/ 454891 h 1978172"/>
              <a:gd name="connsiteX22-45" fmla="*/ 9448038 w 10768629"/>
              <a:gd name="connsiteY22-46" fmla="*/ 459733 h 1978172"/>
              <a:gd name="connsiteX23-47" fmla="*/ 9396821 w 10768629"/>
              <a:gd name="connsiteY23-48" fmla="*/ 455795 h 1978172"/>
              <a:gd name="connsiteX24-49" fmla="*/ 9392197 w 10768629"/>
              <a:gd name="connsiteY24-50" fmla="*/ 459796 h 1978172"/>
              <a:gd name="connsiteX25-51" fmla="*/ 9347994 w 10768629"/>
              <a:gd name="connsiteY25-52" fmla="*/ 464462 h 1978172"/>
              <a:gd name="connsiteX26-53" fmla="*/ 9347889 w 10768629"/>
              <a:gd name="connsiteY26-54" fmla="*/ 466539 h 1978172"/>
              <a:gd name="connsiteX27-55" fmla="*/ 9337639 w 10768629"/>
              <a:gd name="connsiteY27-56" fmla="*/ 476654 h 1978172"/>
              <a:gd name="connsiteX28-57" fmla="*/ 9316893 w 10768629"/>
              <a:gd name="connsiteY28-58" fmla="*/ 491390 h 1978172"/>
              <a:gd name="connsiteX29-59" fmla="*/ 9229283 w 10768629"/>
              <a:gd name="connsiteY29-60" fmla="*/ 555377 h 1978172"/>
              <a:gd name="connsiteX30-61" fmla="*/ 9220274 w 10768629"/>
              <a:gd name="connsiteY30-62" fmla="*/ 557502 h 1978172"/>
              <a:gd name="connsiteX31-63" fmla="*/ 9220202 w 10768629"/>
              <a:gd name="connsiteY31-64" fmla="*/ 558001 h 1978172"/>
              <a:gd name="connsiteX32-65" fmla="*/ 9210908 w 10768629"/>
              <a:gd name="connsiteY32-66" fmla="*/ 561147 h 1978172"/>
              <a:gd name="connsiteX33-67" fmla="*/ 9186374 w 10768629"/>
              <a:gd name="connsiteY33-68" fmla="*/ 565502 h 1978172"/>
              <a:gd name="connsiteX34-69" fmla="*/ 9181058 w 10768629"/>
              <a:gd name="connsiteY34-70" fmla="*/ 569943 h 1978172"/>
              <a:gd name="connsiteX35-71" fmla="*/ 9179948 w 10768629"/>
              <a:gd name="connsiteY35-72" fmla="*/ 576062 h 1978172"/>
              <a:gd name="connsiteX36-73" fmla="*/ 9149110 w 10768629"/>
              <a:gd name="connsiteY36-74" fmla="*/ 598906 h 1978172"/>
              <a:gd name="connsiteX37-75" fmla="*/ 9078556 w 10768629"/>
              <a:gd name="connsiteY37-76" fmla="*/ 644039 h 1978172"/>
              <a:gd name="connsiteX38-77" fmla="*/ 8996399 w 10768629"/>
              <a:gd name="connsiteY38-78" fmla="*/ 690055 h 1978172"/>
              <a:gd name="connsiteX39-79" fmla="*/ 8803791 w 10768629"/>
              <a:gd name="connsiteY39-80" fmla="*/ 813860 h 1978172"/>
              <a:gd name="connsiteX40-81" fmla="*/ 8636202 w 10768629"/>
              <a:gd name="connsiteY40-82" fmla="*/ 848463 h 1978172"/>
              <a:gd name="connsiteX41-83" fmla="*/ 8555372 w 10768629"/>
              <a:gd name="connsiteY41-84" fmla="*/ 883171 h 1978172"/>
              <a:gd name="connsiteX42-85" fmla="*/ 8507229 w 10768629"/>
              <a:gd name="connsiteY42-86" fmla="*/ 901665 h 1978172"/>
              <a:gd name="connsiteX43-87" fmla="*/ 8428473 w 10768629"/>
              <a:gd name="connsiteY43-88" fmla="*/ 927985 h 1978172"/>
              <a:gd name="connsiteX44-89" fmla="*/ 8427914 w 10768629"/>
              <a:gd name="connsiteY44-90" fmla="*/ 933480 h 1978172"/>
              <a:gd name="connsiteX45-91" fmla="*/ 8420327 w 10768629"/>
              <a:gd name="connsiteY45-92" fmla="*/ 941984 h 1978172"/>
              <a:gd name="connsiteX46-93" fmla="*/ 8407128 w 10768629"/>
              <a:gd name="connsiteY46-94" fmla="*/ 961344 h 1978172"/>
              <a:gd name="connsiteX47-95" fmla="*/ 8380548 w 10768629"/>
              <a:gd name="connsiteY47-96" fmla="*/ 987916 h 1978172"/>
              <a:gd name="connsiteX48-97" fmla="*/ 8379462 w 10768629"/>
              <a:gd name="connsiteY48-98" fmla="*/ 987106 h 1978172"/>
              <a:gd name="connsiteX49-99" fmla="*/ 8369725 w 10768629"/>
              <a:gd name="connsiteY49-100" fmla="*/ 989186 h 1978172"/>
              <a:gd name="connsiteX50-101" fmla="*/ 8304438 w 10768629"/>
              <a:gd name="connsiteY50-102" fmla="*/ 996739 h 1978172"/>
              <a:gd name="connsiteX51-103" fmla="*/ 8280929 w 10768629"/>
              <a:gd name="connsiteY51-104" fmla="*/ 1023089 h 1978172"/>
              <a:gd name="connsiteX52-105" fmla="*/ 8275760 w 10768629"/>
              <a:gd name="connsiteY52-106" fmla="*/ 1027772 h 1978172"/>
              <a:gd name="connsiteX53-107" fmla="*/ 8275478 w 10768629"/>
              <a:gd name="connsiteY53-108" fmla="*/ 1027605 h 1978172"/>
              <a:gd name="connsiteX54-109" fmla="*/ 8269666 w 10768629"/>
              <a:gd name="connsiteY54-110" fmla="*/ 1032033 h 1978172"/>
              <a:gd name="connsiteX55-111" fmla="*/ 8203836 w 10768629"/>
              <a:gd name="connsiteY55-112" fmla="*/ 1037347 h 1978172"/>
              <a:gd name="connsiteX56-113" fmla="*/ 8122936 w 10768629"/>
              <a:gd name="connsiteY56-114" fmla="*/ 1063113 h 1978172"/>
              <a:gd name="connsiteX57-115" fmla="*/ 8043658 w 10768629"/>
              <a:gd name="connsiteY57-116" fmla="*/ 1092746 h 1978172"/>
              <a:gd name="connsiteX58-117" fmla="*/ 8015351 w 10768629"/>
              <a:gd name="connsiteY58-118" fmla="*/ 1105478 h 1978172"/>
              <a:gd name="connsiteX59-119" fmla="*/ 7963145 w 10768629"/>
              <a:gd name="connsiteY59-120" fmla="*/ 1119346 h 1978172"/>
              <a:gd name="connsiteX60-121" fmla="*/ 7938145 w 10768629"/>
              <a:gd name="connsiteY60-122" fmla="*/ 1120225 h 1978172"/>
              <a:gd name="connsiteX61-123" fmla="*/ 7937238 w 10768629"/>
              <a:gd name="connsiteY61-124" fmla="*/ 1121204 h 1978172"/>
              <a:gd name="connsiteX62-125" fmla="*/ 7934398 w 10768629"/>
              <a:gd name="connsiteY62-126" fmla="*/ 1118240 h 1978172"/>
              <a:gd name="connsiteX63-127" fmla="*/ 7918248 w 10768629"/>
              <a:gd name="connsiteY63-128" fmla="*/ 1124371 h 1978172"/>
              <a:gd name="connsiteX64-129" fmla="*/ 7914119 w 10768629"/>
              <a:gd name="connsiteY64-130" fmla="*/ 1127653 h 1978172"/>
              <a:gd name="connsiteX65-131" fmla="*/ 7907658 w 10768629"/>
              <a:gd name="connsiteY65-132" fmla="*/ 1130350 h 1978172"/>
              <a:gd name="connsiteX66-133" fmla="*/ 7907434 w 10768629"/>
              <a:gd name="connsiteY66-134" fmla="*/ 1130103 h 1978172"/>
              <a:gd name="connsiteX67-135" fmla="*/ 7901508 w 10768629"/>
              <a:gd name="connsiteY67-136" fmla="*/ 1133245 h 1978172"/>
              <a:gd name="connsiteX68-137" fmla="*/ 7873287 w 10768629"/>
              <a:gd name="connsiteY68-138" fmla="*/ 1152609 h 1978172"/>
              <a:gd name="connsiteX69-139" fmla="*/ 7834833 w 10768629"/>
              <a:gd name="connsiteY69-140" fmla="*/ 1153868 h 1978172"/>
              <a:gd name="connsiteX70-141" fmla="*/ 7828661 w 10768629"/>
              <a:gd name="connsiteY70-142" fmla="*/ 1139994 h 1978172"/>
              <a:gd name="connsiteX71-143" fmla="*/ 7823966 w 10768629"/>
              <a:gd name="connsiteY71-144" fmla="*/ 1143178 h 1978172"/>
              <a:gd name="connsiteX72-145" fmla="*/ 7815078 w 10768629"/>
              <a:gd name="connsiteY72-146" fmla="*/ 1151776 h 1978172"/>
              <a:gd name="connsiteX73-147" fmla="*/ 7812026 w 10768629"/>
              <a:gd name="connsiteY73-148" fmla="*/ 1151522 h 1978172"/>
              <a:gd name="connsiteX74-149" fmla="*/ 7782249 w 10768629"/>
              <a:gd name="connsiteY74-150" fmla="*/ 1160970 h 1978172"/>
              <a:gd name="connsiteX75-151" fmla="*/ 7773476 w 10768629"/>
              <a:gd name="connsiteY75-152" fmla="*/ 1157414 h 1978172"/>
              <a:gd name="connsiteX76-153" fmla="*/ 7769600 w 10768629"/>
              <a:gd name="connsiteY76-154" fmla="*/ 1157365 h 1978172"/>
              <a:gd name="connsiteX77-155" fmla="*/ 7752631 w 10768629"/>
              <a:gd name="connsiteY77-156" fmla="*/ 1172815 h 1978172"/>
              <a:gd name="connsiteX78-157" fmla="*/ 7743525 w 10768629"/>
              <a:gd name="connsiteY78-158" fmla="*/ 1179064 h 1978172"/>
              <a:gd name="connsiteX79-159" fmla="*/ 7685942 w 10768629"/>
              <a:gd name="connsiteY79-160" fmla="*/ 1233723 h 1978172"/>
              <a:gd name="connsiteX80-161" fmla="*/ 7586920 w 10768629"/>
              <a:gd name="connsiteY80-162" fmla="*/ 1261888 h 1978172"/>
              <a:gd name="connsiteX81-163" fmla="*/ 7486100 w 10768629"/>
              <a:gd name="connsiteY81-164" fmla="*/ 1292563 h 1978172"/>
              <a:gd name="connsiteX82-165" fmla="*/ 7407190 w 10768629"/>
              <a:gd name="connsiteY82-166" fmla="*/ 1314737 h 1978172"/>
              <a:gd name="connsiteX83-167" fmla="*/ 7240698 w 10768629"/>
              <a:gd name="connsiteY83-168" fmla="*/ 1438832 h 1978172"/>
              <a:gd name="connsiteX84-169" fmla="*/ 7197675 w 10768629"/>
              <a:gd name="connsiteY84-170" fmla="*/ 1447530 h 1978172"/>
              <a:gd name="connsiteX85-171" fmla="*/ 7164788 w 10768629"/>
              <a:gd name="connsiteY85-172" fmla="*/ 1480293 h 1978172"/>
              <a:gd name="connsiteX86-173" fmla="*/ 7147929 w 10768629"/>
              <a:gd name="connsiteY86-174" fmla="*/ 1477641 h 1978172"/>
              <a:gd name="connsiteX87-175" fmla="*/ 7144965 w 10768629"/>
              <a:gd name="connsiteY87-176" fmla="*/ 1476908 h 1978172"/>
              <a:gd name="connsiteX88-177" fmla="*/ 7134299 w 10768629"/>
              <a:gd name="connsiteY88-178" fmla="*/ 1479969 h 1978172"/>
              <a:gd name="connsiteX89-179" fmla="*/ 7129809 w 10768629"/>
              <a:gd name="connsiteY89-180" fmla="*/ 1473339 h 1978172"/>
              <a:gd name="connsiteX90-181" fmla="*/ 7112688 w 10768629"/>
              <a:gd name="connsiteY90-182" fmla="*/ 1472575 h 1978172"/>
              <a:gd name="connsiteX91-183" fmla="*/ 7093470 w 10768629"/>
              <a:gd name="connsiteY91-184" fmla="*/ 1480300 h 1978172"/>
              <a:gd name="connsiteX92-185" fmla="*/ 7025034 w 10768629"/>
              <a:gd name="connsiteY92-186" fmla="*/ 1506934 h 1978172"/>
              <a:gd name="connsiteX93-187" fmla="*/ 7014783 w 10768629"/>
              <a:gd name="connsiteY93-188" fmla="*/ 1515868 h 1978172"/>
              <a:gd name="connsiteX94-189" fmla="*/ 6979706 w 10768629"/>
              <a:gd name="connsiteY94-190" fmla="*/ 1523511 h 1978172"/>
              <a:gd name="connsiteX95-191" fmla="*/ 6977890 w 10768629"/>
              <a:gd name="connsiteY95-192" fmla="*/ 1525793 h 1978172"/>
              <a:gd name="connsiteX96-193" fmla="*/ 6944339 w 10768629"/>
              <a:gd name="connsiteY96-194" fmla="*/ 1536237 h 1978172"/>
              <a:gd name="connsiteX97-195" fmla="*/ 6886996 w 10768629"/>
              <a:gd name="connsiteY97-196" fmla="*/ 1563569 h 1978172"/>
              <a:gd name="connsiteX98-197" fmla="*/ 6874510 w 10768629"/>
              <a:gd name="connsiteY98-198" fmla="*/ 1558469 h 1978172"/>
              <a:gd name="connsiteX99-199" fmla="*/ 6871943 w 10768629"/>
              <a:gd name="connsiteY99-200" fmla="*/ 1554651 h 1978172"/>
              <a:gd name="connsiteX100-201" fmla="*/ 6856174 w 10768629"/>
              <a:gd name="connsiteY100-202" fmla="*/ 1562024 h 1978172"/>
              <a:gd name="connsiteX101-203" fmla="*/ 6842321 w 10768629"/>
              <a:gd name="connsiteY101-204" fmla="*/ 1560554 h 1978172"/>
              <a:gd name="connsiteX102-205" fmla="*/ 6832713 w 10768629"/>
              <a:gd name="connsiteY102-206" fmla="*/ 1569357 h 1978172"/>
              <a:gd name="connsiteX103-207" fmla="*/ 6816351 w 10768629"/>
              <a:gd name="connsiteY103-208" fmla="*/ 1571495 h 1978172"/>
              <a:gd name="connsiteX104-209" fmla="*/ 6795800 w 10768629"/>
              <a:gd name="connsiteY104-210" fmla="*/ 1572010 h 1978172"/>
              <a:gd name="connsiteX105-211" fmla="*/ 6777546 w 10768629"/>
              <a:gd name="connsiteY105-212" fmla="*/ 1568661 h 1978172"/>
              <a:gd name="connsiteX106-213" fmla="*/ 6751528 w 10768629"/>
              <a:gd name="connsiteY106-214" fmla="*/ 1574143 h 1978172"/>
              <a:gd name="connsiteX107-215" fmla="*/ 6691966 w 10768629"/>
              <a:gd name="connsiteY107-216" fmla="*/ 1582255 h 1978172"/>
              <a:gd name="connsiteX108-217" fmla="*/ 6646941 w 10768629"/>
              <a:gd name="connsiteY108-218" fmla="*/ 1588471 h 1978172"/>
              <a:gd name="connsiteX109-219" fmla="*/ 6568576 w 10768629"/>
              <a:gd name="connsiteY109-220" fmla="*/ 1606488 h 1978172"/>
              <a:gd name="connsiteX110-221" fmla="*/ 6554358 w 10768629"/>
              <a:gd name="connsiteY110-222" fmla="*/ 1621701 h 1978172"/>
              <a:gd name="connsiteX111-223" fmla="*/ 6516968 w 10768629"/>
              <a:gd name="connsiteY111-224" fmla="*/ 1617195 h 1978172"/>
              <a:gd name="connsiteX112-225" fmla="*/ 6506479 w 10768629"/>
              <a:gd name="connsiteY112-226" fmla="*/ 1602227 h 1978172"/>
              <a:gd name="connsiteX113-227" fmla="*/ 6458436 w 10768629"/>
              <a:gd name="connsiteY113-228" fmla="*/ 1607332 h 1978172"/>
              <a:gd name="connsiteX114-229" fmla="*/ 6414786 w 10768629"/>
              <a:gd name="connsiteY114-230" fmla="*/ 1628815 h 1978172"/>
              <a:gd name="connsiteX115-231" fmla="*/ 6357085 w 10768629"/>
              <a:gd name="connsiteY115-232" fmla="*/ 1640846 h 1978172"/>
              <a:gd name="connsiteX116-233" fmla="*/ 6322636 w 10768629"/>
              <a:gd name="connsiteY116-234" fmla="*/ 1648213 h 1978172"/>
              <a:gd name="connsiteX117-235" fmla="*/ 6226172 w 10768629"/>
              <a:gd name="connsiteY117-236" fmla="*/ 1654676 h 1978172"/>
              <a:gd name="connsiteX118-237" fmla="*/ 6221217 w 10768629"/>
              <a:gd name="connsiteY118-238" fmla="*/ 1654506 h 1978172"/>
              <a:gd name="connsiteX119-239" fmla="*/ 6204956 w 10768629"/>
              <a:gd name="connsiteY119-240" fmla="*/ 1664280 h 1978172"/>
              <a:gd name="connsiteX120-241" fmla="*/ 6204270 w 10768629"/>
              <a:gd name="connsiteY120-242" fmla="*/ 1666782 h 1978172"/>
              <a:gd name="connsiteX121-243" fmla="*/ 6143810 w 10768629"/>
              <a:gd name="connsiteY121-244" fmla="*/ 1661963 h 1978172"/>
              <a:gd name="connsiteX122-245" fmla="*/ 6136560 w 10768629"/>
              <a:gd name="connsiteY122-246" fmla="*/ 1665728 h 1978172"/>
              <a:gd name="connsiteX123-247" fmla="*/ 6096155 w 10768629"/>
              <a:gd name="connsiteY123-248" fmla="*/ 1656951 h 1978172"/>
              <a:gd name="connsiteX124-249" fmla="*/ 6075812 w 10768629"/>
              <a:gd name="connsiteY124-250" fmla="*/ 1655422 h 1978172"/>
              <a:gd name="connsiteX125-251" fmla="*/ 6039495 w 10768629"/>
              <a:gd name="connsiteY125-252" fmla="*/ 1649680 h 1978172"/>
              <a:gd name="connsiteX126-253" fmla="*/ 6036523 w 10768629"/>
              <a:gd name="connsiteY126-254" fmla="*/ 1652121 h 1978172"/>
              <a:gd name="connsiteX127-255" fmla="*/ 6029328 w 10768629"/>
              <a:gd name="connsiteY127-256" fmla="*/ 1649904 h 1978172"/>
              <a:gd name="connsiteX128-257" fmla="*/ 6024075 w 10768629"/>
              <a:gd name="connsiteY128-258" fmla="*/ 1652779 h 1978172"/>
              <a:gd name="connsiteX129-259" fmla="*/ 6018085 w 10768629"/>
              <a:gd name="connsiteY129-260" fmla="*/ 1652030 h 1978172"/>
              <a:gd name="connsiteX130-261" fmla="*/ 5955513 w 10768629"/>
              <a:gd name="connsiteY130-262" fmla="*/ 1663584 h 1978172"/>
              <a:gd name="connsiteX131-263" fmla="*/ 5941996 w 10768629"/>
              <a:gd name="connsiteY131-264" fmla="*/ 1661326 h 1978172"/>
              <a:gd name="connsiteX132-265" fmla="*/ 5931789 w 10768629"/>
              <a:gd name="connsiteY132-266" fmla="*/ 1669915 h 1978172"/>
              <a:gd name="connsiteX133-267" fmla="*/ 5888686 w 10768629"/>
              <a:gd name="connsiteY133-268" fmla="*/ 1672175 h 1978172"/>
              <a:gd name="connsiteX134-269" fmla="*/ 5873794 w 10768629"/>
              <a:gd name="connsiteY134-270" fmla="*/ 1665454 h 1978172"/>
              <a:gd name="connsiteX135-271" fmla="*/ 5860022 w 10768629"/>
              <a:gd name="connsiteY135-272" fmla="*/ 1660635 h 1978172"/>
              <a:gd name="connsiteX136-273" fmla="*/ 5858237 w 10768629"/>
              <a:gd name="connsiteY136-274" fmla="*/ 1660649 h 1978172"/>
              <a:gd name="connsiteX137-275" fmla="*/ 5840319 w 10768629"/>
              <a:gd name="connsiteY137-276" fmla="*/ 1660798 h 1978172"/>
              <a:gd name="connsiteX138-277" fmla="*/ 5806984 w 10768629"/>
              <a:gd name="connsiteY138-278" fmla="*/ 1661075 h 1978172"/>
              <a:gd name="connsiteX139-279" fmla="*/ 5742351 w 10768629"/>
              <a:gd name="connsiteY139-280" fmla="*/ 1667489 h 1978172"/>
              <a:gd name="connsiteX140-281" fmla="*/ 5529437 w 10768629"/>
              <a:gd name="connsiteY140-282" fmla="*/ 1636968 h 1978172"/>
              <a:gd name="connsiteX141-283" fmla="*/ 5440853 w 10768629"/>
              <a:gd name="connsiteY141-284" fmla="*/ 1657958 h 1978172"/>
              <a:gd name="connsiteX142-285" fmla="*/ 4945936 w 10768629"/>
              <a:gd name="connsiteY142-286" fmla="*/ 1713743 h 1978172"/>
              <a:gd name="connsiteX143-287" fmla="*/ 4818446 w 10768629"/>
              <a:gd name="connsiteY143-288" fmla="*/ 1726895 h 1978172"/>
              <a:gd name="connsiteX144-289" fmla="*/ 4809524 w 10768629"/>
              <a:gd name="connsiteY144-290" fmla="*/ 1761033 h 1978172"/>
              <a:gd name="connsiteX145-291" fmla="*/ 4759058 w 10768629"/>
              <a:gd name="connsiteY145-292" fmla="*/ 1766533 h 1978172"/>
              <a:gd name="connsiteX146-293" fmla="*/ 4719749 w 10768629"/>
              <a:gd name="connsiteY146-294" fmla="*/ 1771811 h 1978172"/>
              <a:gd name="connsiteX147-295" fmla="*/ 4568686 w 10768629"/>
              <a:gd name="connsiteY147-296" fmla="*/ 1786141 h 1978172"/>
              <a:gd name="connsiteX148-297" fmla="*/ 4418751 w 10768629"/>
              <a:gd name="connsiteY148-298" fmla="*/ 1796932 h 1978172"/>
              <a:gd name="connsiteX149-299" fmla="*/ 4378377 w 10768629"/>
              <a:gd name="connsiteY149-300" fmla="*/ 1815528 h 1978172"/>
              <a:gd name="connsiteX150-301" fmla="*/ 4320575 w 10768629"/>
              <a:gd name="connsiteY150-302" fmla="*/ 1832722 h 1978172"/>
              <a:gd name="connsiteX151-303" fmla="*/ 4220200 w 10768629"/>
              <a:gd name="connsiteY151-304" fmla="*/ 1873173 h 1978172"/>
              <a:gd name="connsiteX152-305" fmla="*/ 4105361 w 10768629"/>
              <a:gd name="connsiteY152-306" fmla="*/ 1894711 h 1978172"/>
              <a:gd name="connsiteX153-307" fmla="*/ 3973223 w 10768629"/>
              <a:gd name="connsiteY153-308" fmla="*/ 1881015 h 1978172"/>
              <a:gd name="connsiteX154-309" fmla="*/ 3900992 w 10768629"/>
              <a:gd name="connsiteY154-310" fmla="*/ 1880603 h 1978172"/>
              <a:gd name="connsiteX155-311" fmla="*/ 3662119 w 10768629"/>
              <a:gd name="connsiteY155-312" fmla="*/ 1876289 h 1978172"/>
              <a:gd name="connsiteX156-313" fmla="*/ 3496919 w 10768629"/>
              <a:gd name="connsiteY156-314" fmla="*/ 1873180 h 1978172"/>
              <a:gd name="connsiteX157-315" fmla="*/ 3449433 w 10768629"/>
              <a:gd name="connsiteY157-316" fmla="*/ 1889681 h 1978172"/>
              <a:gd name="connsiteX158-317" fmla="*/ 3369766 w 10768629"/>
              <a:gd name="connsiteY158-318" fmla="*/ 1916653 h 1978172"/>
              <a:gd name="connsiteX159-319" fmla="*/ 3290336 w 10768629"/>
              <a:gd name="connsiteY159-320" fmla="*/ 1925039 h 1978172"/>
              <a:gd name="connsiteX160-321" fmla="*/ 3224897 w 10768629"/>
              <a:gd name="connsiteY160-322" fmla="*/ 1943733 h 1978172"/>
              <a:gd name="connsiteX161-323" fmla="*/ 3161463 w 10768629"/>
              <a:gd name="connsiteY161-324" fmla="*/ 1946591 h 1978172"/>
              <a:gd name="connsiteX162-325" fmla="*/ 3157504 w 10768629"/>
              <a:gd name="connsiteY162-326" fmla="*/ 1957276 h 1978172"/>
              <a:gd name="connsiteX163-327" fmla="*/ 3115176 w 10768629"/>
              <a:gd name="connsiteY163-328" fmla="*/ 1943459 h 1978172"/>
              <a:gd name="connsiteX164-329" fmla="*/ 3038835 w 10768629"/>
              <a:gd name="connsiteY164-330" fmla="*/ 1920210 h 1978172"/>
              <a:gd name="connsiteX165-331" fmla="*/ 2897201 w 10768629"/>
              <a:gd name="connsiteY165-332" fmla="*/ 1926772 h 1978172"/>
              <a:gd name="connsiteX166-333" fmla="*/ 2783891 w 10768629"/>
              <a:gd name="connsiteY166-334" fmla="*/ 1931749 h 1978172"/>
              <a:gd name="connsiteX167-335" fmla="*/ 2712447 w 10768629"/>
              <a:gd name="connsiteY167-336" fmla="*/ 1933044 h 1978172"/>
              <a:gd name="connsiteX168-337" fmla="*/ 2560151 w 10768629"/>
              <a:gd name="connsiteY168-338" fmla="*/ 1963609 h 1978172"/>
              <a:gd name="connsiteX169-339" fmla="*/ 2367221 w 10768629"/>
              <a:gd name="connsiteY169-340" fmla="*/ 1971884 h 1978172"/>
              <a:gd name="connsiteX170-341" fmla="*/ 2272130 w 10768629"/>
              <a:gd name="connsiteY170-342" fmla="*/ 1961162 h 1978172"/>
              <a:gd name="connsiteX171-343" fmla="*/ 2189404 w 10768629"/>
              <a:gd name="connsiteY171-344" fmla="*/ 1978172 h 1978172"/>
              <a:gd name="connsiteX172-345" fmla="*/ 2077704 w 10768629"/>
              <a:gd name="connsiteY172-346" fmla="*/ 1965002 h 1978172"/>
              <a:gd name="connsiteX173-347" fmla="*/ 1967996 w 10768629"/>
              <a:gd name="connsiteY173-348" fmla="*/ 1953187 h 1978172"/>
              <a:gd name="connsiteX174-349" fmla="*/ 1855805 w 10768629"/>
              <a:gd name="connsiteY174-350" fmla="*/ 1926082 h 1978172"/>
              <a:gd name="connsiteX175-351" fmla="*/ 1790957 w 10768629"/>
              <a:gd name="connsiteY175-352" fmla="*/ 1919460 h 1978172"/>
              <a:gd name="connsiteX176-353" fmla="*/ 1613978 w 10768629"/>
              <a:gd name="connsiteY176-354" fmla="*/ 1891581 h 1978172"/>
              <a:gd name="connsiteX177-355" fmla="*/ 1436831 w 10768629"/>
              <a:gd name="connsiteY177-356" fmla="*/ 1856201 h 1978172"/>
              <a:gd name="connsiteX178-357" fmla="*/ 1332568 w 10768629"/>
              <a:gd name="connsiteY178-358" fmla="*/ 1793149 h 1978172"/>
              <a:gd name="connsiteX179-359" fmla="*/ 1186881 w 10768629"/>
              <a:gd name="connsiteY179-360" fmla="*/ 1768613 h 1978172"/>
              <a:gd name="connsiteX180-361" fmla="*/ 1162595 w 10768629"/>
              <a:gd name="connsiteY180-362" fmla="*/ 1758337 h 1978172"/>
              <a:gd name="connsiteX181-363" fmla="*/ 1128523 w 10768629"/>
              <a:gd name="connsiteY181-364" fmla="*/ 1763621 h 1978172"/>
              <a:gd name="connsiteX182-365" fmla="*/ 991903 w 10768629"/>
              <a:gd name="connsiteY182-366" fmla="*/ 1786741 h 1978172"/>
              <a:gd name="connsiteX183-367" fmla="*/ 883960 w 10768629"/>
              <a:gd name="connsiteY183-368" fmla="*/ 1822386 h 1978172"/>
              <a:gd name="connsiteX184-369" fmla="*/ 766531 w 10768629"/>
              <a:gd name="connsiteY184-370" fmla="*/ 1805053 h 1978172"/>
              <a:gd name="connsiteX185-371" fmla="*/ 669779 w 10768629"/>
              <a:gd name="connsiteY185-372" fmla="*/ 1800537 h 1978172"/>
              <a:gd name="connsiteX186-373" fmla="*/ 523898 w 10768629"/>
              <a:gd name="connsiteY186-374" fmla="*/ 1811085 h 1978172"/>
              <a:gd name="connsiteX187-375" fmla="*/ 360251 w 10768629"/>
              <a:gd name="connsiteY187-376" fmla="*/ 1830735 h 1978172"/>
              <a:gd name="connsiteX188-377" fmla="*/ 255207 w 10768629"/>
              <a:gd name="connsiteY188-378" fmla="*/ 1818275 h 1978172"/>
              <a:gd name="connsiteX189-379" fmla="*/ 101803 w 10768629"/>
              <a:gd name="connsiteY189-380" fmla="*/ 1870647 h 1978172"/>
              <a:gd name="connsiteX190-381" fmla="*/ 25397 w 10768629"/>
              <a:gd name="connsiteY190-382" fmla="*/ 1888443 h 1978172"/>
              <a:gd name="connsiteX191-383" fmla="*/ 2370 w 10768629"/>
              <a:gd name="connsiteY191-384" fmla="*/ 1878311 h 1978172"/>
              <a:gd name="connsiteX192-385" fmla="*/ 0 w 10768629"/>
              <a:gd name="connsiteY192-386" fmla="*/ 1878785 h 1978172"/>
              <a:gd name="connsiteX193" fmla="*/ 0 w 10768629"/>
              <a:gd name="connsiteY193" fmla="*/ 0 h 1978172"/>
              <a:gd name="connsiteX0-387" fmla="*/ 0 w 10768629"/>
              <a:gd name="connsiteY0-388" fmla="*/ 0 h 1978172"/>
              <a:gd name="connsiteX1-389" fmla="*/ 10768629 w 10768629"/>
              <a:gd name="connsiteY1-390" fmla="*/ 0 h 1978172"/>
              <a:gd name="connsiteX2-391" fmla="*/ 10733254 w 10768629"/>
              <a:gd name="connsiteY2-392" fmla="*/ 31439 h 1978172"/>
              <a:gd name="connsiteX3-393" fmla="*/ 10727085 w 10768629"/>
              <a:gd name="connsiteY3-394" fmla="*/ 37910 h 1978172"/>
              <a:gd name="connsiteX4-395" fmla="*/ 10675953 w 10768629"/>
              <a:gd name="connsiteY4-396" fmla="*/ 68623 h 1978172"/>
              <a:gd name="connsiteX5-397" fmla="*/ 10637091 w 10768629"/>
              <a:gd name="connsiteY5-398" fmla="*/ 90361 h 1978172"/>
              <a:gd name="connsiteX6-399" fmla="*/ 10610971 w 10768629"/>
              <a:gd name="connsiteY6-400" fmla="*/ 110764 h 1978172"/>
              <a:gd name="connsiteX7-401" fmla="*/ 10532872 w 10768629"/>
              <a:gd name="connsiteY7-402" fmla="*/ 138028 h 1978172"/>
              <a:gd name="connsiteX8-403" fmla="*/ 10398558 w 10768629"/>
              <a:gd name="connsiteY8-404" fmla="*/ 172911 h 1978172"/>
              <a:gd name="connsiteX9-405" fmla="*/ 10371128 w 10768629"/>
              <a:gd name="connsiteY9-406" fmla="*/ 182609 h 1978172"/>
              <a:gd name="connsiteX10-407" fmla="*/ 10352178 w 10768629"/>
              <a:gd name="connsiteY10-408" fmla="*/ 199976 h 1978172"/>
              <a:gd name="connsiteX11-409" fmla="*/ 10351815 w 10768629"/>
              <a:gd name="connsiteY11-410" fmla="*/ 211879 h 1978172"/>
              <a:gd name="connsiteX12-411" fmla="*/ 10337471 w 10768629"/>
              <a:gd name="connsiteY12-412" fmla="*/ 218661 h 1978172"/>
              <a:gd name="connsiteX13-413" fmla="*/ 10334625 w 10768629"/>
              <a:gd name="connsiteY13-414" fmla="*/ 222351 h 1978172"/>
              <a:gd name="connsiteX14-415" fmla="*/ 10256365 w 10768629"/>
              <a:gd name="connsiteY14-416" fmla="*/ 235917 h 1978172"/>
              <a:gd name="connsiteX15-417" fmla="*/ 10201127 w 10768629"/>
              <a:gd name="connsiteY15-418" fmla="*/ 267448 h 1978172"/>
              <a:gd name="connsiteX16-419" fmla="*/ 9961218 w 10768629"/>
              <a:gd name="connsiteY16-420" fmla="*/ 326720 h 1978172"/>
              <a:gd name="connsiteX17-421" fmla="*/ 9859715 w 10768629"/>
              <a:gd name="connsiteY17-422" fmla="*/ 355698 h 1978172"/>
              <a:gd name="connsiteX18-423" fmla="*/ 9679867 w 10768629"/>
              <a:gd name="connsiteY18-424" fmla="*/ 399081 h 1978172"/>
              <a:gd name="connsiteX19-425" fmla="*/ 9490654 w 10768629"/>
              <a:gd name="connsiteY19-426" fmla="*/ 455225 h 1978172"/>
              <a:gd name="connsiteX20-427" fmla="*/ 9470837 w 10768629"/>
              <a:gd name="connsiteY20-428" fmla="*/ 452539 h 1978172"/>
              <a:gd name="connsiteX21-429" fmla="*/ 9469082 w 10768629"/>
              <a:gd name="connsiteY21-430" fmla="*/ 454891 h 1978172"/>
              <a:gd name="connsiteX22-431" fmla="*/ 9448038 w 10768629"/>
              <a:gd name="connsiteY22-432" fmla="*/ 459733 h 1978172"/>
              <a:gd name="connsiteX23-433" fmla="*/ 9396821 w 10768629"/>
              <a:gd name="connsiteY23-434" fmla="*/ 455795 h 1978172"/>
              <a:gd name="connsiteX24-435" fmla="*/ 9392197 w 10768629"/>
              <a:gd name="connsiteY24-436" fmla="*/ 459796 h 1978172"/>
              <a:gd name="connsiteX25-437" fmla="*/ 9347994 w 10768629"/>
              <a:gd name="connsiteY25-438" fmla="*/ 464462 h 1978172"/>
              <a:gd name="connsiteX26-439" fmla="*/ 9347889 w 10768629"/>
              <a:gd name="connsiteY26-440" fmla="*/ 466539 h 1978172"/>
              <a:gd name="connsiteX27-441" fmla="*/ 9337639 w 10768629"/>
              <a:gd name="connsiteY27-442" fmla="*/ 476654 h 1978172"/>
              <a:gd name="connsiteX28-443" fmla="*/ 9316893 w 10768629"/>
              <a:gd name="connsiteY28-444" fmla="*/ 491390 h 1978172"/>
              <a:gd name="connsiteX29-445" fmla="*/ 9229283 w 10768629"/>
              <a:gd name="connsiteY29-446" fmla="*/ 555377 h 1978172"/>
              <a:gd name="connsiteX30-447" fmla="*/ 9220274 w 10768629"/>
              <a:gd name="connsiteY30-448" fmla="*/ 557502 h 1978172"/>
              <a:gd name="connsiteX31-449" fmla="*/ 9220202 w 10768629"/>
              <a:gd name="connsiteY31-450" fmla="*/ 558001 h 1978172"/>
              <a:gd name="connsiteX32-451" fmla="*/ 9210908 w 10768629"/>
              <a:gd name="connsiteY32-452" fmla="*/ 561147 h 1978172"/>
              <a:gd name="connsiteX33-453" fmla="*/ 9186374 w 10768629"/>
              <a:gd name="connsiteY33-454" fmla="*/ 565502 h 1978172"/>
              <a:gd name="connsiteX34-455" fmla="*/ 9181058 w 10768629"/>
              <a:gd name="connsiteY34-456" fmla="*/ 569943 h 1978172"/>
              <a:gd name="connsiteX35-457" fmla="*/ 9179948 w 10768629"/>
              <a:gd name="connsiteY35-458" fmla="*/ 576062 h 1978172"/>
              <a:gd name="connsiteX36-459" fmla="*/ 9149110 w 10768629"/>
              <a:gd name="connsiteY36-460" fmla="*/ 598906 h 1978172"/>
              <a:gd name="connsiteX37-461" fmla="*/ 9078556 w 10768629"/>
              <a:gd name="connsiteY37-462" fmla="*/ 644039 h 1978172"/>
              <a:gd name="connsiteX38-463" fmla="*/ 8996399 w 10768629"/>
              <a:gd name="connsiteY38-464" fmla="*/ 690055 h 1978172"/>
              <a:gd name="connsiteX39-465" fmla="*/ 8803791 w 10768629"/>
              <a:gd name="connsiteY39-466" fmla="*/ 813860 h 1978172"/>
              <a:gd name="connsiteX40-467" fmla="*/ 8636202 w 10768629"/>
              <a:gd name="connsiteY40-468" fmla="*/ 848463 h 1978172"/>
              <a:gd name="connsiteX41-469" fmla="*/ 8555372 w 10768629"/>
              <a:gd name="connsiteY41-470" fmla="*/ 883171 h 1978172"/>
              <a:gd name="connsiteX42-471" fmla="*/ 8507229 w 10768629"/>
              <a:gd name="connsiteY42-472" fmla="*/ 901665 h 1978172"/>
              <a:gd name="connsiteX43-473" fmla="*/ 8428473 w 10768629"/>
              <a:gd name="connsiteY43-474" fmla="*/ 927985 h 1978172"/>
              <a:gd name="connsiteX44-475" fmla="*/ 8427914 w 10768629"/>
              <a:gd name="connsiteY44-476" fmla="*/ 933480 h 1978172"/>
              <a:gd name="connsiteX45-477" fmla="*/ 8420327 w 10768629"/>
              <a:gd name="connsiteY45-478" fmla="*/ 941984 h 1978172"/>
              <a:gd name="connsiteX46-479" fmla="*/ 8407128 w 10768629"/>
              <a:gd name="connsiteY46-480" fmla="*/ 961344 h 1978172"/>
              <a:gd name="connsiteX47-481" fmla="*/ 8380548 w 10768629"/>
              <a:gd name="connsiteY47-482" fmla="*/ 987916 h 1978172"/>
              <a:gd name="connsiteX48-483" fmla="*/ 8379462 w 10768629"/>
              <a:gd name="connsiteY48-484" fmla="*/ 987106 h 1978172"/>
              <a:gd name="connsiteX49-485" fmla="*/ 8369725 w 10768629"/>
              <a:gd name="connsiteY49-486" fmla="*/ 989186 h 1978172"/>
              <a:gd name="connsiteX50-487" fmla="*/ 8304438 w 10768629"/>
              <a:gd name="connsiteY50-488" fmla="*/ 996739 h 1978172"/>
              <a:gd name="connsiteX51-489" fmla="*/ 8280929 w 10768629"/>
              <a:gd name="connsiteY51-490" fmla="*/ 1023089 h 1978172"/>
              <a:gd name="connsiteX52-491" fmla="*/ 8275760 w 10768629"/>
              <a:gd name="connsiteY52-492" fmla="*/ 1027772 h 1978172"/>
              <a:gd name="connsiteX53-493" fmla="*/ 8275478 w 10768629"/>
              <a:gd name="connsiteY53-494" fmla="*/ 1027605 h 1978172"/>
              <a:gd name="connsiteX54-495" fmla="*/ 8269666 w 10768629"/>
              <a:gd name="connsiteY54-496" fmla="*/ 1032033 h 1978172"/>
              <a:gd name="connsiteX55-497" fmla="*/ 8203836 w 10768629"/>
              <a:gd name="connsiteY55-498" fmla="*/ 1037347 h 1978172"/>
              <a:gd name="connsiteX56-499" fmla="*/ 8122936 w 10768629"/>
              <a:gd name="connsiteY56-500" fmla="*/ 1063113 h 1978172"/>
              <a:gd name="connsiteX57-501" fmla="*/ 8043658 w 10768629"/>
              <a:gd name="connsiteY57-502" fmla="*/ 1092746 h 1978172"/>
              <a:gd name="connsiteX58-503" fmla="*/ 8015351 w 10768629"/>
              <a:gd name="connsiteY58-504" fmla="*/ 1105478 h 1978172"/>
              <a:gd name="connsiteX59-505" fmla="*/ 7963145 w 10768629"/>
              <a:gd name="connsiteY59-506" fmla="*/ 1119346 h 1978172"/>
              <a:gd name="connsiteX60-507" fmla="*/ 7938145 w 10768629"/>
              <a:gd name="connsiteY60-508" fmla="*/ 1120225 h 1978172"/>
              <a:gd name="connsiteX61-509" fmla="*/ 7937238 w 10768629"/>
              <a:gd name="connsiteY61-510" fmla="*/ 1121204 h 1978172"/>
              <a:gd name="connsiteX62-511" fmla="*/ 7934398 w 10768629"/>
              <a:gd name="connsiteY62-512" fmla="*/ 1118240 h 1978172"/>
              <a:gd name="connsiteX63-513" fmla="*/ 7918248 w 10768629"/>
              <a:gd name="connsiteY63-514" fmla="*/ 1124371 h 1978172"/>
              <a:gd name="connsiteX64-515" fmla="*/ 7914119 w 10768629"/>
              <a:gd name="connsiteY64-516" fmla="*/ 1127653 h 1978172"/>
              <a:gd name="connsiteX65-517" fmla="*/ 7907658 w 10768629"/>
              <a:gd name="connsiteY65-518" fmla="*/ 1130350 h 1978172"/>
              <a:gd name="connsiteX66-519" fmla="*/ 7907434 w 10768629"/>
              <a:gd name="connsiteY66-520" fmla="*/ 1130103 h 1978172"/>
              <a:gd name="connsiteX67-521" fmla="*/ 7901508 w 10768629"/>
              <a:gd name="connsiteY67-522" fmla="*/ 1133245 h 1978172"/>
              <a:gd name="connsiteX68-523" fmla="*/ 7873287 w 10768629"/>
              <a:gd name="connsiteY68-524" fmla="*/ 1152609 h 1978172"/>
              <a:gd name="connsiteX69-525" fmla="*/ 7834833 w 10768629"/>
              <a:gd name="connsiteY69-526" fmla="*/ 1153868 h 1978172"/>
              <a:gd name="connsiteX70-527" fmla="*/ 7828661 w 10768629"/>
              <a:gd name="connsiteY70-528" fmla="*/ 1139994 h 1978172"/>
              <a:gd name="connsiteX71-529" fmla="*/ 7823966 w 10768629"/>
              <a:gd name="connsiteY71-530" fmla="*/ 1143178 h 1978172"/>
              <a:gd name="connsiteX72-531" fmla="*/ 7815078 w 10768629"/>
              <a:gd name="connsiteY72-532" fmla="*/ 1151776 h 1978172"/>
              <a:gd name="connsiteX73-533" fmla="*/ 7812026 w 10768629"/>
              <a:gd name="connsiteY73-534" fmla="*/ 1151522 h 1978172"/>
              <a:gd name="connsiteX74-535" fmla="*/ 7782249 w 10768629"/>
              <a:gd name="connsiteY74-536" fmla="*/ 1160970 h 1978172"/>
              <a:gd name="connsiteX75-537" fmla="*/ 7773476 w 10768629"/>
              <a:gd name="connsiteY75-538" fmla="*/ 1157414 h 1978172"/>
              <a:gd name="connsiteX76-539" fmla="*/ 7769600 w 10768629"/>
              <a:gd name="connsiteY76-540" fmla="*/ 1157365 h 1978172"/>
              <a:gd name="connsiteX77-541" fmla="*/ 7752631 w 10768629"/>
              <a:gd name="connsiteY77-542" fmla="*/ 1172815 h 1978172"/>
              <a:gd name="connsiteX78-543" fmla="*/ 7743525 w 10768629"/>
              <a:gd name="connsiteY78-544" fmla="*/ 1179064 h 1978172"/>
              <a:gd name="connsiteX79-545" fmla="*/ 7685942 w 10768629"/>
              <a:gd name="connsiteY79-546" fmla="*/ 1233723 h 1978172"/>
              <a:gd name="connsiteX80-547" fmla="*/ 7586920 w 10768629"/>
              <a:gd name="connsiteY80-548" fmla="*/ 1261888 h 1978172"/>
              <a:gd name="connsiteX81-549" fmla="*/ 7486100 w 10768629"/>
              <a:gd name="connsiteY81-550" fmla="*/ 1292563 h 1978172"/>
              <a:gd name="connsiteX82-551" fmla="*/ 7407190 w 10768629"/>
              <a:gd name="connsiteY82-552" fmla="*/ 1314737 h 1978172"/>
              <a:gd name="connsiteX83-553" fmla="*/ 7240698 w 10768629"/>
              <a:gd name="connsiteY83-554" fmla="*/ 1438832 h 1978172"/>
              <a:gd name="connsiteX84-555" fmla="*/ 7197675 w 10768629"/>
              <a:gd name="connsiteY84-556" fmla="*/ 1447530 h 1978172"/>
              <a:gd name="connsiteX85-557" fmla="*/ 7164788 w 10768629"/>
              <a:gd name="connsiteY85-558" fmla="*/ 1480293 h 1978172"/>
              <a:gd name="connsiteX86-559" fmla="*/ 7147929 w 10768629"/>
              <a:gd name="connsiteY86-560" fmla="*/ 1477641 h 1978172"/>
              <a:gd name="connsiteX87-561" fmla="*/ 7144965 w 10768629"/>
              <a:gd name="connsiteY87-562" fmla="*/ 1476908 h 1978172"/>
              <a:gd name="connsiteX88-563" fmla="*/ 7134299 w 10768629"/>
              <a:gd name="connsiteY88-564" fmla="*/ 1479969 h 1978172"/>
              <a:gd name="connsiteX89-565" fmla="*/ 7129809 w 10768629"/>
              <a:gd name="connsiteY89-566" fmla="*/ 1473339 h 1978172"/>
              <a:gd name="connsiteX90-567" fmla="*/ 7112688 w 10768629"/>
              <a:gd name="connsiteY90-568" fmla="*/ 1472575 h 1978172"/>
              <a:gd name="connsiteX91-569" fmla="*/ 7093470 w 10768629"/>
              <a:gd name="connsiteY91-570" fmla="*/ 1480300 h 1978172"/>
              <a:gd name="connsiteX92-571" fmla="*/ 7025034 w 10768629"/>
              <a:gd name="connsiteY92-572" fmla="*/ 1506934 h 1978172"/>
              <a:gd name="connsiteX93-573" fmla="*/ 7014783 w 10768629"/>
              <a:gd name="connsiteY93-574" fmla="*/ 1515868 h 1978172"/>
              <a:gd name="connsiteX94-575" fmla="*/ 6979706 w 10768629"/>
              <a:gd name="connsiteY94-576" fmla="*/ 1523511 h 1978172"/>
              <a:gd name="connsiteX95-577" fmla="*/ 6977890 w 10768629"/>
              <a:gd name="connsiteY95-578" fmla="*/ 1525793 h 1978172"/>
              <a:gd name="connsiteX96-579" fmla="*/ 6944339 w 10768629"/>
              <a:gd name="connsiteY96-580" fmla="*/ 1536237 h 1978172"/>
              <a:gd name="connsiteX97-581" fmla="*/ 6886996 w 10768629"/>
              <a:gd name="connsiteY97-582" fmla="*/ 1563569 h 1978172"/>
              <a:gd name="connsiteX98-583" fmla="*/ 6874510 w 10768629"/>
              <a:gd name="connsiteY98-584" fmla="*/ 1558469 h 1978172"/>
              <a:gd name="connsiteX99-585" fmla="*/ 6871943 w 10768629"/>
              <a:gd name="connsiteY99-586" fmla="*/ 1554651 h 1978172"/>
              <a:gd name="connsiteX100-587" fmla="*/ 6856174 w 10768629"/>
              <a:gd name="connsiteY100-588" fmla="*/ 1562024 h 1978172"/>
              <a:gd name="connsiteX101-589" fmla="*/ 6842321 w 10768629"/>
              <a:gd name="connsiteY101-590" fmla="*/ 1560554 h 1978172"/>
              <a:gd name="connsiteX102-591" fmla="*/ 6832713 w 10768629"/>
              <a:gd name="connsiteY102-592" fmla="*/ 1569357 h 1978172"/>
              <a:gd name="connsiteX103-593" fmla="*/ 6816351 w 10768629"/>
              <a:gd name="connsiteY103-594" fmla="*/ 1571495 h 1978172"/>
              <a:gd name="connsiteX104-595" fmla="*/ 6795800 w 10768629"/>
              <a:gd name="connsiteY104-596" fmla="*/ 1572010 h 1978172"/>
              <a:gd name="connsiteX105-597" fmla="*/ 6777546 w 10768629"/>
              <a:gd name="connsiteY105-598" fmla="*/ 1568661 h 1978172"/>
              <a:gd name="connsiteX106-599" fmla="*/ 6751528 w 10768629"/>
              <a:gd name="connsiteY106-600" fmla="*/ 1574143 h 1978172"/>
              <a:gd name="connsiteX107-601" fmla="*/ 6691966 w 10768629"/>
              <a:gd name="connsiteY107-602" fmla="*/ 1582255 h 1978172"/>
              <a:gd name="connsiteX108-603" fmla="*/ 6646941 w 10768629"/>
              <a:gd name="connsiteY108-604" fmla="*/ 1588471 h 1978172"/>
              <a:gd name="connsiteX109-605" fmla="*/ 6568576 w 10768629"/>
              <a:gd name="connsiteY109-606" fmla="*/ 1606488 h 1978172"/>
              <a:gd name="connsiteX110-607" fmla="*/ 6554358 w 10768629"/>
              <a:gd name="connsiteY110-608" fmla="*/ 1621701 h 1978172"/>
              <a:gd name="connsiteX111-609" fmla="*/ 6516968 w 10768629"/>
              <a:gd name="connsiteY111-610" fmla="*/ 1617195 h 1978172"/>
              <a:gd name="connsiteX112-611" fmla="*/ 6506479 w 10768629"/>
              <a:gd name="connsiteY112-612" fmla="*/ 1602227 h 1978172"/>
              <a:gd name="connsiteX113-613" fmla="*/ 6458436 w 10768629"/>
              <a:gd name="connsiteY113-614" fmla="*/ 1607332 h 1978172"/>
              <a:gd name="connsiteX114-615" fmla="*/ 6414786 w 10768629"/>
              <a:gd name="connsiteY114-616" fmla="*/ 1628815 h 1978172"/>
              <a:gd name="connsiteX115-617" fmla="*/ 6357085 w 10768629"/>
              <a:gd name="connsiteY115-618" fmla="*/ 1640846 h 1978172"/>
              <a:gd name="connsiteX116-619" fmla="*/ 6322636 w 10768629"/>
              <a:gd name="connsiteY116-620" fmla="*/ 1648213 h 1978172"/>
              <a:gd name="connsiteX117-621" fmla="*/ 6226172 w 10768629"/>
              <a:gd name="connsiteY117-622" fmla="*/ 1654676 h 1978172"/>
              <a:gd name="connsiteX118-623" fmla="*/ 6221217 w 10768629"/>
              <a:gd name="connsiteY118-624" fmla="*/ 1654506 h 1978172"/>
              <a:gd name="connsiteX119-625" fmla="*/ 6204956 w 10768629"/>
              <a:gd name="connsiteY119-626" fmla="*/ 1664280 h 1978172"/>
              <a:gd name="connsiteX120-627" fmla="*/ 6204270 w 10768629"/>
              <a:gd name="connsiteY120-628" fmla="*/ 1666782 h 1978172"/>
              <a:gd name="connsiteX121-629" fmla="*/ 6143810 w 10768629"/>
              <a:gd name="connsiteY121-630" fmla="*/ 1661963 h 1978172"/>
              <a:gd name="connsiteX122-631" fmla="*/ 6136560 w 10768629"/>
              <a:gd name="connsiteY122-632" fmla="*/ 1665728 h 1978172"/>
              <a:gd name="connsiteX123-633" fmla="*/ 6096155 w 10768629"/>
              <a:gd name="connsiteY123-634" fmla="*/ 1656951 h 1978172"/>
              <a:gd name="connsiteX124-635" fmla="*/ 6075812 w 10768629"/>
              <a:gd name="connsiteY124-636" fmla="*/ 1655422 h 1978172"/>
              <a:gd name="connsiteX125-637" fmla="*/ 6039495 w 10768629"/>
              <a:gd name="connsiteY125-638" fmla="*/ 1649680 h 1978172"/>
              <a:gd name="connsiteX126-639" fmla="*/ 6036523 w 10768629"/>
              <a:gd name="connsiteY126-640" fmla="*/ 1652121 h 1978172"/>
              <a:gd name="connsiteX127-641" fmla="*/ 6029328 w 10768629"/>
              <a:gd name="connsiteY127-642" fmla="*/ 1649904 h 1978172"/>
              <a:gd name="connsiteX128-643" fmla="*/ 6024075 w 10768629"/>
              <a:gd name="connsiteY128-644" fmla="*/ 1652779 h 1978172"/>
              <a:gd name="connsiteX129-645" fmla="*/ 6018085 w 10768629"/>
              <a:gd name="connsiteY129-646" fmla="*/ 1652030 h 1978172"/>
              <a:gd name="connsiteX130-647" fmla="*/ 5955513 w 10768629"/>
              <a:gd name="connsiteY130-648" fmla="*/ 1663584 h 1978172"/>
              <a:gd name="connsiteX131-649" fmla="*/ 5941996 w 10768629"/>
              <a:gd name="connsiteY131-650" fmla="*/ 1661326 h 1978172"/>
              <a:gd name="connsiteX132-651" fmla="*/ 5931789 w 10768629"/>
              <a:gd name="connsiteY132-652" fmla="*/ 1669915 h 1978172"/>
              <a:gd name="connsiteX133-653" fmla="*/ 5888686 w 10768629"/>
              <a:gd name="connsiteY133-654" fmla="*/ 1672175 h 1978172"/>
              <a:gd name="connsiteX134-655" fmla="*/ 5873794 w 10768629"/>
              <a:gd name="connsiteY134-656" fmla="*/ 1665454 h 1978172"/>
              <a:gd name="connsiteX135-657" fmla="*/ 5860022 w 10768629"/>
              <a:gd name="connsiteY135-658" fmla="*/ 1660635 h 1978172"/>
              <a:gd name="connsiteX136-659" fmla="*/ 5858237 w 10768629"/>
              <a:gd name="connsiteY136-660" fmla="*/ 1660649 h 1978172"/>
              <a:gd name="connsiteX137-661" fmla="*/ 5840319 w 10768629"/>
              <a:gd name="connsiteY137-662" fmla="*/ 1660798 h 1978172"/>
              <a:gd name="connsiteX138-663" fmla="*/ 5806984 w 10768629"/>
              <a:gd name="connsiteY138-664" fmla="*/ 1661075 h 1978172"/>
              <a:gd name="connsiteX139-665" fmla="*/ 5742351 w 10768629"/>
              <a:gd name="connsiteY139-666" fmla="*/ 1667489 h 1978172"/>
              <a:gd name="connsiteX140-667" fmla="*/ 5529437 w 10768629"/>
              <a:gd name="connsiteY140-668" fmla="*/ 1636968 h 1978172"/>
              <a:gd name="connsiteX141-669" fmla="*/ 5440853 w 10768629"/>
              <a:gd name="connsiteY141-670" fmla="*/ 1657958 h 1978172"/>
              <a:gd name="connsiteX142-671" fmla="*/ 4945936 w 10768629"/>
              <a:gd name="connsiteY142-672" fmla="*/ 1713743 h 1978172"/>
              <a:gd name="connsiteX143-673" fmla="*/ 4872172 w 10768629"/>
              <a:gd name="connsiteY143-674" fmla="*/ 1757222 h 1978172"/>
              <a:gd name="connsiteX144-675" fmla="*/ 4809524 w 10768629"/>
              <a:gd name="connsiteY144-676" fmla="*/ 1761033 h 1978172"/>
              <a:gd name="connsiteX145-677" fmla="*/ 4759058 w 10768629"/>
              <a:gd name="connsiteY145-678" fmla="*/ 1766533 h 1978172"/>
              <a:gd name="connsiteX146-679" fmla="*/ 4719749 w 10768629"/>
              <a:gd name="connsiteY146-680" fmla="*/ 1771811 h 1978172"/>
              <a:gd name="connsiteX147-681" fmla="*/ 4568686 w 10768629"/>
              <a:gd name="connsiteY147-682" fmla="*/ 1786141 h 1978172"/>
              <a:gd name="connsiteX148-683" fmla="*/ 4418751 w 10768629"/>
              <a:gd name="connsiteY148-684" fmla="*/ 1796932 h 1978172"/>
              <a:gd name="connsiteX149-685" fmla="*/ 4378377 w 10768629"/>
              <a:gd name="connsiteY149-686" fmla="*/ 1815528 h 1978172"/>
              <a:gd name="connsiteX150-687" fmla="*/ 4320575 w 10768629"/>
              <a:gd name="connsiteY150-688" fmla="*/ 1832722 h 1978172"/>
              <a:gd name="connsiteX151-689" fmla="*/ 4220200 w 10768629"/>
              <a:gd name="connsiteY151-690" fmla="*/ 1873173 h 1978172"/>
              <a:gd name="connsiteX152-691" fmla="*/ 4105361 w 10768629"/>
              <a:gd name="connsiteY152-692" fmla="*/ 1894711 h 1978172"/>
              <a:gd name="connsiteX153-693" fmla="*/ 3973223 w 10768629"/>
              <a:gd name="connsiteY153-694" fmla="*/ 1881015 h 1978172"/>
              <a:gd name="connsiteX154-695" fmla="*/ 3900992 w 10768629"/>
              <a:gd name="connsiteY154-696" fmla="*/ 1880603 h 1978172"/>
              <a:gd name="connsiteX155-697" fmla="*/ 3662119 w 10768629"/>
              <a:gd name="connsiteY155-698" fmla="*/ 1876289 h 1978172"/>
              <a:gd name="connsiteX156-699" fmla="*/ 3496919 w 10768629"/>
              <a:gd name="connsiteY156-700" fmla="*/ 1873180 h 1978172"/>
              <a:gd name="connsiteX157-701" fmla="*/ 3449433 w 10768629"/>
              <a:gd name="connsiteY157-702" fmla="*/ 1889681 h 1978172"/>
              <a:gd name="connsiteX158-703" fmla="*/ 3369766 w 10768629"/>
              <a:gd name="connsiteY158-704" fmla="*/ 1916653 h 1978172"/>
              <a:gd name="connsiteX159-705" fmla="*/ 3290336 w 10768629"/>
              <a:gd name="connsiteY159-706" fmla="*/ 1925039 h 1978172"/>
              <a:gd name="connsiteX160-707" fmla="*/ 3224897 w 10768629"/>
              <a:gd name="connsiteY160-708" fmla="*/ 1943733 h 1978172"/>
              <a:gd name="connsiteX161-709" fmla="*/ 3161463 w 10768629"/>
              <a:gd name="connsiteY161-710" fmla="*/ 1946591 h 1978172"/>
              <a:gd name="connsiteX162-711" fmla="*/ 3157504 w 10768629"/>
              <a:gd name="connsiteY162-712" fmla="*/ 1957276 h 1978172"/>
              <a:gd name="connsiteX163-713" fmla="*/ 3115176 w 10768629"/>
              <a:gd name="connsiteY163-714" fmla="*/ 1943459 h 1978172"/>
              <a:gd name="connsiteX164-715" fmla="*/ 3038835 w 10768629"/>
              <a:gd name="connsiteY164-716" fmla="*/ 1920210 h 1978172"/>
              <a:gd name="connsiteX165-717" fmla="*/ 2897201 w 10768629"/>
              <a:gd name="connsiteY165-718" fmla="*/ 1926772 h 1978172"/>
              <a:gd name="connsiteX166-719" fmla="*/ 2783891 w 10768629"/>
              <a:gd name="connsiteY166-720" fmla="*/ 1931749 h 1978172"/>
              <a:gd name="connsiteX167-721" fmla="*/ 2712447 w 10768629"/>
              <a:gd name="connsiteY167-722" fmla="*/ 1933044 h 1978172"/>
              <a:gd name="connsiteX168-723" fmla="*/ 2560151 w 10768629"/>
              <a:gd name="connsiteY168-724" fmla="*/ 1963609 h 1978172"/>
              <a:gd name="connsiteX169-725" fmla="*/ 2367221 w 10768629"/>
              <a:gd name="connsiteY169-726" fmla="*/ 1971884 h 1978172"/>
              <a:gd name="connsiteX170-727" fmla="*/ 2272130 w 10768629"/>
              <a:gd name="connsiteY170-728" fmla="*/ 1961162 h 1978172"/>
              <a:gd name="connsiteX171-729" fmla="*/ 2189404 w 10768629"/>
              <a:gd name="connsiteY171-730" fmla="*/ 1978172 h 1978172"/>
              <a:gd name="connsiteX172-731" fmla="*/ 2077704 w 10768629"/>
              <a:gd name="connsiteY172-732" fmla="*/ 1965002 h 1978172"/>
              <a:gd name="connsiteX173-733" fmla="*/ 1967996 w 10768629"/>
              <a:gd name="connsiteY173-734" fmla="*/ 1953187 h 1978172"/>
              <a:gd name="connsiteX174-735" fmla="*/ 1855805 w 10768629"/>
              <a:gd name="connsiteY174-736" fmla="*/ 1926082 h 1978172"/>
              <a:gd name="connsiteX175-737" fmla="*/ 1790957 w 10768629"/>
              <a:gd name="connsiteY175-738" fmla="*/ 1919460 h 1978172"/>
              <a:gd name="connsiteX176-739" fmla="*/ 1613978 w 10768629"/>
              <a:gd name="connsiteY176-740" fmla="*/ 1891581 h 1978172"/>
              <a:gd name="connsiteX177-741" fmla="*/ 1436831 w 10768629"/>
              <a:gd name="connsiteY177-742" fmla="*/ 1856201 h 1978172"/>
              <a:gd name="connsiteX178-743" fmla="*/ 1332568 w 10768629"/>
              <a:gd name="connsiteY178-744" fmla="*/ 1793149 h 1978172"/>
              <a:gd name="connsiteX179-745" fmla="*/ 1186881 w 10768629"/>
              <a:gd name="connsiteY179-746" fmla="*/ 1768613 h 1978172"/>
              <a:gd name="connsiteX180-747" fmla="*/ 1162595 w 10768629"/>
              <a:gd name="connsiteY180-748" fmla="*/ 1758337 h 1978172"/>
              <a:gd name="connsiteX181-749" fmla="*/ 1128523 w 10768629"/>
              <a:gd name="connsiteY181-750" fmla="*/ 1763621 h 1978172"/>
              <a:gd name="connsiteX182-751" fmla="*/ 991903 w 10768629"/>
              <a:gd name="connsiteY182-752" fmla="*/ 1786741 h 1978172"/>
              <a:gd name="connsiteX183-753" fmla="*/ 883960 w 10768629"/>
              <a:gd name="connsiteY183-754" fmla="*/ 1822386 h 1978172"/>
              <a:gd name="connsiteX184-755" fmla="*/ 766531 w 10768629"/>
              <a:gd name="connsiteY184-756" fmla="*/ 1805053 h 1978172"/>
              <a:gd name="connsiteX185-757" fmla="*/ 669779 w 10768629"/>
              <a:gd name="connsiteY185-758" fmla="*/ 1800537 h 1978172"/>
              <a:gd name="connsiteX186-759" fmla="*/ 523898 w 10768629"/>
              <a:gd name="connsiteY186-760" fmla="*/ 1811085 h 1978172"/>
              <a:gd name="connsiteX187-761" fmla="*/ 360251 w 10768629"/>
              <a:gd name="connsiteY187-762" fmla="*/ 1830735 h 1978172"/>
              <a:gd name="connsiteX188-763" fmla="*/ 255207 w 10768629"/>
              <a:gd name="connsiteY188-764" fmla="*/ 1818275 h 1978172"/>
              <a:gd name="connsiteX189-765" fmla="*/ 101803 w 10768629"/>
              <a:gd name="connsiteY189-766" fmla="*/ 1870647 h 1978172"/>
              <a:gd name="connsiteX190-767" fmla="*/ 25397 w 10768629"/>
              <a:gd name="connsiteY190-768" fmla="*/ 1888443 h 1978172"/>
              <a:gd name="connsiteX191-769" fmla="*/ 2370 w 10768629"/>
              <a:gd name="connsiteY191-770" fmla="*/ 1878311 h 1978172"/>
              <a:gd name="connsiteX192-771" fmla="*/ 0 w 10768629"/>
              <a:gd name="connsiteY192-772" fmla="*/ 1878785 h 1978172"/>
              <a:gd name="connsiteX193-773" fmla="*/ 0 w 10768629"/>
              <a:gd name="connsiteY193-774" fmla="*/ 0 h 1978172"/>
              <a:gd name="connsiteX0-775" fmla="*/ 0 w 10768629"/>
              <a:gd name="connsiteY0-776" fmla="*/ 0 h 1978172"/>
              <a:gd name="connsiteX1-777" fmla="*/ 10768629 w 10768629"/>
              <a:gd name="connsiteY1-778" fmla="*/ 0 h 1978172"/>
              <a:gd name="connsiteX2-779" fmla="*/ 10733254 w 10768629"/>
              <a:gd name="connsiteY2-780" fmla="*/ 31439 h 1978172"/>
              <a:gd name="connsiteX3-781" fmla="*/ 10727085 w 10768629"/>
              <a:gd name="connsiteY3-782" fmla="*/ 37910 h 1978172"/>
              <a:gd name="connsiteX4-783" fmla="*/ 10675953 w 10768629"/>
              <a:gd name="connsiteY4-784" fmla="*/ 68623 h 1978172"/>
              <a:gd name="connsiteX5-785" fmla="*/ 10637091 w 10768629"/>
              <a:gd name="connsiteY5-786" fmla="*/ 90361 h 1978172"/>
              <a:gd name="connsiteX6-787" fmla="*/ 10610971 w 10768629"/>
              <a:gd name="connsiteY6-788" fmla="*/ 110764 h 1978172"/>
              <a:gd name="connsiteX7-789" fmla="*/ 10532872 w 10768629"/>
              <a:gd name="connsiteY7-790" fmla="*/ 138028 h 1978172"/>
              <a:gd name="connsiteX8-791" fmla="*/ 10398558 w 10768629"/>
              <a:gd name="connsiteY8-792" fmla="*/ 172911 h 1978172"/>
              <a:gd name="connsiteX9-793" fmla="*/ 10371128 w 10768629"/>
              <a:gd name="connsiteY9-794" fmla="*/ 182609 h 1978172"/>
              <a:gd name="connsiteX10-795" fmla="*/ 10352178 w 10768629"/>
              <a:gd name="connsiteY10-796" fmla="*/ 199976 h 1978172"/>
              <a:gd name="connsiteX11-797" fmla="*/ 10351815 w 10768629"/>
              <a:gd name="connsiteY11-798" fmla="*/ 211879 h 1978172"/>
              <a:gd name="connsiteX12-799" fmla="*/ 10337471 w 10768629"/>
              <a:gd name="connsiteY12-800" fmla="*/ 218661 h 1978172"/>
              <a:gd name="connsiteX13-801" fmla="*/ 10334625 w 10768629"/>
              <a:gd name="connsiteY13-802" fmla="*/ 222351 h 1978172"/>
              <a:gd name="connsiteX14-803" fmla="*/ 10256365 w 10768629"/>
              <a:gd name="connsiteY14-804" fmla="*/ 235917 h 1978172"/>
              <a:gd name="connsiteX15-805" fmla="*/ 10201127 w 10768629"/>
              <a:gd name="connsiteY15-806" fmla="*/ 267448 h 1978172"/>
              <a:gd name="connsiteX16-807" fmla="*/ 9961218 w 10768629"/>
              <a:gd name="connsiteY16-808" fmla="*/ 326720 h 1978172"/>
              <a:gd name="connsiteX17-809" fmla="*/ 9859715 w 10768629"/>
              <a:gd name="connsiteY17-810" fmla="*/ 355698 h 1978172"/>
              <a:gd name="connsiteX18-811" fmla="*/ 9679867 w 10768629"/>
              <a:gd name="connsiteY18-812" fmla="*/ 399081 h 1978172"/>
              <a:gd name="connsiteX19-813" fmla="*/ 9490654 w 10768629"/>
              <a:gd name="connsiteY19-814" fmla="*/ 455225 h 1978172"/>
              <a:gd name="connsiteX20-815" fmla="*/ 9470837 w 10768629"/>
              <a:gd name="connsiteY20-816" fmla="*/ 452539 h 1978172"/>
              <a:gd name="connsiteX21-817" fmla="*/ 9469082 w 10768629"/>
              <a:gd name="connsiteY21-818" fmla="*/ 454891 h 1978172"/>
              <a:gd name="connsiteX22-819" fmla="*/ 9448038 w 10768629"/>
              <a:gd name="connsiteY22-820" fmla="*/ 459733 h 1978172"/>
              <a:gd name="connsiteX23-821" fmla="*/ 9396821 w 10768629"/>
              <a:gd name="connsiteY23-822" fmla="*/ 455795 h 1978172"/>
              <a:gd name="connsiteX24-823" fmla="*/ 9392197 w 10768629"/>
              <a:gd name="connsiteY24-824" fmla="*/ 459796 h 1978172"/>
              <a:gd name="connsiteX25-825" fmla="*/ 9347994 w 10768629"/>
              <a:gd name="connsiteY25-826" fmla="*/ 464462 h 1978172"/>
              <a:gd name="connsiteX26-827" fmla="*/ 9347889 w 10768629"/>
              <a:gd name="connsiteY26-828" fmla="*/ 466539 h 1978172"/>
              <a:gd name="connsiteX27-829" fmla="*/ 9337639 w 10768629"/>
              <a:gd name="connsiteY27-830" fmla="*/ 476654 h 1978172"/>
              <a:gd name="connsiteX28-831" fmla="*/ 9316893 w 10768629"/>
              <a:gd name="connsiteY28-832" fmla="*/ 491390 h 1978172"/>
              <a:gd name="connsiteX29-833" fmla="*/ 9229283 w 10768629"/>
              <a:gd name="connsiteY29-834" fmla="*/ 555377 h 1978172"/>
              <a:gd name="connsiteX30-835" fmla="*/ 9220274 w 10768629"/>
              <a:gd name="connsiteY30-836" fmla="*/ 557502 h 1978172"/>
              <a:gd name="connsiteX31-837" fmla="*/ 9220202 w 10768629"/>
              <a:gd name="connsiteY31-838" fmla="*/ 558001 h 1978172"/>
              <a:gd name="connsiteX32-839" fmla="*/ 9210908 w 10768629"/>
              <a:gd name="connsiteY32-840" fmla="*/ 561147 h 1978172"/>
              <a:gd name="connsiteX33-841" fmla="*/ 9186374 w 10768629"/>
              <a:gd name="connsiteY33-842" fmla="*/ 565502 h 1978172"/>
              <a:gd name="connsiteX34-843" fmla="*/ 9181058 w 10768629"/>
              <a:gd name="connsiteY34-844" fmla="*/ 569943 h 1978172"/>
              <a:gd name="connsiteX35-845" fmla="*/ 9179948 w 10768629"/>
              <a:gd name="connsiteY35-846" fmla="*/ 576062 h 1978172"/>
              <a:gd name="connsiteX36-847" fmla="*/ 9149110 w 10768629"/>
              <a:gd name="connsiteY36-848" fmla="*/ 598906 h 1978172"/>
              <a:gd name="connsiteX37-849" fmla="*/ 9078556 w 10768629"/>
              <a:gd name="connsiteY37-850" fmla="*/ 644039 h 1978172"/>
              <a:gd name="connsiteX38-851" fmla="*/ 8996399 w 10768629"/>
              <a:gd name="connsiteY38-852" fmla="*/ 690055 h 1978172"/>
              <a:gd name="connsiteX39-853" fmla="*/ 8803791 w 10768629"/>
              <a:gd name="connsiteY39-854" fmla="*/ 813860 h 1978172"/>
              <a:gd name="connsiteX40-855" fmla="*/ 8636202 w 10768629"/>
              <a:gd name="connsiteY40-856" fmla="*/ 848463 h 1978172"/>
              <a:gd name="connsiteX41-857" fmla="*/ 8555372 w 10768629"/>
              <a:gd name="connsiteY41-858" fmla="*/ 883171 h 1978172"/>
              <a:gd name="connsiteX42-859" fmla="*/ 8507229 w 10768629"/>
              <a:gd name="connsiteY42-860" fmla="*/ 901665 h 1978172"/>
              <a:gd name="connsiteX43-861" fmla="*/ 8428473 w 10768629"/>
              <a:gd name="connsiteY43-862" fmla="*/ 927985 h 1978172"/>
              <a:gd name="connsiteX44-863" fmla="*/ 8427914 w 10768629"/>
              <a:gd name="connsiteY44-864" fmla="*/ 933480 h 1978172"/>
              <a:gd name="connsiteX45-865" fmla="*/ 8420327 w 10768629"/>
              <a:gd name="connsiteY45-866" fmla="*/ 941984 h 1978172"/>
              <a:gd name="connsiteX46-867" fmla="*/ 8407128 w 10768629"/>
              <a:gd name="connsiteY46-868" fmla="*/ 961344 h 1978172"/>
              <a:gd name="connsiteX47-869" fmla="*/ 8380548 w 10768629"/>
              <a:gd name="connsiteY47-870" fmla="*/ 987916 h 1978172"/>
              <a:gd name="connsiteX48-871" fmla="*/ 8379462 w 10768629"/>
              <a:gd name="connsiteY48-872" fmla="*/ 987106 h 1978172"/>
              <a:gd name="connsiteX49-873" fmla="*/ 8369725 w 10768629"/>
              <a:gd name="connsiteY49-874" fmla="*/ 989186 h 1978172"/>
              <a:gd name="connsiteX50-875" fmla="*/ 8304438 w 10768629"/>
              <a:gd name="connsiteY50-876" fmla="*/ 996739 h 1978172"/>
              <a:gd name="connsiteX51-877" fmla="*/ 8280929 w 10768629"/>
              <a:gd name="connsiteY51-878" fmla="*/ 1023089 h 1978172"/>
              <a:gd name="connsiteX52-879" fmla="*/ 8275760 w 10768629"/>
              <a:gd name="connsiteY52-880" fmla="*/ 1027772 h 1978172"/>
              <a:gd name="connsiteX53-881" fmla="*/ 8275478 w 10768629"/>
              <a:gd name="connsiteY53-882" fmla="*/ 1027605 h 1978172"/>
              <a:gd name="connsiteX54-883" fmla="*/ 8269666 w 10768629"/>
              <a:gd name="connsiteY54-884" fmla="*/ 1032033 h 1978172"/>
              <a:gd name="connsiteX55-885" fmla="*/ 8203836 w 10768629"/>
              <a:gd name="connsiteY55-886" fmla="*/ 1037347 h 1978172"/>
              <a:gd name="connsiteX56-887" fmla="*/ 8122936 w 10768629"/>
              <a:gd name="connsiteY56-888" fmla="*/ 1063113 h 1978172"/>
              <a:gd name="connsiteX57-889" fmla="*/ 8043658 w 10768629"/>
              <a:gd name="connsiteY57-890" fmla="*/ 1092746 h 1978172"/>
              <a:gd name="connsiteX58-891" fmla="*/ 8015351 w 10768629"/>
              <a:gd name="connsiteY58-892" fmla="*/ 1105478 h 1978172"/>
              <a:gd name="connsiteX59-893" fmla="*/ 7963145 w 10768629"/>
              <a:gd name="connsiteY59-894" fmla="*/ 1119346 h 1978172"/>
              <a:gd name="connsiteX60-895" fmla="*/ 7938145 w 10768629"/>
              <a:gd name="connsiteY60-896" fmla="*/ 1120225 h 1978172"/>
              <a:gd name="connsiteX61-897" fmla="*/ 7937238 w 10768629"/>
              <a:gd name="connsiteY61-898" fmla="*/ 1121204 h 1978172"/>
              <a:gd name="connsiteX62-899" fmla="*/ 7934398 w 10768629"/>
              <a:gd name="connsiteY62-900" fmla="*/ 1118240 h 1978172"/>
              <a:gd name="connsiteX63-901" fmla="*/ 7918248 w 10768629"/>
              <a:gd name="connsiteY63-902" fmla="*/ 1124371 h 1978172"/>
              <a:gd name="connsiteX64-903" fmla="*/ 7914119 w 10768629"/>
              <a:gd name="connsiteY64-904" fmla="*/ 1127653 h 1978172"/>
              <a:gd name="connsiteX65-905" fmla="*/ 7907658 w 10768629"/>
              <a:gd name="connsiteY65-906" fmla="*/ 1130350 h 1978172"/>
              <a:gd name="connsiteX66-907" fmla="*/ 7907434 w 10768629"/>
              <a:gd name="connsiteY66-908" fmla="*/ 1130103 h 1978172"/>
              <a:gd name="connsiteX67-909" fmla="*/ 7901508 w 10768629"/>
              <a:gd name="connsiteY67-910" fmla="*/ 1133245 h 1978172"/>
              <a:gd name="connsiteX68-911" fmla="*/ 7873287 w 10768629"/>
              <a:gd name="connsiteY68-912" fmla="*/ 1152609 h 1978172"/>
              <a:gd name="connsiteX69-913" fmla="*/ 7834833 w 10768629"/>
              <a:gd name="connsiteY69-914" fmla="*/ 1153868 h 1978172"/>
              <a:gd name="connsiteX70-915" fmla="*/ 7828661 w 10768629"/>
              <a:gd name="connsiteY70-916" fmla="*/ 1139994 h 1978172"/>
              <a:gd name="connsiteX71-917" fmla="*/ 7823966 w 10768629"/>
              <a:gd name="connsiteY71-918" fmla="*/ 1143178 h 1978172"/>
              <a:gd name="connsiteX72-919" fmla="*/ 7815078 w 10768629"/>
              <a:gd name="connsiteY72-920" fmla="*/ 1151776 h 1978172"/>
              <a:gd name="connsiteX73-921" fmla="*/ 7812026 w 10768629"/>
              <a:gd name="connsiteY73-922" fmla="*/ 1151522 h 1978172"/>
              <a:gd name="connsiteX74-923" fmla="*/ 7782249 w 10768629"/>
              <a:gd name="connsiteY74-924" fmla="*/ 1160970 h 1978172"/>
              <a:gd name="connsiteX75-925" fmla="*/ 7773476 w 10768629"/>
              <a:gd name="connsiteY75-926" fmla="*/ 1157414 h 1978172"/>
              <a:gd name="connsiteX76-927" fmla="*/ 7769600 w 10768629"/>
              <a:gd name="connsiteY76-928" fmla="*/ 1157365 h 1978172"/>
              <a:gd name="connsiteX77-929" fmla="*/ 7752631 w 10768629"/>
              <a:gd name="connsiteY77-930" fmla="*/ 1172815 h 1978172"/>
              <a:gd name="connsiteX78-931" fmla="*/ 7743525 w 10768629"/>
              <a:gd name="connsiteY78-932" fmla="*/ 1179064 h 1978172"/>
              <a:gd name="connsiteX79-933" fmla="*/ 7685942 w 10768629"/>
              <a:gd name="connsiteY79-934" fmla="*/ 1233723 h 1978172"/>
              <a:gd name="connsiteX80-935" fmla="*/ 7586920 w 10768629"/>
              <a:gd name="connsiteY80-936" fmla="*/ 1261888 h 1978172"/>
              <a:gd name="connsiteX81-937" fmla="*/ 7486100 w 10768629"/>
              <a:gd name="connsiteY81-938" fmla="*/ 1292563 h 1978172"/>
              <a:gd name="connsiteX82-939" fmla="*/ 7407190 w 10768629"/>
              <a:gd name="connsiteY82-940" fmla="*/ 1314737 h 1978172"/>
              <a:gd name="connsiteX83-941" fmla="*/ 7240698 w 10768629"/>
              <a:gd name="connsiteY83-942" fmla="*/ 1438832 h 1978172"/>
              <a:gd name="connsiteX84-943" fmla="*/ 7197675 w 10768629"/>
              <a:gd name="connsiteY84-944" fmla="*/ 1447530 h 1978172"/>
              <a:gd name="connsiteX85-945" fmla="*/ 7164788 w 10768629"/>
              <a:gd name="connsiteY85-946" fmla="*/ 1480293 h 1978172"/>
              <a:gd name="connsiteX86-947" fmla="*/ 7147929 w 10768629"/>
              <a:gd name="connsiteY86-948" fmla="*/ 1477641 h 1978172"/>
              <a:gd name="connsiteX87-949" fmla="*/ 7144965 w 10768629"/>
              <a:gd name="connsiteY87-950" fmla="*/ 1476908 h 1978172"/>
              <a:gd name="connsiteX88-951" fmla="*/ 7134299 w 10768629"/>
              <a:gd name="connsiteY88-952" fmla="*/ 1479969 h 1978172"/>
              <a:gd name="connsiteX89-953" fmla="*/ 7129809 w 10768629"/>
              <a:gd name="connsiteY89-954" fmla="*/ 1473339 h 1978172"/>
              <a:gd name="connsiteX90-955" fmla="*/ 7112688 w 10768629"/>
              <a:gd name="connsiteY90-956" fmla="*/ 1472575 h 1978172"/>
              <a:gd name="connsiteX91-957" fmla="*/ 7093470 w 10768629"/>
              <a:gd name="connsiteY91-958" fmla="*/ 1480300 h 1978172"/>
              <a:gd name="connsiteX92-959" fmla="*/ 7025034 w 10768629"/>
              <a:gd name="connsiteY92-960" fmla="*/ 1506934 h 1978172"/>
              <a:gd name="connsiteX93-961" fmla="*/ 7014783 w 10768629"/>
              <a:gd name="connsiteY93-962" fmla="*/ 1515868 h 1978172"/>
              <a:gd name="connsiteX94-963" fmla="*/ 6979706 w 10768629"/>
              <a:gd name="connsiteY94-964" fmla="*/ 1523511 h 1978172"/>
              <a:gd name="connsiteX95-965" fmla="*/ 6977890 w 10768629"/>
              <a:gd name="connsiteY95-966" fmla="*/ 1525793 h 1978172"/>
              <a:gd name="connsiteX96-967" fmla="*/ 6944339 w 10768629"/>
              <a:gd name="connsiteY96-968" fmla="*/ 1536237 h 1978172"/>
              <a:gd name="connsiteX97-969" fmla="*/ 6886996 w 10768629"/>
              <a:gd name="connsiteY97-970" fmla="*/ 1563569 h 1978172"/>
              <a:gd name="connsiteX98-971" fmla="*/ 6874510 w 10768629"/>
              <a:gd name="connsiteY98-972" fmla="*/ 1558469 h 1978172"/>
              <a:gd name="connsiteX99-973" fmla="*/ 6871943 w 10768629"/>
              <a:gd name="connsiteY99-974" fmla="*/ 1554651 h 1978172"/>
              <a:gd name="connsiteX100-975" fmla="*/ 6856174 w 10768629"/>
              <a:gd name="connsiteY100-976" fmla="*/ 1562024 h 1978172"/>
              <a:gd name="connsiteX101-977" fmla="*/ 6842321 w 10768629"/>
              <a:gd name="connsiteY101-978" fmla="*/ 1560554 h 1978172"/>
              <a:gd name="connsiteX102-979" fmla="*/ 6832713 w 10768629"/>
              <a:gd name="connsiteY102-980" fmla="*/ 1569357 h 1978172"/>
              <a:gd name="connsiteX103-981" fmla="*/ 6816351 w 10768629"/>
              <a:gd name="connsiteY103-982" fmla="*/ 1571495 h 1978172"/>
              <a:gd name="connsiteX104-983" fmla="*/ 6795800 w 10768629"/>
              <a:gd name="connsiteY104-984" fmla="*/ 1572010 h 1978172"/>
              <a:gd name="connsiteX105-985" fmla="*/ 6777546 w 10768629"/>
              <a:gd name="connsiteY105-986" fmla="*/ 1568661 h 1978172"/>
              <a:gd name="connsiteX106-987" fmla="*/ 6751528 w 10768629"/>
              <a:gd name="connsiteY106-988" fmla="*/ 1574143 h 1978172"/>
              <a:gd name="connsiteX107-989" fmla="*/ 6691966 w 10768629"/>
              <a:gd name="connsiteY107-990" fmla="*/ 1582255 h 1978172"/>
              <a:gd name="connsiteX108-991" fmla="*/ 6646941 w 10768629"/>
              <a:gd name="connsiteY108-992" fmla="*/ 1588471 h 1978172"/>
              <a:gd name="connsiteX109-993" fmla="*/ 6568576 w 10768629"/>
              <a:gd name="connsiteY109-994" fmla="*/ 1606488 h 1978172"/>
              <a:gd name="connsiteX110-995" fmla="*/ 6554358 w 10768629"/>
              <a:gd name="connsiteY110-996" fmla="*/ 1621701 h 1978172"/>
              <a:gd name="connsiteX111-997" fmla="*/ 6516968 w 10768629"/>
              <a:gd name="connsiteY111-998" fmla="*/ 1617195 h 1978172"/>
              <a:gd name="connsiteX112-999" fmla="*/ 6506479 w 10768629"/>
              <a:gd name="connsiteY112-1000" fmla="*/ 1602227 h 1978172"/>
              <a:gd name="connsiteX113-1001" fmla="*/ 6458436 w 10768629"/>
              <a:gd name="connsiteY113-1002" fmla="*/ 1607332 h 1978172"/>
              <a:gd name="connsiteX114-1003" fmla="*/ 6414786 w 10768629"/>
              <a:gd name="connsiteY114-1004" fmla="*/ 1628815 h 1978172"/>
              <a:gd name="connsiteX115-1005" fmla="*/ 6357085 w 10768629"/>
              <a:gd name="connsiteY115-1006" fmla="*/ 1640846 h 1978172"/>
              <a:gd name="connsiteX116-1007" fmla="*/ 6322636 w 10768629"/>
              <a:gd name="connsiteY116-1008" fmla="*/ 1648213 h 1978172"/>
              <a:gd name="connsiteX117-1009" fmla="*/ 6226172 w 10768629"/>
              <a:gd name="connsiteY117-1010" fmla="*/ 1654676 h 1978172"/>
              <a:gd name="connsiteX118-1011" fmla="*/ 6221217 w 10768629"/>
              <a:gd name="connsiteY118-1012" fmla="*/ 1654506 h 1978172"/>
              <a:gd name="connsiteX119-1013" fmla="*/ 6204956 w 10768629"/>
              <a:gd name="connsiteY119-1014" fmla="*/ 1664280 h 1978172"/>
              <a:gd name="connsiteX120-1015" fmla="*/ 6204270 w 10768629"/>
              <a:gd name="connsiteY120-1016" fmla="*/ 1666782 h 1978172"/>
              <a:gd name="connsiteX121-1017" fmla="*/ 6143810 w 10768629"/>
              <a:gd name="connsiteY121-1018" fmla="*/ 1661963 h 1978172"/>
              <a:gd name="connsiteX122-1019" fmla="*/ 6136560 w 10768629"/>
              <a:gd name="connsiteY122-1020" fmla="*/ 1665728 h 1978172"/>
              <a:gd name="connsiteX123-1021" fmla="*/ 6096155 w 10768629"/>
              <a:gd name="connsiteY123-1022" fmla="*/ 1656951 h 1978172"/>
              <a:gd name="connsiteX124-1023" fmla="*/ 6075812 w 10768629"/>
              <a:gd name="connsiteY124-1024" fmla="*/ 1655422 h 1978172"/>
              <a:gd name="connsiteX125-1025" fmla="*/ 6039495 w 10768629"/>
              <a:gd name="connsiteY125-1026" fmla="*/ 1649680 h 1978172"/>
              <a:gd name="connsiteX126-1027" fmla="*/ 6036523 w 10768629"/>
              <a:gd name="connsiteY126-1028" fmla="*/ 1652121 h 1978172"/>
              <a:gd name="connsiteX127-1029" fmla="*/ 6029328 w 10768629"/>
              <a:gd name="connsiteY127-1030" fmla="*/ 1649904 h 1978172"/>
              <a:gd name="connsiteX128-1031" fmla="*/ 6024075 w 10768629"/>
              <a:gd name="connsiteY128-1032" fmla="*/ 1652779 h 1978172"/>
              <a:gd name="connsiteX129-1033" fmla="*/ 6018085 w 10768629"/>
              <a:gd name="connsiteY129-1034" fmla="*/ 1652030 h 1978172"/>
              <a:gd name="connsiteX130-1035" fmla="*/ 5955513 w 10768629"/>
              <a:gd name="connsiteY130-1036" fmla="*/ 1663584 h 1978172"/>
              <a:gd name="connsiteX131-1037" fmla="*/ 5941996 w 10768629"/>
              <a:gd name="connsiteY131-1038" fmla="*/ 1661326 h 1978172"/>
              <a:gd name="connsiteX132-1039" fmla="*/ 5931789 w 10768629"/>
              <a:gd name="connsiteY132-1040" fmla="*/ 1669915 h 1978172"/>
              <a:gd name="connsiteX133-1041" fmla="*/ 5888686 w 10768629"/>
              <a:gd name="connsiteY133-1042" fmla="*/ 1672175 h 1978172"/>
              <a:gd name="connsiteX134-1043" fmla="*/ 5873794 w 10768629"/>
              <a:gd name="connsiteY134-1044" fmla="*/ 1665454 h 1978172"/>
              <a:gd name="connsiteX135-1045" fmla="*/ 5860022 w 10768629"/>
              <a:gd name="connsiteY135-1046" fmla="*/ 1660635 h 1978172"/>
              <a:gd name="connsiteX136-1047" fmla="*/ 5858237 w 10768629"/>
              <a:gd name="connsiteY136-1048" fmla="*/ 1660649 h 1978172"/>
              <a:gd name="connsiteX137-1049" fmla="*/ 5840319 w 10768629"/>
              <a:gd name="connsiteY137-1050" fmla="*/ 1660798 h 1978172"/>
              <a:gd name="connsiteX138-1051" fmla="*/ 5806984 w 10768629"/>
              <a:gd name="connsiteY138-1052" fmla="*/ 1661075 h 1978172"/>
              <a:gd name="connsiteX139-1053" fmla="*/ 5742351 w 10768629"/>
              <a:gd name="connsiteY139-1054" fmla="*/ 1667489 h 1978172"/>
              <a:gd name="connsiteX140-1055" fmla="*/ 5529437 w 10768629"/>
              <a:gd name="connsiteY140-1056" fmla="*/ 1636968 h 1978172"/>
              <a:gd name="connsiteX141-1057" fmla="*/ 5440853 w 10768629"/>
              <a:gd name="connsiteY141-1058" fmla="*/ 1657958 h 1978172"/>
              <a:gd name="connsiteX142-1059" fmla="*/ 4950070 w 10768629"/>
              <a:gd name="connsiteY142-1060" fmla="*/ 1748401 h 1978172"/>
              <a:gd name="connsiteX143-1061" fmla="*/ 4872172 w 10768629"/>
              <a:gd name="connsiteY143-1062" fmla="*/ 1757222 h 1978172"/>
              <a:gd name="connsiteX144-1063" fmla="*/ 4809524 w 10768629"/>
              <a:gd name="connsiteY144-1064" fmla="*/ 1761033 h 1978172"/>
              <a:gd name="connsiteX145-1065" fmla="*/ 4759058 w 10768629"/>
              <a:gd name="connsiteY145-1066" fmla="*/ 1766533 h 1978172"/>
              <a:gd name="connsiteX146-1067" fmla="*/ 4719749 w 10768629"/>
              <a:gd name="connsiteY146-1068" fmla="*/ 1771811 h 1978172"/>
              <a:gd name="connsiteX147-1069" fmla="*/ 4568686 w 10768629"/>
              <a:gd name="connsiteY147-1070" fmla="*/ 1786141 h 1978172"/>
              <a:gd name="connsiteX148-1071" fmla="*/ 4418751 w 10768629"/>
              <a:gd name="connsiteY148-1072" fmla="*/ 1796932 h 1978172"/>
              <a:gd name="connsiteX149-1073" fmla="*/ 4378377 w 10768629"/>
              <a:gd name="connsiteY149-1074" fmla="*/ 1815528 h 1978172"/>
              <a:gd name="connsiteX150-1075" fmla="*/ 4320575 w 10768629"/>
              <a:gd name="connsiteY150-1076" fmla="*/ 1832722 h 1978172"/>
              <a:gd name="connsiteX151-1077" fmla="*/ 4220200 w 10768629"/>
              <a:gd name="connsiteY151-1078" fmla="*/ 1873173 h 1978172"/>
              <a:gd name="connsiteX152-1079" fmla="*/ 4105361 w 10768629"/>
              <a:gd name="connsiteY152-1080" fmla="*/ 1894711 h 1978172"/>
              <a:gd name="connsiteX153-1081" fmla="*/ 3973223 w 10768629"/>
              <a:gd name="connsiteY153-1082" fmla="*/ 1881015 h 1978172"/>
              <a:gd name="connsiteX154-1083" fmla="*/ 3900992 w 10768629"/>
              <a:gd name="connsiteY154-1084" fmla="*/ 1880603 h 1978172"/>
              <a:gd name="connsiteX155-1085" fmla="*/ 3662119 w 10768629"/>
              <a:gd name="connsiteY155-1086" fmla="*/ 1876289 h 1978172"/>
              <a:gd name="connsiteX156-1087" fmla="*/ 3496919 w 10768629"/>
              <a:gd name="connsiteY156-1088" fmla="*/ 1873180 h 1978172"/>
              <a:gd name="connsiteX157-1089" fmla="*/ 3449433 w 10768629"/>
              <a:gd name="connsiteY157-1090" fmla="*/ 1889681 h 1978172"/>
              <a:gd name="connsiteX158-1091" fmla="*/ 3369766 w 10768629"/>
              <a:gd name="connsiteY158-1092" fmla="*/ 1916653 h 1978172"/>
              <a:gd name="connsiteX159-1093" fmla="*/ 3290336 w 10768629"/>
              <a:gd name="connsiteY159-1094" fmla="*/ 1925039 h 1978172"/>
              <a:gd name="connsiteX160-1095" fmla="*/ 3224897 w 10768629"/>
              <a:gd name="connsiteY160-1096" fmla="*/ 1943733 h 1978172"/>
              <a:gd name="connsiteX161-1097" fmla="*/ 3161463 w 10768629"/>
              <a:gd name="connsiteY161-1098" fmla="*/ 1946591 h 1978172"/>
              <a:gd name="connsiteX162-1099" fmla="*/ 3157504 w 10768629"/>
              <a:gd name="connsiteY162-1100" fmla="*/ 1957276 h 1978172"/>
              <a:gd name="connsiteX163-1101" fmla="*/ 3115176 w 10768629"/>
              <a:gd name="connsiteY163-1102" fmla="*/ 1943459 h 1978172"/>
              <a:gd name="connsiteX164-1103" fmla="*/ 3038835 w 10768629"/>
              <a:gd name="connsiteY164-1104" fmla="*/ 1920210 h 1978172"/>
              <a:gd name="connsiteX165-1105" fmla="*/ 2897201 w 10768629"/>
              <a:gd name="connsiteY165-1106" fmla="*/ 1926772 h 1978172"/>
              <a:gd name="connsiteX166-1107" fmla="*/ 2783891 w 10768629"/>
              <a:gd name="connsiteY166-1108" fmla="*/ 1931749 h 1978172"/>
              <a:gd name="connsiteX167-1109" fmla="*/ 2712447 w 10768629"/>
              <a:gd name="connsiteY167-1110" fmla="*/ 1933044 h 1978172"/>
              <a:gd name="connsiteX168-1111" fmla="*/ 2560151 w 10768629"/>
              <a:gd name="connsiteY168-1112" fmla="*/ 1963609 h 1978172"/>
              <a:gd name="connsiteX169-1113" fmla="*/ 2367221 w 10768629"/>
              <a:gd name="connsiteY169-1114" fmla="*/ 1971884 h 1978172"/>
              <a:gd name="connsiteX170-1115" fmla="*/ 2272130 w 10768629"/>
              <a:gd name="connsiteY170-1116" fmla="*/ 1961162 h 1978172"/>
              <a:gd name="connsiteX171-1117" fmla="*/ 2189404 w 10768629"/>
              <a:gd name="connsiteY171-1118" fmla="*/ 1978172 h 1978172"/>
              <a:gd name="connsiteX172-1119" fmla="*/ 2077704 w 10768629"/>
              <a:gd name="connsiteY172-1120" fmla="*/ 1965002 h 1978172"/>
              <a:gd name="connsiteX173-1121" fmla="*/ 1967996 w 10768629"/>
              <a:gd name="connsiteY173-1122" fmla="*/ 1953187 h 1978172"/>
              <a:gd name="connsiteX174-1123" fmla="*/ 1855805 w 10768629"/>
              <a:gd name="connsiteY174-1124" fmla="*/ 1926082 h 1978172"/>
              <a:gd name="connsiteX175-1125" fmla="*/ 1790957 w 10768629"/>
              <a:gd name="connsiteY175-1126" fmla="*/ 1919460 h 1978172"/>
              <a:gd name="connsiteX176-1127" fmla="*/ 1613978 w 10768629"/>
              <a:gd name="connsiteY176-1128" fmla="*/ 1891581 h 1978172"/>
              <a:gd name="connsiteX177-1129" fmla="*/ 1436831 w 10768629"/>
              <a:gd name="connsiteY177-1130" fmla="*/ 1856201 h 1978172"/>
              <a:gd name="connsiteX178-1131" fmla="*/ 1332568 w 10768629"/>
              <a:gd name="connsiteY178-1132" fmla="*/ 1793149 h 1978172"/>
              <a:gd name="connsiteX179-1133" fmla="*/ 1186881 w 10768629"/>
              <a:gd name="connsiteY179-1134" fmla="*/ 1768613 h 1978172"/>
              <a:gd name="connsiteX180-1135" fmla="*/ 1162595 w 10768629"/>
              <a:gd name="connsiteY180-1136" fmla="*/ 1758337 h 1978172"/>
              <a:gd name="connsiteX181-1137" fmla="*/ 1128523 w 10768629"/>
              <a:gd name="connsiteY181-1138" fmla="*/ 1763621 h 1978172"/>
              <a:gd name="connsiteX182-1139" fmla="*/ 991903 w 10768629"/>
              <a:gd name="connsiteY182-1140" fmla="*/ 1786741 h 1978172"/>
              <a:gd name="connsiteX183-1141" fmla="*/ 883960 w 10768629"/>
              <a:gd name="connsiteY183-1142" fmla="*/ 1822386 h 1978172"/>
              <a:gd name="connsiteX184-1143" fmla="*/ 766531 w 10768629"/>
              <a:gd name="connsiteY184-1144" fmla="*/ 1805053 h 1978172"/>
              <a:gd name="connsiteX185-1145" fmla="*/ 669779 w 10768629"/>
              <a:gd name="connsiteY185-1146" fmla="*/ 1800537 h 1978172"/>
              <a:gd name="connsiteX186-1147" fmla="*/ 523898 w 10768629"/>
              <a:gd name="connsiteY186-1148" fmla="*/ 1811085 h 1978172"/>
              <a:gd name="connsiteX187-1149" fmla="*/ 360251 w 10768629"/>
              <a:gd name="connsiteY187-1150" fmla="*/ 1830735 h 1978172"/>
              <a:gd name="connsiteX188-1151" fmla="*/ 255207 w 10768629"/>
              <a:gd name="connsiteY188-1152" fmla="*/ 1818275 h 1978172"/>
              <a:gd name="connsiteX189-1153" fmla="*/ 101803 w 10768629"/>
              <a:gd name="connsiteY189-1154" fmla="*/ 1870647 h 1978172"/>
              <a:gd name="connsiteX190-1155" fmla="*/ 25397 w 10768629"/>
              <a:gd name="connsiteY190-1156" fmla="*/ 1888443 h 1978172"/>
              <a:gd name="connsiteX191-1157" fmla="*/ 2370 w 10768629"/>
              <a:gd name="connsiteY191-1158" fmla="*/ 1878311 h 1978172"/>
              <a:gd name="connsiteX192-1159" fmla="*/ 0 w 10768629"/>
              <a:gd name="connsiteY192-1160" fmla="*/ 1878785 h 1978172"/>
              <a:gd name="connsiteX193-1161" fmla="*/ 0 w 10768629"/>
              <a:gd name="connsiteY193-1162" fmla="*/ 0 h 1978172"/>
              <a:gd name="connsiteX0-1163" fmla="*/ 0 w 10768629"/>
              <a:gd name="connsiteY0-1164" fmla="*/ 0 h 1978172"/>
              <a:gd name="connsiteX1-1165" fmla="*/ 10768629 w 10768629"/>
              <a:gd name="connsiteY1-1166" fmla="*/ 0 h 1978172"/>
              <a:gd name="connsiteX2-1167" fmla="*/ 10733254 w 10768629"/>
              <a:gd name="connsiteY2-1168" fmla="*/ 31439 h 1978172"/>
              <a:gd name="connsiteX3-1169" fmla="*/ 10727085 w 10768629"/>
              <a:gd name="connsiteY3-1170" fmla="*/ 37910 h 1978172"/>
              <a:gd name="connsiteX4-1171" fmla="*/ 10675953 w 10768629"/>
              <a:gd name="connsiteY4-1172" fmla="*/ 68623 h 1978172"/>
              <a:gd name="connsiteX5-1173" fmla="*/ 10637091 w 10768629"/>
              <a:gd name="connsiteY5-1174" fmla="*/ 90361 h 1978172"/>
              <a:gd name="connsiteX6-1175" fmla="*/ 10610971 w 10768629"/>
              <a:gd name="connsiteY6-1176" fmla="*/ 110764 h 1978172"/>
              <a:gd name="connsiteX7-1177" fmla="*/ 10532872 w 10768629"/>
              <a:gd name="connsiteY7-1178" fmla="*/ 138028 h 1978172"/>
              <a:gd name="connsiteX8-1179" fmla="*/ 10398558 w 10768629"/>
              <a:gd name="connsiteY8-1180" fmla="*/ 172911 h 1978172"/>
              <a:gd name="connsiteX9-1181" fmla="*/ 10371128 w 10768629"/>
              <a:gd name="connsiteY9-1182" fmla="*/ 182609 h 1978172"/>
              <a:gd name="connsiteX10-1183" fmla="*/ 10352178 w 10768629"/>
              <a:gd name="connsiteY10-1184" fmla="*/ 199976 h 1978172"/>
              <a:gd name="connsiteX11-1185" fmla="*/ 10351815 w 10768629"/>
              <a:gd name="connsiteY11-1186" fmla="*/ 211879 h 1978172"/>
              <a:gd name="connsiteX12-1187" fmla="*/ 10337471 w 10768629"/>
              <a:gd name="connsiteY12-1188" fmla="*/ 218661 h 1978172"/>
              <a:gd name="connsiteX13-1189" fmla="*/ 10334625 w 10768629"/>
              <a:gd name="connsiteY13-1190" fmla="*/ 222351 h 1978172"/>
              <a:gd name="connsiteX14-1191" fmla="*/ 10256365 w 10768629"/>
              <a:gd name="connsiteY14-1192" fmla="*/ 235917 h 1978172"/>
              <a:gd name="connsiteX15-1193" fmla="*/ 10201127 w 10768629"/>
              <a:gd name="connsiteY15-1194" fmla="*/ 267448 h 1978172"/>
              <a:gd name="connsiteX16-1195" fmla="*/ 9961218 w 10768629"/>
              <a:gd name="connsiteY16-1196" fmla="*/ 326720 h 1978172"/>
              <a:gd name="connsiteX17-1197" fmla="*/ 9859715 w 10768629"/>
              <a:gd name="connsiteY17-1198" fmla="*/ 355698 h 1978172"/>
              <a:gd name="connsiteX18-1199" fmla="*/ 9679867 w 10768629"/>
              <a:gd name="connsiteY18-1200" fmla="*/ 399081 h 1978172"/>
              <a:gd name="connsiteX19-1201" fmla="*/ 9490654 w 10768629"/>
              <a:gd name="connsiteY19-1202" fmla="*/ 455225 h 1978172"/>
              <a:gd name="connsiteX20-1203" fmla="*/ 9470837 w 10768629"/>
              <a:gd name="connsiteY20-1204" fmla="*/ 452539 h 1978172"/>
              <a:gd name="connsiteX21-1205" fmla="*/ 9469082 w 10768629"/>
              <a:gd name="connsiteY21-1206" fmla="*/ 454891 h 1978172"/>
              <a:gd name="connsiteX22-1207" fmla="*/ 9448038 w 10768629"/>
              <a:gd name="connsiteY22-1208" fmla="*/ 459733 h 1978172"/>
              <a:gd name="connsiteX23-1209" fmla="*/ 9396821 w 10768629"/>
              <a:gd name="connsiteY23-1210" fmla="*/ 455795 h 1978172"/>
              <a:gd name="connsiteX24-1211" fmla="*/ 9392197 w 10768629"/>
              <a:gd name="connsiteY24-1212" fmla="*/ 459796 h 1978172"/>
              <a:gd name="connsiteX25-1213" fmla="*/ 9347994 w 10768629"/>
              <a:gd name="connsiteY25-1214" fmla="*/ 464462 h 1978172"/>
              <a:gd name="connsiteX26-1215" fmla="*/ 9347889 w 10768629"/>
              <a:gd name="connsiteY26-1216" fmla="*/ 466539 h 1978172"/>
              <a:gd name="connsiteX27-1217" fmla="*/ 9337639 w 10768629"/>
              <a:gd name="connsiteY27-1218" fmla="*/ 476654 h 1978172"/>
              <a:gd name="connsiteX28-1219" fmla="*/ 9316893 w 10768629"/>
              <a:gd name="connsiteY28-1220" fmla="*/ 491390 h 1978172"/>
              <a:gd name="connsiteX29-1221" fmla="*/ 9229283 w 10768629"/>
              <a:gd name="connsiteY29-1222" fmla="*/ 555377 h 1978172"/>
              <a:gd name="connsiteX30-1223" fmla="*/ 9220274 w 10768629"/>
              <a:gd name="connsiteY30-1224" fmla="*/ 557502 h 1978172"/>
              <a:gd name="connsiteX31-1225" fmla="*/ 9220202 w 10768629"/>
              <a:gd name="connsiteY31-1226" fmla="*/ 558001 h 1978172"/>
              <a:gd name="connsiteX32-1227" fmla="*/ 9210908 w 10768629"/>
              <a:gd name="connsiteY32-1228" fmla="*/ 561147 h 1978172"/>
              <a:gd name="connsiteX33-1229" fmla="*/ 9186374 w 10768629"/>
              <a:gd name="connsiteY33-1230" fmla="*/ 565502 h 1978172"/>
              <a:gd name="connsiteX34-1231" fmla="*/ 9181058 w 10768629"/>
              <a:gd name="connsiteY34-1232" fmla="*/ 569943 h 1978172"/>
              <a:gd name="connsiteX35-1233" fmla="*/ 9179948 w 10768629"/>
              <a:gd name="connsiteY35-1234" fmla="*/ 576062 h 1978172"/>
              <a:gd name="connsiteX36-1235" fmla="*/ 9149110 w 10768629"/>
              <a:gd name="connsiteY36-1236" fmla="*/ 598906 h 1978172"/>
              <a:gd name="connsiteX37-1237" fmla="*/ 9078556 w 10768629"/>
              <a:gd name="connsiteY37-1238" fmla="*/ 644039 h 1978172"/>
              <a:gd name="connsiteX38-1239" fmla="*/ 8996399 w 10768629"/>
              <a:gd name="connsiteY38-1240" fmla="*/ 690055 h 1978172"/>
              <a:gd name="connsiteX39-1241" fmla="*/ 8803791 w 10768629"/>
              <a:gd name="connsiteY39-1242" fmla="*/ 813860 h 1978172"/>
              <a:gd name="connsiteX40-1243" fmla="*/ 8636202 w 10768629"/>
              <a:gd name="connsiteY40-1244" fmla="*/ 848463 h 1978172"/>
              <a:gd name="connsiteX41-1245" fmla="*/ 8555372 w 10768629"/>
              <a:gd name="connsiteY41-1246" fmla="*/ 883171 h 1978172"/>
              <a:gd name="connsiteX42-1247" fmla="*/ 8507229 w 10768629"/>
              <a:gd name="connsiteY42-1248" fmla="*/ 901665 h 1978172"/>
              <a:gd name="connsiteX43-1249" fmla="*/ 8428473 w 10768629"/>
              <a:gd name="connsiteY43-1250" fmla="*/ 927985 h 1978172"/>
              <a:gd name="connsiteX44-1251" fmla="*/ 8427914 w 10768629"/>
              <a:gd name="connsiteY44-1252" fmla="*/ 933480 h 1978172"/>
              <a:gd name="connsiteX45-1253" fmla="*/ 8420327 w 10768629"/>
              <a:gd name="connsiteY45-1254" fmla="*/ 941984 h 1978172"/>
              <a:gd name="connsiteX46-1255" fmla="*/ 8407128 w 10768629"/>
              <a:gd name="connsiteY46-1256" fmla="*/ 961344 h 1978172"/>
              <a:gd name="connsiteX47-1257" fmla="*/ 8380548 w 10768629"/>
              <a:gd name="connsiteY47-1258" fmla="*/ 987916 h 1978172"/>
              <a:gd name="connsiteX48-1259" fmla="*/ 8379462 w 10768629"/>
              <a:gd name="connsiteY48-1260" fmla="*/ 987106 h 1978172"/>
              <a:gd name="connsiteX49-1261" fmla="*/ 8369725 w 10768629"/>
              <a:gd name="connsiteY49-1262" fmla="*/ 989186 h 1978172"/>
              <a:gd name="connsiteX50-1263" fmla="*/ 8304438 w 10768629"/>
              <a:gd name="connsiteY50-1264" fmla="*/ 996739 h 1978172"/>
              <a:gd name="connsiteX51-1265" fmla="*/ 8280929 w 10768629"/>
              <a:gd name="connsiteY51-1266" fmla="*/ 1023089 h 1978172"/>
              <a:gd name="connsiteX52-1267" fmla="*/ 8275760 w 10768629"/>
              <a:gd name="connsiteY52-1268" fmla="*/ 1027772 h 1978172"/>
              <a:gd name="connsiteX53-1269" fmla="*/ 8275478 w 10768629"/>
              <a:gd name="connsiteY53-1270" fmla="*/ 1027605 h 1978172"/>
              <a:gd name="connsiteX54-1271" fmla="*/ 8269666 w 10768629"/>
              <a:gd name="connsiteY54-1272" fmla="*/ 1032033 h 1978172"/>
              <a:gd name="connsiteX55-1273" fmla="*/ 8203836 w 10768629"/>
              <a:gd name="connsiteY55-1274" fmla="*/ 1037347 h 1978172"/>
              <a:gd name="connsiteX56-1275" fmla="*/ 8122936 w 10768629"/>
              <a:gd name="connsiteY56-1276" fmla="*/ 1063113 h 1978172"/>
              <a:gd name="connsiteX57-1277" fmla="*/ 8043658 w 10768629"/>
              <a:gd name="connsiteY57-1278" fmla="*/ 1092746 h 1978172"/>
              <a:gd name="connsiteX58-1279" fmla="*/ 8015351 w 10768629"/>
              <a:gd name="connsiteY58-1280" fmla="*/ 1105478 h 1978172"/>
              <a:gd name="connsiteX59-1281" fmla="*/ 7963145 w 10768629"/>
              <a:gd name="connsiteY59-1282" fmla="*/ 1119346 h 1978172"/>
              <a:gd name="connsiteX60-1283" fmla="*/ 7938145 w 10768629"/>
              <a:gd name="connsiteY60-1284" fmla="*/ 1120225 h 1978172"/>
              <a:gd name="connsiteX61-1285" fmla="*/ 7937238 w 10768629"/>
              <a:gd name="connsiteY61-1286" fmla="*/ 1121204 h 1978172"/>
              <a:gd name="connsiteX62-1287" fmla="*/ 7934398 w 10768629"/>
              <a:gd name="connsiteY62-1288" fmla="*/ 1118240 h 1978172"/>
              <a:gd name="connsiteX63-1289" fmla="*/ 7918248 w 10768629"/>
              <a:gd name="connsiteY63-1290" fmla="*/ 1124371 h 1978172"/>
              <a:gd name="connsiteX64-1291" fmla="*/ 7914119 w 10768629"/>
              <a:gd name="connsiteY64-1292" fmla="*/ 1127653 h 1978172"/>
              <a:gd name="connsiteX65-1293" fmla="*/ 7907658 w 10768629"/>
              <a:gd name="connsiteY65-1294" fmla="*/ 1130350 h 1978172"/>
              <a:gd name="connsiteX66-1295" fmla="*/ 7907434 w 10768629"/>
              <a:gd name="connsiteY66-1296" fmla="*/ 1130103 h 1978172"/>
              <a:gd name="connsiteX67-1297" fmla="*/ 7901508 w 10768629"/>
              <a:gd name="connsiteY67-1298" fmla="*/ 1133245 h 1978172"/>
              <a:gd name="connsiteX68-1299" fmla="*/ 7873287 w 10768629"/>
              <a:gd name="connsiteY68-1300" fmla="*/ 1152609 h 1978172"/>
              <a:gd name="connsiteX69-1301" fmla="*/ 7834833 w 10768629"/>
              <a:gd name="connsiteY69-1302" fmla="*/ 1153868 h 1978172"/>
              <a:gd name="connsiteX70-1303" fmla="*/ 7828661 w 10768629"/>
              <a:gd name="connsiteY70-1304" fmla="*/ 1139994 h 1978172"/>
              <a:gd name="connsiteX71-1305" fmla="*/ 7823966 w 10768629"/>
              <a:gd name="connsiteY71-1306" fmla="*/ 1143178 h 1978172"/>
              <a:gd name="connsiteX72-1307" fmla="*/ 7815078 w 10768629"/>
              <a:gd name="connsiteY72-1308" fmla="*/ 1151776 h 1978172"/>
              <a:gd name="connsiteX73-1309" fmla="*/ 7812026 w 10768629"/>
              <a:gd name="connsiteY73-1310" fmla="*/ 1151522 h 1978172"/>
              <a:gd name="connsiteX74-1311" fmla="*/ 7782249 w 10768629"/>
              <a:gd name="connsiteY74-1312" fmla="*/ 1160970 h 1978172"/>
              <a:gd name="connsiteX75-1313" fmla="*/ 7773476 w 10768629"/>
              <a:gd name="connsiteY75-1314" fmla="*/ 1157414 h 1978172"/>
              <a:gd name="connsiteX76-1315" fmla="*/ 7769600 w 10768629"/>
              <a:gd name="connsiteY76-1316" fmla="*/ 1157365 h 1978172"/>
              <a:gd name="connsiteX77-1317" fmla="*/ 7752631 w 10768629"/>
              <a:gd name="connsiteY77-1318" fmla="*/ 1172815 h 1978172"/>
              <a:gd name="connsiteX78-1319" fmla="*/ 7743525 w 10768629"/>
              <a:gd name="connsiteY78-1320" fmla="*/ 1179064 h 1978172"/>
              <a:gd name="connsiteX79-1321" fmla="*/ 7685942 w 10768629"/>
              <a:gd name="connsiteY79-1322" fmla="*/ 1233723 h 1978172"/>
              <a:gd name="connsiteX80-1323" fmla="*/ 7586920 w 10768629"/>
              <a:gd name="connsiteY80-1324" fmla="*/ 1261888 h 1978172"/>
              <a:gd name="connsiteX81-1325" fmla="*/ 7486100 w 10768629"/>
              <a:gd name="connsiteY81-1326" fmla="*/ 1292563 h 1978172"/>
              <a:gd name="connsiteX82-1327" fmla="*/ 7407190 w 10768629"/>
              <a:gd name="connsiteY82-1328" fmla="*/ 1314737 h 1978172"/>
              <a:gd name="connsiteX83-1329" fmla="*/ 7240698 w 10768629"/>
              <a:gd name="connsiteY83-1330" fmla="*/ 1438832 h 1978172"/>
              <a:gd name="connsiteX84-1331" fmla="*/ 7197675 w 10768629"/>
              <a:gd name="connsiteY84-1332" fmla="*/ 1447530 h 1978172"/>
              <a:gd name="connsiteX85-1333" fmla="*/ 7164788 w 10768629"/>
              <a:gd name="connsiteY85-1334" fmla="*/ 1480293 h 1978172"/>
              <a:gd name="connsiteX86-1335" fmla="*/ 7147929 w 10768629"/>
              <a:gd name="connsiteY86-1336" fmla="*/ 1477641 h 1978172"/>
              <a:gd name="connsiteX87-1337" fmla="*/ 7144965 w 10768629"/>
              <a:gd name="connsiteY87-1338" fmla="*/ 1476908 h 1978172"/>
              <a:gd name="connsiteX88-1339" fmla="*/ 7134299 w 10768629"/>
              <a:gd name="connsiteY88-1340" fmla="*/ 1479969 h 1978172"/>
              <a:gd name="connsiteX89-1341" fmla="*/ 7129809 w 10768629"/>
              <a:gd name="connsiteY89-1342" fmla="*/ 1473339 h 1978172"/>
              <a:gd name="connsiteX90-1343" fmla="*/ 7112688 w 10768629"/>
              <a:gd name="connsiteY90-1344" fmla="*/ 1472575 h 1978172"/>
              <a:gd name="connsiteX91-1345" fmla="*/ 7093470 w 10768629"/>
              <a:gd name="connsiteY91-1346" fmla="*/ 1480300 h 1978172"/>
              <a:gd name="connsiteX92-1347" fmla="*/ 7025034 w 10768629"/>
              <a:gd name="connsiteY92-1348" fmla="*/ 1506934 h 1978172"/>
              <a:gd name="connsiteX93-1349" fmla="*/ 7014783 w 10768629"/>
              <a:gd name="connsiteY93-1350" fmla="*/ 1515868 h 1978172"/>
              <a:gd name="connsiteX94-1351" fmla="*/ 6979706 w 10768629"/>
              <a:gd name="connsiteY94-1352" fmla="*/ 1523511 h 1978172"/>
              <a:gd name="connsiteX95-1353" fmla="*/ 6977890 w 10768629"/>
              <a:gd name="connsiteY95-1354" fmla="*/ 1525793 h 1978172"/>
              <a:gd name="connsiteX96-1355" fmla="*/ 6944339 w 10768629"/>
              <a:gd name="connsiteY96-1356" fmla="*/ 1536237 h 1978172"/>
              <a:gd name="connsiteX97-1357" fmla="*/ 6886996 w 10768629"/>
              <a:gd name="connsiteY97-1358" fmla="*/ 1563569 h 1978172"/>
              <a:gd name="connsiteX98-1359" fmla="*/ 6874510 w 10768629"/>
              <a:gd name="connsiteY98-1360" fmla="*/ 1558469 h 1978172"/>
              <a:gd name="connsiteX99-1361" fmla="*/ 6871943 w 10768629"/>
              <a:gd name="connsiteY99-1362" fmla="*/ 1554651 h 1978172"/>
              <a:gd name="connsiteX100-1363" fmla="*/ 6856174 w 10768629"/>
              <a:gd name="connsiteY100-1364" fmla="*/ 1562024 h 1978172"/>
              <a:gd name="connsiteX101-1365" fmla="*/ 6842321 w 10768629"/>
              <a:gd name="connsiteY101-1366" fmla="*/ 1560554 h 1978172"/>
              <a:gd name="connsiteX102-1367" fmla="*/ 6832713 w 10768629"/>
              <a:gd name="connsiteY102-1368" fmla="*/ 1569357 h 1978172"/>
              <a:gd name="connsiteX103-1369" fmla="*/ 6816351 w 10768629"/>
              <a:gd name="connsiteY103-1370" fmla="*/ 1571495 h 1978172"/>
              <a:gd name="connsiteX104-1371" fmla="*/ 6795800 w 10768629"/>
              <a:gd name="connsiteY104-1372" fmla="*/ 1572010 h 1978172"/>
              <a:gd name="connsiteX105-1373" fmla="*/ 6777546 w 10768629"/>
              <a:gd name="connsiteY105-1374" fmla="*/ 1568661 h 1978172"/>
              <a:gd name="connsiteX106-1375" fmla="*/ 6751528 w 10768629"/>
              <a:gd name="connsiteY106-1376" fmla="*/ 1574143 h 1978172"/>
              <a:gd name="connsiteX107-1377" fmla="*/ 6691966 w 10768629"/>
              <a:gd name="connsiteY107-1378" fmla="*/ 1582255 h 1978172"/>
              <a:gd name="connsiteX108-1379" fmla="*/ 6646941 w 10768629"/>
              <a:gd name="connsiteY108-1380" fmla="*/ 1588471 h 1978172"/>
              <a:gd name="connsiteX109-1381" fmla="*/ 6568576 w 10768629"/>
              <a:gd name="connsiteY109-1382" fmla="*/ 1606488 h 1978172"/>
              <a:gd name="connsiteX110-1383" fmla="*/ 6554358 w 10768629"/>
              <a:gd name="connsiteY110-1384" fmla="*/ 1621701 h 1978172"/>
              <a:gd name="connsiteX111-1385" fmla="*/ 6516968 w 10768629"/>
              <a:gd name="connsiteY111-1386" fmla="*/ 1617195 h 1978172"/>
              <a:gd name="connsiteX112-1387" fmla="*/ 6506479 w 10768629"/>
              <a:gd name="connsiteY112-1388" fmla="*/ 1602227 h 1978172"/>
              <a:gd name="connsiteX113-1389" fmla="*/ 6458436 w 10768629"/>
              <a:gd name="connsiteY113-1390" fmla="*/ 1607332 h 1978172"/>
              <a:gd name="connsiteX114-1391" fmla="*/ 6414786 w 10768629"/>
              <a:gd name="connsiteY114-1392" fmla="*/ 1628815 h 1978172"/>
              <a:gd name="connsiteX115-1393" fmla="*/ 6357085 w 10768629"/>
              <a:gd name="connsiteY115-1394" fmla="*/ 1640846 h 1978172"/>
              <a:gd name="connsiteX116-1395" fmla="*/ 6322636 w 10768629"/>
              <a:gd name="connsiteY116-1396" fmla="*/ 1648213 h 1978172"/>
              <a:gd name="connsiteX117-1397" fmla="*/ 6226172 w 10768629"/>
              <a:gd name="connsiteY117-1398" fmla="*/ 1654676 h 1978172"/>
              <a:gd name="connsiteX118-1399" fmla="*/ 6221217 w 10768629"/>
              <a:gd name="connsiteY118-1400" fmla="*/ 1654506 h 1978172"/>
              <a:gd name="connsiteX119-1401" fmla="*/ 6204956 w 10768629"/>
              <a:gd name="connsiteY119-1402" fmla="*/ 1664280 h 1978172"/>
              <a:gd name="connsiteX120-1403" fmla="*/ 6204270 w 10768629"/>
              <a:gd name="connsiteY120-1404" fmla="*/ 1666782 h 1978172"/>
              <a:gd name="connsiteX121-1405" fmla="*/ 6143810 w 10768629"/>
              <a:gd name="connsiteY121-1406" fmla="*/ 1661963 h 1978172"/>
              <a:gd name="connsiteX122-1407" fmla="*/ 6136560 w 10768629"/>
              <a:gd name="connsiteY122-1408" fmla="*/ 1665728 h 1978172"/>
              <a:gd name="connsiteX123-1409" fmla="*/ 6096155 w 10768629"/>
              <a:gd name="connsiteY123-1410" fmla="*/ 1656951 h 1978172"/>
              <a:gd name="connsiteX124-1411" fmla="*/ 6075812 w 10768629"/>
              <a:gd name="connsiteY124-1412" fmla="*/ 1655422 h 1978172"/>
              <a:gd name="connsiteX125-1413" fmla="*/ 6039495 w 10768629"/>
              <a:gd name="connsiteY125-1414" fmla="*/ 1649680 h 1978172"/>
              <a:gd name="connsiteX126-1415" fmla="*/ 6036523 w 10768629"/>
              <a:gd name="connsiteY126-1416" fmla="*/ 1652121 h 1978172"/>
              <a:gd name="connsiteX127-1417" fmla="*/ 6029328 w 10768629"/>
              <a:gd name="connsiteY127-1418" fmla="*/ 1649904 h 1978172"/>
              <a:gd name="connsiteX128-1419" fmla="*/ 6024075 w 10768629"/>
              <a:gd name="connsiteY128-1420" fmla="*/ 1652779 h 1978172"/>
              <a:gd name="connsiteX129-1421" fmla="*/ 6018085 w 10768629"/>
              <a:gd name="connsiteY129-1422" fmla="*/ 1652030 h 1978172"/>
              <a:gd name="connsiteX130-1423" fmla="*/ 5955513 w 10768629"/>
              <a:gd name="connsiteY130-1424" fmla="*/ 1663584 h 1978172"/>
              <a:gd name="connsiteX131-1425" fmla="*/ 5941996 w 10768629"/>
              <a:gd name="connsiteY131-1426" fmla="*/ 1661326 h 1978172"/>
              <a:gd name="connsiteX132-1427" fmla="*/ 5931789 w 10768629"/>
              <a:gd name="connsiteY132-1428" fmla="*/ 1669915 h 1978172"/>
              <a:gd name="connsiteX133-1429" fmla="*/ 5888686 w 10768629"/>
              <a:gd name="connsiteY133-1430" fmla="*/ 1672175 h 1978172"/>
              <a:gd name="connsiteX134-1431" fmla="*/ 5873794 w 10768629"/>
              <a:gd name="connsiteY134-1432" fmla="*/ 1665454 h 1978172"/>
              <a:gd name="connsiteX135-1433" fmla="*/ 5860022 w 10768629"/>
              <a:gd name="connsiteY135-1434" fmla="*/ 1660635 h 1978172"/>
              <a:gd name="connsiteX136-1435" fmla="*/ 5858237 w 10768629"/>
              <a:gd name="connsiteY136-1436" fmla="*/ 1660649 h 1978172"/>
              <a:gd name="connsiteX137-1437" fmla="*/ 5840319 w 10768629"/>
              <a:gd name="connsiteY137-1438" fmla="*/ 1660798 h 1978172"/>
              <a:gd name="connsiteX138-1439" fmla="*/ 5806984 w 10768629"/>
              <a:gd name="connsiteY138-1440" fmla="*/ 1661075 h 1978172"/>
              <a:gd name="connsiteX139-1441" fmla="*/ 5742351 w 10768629"/>
              <a:gd name="connsiteY139-1442" fmla="*/ 1667489 h 1978172"/>
              <a:gd name="connsiteX140-1443" fmla="*/ 5521171 w 10768629"/>
              <a:gd name="connsiteY140-1444" fmla="*/ 1671626 h 1978172"/>
              <a:gd name="connsiteX141-1445" fmla="*/ 5440853 w 10768629"/>
              <a:gd name="connsiteY141-1446" fmla="*/ 1657958 h 1978172"/>
              <a:gd name="connsiteX142-1447" fmla="*/ 4950070 w 10768629"/>
              <a:gd name="connsiteY142-1448" fmla="*/ 1748401 h 1978172"/>
              <a:gd name="connsiteX143-1449" fmla="*/ 4872172 w 10768629"/>
              <a:gd name="connsiteY143-1450" fmla="*/ 1757222 h 1978172"/>
              <a:gd name="connsiteX144-1451" fmla="*/ 4809524 w 10768629"/>
              <a:gd name="connsiteY144-1452" fmla="*/ 1761033 h 1978172"/>
              <a:gd name="connsiteX145-1453" fmla="*/ 4759058 w 10768629"/>
              <a:gd name="connsiteY145-1454" fmla="*/ 1766533 h 1978172"/>
              <a:gd name="connsiteX146-1455" fmla="*/ 4719749 w 10768629"/>
              <a:gd name="connsiteY146-1456" fmla="*/ 1771811 h 1978172"/>
              <a:gd name="connsiteX147-1457" fmla="*/ 4568686 w 10768629"/>
              <a:gd name="connsiteY147-1458" fmla="*/ 1786141 h 1978172"/>
              <a:gd name="connsiteX148-1459" fmla="*/ 4418751 w 10768629"/>
              <a:gd name="connsiteY148-1460" fmla="*/ 1796932 h 1978172"/>
              <a:gd name="connsiteX149-1461" fmla="*/ 4378377 w 10768629"/>
              <a:gd name="connsiteY149-1462" fmla="*/ 1815528 h 1978172"/>
              <a:gd name="connsiteX150-1463" fmla="*/ 4320575 w 10768629"/>
              <a:gd name="connsiteY150-1464" fmla="*/ 1832722 h 1978172"/>
              <a:gd name="connsiteX151-1465" fmla="*/ 4220200 w 10768629"/>
              <a:gd name="connsiteY151-1466" fmla="*/ 1873173 h 1978172"/>
              <a:gd name="connsiteX152-1467" fmla="*/ 4105361 w 10768629"/>
              <a:gd name="connsiteY152-1468" fmla="*/ 1894711 h 1978172"/>
              <a:gd name="connsiteX153-1469" fmla="*/ 3973223 w 10768629"/>
              <a:gd name="connsiteY153-1470" fmla="*/ 1881015 h 1978172"/>
              <a:gd name="connsiteX154-1471" fmla="*/ 3900992 w 10768629"/>
              <a:gd name="connsiteY154-1472" fmla="*/ 1880603 h 1978172"/>
              <a:gd name="connsiteX155-1473" fmla="*/ 3662119 w 10768629"/>
              <a:gd name="connsiteY155-1474" fmla="*/ 1876289 h 1978172"/>
              <a:gd name="connsiteX156-1475" fmla="*/ 3496919 w 10768629"/>
              <a:gd name="connsiteY156-1476" fmla="*/ 1873180 h 1978172"/>
              <a:gd name="connsiteX157-1477" fmla="*/ 3449433 w 10768629"/>
              <a:gd name="connsiteY157-1478" fmla="*/ 1889681 h 1978172"/>
              <a:gd name="connsiteX158-1479" fmla="*/ 3369766 w 10768629"/>
              <a:gd name="connsiteY158-1480" fmla="*/ 1916653 h 1978172"/>
              <a:gd name="connsiteX159-1481" fmla="*/ 3290336 w 10768629"/>
              <a:gd name="connsiteY159-1482" fmla="*/ 1925039 h 1978172"/>
              <a:gd name="connsiteX160-1483" fmla="*/ 3224897 w 10768629"/>
              <a:gd name="connsiteY160-1484" fmla="*/ 1943733 h 1978172"/>
              <a:gd name="connsiteX161-1485" fmla="*/ 3161463 w 10768629"/>
              <a:gd name="connsiteY161-1486" fmla="*/ 1946591 h 1978172"/>
              <a:gd name="connsiteX162-1487" fmla="*/ 3157504 w 10768629"/>
              <a:gd name="connsiteY162-1488" fmla="*/ 1957276 h 1978172"/>
              <a:gd name="connsiteX163-1489" fmla="*/ 3115176 w 10768629"/>
              <a:gd name="connsiteY163-1490" fmla="*/ 1943459 h 1978172"/>
              <a:gd name="connsiteX164-1491" fmla="*/ 3038835 w 10768629"/>
              <a:gd name="connsiteY164-1492" fmla="*/ 1920210 h 1978172"/>
              <a:gd name="connsiteX165-1493" fmla="*/ 2897201 w 10768629"/>
              <a:gd name="connsiteY165-1494" fmla="*/ 1926772 h 1978172"/>
              <a:gd name="connsiteX166-1495" fmla="*/ 2783891 w 10768629"/>
              <a:gd name="connsiteY166-1496" fmla="*/ 1931749 h 1978172"/>
              <a:gd name="connsiteX167-1497" fmla="*/ 2712447 w 10768629"/>
              <a:gd name="connsiteY167-1498" fmla="*/ 1933044 h 1978172"/>
              <a:gd name="connsiteX168-1499" fmla="*/ 2560151 w 10768629"/>
              <a:gd name="connsiteY168-1500" fmla="*/ 1963609 h 1978172"/>
              <a:gd name="connsiteX169-1501" fmla="*/ 2367221 w 10768629"/>
              <a:gd name="connsiteY169-1502" fmla="*/ 1971884 h 1978172"/>
              <a:gd name="connsiteX170-1503" fmla="*/ 2272130 w 10768629"/>
              <a:gd name="connsiteY170-1504" fmla="*/ 1961162 h 1978172"/>
              <a:gd name="connsiteX171-1505" fmla="*/ 2189404 w 10768629"/>
              <a:gd name="connsiteY171-1506" fmla="*/ 1978172 h 1978172"/>
              <a:gd name="connsiteX172-1507" fmla="*/ 2077704 w 10768629"/>
              <a:gd name="connsiteY172-1508" fmla="*/ 1965002 h 1978172"/>
              <a:gd name="connsiteX173-1509" fmla="*/ 1967996 w 10768629"/>
              <a:gd name="connsiteY173-1510" fmla="*/ 1953187 h 1978172"/>
              <a:gd name="connsiteX174-1511" fmla="*/ 1855805 w 10768629"/>
              <a:gd name="connsiteY174-1512" fmla="*/ 1926082 h 1978172"/>
              <a:gd name="connsiteX175-1513" fmla="*/ 1790957 w 10768629"/>
              <a:gd name="connsiteY175-1514" fmla="*/ 1919460 h 1978172"/>
              <a:gd name="connsiteX176-1515" fmla="*/ 1613978 w 10768629"/>
              <a:gd name="connsiteY176-1516" fmla="*/ 1891581 h 1978172"/>
              <a:gd name="connsiteX177-1517" fmla="*/ 1436831 w 10768629"/>
              <a:gd name="connsiteY177-1518" fmla="*/ 1856201 h 1978172"/>
              <a:gd name="connsiteX178-1519" fmla="*/ 1332568 w 10768629"/>
              <a:gd name="connsiteY178-1520" fmla="*/ 1793149 h 1978172"/>
              <a:gd name="connsiteX179-1521" fmla="*/ 1186881 w 10768629"/>
              <a:gd name="connsiteY179-1522" fmla="*/ 1768613 h 1978172"/>
              <a:gd name="connsiteX180-1523" fmla="*/ 1162595 w 10768629"/>
              <a:gd name="connsiteY180-1524" fmla="*/ 1758337 h 1978172"/>
              <a:gd name="connsiteX181-1525" fmla="*/ 1128523 w 10768629"/>
              <a:gd name="connsiteY181-1526" fmla="*/ 1763621 h 1978172"/>
              <a:gd name="connsiteX182-1527" fmla="*/ 991903 w 10768629"/>
              <a:gd name="connsiteY182-1528" fmla="*/ 1786741 h 1978172"/>
              <a:gd name="connsiteX183-1529" fmla="*/ 883960 w 10768629"/>
              <a:gd name="connsiteY183-1530" fmla="*/ 1822386 h 1978172"/>
              <a:gd name="connsiteX184-1531" fmla="*/ 766531 w 10768629"/>
              <a:gd name="connsiteY184-1532" fmla="*/ 1805053 h 1978172"/>
              <a:gd name="connsiteX185-1533" fmla="*/ 669779 w 10768629"/>
              <a:gd name="connsiteY185-1534" fmla="*/ 1800537 h 1978172"/>
              <a:gd name="connsiteX186-1535" fmla="*/ 523898 w 10768629"/>
              <a:gd name="connsiteY186-1536" fmla="*/ 1811085 h 1978172"/>
              <a:gd name="connsiteX187-1537" fmla="*/ 360251 w 10768629"/>
              <a:gd name="connsiteY187-1538" fmla="*/ 1830735 h 1978172"/>
              <a:gd name="connsiteX188-1539" fmla="*/ 255207 w 10768629"/>
              <a:gd name="connsiteY188-1540" fmla="*/ 1818275 h 1978172"/>
              <a:gd name="connsiteX189-1541" fmla="*/ 101803 w 10768629"/>
              <a:gd name="connsiteY189-1542" fmla="*/ 1870647 h 1978172"/>
              <a:gd name="connsiteX190-1543" fmla="*/ 25397 w 10768629"/>
              <a:gd name="connsiteY190-1544" fmla="*/ 1888443 h 1978172"/>
              <a:gd name="connsiteX191-1545" fmla="*/ 2370 w 10768629"/>
              <a:gd name="connsiteY191-1546" fmla="*/ 1878311 h 1978172"/>
              <a:gd name="connsiteX192-1547" fmla="*/ 0 w 10768629"/>
              <a:gd name="connsiteY192-1548" fmla="*/ 1878785 h 1978172"/>
              <a:gd name="connsiteX193-1549" fmla="*/ 0 w 10768629"/>
              <a:gd name="connsiteY193-1550" fmla="*/ 0 h 1978172"/>
              <a:gd name="connsiteX0-1551" fmla="*/ 0 w 10768629"/>
              <a:gd name="connsiteY0-1552" fmla="*/ 0 h 1978172"/>
              <a:gd name="connsiteX1-1553" fmla="*/ 10768629 w 10768629"/>
              <a:gd name="connsiteY1-1554" fmla="*/ 0 h 1978172"/>
              <a:gd name="connsiteX2-1555" fmla="*/ 10733254 w 10768629"/>
              <a:gd name="connsiteY2-1556" fmla="*/ 31439 h 1978172"/>
              <a:gd name="connsiteX3-1557" fmla="*/ 10727085 w 10768629"/>
              <a:gd name="connsiteY3-1558" fmla="*/ 37910 h 1978172"/>
              <a:gd name="connsiteX4-1559" fmla="*/ 10675953 w 10768629"/>
              <a:gd name="connsiteY4-1560" fmla="*/ 68623 h 1978172"/>
              <a:gd name="connsiteX5-1561" fmla="*/ 10637091 w 10768629"/>
              <a:gd name="connsiteY5-1562" fmla="*/ 90361 h 1978172"/>
              <a:gd name="connsiteX6-1563" fmla="*/ 10610971 w 10768629"/>
              <a:gd name="connsiteY6-1564" fmla="*/ 110764 h 1978172"/>
              <a:gd name="connsiteX7-1565" fmla="*/ 10532872 w 10768629"/>
              <a:gd name="connsiteY7-1566" fmla="*/ 138028 h 1978172"/>
              <a:gd name="connsiteX8-1567" fmla="*/ 10398558 w 10768629"/>
              <a:gd name="connsiteY8-1568" fmla="*/ 172911 h 1978172"/>
              <a:gd name="connsiteX9-1569" fmla="*/ 10371128 w 10768629"/>
              <a:gd name="connsiteY9-1570" fmla="*/ 182609 h 1978172"/>
              <a:gd name="connsiteX10-1571" fmla="*/ 10352178 w 10768629"/>
              <a:gd name="connsiteY10-1572" fmla="*/ 199976 h 1978172"/>
              <a:gd name="connsiteX11-1573" fmla="*/ 10351815 w 10768629"/>
              <a:gd name="connsiteY11-1574" fmla="*/ 211879 h 1978172"/>
              <a:gd name="connsiteX12-1575" fmla="*/ 10337471 w 10768629"/>
              <a:gd name="connsiteY12-1576" fmla="*/ 218661 h 1978172"/>
              <a:gd name="connsiteX13-1577" fmla="*/ 10334625 w 10768629"/>
              <a:gd name="connsiteY13-1578" fmla="*/ 222351 h 1978172"/>
              <a:gd name="connsiteX14-1579" fmla="*/ 10256365 w 10768629"/>
              <a:gd name="connsiteY14-1580" fmla="*/ 235917 h 1978172"/>
              <a:gd name="connsiteX15-1581" fmla="*/ 10201127 w 10768629"/>
              <a:gd name="connsiteY15-1582" fmla="*/ 267448 h 1978172"/>
              <a:gd name="connsiteX16-1583" fmla="*/ 9961218 w 10768629"/>
              <a:gd name="connsiteY16-1584" fmla="*/ 326720 h 1978172"/>
              <a:gd name="connsiteX17-1585" fmla="*/ 9859715 w 10768629"/>
              <a:gd name="connsiteY17-1586" fmla="*/ 355698 h 1978172"/>
              <a:gd name="connsiteX18-1587" fmla="*/ 9679867 w 10768629"/>
              <a:gd name="connsiteY18-1588" fmla="*/ 399081 h 1978172"/>
              <a:gd name="connsiteX19-1589" fmla="*/ 9490654 w 10768629"/>
              <a:gd name="connsiteY19-1590" fmla="*/ 455225 h 1978172"/>
              <a:gd name="connsiteX20-1591" fmla="*/ 9470837 w 10768629"/>
              <a:gd name="connsiteY20-1592" fmla="*/ 452539 h 1978172"/>
              <a:gd name="connsiteX21-1593" fmla="*/ 9469082 w 10768629"/>
              <a:gd name="connsiteY21-1594" fmla="*/ 454891 h 1978172"/>
              <a:gd name="connsiteX22-1595" fmla="*/ 9448038 w 10768629"/>
              <a:gd name="connsiteY22-1596" fmla="*/ 459733 h 1978172"/>
              <a:gd name="connsiteX23-1597" fmla="*/ 9396821 w 10768629"/>
              <a:gd name="connsiteY23-1598" fmla="*/ 455795 h 1978172"/>
              <a:gd name="connsiteX24-1599" fmla="*/ 9392197 w 10768629"/>
              <a:gd name="connsiteY24-1600" fmla="*/ 459796 h 1978172"/>
              <a:gd name="connsiteX25-1601" fmla="*/ 9347994 w 10768629"/>
              <a:gd name="connsiteY25-1602" fmla="*/ 464462 h 1978172"/>
              <a:gd name="connsiteX26-1603" fmla="*/ 9347889 w 10768629"/>
              <a:gd name="connsiteY26-1604" fmla="*/ 466539 h 1978172"/>
              <a:gd name="connsiteX27-1605" fmla="*/ 9337639 w 10768629"/>
              <a:gd name="connsiteY27-1606" fmla="*/ 476654 h 1978172"/>
              <a:gd name="connsiteX28-1607" fmla="*/ 9316893 w 10768629"/>
              <a:gd name="connsiteY28-1608" fmla="*/ 491390 h 1978172"/>
              <a:gd name="connsiteX29-1609" fmla="*/ 9229283 w 10768629"/>
              <a:gd name="connsiteY29-1610" fmla="*/ 555377 h 1978172"/>
              <a:gd name="connsiteX30-1611" fmla="*/ 9220274 w 10768629"/>
              <a:gd name="connsiteY30-1612" fmla="*/ 557502 h 1978172"/>
              <a:gd name="connsiteX31-1613" fmla="*/ 9220202 w 10768629"/>
              <a:gd name="connsiteY31-1614" fmla="*/ 558001 h 1978172"/>
              <a:gd name="connsiteX32-1615" fmla="*/ 9210908 w 10768629"/>
              <a:gd name="connsiteY32-1616" fmla="*/ 561147 h 1978172"/>
              <a:gd name="connsiteX33-1617" fmla="*/ 9186374 w 10768629"/>
              <a:gd name="connsiteY33-1618" fmla="*/ 565502 h 1978172"/>
              <a:gd name="connsiteX34-1619" fmla="*/ 9181058 w 10768629"/>
              <a:gd name="connsiteY34-1620" fmla="*/ 569943 h 1978172"/>
              <a:gd name="connsiteX35-1621" fmla="*/ 9179948 w 10768629"/>
              <a:gd name="connsiteY35-1622" fmla="*/ 576062 h 1978172"/>
              <a:gd name="connsiteX36-1623" fmla="*/ 9149110 w 10768629"/>
              <a:gd name="connsiteY36-1624" fmla="*/ 598906 h 1978172"/>
              <a:gd name="connsiteX37-1625" fmla="*/ 9078556 w 10768629"/>
              <a:gd name="connsiteY37-1626" fmla="*/ 644039 h 1978172"/>
              <a:gd name="connsiteX38-1627" fmla="*/ 8996399 w 10768629"/>
              <a:gd name="connsiteY38-1628" fmla="*/ 690055 h 1978172"/>
              <a:gd name="connsiteX39-1629" fmla="*/ 8803791 w 10768629"/>
              <a:gd name="connsiteY39-1630" fmla="*/ 813860 h 1978172"/>
              <a:gd name="connsiteX40-1631" fmla="*/ 8636202 w 10768629"/>
              <a:gd name="connsiteY40-1632" fmla="*/ 848463 h 1978172"/>
              <a:gd name="connsiteX41-1633" fmla="*/ 8555372 w 10768629"/>
              <a:gd name="connsiteY41-1634" fmla="*/ 883171 h 1978172"/>
              <a:gd name="connsiteX42-1635" fmla="*/ 8507229 w 10768629"/>
              <a:gd name="connsiteY42-1636" fmla="*/ 901665 h 1978172"/>
              <a:gd name="connsiteX43-1637" fmla="*/ 8428473 w 10768629"/>
              <a:gd name="connsiteY43-1638" fmla="*/ 927985 h 1978172"/>
              <a:gd name="connsiteX44-1639" fmla="*/ 8427914 w 10768629"/>
              <a:gd name="connsiteY44-1640" fmla="*/ 933480 h 1978172"/>
              <a:gd name="connsiteX45-1641" fmla="*/ 8420327 w 10768629"/>
              <a:gd name="connsiteY45-1642" fmla="*/ 941984 h 1978172"/>
              <a:gd name="connsiteX46-1643" fmla="*/ 8407128 w 10768629"/>
              <a:gd name="connsiteY46-1644" fmla="*/ 961344 h 1978172"/>
              <a:gd name="connsiteX47-1645" fmla="*/ 8380548 w 10768629"/>
              <a:gd name="connsiteY47-1646" fmla="*/ 987916 h 1978172"/>
              <a:gd name="connsiteX48-1647" fmla="*/ 8379462 w 10768629"/>
              <a:gd name="connsiteY48-1648" fmla="*/ 987106 h 1978172"/>
              <a:gd name="connsiteX49-1649" fmla="*/ 8369725 w 10768629"/>
              <a:gd name="connsiteY49-1650" fmla="*/ 989186 h 1978172"/>
              <a:gd name="connsiteX50-1651" fmla="*/ 8304438 w 10768629"/>
              <a:gd name="connsiteY50-1652" fmla="*/ 996739 h 1978172"/>
              <a:gd name="connsiteX51-1653" fmla="*/ 8280929 w 10768629"/>
              <a:gd name="connsiteY51-1654" fmla="*/ 1023089 h 1978172"/>
              <a:gd name="connsiteX52-1655" fmla="*/ 8275760 w 10768629"/>
              <a:gd name="connsiteY52-1656" fmla="*/ 1027772 h 1978172"/>
              <a:gd name="connsiteX53-1657" fmla="*/ 8275478 w 10768629"/>
              <a:gd name="connsiteY53-1658" fmla="*/ 1027605 h 1978172"/>
              <a:gd name="connsiteX54-1659" fmla="*/ 8269666 w 10768629"/>
              <a:gd name="connsiteY54-1660" fmla="*/ 1032033 h 1978172"/>
              <a:gd name="connsiteX55-1661" fmla="*/ 8203836 w 10768629"/>
              <a:gd name="connsiteY55-1662" fmla="*/ 1037347 h 1978172"/>
              <a:gd name="connsiteX56-1663" fmla="*/ 8122936 w 10768629"/>
              <a:gd name="connsiteY56-1664" fmla="*/ 1063113 h 1978172"/>
              <a:gd name="connsiteX57-1665" fmla="*/ 8043658 w 10768629"/>
              <a:gd name="connsiteY57-1666" fmla="*/ 1092746 h 1978172"/>
              <a:gd name="connsiteX58-1667" fmla="*/ 8015351 w 10768629"/>
              <a:gd name="connsiteY58-1668" fmla="*/ 1105478 h 1978172"/>
              <a:gd name="connsiteX59-1669" fmla="*/ 7963145 w 10768629"/>
              <a:gd name="connsiteY59-1670" fmla="*/ 1119346 h 1978172"/>
              <a:gd name="connsiteX60-1671" fmla="*/ 7938145 w 10768629"/>
              <a:gd name="connsiteY60-1672" fmla="*/ 1120225 h 1978172"/>
              <a:gd name="connsiteX61-1673" fmla="*/ 7937238 w 10768629"/>
              <a:gd name="connsiteY61-1674" fmla="*/ 1121204 h 1978172"/>
              <a:gd name="connsiteX62-1675" fmla="*/ 7934398 w 10768629"/>
              <a:gd name="connsiteY62-1676" fmla="*/ 1118240 h 1978172"/>
              <a:gd name="connsiteX63-1677" fmla="*/ 7918248 w 10768629"/>
              <a:gd name="connsiteY63-1678" fmla="*/ 1124371 h 1978172"/>
              <a:gd name="connsiteX64-1679" fmla="*/ 7914119 w 10768629"/>
              <a:gd name="connsiteY64-1680" fmla="*/ 1127653 h 1978172"/>
              <a:gd name="connsiteX65-1681" fmla="*/ 7907658 w 10768629"/>
              <a:gd name="connsiteY65-1682" fmla="*/ 1130350 h 1978172"/>
              <a:gd name="connsiteX66-1683" fmla="*/ 7907434 w 10768629"/>
              <a:gd name="connsiteY66-1684" fmla="*/ 1130103 h 1978172"/>
              <a:gd name="connsiteX67-1685" fmla="*/ 7901508 w 10768629"/>
              <a:gd name="connsiteY67-1686" fmla="*/ 1133245 h 1978172"/>
              <a:gd name="connsiteX68-1687" fmla="*/ 7873287 w 10768629"/>
              <a:gd name="connsiteY68-1688" fmla="*/ 1152609 h 1978172"/>
              <a:gd name="connsiteX69-1689" fmla="*/ 7834833 w 10768629"/>
              <a:gd name="connsiteY69-1690" fmla="*/ 1153868 h 1978172"/>
              <a:gd name="connsiteX70-1691" fmla="*/ 7828661 w 10768629"/>
              <a:gd name="connsiteY70-1692" fmla="*/ 1139994 h 1978172"/>
              <a:gd name="connsiteX71-1693" fmla="*/ 7823966 w 10768629"/>
              <a:gd name="connsiteY71-1694" fmla="*/ 1143178 h 1978172"/>
              <a:gd name="connsiteX72-1695" fmla="*/ 7815078 w 10768629"/>
              <a:gd name="connsiteY72-1696" fmla="*/ 1151776 h 1978172"/>
              <a:gd name="connsiteX73-1697" fmla="*/ 7812026 w 10768629"/>
              <a:gd name="connsiteY73-1698" fmla="*/ 1151522 h 1978172"/>
              <a:gd name="connsiteX74-1699" fmla="*/ 7782249 w 10768629"/>
              <a:gd name="connsiteY74-1700" fmla="*/ 1160970 h 1978172"/>
              <a:gd name="connsiteX75-1701" fmla="*/ 7773476 w 10768629"/>
              <a:gd name="connsiteY75-1702" fmla="*/ 1157414 h 1978172"/>
              <a:gd name="connsiteX76-1703" fmla="*/ 7769600 w 10768629"/>
              <a:gd name="connsiteY76-1704" fmla="*/ 1157365 h 1978172"/>
              <a:gd name="connsiteX77-1705" fmla="*/ 7752631 w 10768629"/>
              <a:gd name="connsiteY77-1706" fmla="*/ 1172815 h 1978172"/>
              <a:gd name="connsiteX78-1707" fmla="*/ 7743525 w 10768629"/>
              <a:gd name="connsiteY78-1708" fmla="*/ 1179064 h 1978172"/>
              <a:gd name="connsiteX79-1709" fmla="*/ 7685942 w 10768629"/>
              <a:gd name="connsiteY79-1710" fmla="*/ 1233723 h 1978172"/>
              <a:gd name="connsiteX80-1711" fmla="*/ 7586920 w 10768629"/>
              <a:gd name="connsiteY80-1712" fmla="*/ 1261888 h 1978172"/>
              <a:gd name="connsiteX81-1713" fmla="*/ 7486100 w 10768629"/>
              <a:gd name="connsiteY81-1714" fmla="*/ 1292563 h 1978172"/>
              <a:gd name="connsiteX82-1715" fmla="*/ 7407190 w 10768629"/>
              <a:gd name="connsiteY82-1716" fmla="*/ 1314737 h 1978172"/>
              <a:gd name="connsiteX83-1717" fmla="*/ 7240698 w 10768629"/>
              <a:gd name="connsiteY83-1718" fmla="*/ 1438832 h 1978172"/>
              <a:gd name="connsiteX84-1719" fmla="*/ 7197675 w 10768629"/>
              <a:gd name="connsiteY84-1720" fmla="*/ 1447530 h 1978172"/>
              <a:gd name="connsiteX85-1721" fmla="*/ 7164788 w 10768629"/>
              <a:gd name="connsiteY85-1722" fmla="*/ 1480293 h 1978172"/>
              <a:gd name="connsiteX86-1723" fmla="*/ 7147929 w 10768629"/>
              <a:gd name="connsiteY86-1724" fmla="*/ 1477641 h 1978172"/>
              <a:gd name="connsiteX87-1725" fmla="*/ 7144965 w 10768629"/>
              <a:gd name="connsiteY87-1726" fmla="*/ 1476908 h 1978172"/>
              <a:gd name="connsiteX88-1727" fmla="*/ 7134299 w 10768629"/>
              <a:gd name="connsiteY88-1728" fmla="*/ 1479969 h 1978172"/>
              <a:gd name="connsiteX89-1729" fmla="*/ 7129809 w 10768629"/>
              <a:gd name="connsiteY89-1730" fmla="*/ 1473339 h 1978172"/>
              <a:gd name="connsiteX90-1731" fmla="*/ 7112688 w 10768629"/>
              <a:gd name="connsiteY90-1732" fmla="*/ 1472575 h 1978172"/>
              <a:gd name="connsiteX91-1733" fmla="*/ 7093470 w 10768629"/>
              <a:gd name="connsiteY91-1734" fmla="*/ 1480300 h 1978172"/>
              <a:gd name="connsiteX92-1735" fmla="*/ 7025034 w 10768629"/>
              <a:gd name="connsiteY92-1736" fmla="*/ 1506934 h 1978172"/>
              <a:gd name="connsiteX93-1737" fmla="*/ 7014783 w 10768629"/>
              <a:gd name="connsiteY93-1738" fmla="*/ 1515868 h 1978172"/>
              <a:gd name="connsiteX94-1739" fmla="*/ 6979706 w 10768629"/>
              <a:gd name="connsiteY94-1740" fmla="*/ 1523511 h 1978172"/>
              <a:gd name="connsiteX95-1741" fmla="*/ 6977890 w 10768629"/>
              <a:gd name="connsiteY95-1742" fmla="*/ 1525793 h 1978172"/>
              <a:gd name="connsiteX96-1743" fmla="*/ 6944339 w 10768629"/>
              <a:gd name="connsiteY96-1744" fmla="*/ 1536237 h 1978172"/>
              <a:gd name="connsiteX97-1745" fmla="*/ 6886996 w 10768629"/>
              <a:gd name="connsiteY97-1746" fmla="*/ 1563569 h 1978172"/>
              <a:gd name="connsiteX98-1747" fmla="*/ 6874510 w 10768629"/>
              <a:gd name="connsiteY98-1748" fmla="*/ 1558469 h 1978172"/>
              <a:gd name="connsiteX99-1749" fmla="*/ 6871943 w 10768629"/>
              <a:gd name="connsiteY99-1750" fmla="*/ 1554651 h 1978172"/>
              <a:gd name="connsiteX100-1751" fmla="*/ 6856174 w 10768629"/>
              <a:gd name="connsiteY100-1752" fmla="*/ 1562024 h 1978172"/>
              <a:gd name="connsiteX101-1753" fmla="*/ 6842321 w 10768629"/>
              <a:gd name="connsiteY101-1754" fmla="*/ 1560554 h 1978172"/>
              <a:gd name="connsiteX102-1755" fmla="*/ 6832713 w 10768629"/>
              <a:gd name="connsiteY102-1756" fmla="*/ 1569357 h 1978172"/>
              <a:gd name="connsiteX103-1757" fmla="*/ 6816351 w 10768629"/>
              <a:gd name="connsiteY103-1758" fmla="*/ 1571495 h 1978172"/>
              <a:gd name="connsiteX104-1759" fmla="*/ 6795800 w 10768629"/>
              <a:gd name="connsiteY104-1760" fmla="*/ 1572010 h 1978172"/>
              <a:gd name="connsiteX105-1761" fmla="*/ 6777546 w 10768629"/>
              <a:gd name="connsiteY105-1762" fmla="*/ 1568661 h 1978172"/>
              <a:gd name="connsiteX106-1763" fmla="*/ 6751528 w 10768629"/>
              <a:gd name="connsiteY106-1764" fmla="*/ 1574143 h 1978172"/>
              <a:gd name="connsiteX107-1765" fmla="*/ 6691966 w 10768629"/>
              <a:gd name="connsiteY107-1766" fmla="*/ 1582255 h 1978172"/>
              <a:gd name="connsiteX108-1767" fmla="*/ 6646941 w 10768629"/>
              <a:gd name="connsiteY108-1768" fmla="*/ 1588471 h 1978172"/>
              <a:gd name="connsiteX109-1769" fmla="*/ 6568576 w 10768629"/>
              <a:gd name="connsiteY109-1770" fmla="*/ 1606488 h 1978172"/>
              <a:gd name="connsiteX110-1771" fmla="*/ 6554358 w 10768629"/>
              <a:gd name="connsiteY110-1772" fmla="*/ 1621701 h 1978172"/>
              <a:gd name="connsiteX111-1773" fmla="*/ 6516968 w 10768629"/>
              <a:gd name="connsiteY111-1774" fmla="*/ 1617195 h 1978172"/>
              <a:gd name="connsiteX112-1775" fmla="*/ 6506479 w 10768629"/>
              <a:gd name="connsiteY112-1776" fmla="*/ 1602227 h 1978172"/>
              <a:gd name="connsiteX113-1777" fmla="*/ 6458436 w 10768629"/>
              <a:gd name="connsiteY113-1778" fmla="*/ 1607332 h 1978172"/>
              <a:gd name="connsiteX114-1779" fmla="*/ 6414786 w 10768629"/>
              <a:gd name="connsiteY114-1780" fmla="*/ 1628815 h 1978172"/>
              <a:gd name="connsiteX115-1781" fmla="*/ 6357085 w 10768629"/>
              <a:gd name="connsiteY115-1782" fmla="*/ 1640846 h 1978172"/>
              <a:gd name="connsiteX116-1783" fmla="*/ 6322636 w 10768629"/>
              <a:gd name="connsiteY116-1784" fmla="*/ 1648213 h 1978172"/>
              <a:gd name="connsiteX117-1785" fmla="*/ 6226172 w 10768629"/>
              <a:gd name="connsiteY117-1786" fmla="*/ 1654676 h 1978172"/>
              <a:gd name="connsiteX118-1787" fmla="*/ 6221217 w 10768629"/>
              <a:gd name="connsiteY118-1788" fmla="*/ 1654506 h 1978172"/>
              <a:gd name="connsiteX119-1789" fmla="*/ 6204956 w 10768629"/>
              <a:gd name="connsiteY119-1790" fmla="*/ 1664280 h 1978172"/>
              <a:gd name="connsiteX120-1791" fmla="*/ 6204270 w 10768629"/>
              <a:gd name="connsiteY120-1792" fmla="*/ 1666782 h 1978172"/>
              <a:gd name="connsiteX121-1793" fmla="*/ 6143810 w 10768629"/>
              <a:gd name="connsiteY121-1794" fmla="*/ 1661963 h 1978172"/>
              <a:gd name="connsiteX122-1795" fmla="*/ 6136560 w 10768629"/>
              <a:gd name="connsiteY122-1796" fmla="*/ 1665728 h 1978172"/>
              <a:gd name="connsiteX123-1797" fmla="*/ 6096155 w 10768629"/>
              <a:gd name="connsiteY123-1798" fmla="*/ 1656951 h 1978172"/>
              <a:gd name="connsiteX124-1799" fmla="*/ 6075812 w 10768629"/>
              <a:gd name="connsiteY124-1800" fmla="*/ 1655422 h 1978172"/>
              <a:gd name="connsiteX125-1801" fmla="*/ 6039495 w 10768629"/>
              <a:gd name="connsiteY125-1802" fmla="*/ 1649680 h 1978172"/>
              <a:gd name="connsiteX126-1803" fmla="*/ 6036523 w 10768629"/>
              <a:gd name="connsiteY126-1804" fmla="*/ 1652121 h 1978172"/>
              <a:gd name="connsiteX127-1805" fmla="*/ 6029328 w 10768629"/>
              <a:gd name="connsiteY127-1806" fmla="*/ 1649904 h 1978172"/>
              <a:gd name="connsiteX128-1807" fmla="*/ 6024075 w 10768629"/>
              <a:gd name="connsiteY128-1808" fmla="*/ 1652779 h 1978172"/>
              <a:gd name="connsiteX129-1809" fmla="*/ 6018085 w 10768629"/>
              <a:gd name="connsiteY129-1810" fmla="*/ 1652030 h 1978172"/>
              <a:gd name="connsiteX130-1811" fmla="*/ 5955513 w 10768629"/>
              <a:gd name="connsiteY130-1812" fmla="*/ 1663584 h 1978172"/>
              <a:gd name="connsiteX131-1813" fmla="*/ 5941996 w 10768629"/>
              <a:gd name="connsiteY131-1814" fmla="*/ 1661326 h 1978172"/>
              <a:gd name="connsiteX132-1815" fmla="*/ 5931789 w 10768629"/>
              <a:gd name="connsiteY132-1816" fmla="*/ 1669915 h 1978172"/>
              <a:gd name="connsiteX133-1817" fmla="*/ 5888686 w 10768629"/>
              <a:gd name="connsiteY133-1818" fmla="*/ 1672175 h 1978172"/>
              <a:gd name="connsiteX134-1819" fmla="*/ 5873794 w 10768629"/>
              <a:gd name="connsiteY134-1820" fmla="*/ 1665454 h 1978172"/>
              <a:gd name="connsiteX135-1821" fmla="*/ 5860022 w 10768629"/>
              <a:gd name="connsiteY135-1822" fmla="*/ 1660635 h 1978172"/>
              <a:gd name="connsiteX136-1823" fmla="*/ 5858237 w 10768629"/>
              <a:gd name="connsiteY136-1824" fmla="*/ 1660649 h 1978172"/>
              <a:gd name="connsiteX137-1825" fmla="*/ 5840319 w 10768629"/>
              <a:gd name="connsiteY137-1826" fmla="*/ 1660798 h 1978172"/>
              <a:gd name="connsiteX138-1827" fmla="*/ 5806984 w 10768629"/>
              <a:gd name="connsiteY138-1828" fmla="*/ 1661075 h 1978172"/>
              <a:gd name="connsiteX139-1829" fmla="*/ 5742351 w 10768629"/>
              <a:gd name="connsiteY139-1830" fmla="*/ 1667489 h 1978172"/>
              <a:gd name="connsiteX140-1831" fmla="*/ 5521171 w 10768629"/>
              <a:gd name="connsiteY140-1832" fmla="*/ 1671626 h 1978172"/>
              <a:gd name="connsiteX141-1833" fmla="*/ 5457384 w 10768629"/>
              <a:gd name="connsiteY141-1834" fmla="*/ 1683952 h 1978172"/>
              <a:gd name="connsiteX142-1835" fmla="*/ 4950070 w 10768629"/>
              <a:gd name="connsiteY142-1836" fmla="*/ 1748401 h 1978172"/>
              <a:gd name="connsiteX143-1837" fmla="*/ 4872172 w 10768629"/>
              <a:gd name="connsiteY143-1838" fmla="*/ 1757222 h 1978172"/>
              <a:gd name="connsiteX144-1839" fmla="*/ 4809524 w 10768629"/>
              <a:gd name="connsiteY144-1840" fmla="*/ 1761033 h 1978172"/>
              <a:gd name="connsiteX145-1841" fmla="*/ 4759058 w 10768629"/>
              <a:gd name="connsiteY145-1842" fmla="*/ 1766533 h 1978172"/>
              <a:gd name="connsiteX146-1843" fmla="*/ 4719749 w 10768629"/>
              <a:gd name="connsiteY146-1844" fmla="*/ 1771811 h 1978172"/>
              <a:gd name="connsiteX147-1845" fmla="*/ 4568686 w 10768629"/>
              <a:gd name="connsiteY147-1846" fmla="*/ 1786141 h 1978172"/>
              <a:gd name="connsiteX148-1847" fmla="*/ 4418751 w 10768629"/>
              <a:gd name="connsiteY148-1848" fmla="*/ 1796932 h 1978172"/>
              <a:gd name="connsiteX149-1849" fmla="*/ 4378377 w 10768629"/>
              <a:gd name="connsiteY149-1850" fmla="*/ 1815528 h 1978172"/>
              <a:gd name="connsiteX150-1851" fmla="*/ 4320575 w 10768629"/>
              <a:gd name="connsiteY150-1852" fmla="*/ 1832722 h 1978172"/>
              <a:gd name="connsiteX151-1853" fmla="*/ 4220200 w 10768629"/>
              <a:gd name="connsiteY151-1854" fmla="*/ 1873173 h 1978172"/>
              <a:gd name="connsiteX152-1855" fmla="*/ 4105361 w 10768629"/>
              <a:gd name="connsiteY152-1856" fmla="*/ 1894711 h 1978172"/>
              <a:gd name="connsiteX153-1857" fmla="*/ 3973223 w 10768629"/>
              <a:gd name="connsiteY153-1858" fmla="*/ 1881015 h 1978172"/>
              <a:gd name="connsiteX154-1859" fmla="*/ 3900992 w 10768629"/>
              <a:gd name="connsiteY154-1860" fmla="*/ 1880603 h 1978172"/>
              <a:gd name="connsiteX155-1861" fmla="*/ 3662119 w 10768629"/>
              <a:gd name="connsiteY155-1862" fmla="*/ 1876289 h 1978172"/>
              <a:gd name="connsiteX156-1863" fmla="*/ 3496919 w 10768629"/>
              <a:gd name="connsiteY156-1864" fmla="*/ 1873180 h 1978172"/>
              <a:gd name="connsiteX157-1865" fmla="*/ 3449433 w 10768629"/>
              <a:gd name="connsiteY157-1866" fmla="*/ 1889681 h 1978172"/>
              <a:gd name="connsiteX158-1867" fmla="*/ 3369766 w 10768629"/>
              <a:gd name="connsiteY158-1868" fmla="*/ 1916653 h 1978172"/>
              <a:gd name="connsiteX159-1869" fmla="*/ 3290336 w 10768629"/>
              <a:gd name="connsiteY159-1870" fmla="*/ 1925039 h 1978172"/>
              <a:gd name="connsiteX160-1871" fmla="*/ 3224897 w 10768629"/>
              <a:gd name="connsiteY160-1872" fmla="*/ 1943733 h 1978172"/>
              <a:gd name="connsiteX161-1873" fmla="*/ 3161463 w 10768629"/>
              <a:gd name="connsiteY161-1874" fmla="*/ 1946591 h 1978172"/>
              <a:gd name="connsiteX162-1875" fmla="*/ 3157504 w 10768629"/>
              <a:gd name="connsiteY162-1876" fmla="*/ 1957276 h 1978172"/>
              <a:gd name="connsiteX163-1877" fmla="*/ 3115176 w 10768629"/>
              <a:gd name="connsiteY163-1878" fmla="*/ 1943459 h 1978172"/>
              <a:gd name="connsiteX164-1879" fmla="*/ 3038835 w 10768629"/>
              <a:gd name="connsiteY164-1880" fmla="*/ 1920210 h 1978172"/>
              <a:gd name="connsiteX165-1881" fmla="*/ 2897201 w 10768629"/>
              <a:gd name="connsiteY165-1882" fmla="*/ 1926772 h 1978172"/>
              <a:gd name="connsiteX166-1883" fmla="*/ 2783891 w 10768629"/>
              <a:gd name="connsiteY166-1884" fmla="*/ 1931749 h 1978172"/>
              <a:gd name="connsiteX167-1885" fmla="*/ 2712447 w 10768629"/>
              <a:gd name="connsiteY167-1886" fmla="*/ 1933044 h 1978172"/>
              <a:gd name="connsiteX168-1887" fmla="*/ 2560151 w 10768629"/>
              <a:gd name="connsiteY168-1888" fmla="*/ 1963609 h 1978172"/>
              <a:gd name="connsiteX169-1889" fmla="*/ 2367221 w 10768629"/>
              <a:gd name="connsiteY169-1890" fmla="*/ 1971884 h 1978172"/>
              <a:gd name="connsiteX170-1891" fmla="*/ 2272130 w 10768629"/>
              <a:gd name="connsiteY170-1892" fmla="*/ 1961162 h 1978172"/>
              <a:gd name="connsiteX171-1893" fmla="*/ 2189404 w 10768629"/>
              <a:gd name="connsiteY171-1894" fmla="*/ 1978172 h 1978172"/>
              <a:gd name="connsiteX172-1895" fmla="*/ 2077704 w 10768629"/>
              <a:gd name="connsiteY172-1896" fmla="*/ 1965002 h 1978172"/>
              <a:gd name="connsiteX173-1897" fmla="*/ 1967996 w 10768629"/>
              <a:gd name="connsiteY173-1898" fmla="*/ 1953187 h 1978172"/>
              <a:gd name="connsiteX174-1899" fmla="*/ 1855805 w 10768629"/>
              <a:gd name="connsiteY174-1900" fmla="*/ 1926082 h 1978172"/>
              <a:gd name="connsiteX175-1901" fmla="*/ 1790957 w 10768629"/>
              <a:gd name="connsiteY175-1902" fmla="*/ 1919460 h 1978172"/>
              <a:gd name="connsiteX176-1903" fmla="*/ 1613978 w 10768629"/>
              <a:gd name="connsiteY176-1904" fmla="*/ 1891581 h 1978172"/>
              <a:gd name="connsiteX177-1905" fmla="*/ 1436831 w 10768629"/>
              <a:gd name="connsiteY177-1906" fmla="*/ 1856201 h 1978172"/>
              <a:gd name="connsiteX178-1907" fmla="*/ 1332568 w 10768629"/>
              <a:gd name="connsiteY178-1908" fmla="*/ 1793149 h 1978172"/>
              <a:gd name="connsiteX179-1909" fmla="*/ 1186881 w 10768629"/>
              <a:gd name="connsiteY179-1910" fmla="*/ 1768613 h 1978172"/>
              <a:gd name="connsiteX180-1911" fmla="*/ 1162595 w 10768629"/>
              <a:gd name="connsiteY180-1912" fmla="*/ 1758337 h 1978172"/>
              <a:gd name="connsiteX181-1913" fmla="*/ 1128523 w 10768629"/>
              <a:gd name="connsiteY181-1914" fmla="*/ 1763621 h 1978172"/>
              <a:gd name="connsiteX182-1915" fmla="*/ 991903 w 10768629"/>
              <a:gd name="connsiteY182-1916" fmla="*/ 1786741 h 1978172"/>
              <a:gd name="connsiteX183-1917" fmla="*/ 883960 w 10768629"/>
              <a:gd name="connsiteY183-1918" fmla="*/ 1822386 h 1978172"/>
              <a:gd name="connsiteX184-1919" fmla="*/ 766531 w 10768629"/>
              <a:gd name="connsiteY184-1920" fmla="*/ 1805053 h 1978172"/>
              <a:gd name="connsiteX185-1921" fmla="*/ 669779 w 10768629"/>
              <a:gd name="connsiteY185-1922" fmla="*/ 1800537 h 1978172"/>
              <a:gd name="connsiteX186-1923" fmla="*/ 523898 w 10768629"/>
              <a:gd name="connsiteY186-1924" fmla="*/ 1811085 h 1978172"/>
              <a:gd name="connsiteX187-1925" fmla="*/ 360251 w 10768629"/>
              <a:gd name="connsiteY187-1926" fmla="*/ 1830735 h 1978172"/>
              <a:gd name="connsiteX188-1927" fmla="*/ 255207 w 10768629"/>
              <a:gd name="connsiteY188-1928" fmla="*/ 1818275 h 1978172"/>
              <a:gd name="connsiteX189-1929" fmla="*/ 101803 w 10768629"/>
              <a:gd name="connsiteY189-1930" fmla="*/ 1870647 h 1978172"/>
              <a:gd name="connsiteX190-1931" fmla="*/ 25397 w 10768629"/>
              <a:gd name="connsiteY190-1932" fmla="*/ 1888443 h 1978172"/>
              <a:gd name="connsiteX191-1933" fmla="*/ 2370 w 10768629"/>
              <a:gd name="connsiteY191-1934" fmla="*/ 1878311 h 1978172"/>
              <a:gd name="connsiteX192-1935" fmla="*/ 0 w 10768629"/>
              <a:gd name="connsiteY192-1936" fmla="*/ 1878785 h 1978172"/>
              <a:gd name="connsiteX193-1937" fmla="*/ 0 w 10768629"/>
              <a:gd name="connsiteY193-1938" fmla="*/ 0 h 1978172"/>
              <a:gd name="connsiteX0-1939" fmla="*/ 0 w 10768629"/>
              <a:gd name="connsiteY0-1940" fmla="*/ 0 h 1978172"/>
              <a:gd name="connsiteX1-1941" fmla="*/ 10768629 w 10768629"/>
              <a:gd name="connsiteY1-1942" fmla="*/ 0 h 1978172"/>
              <a:gd name="connsiteX2-1943" fmla="*/ 10733254 w 10768629"/>
              <a:gd name="connsiteY2-1944" fmla="*/ 31439 h 1978172"/>
              <a:gd name="connsiteX3-1945" fmla="*/ 10727085 w 10768629"/>
              <a:gd name="connsiteY3-1946" fmla="*/ 37910 h 1978172"/>
              <a:gd name="connsiteX4-1947" fmla="*/ 10675953 w 10768629"/>
              <a:gd name="connsiteY4-1948" fmla="*/ 68623 h 1978172"/>
              <a:gd name="connsiteX5-1949" fmla="*/ 10637091 w 10768629"/>
              <a:gd name="connsiteY5-1950" fmla="*/ 90361 h 1978172"/>
              <a:gd name="connsiteX6-1951" fmla="*/ 10610971 w 10768629"/>
              <a:gd name="connsiteY6-1952" fmla="*/ 110764 h 1978172"/>
              <a:gd name="connsiteX7-1953" fmla="*/ 10532872 w 10768629"/>
              <a:gd name="connsiteY7-1954" fmla="*/ 138028 h 1978172"/>
              <a:gd name="connsiteX8-1955" fmla="*/ 10398558 w 10768629"/>
              <a:gd name="connsiteY8-1956" fmla="*/ 172911 h 1978172"/>
              <a:gd name="connsiteX9-1957" fmla="*/ 10371128 w 10768629"/>
              <a:gd name="connsiteY9-1958" fmla="*/ 182609 h 1978172"/>
              <a:gd name="connsiteX10-1959" fmla="*/ 10352178 w 10768629"/>
              <a:gd name="connsiteY10-1960" fmla="*/ 199976 h 1978172"/>
              <a:gd name="connsiteX11-1961" fmla="*/ 10351815 w 10768629"/>
              <a:gd name="connsiteY11-1962" fmla="*/ 211879 h 1978172"/>
              <a:gd name="connsiteX12-1963" fmla="*/ 10337471 w 10768629"/>
              <a:gd name="connsiteY12-1964" fmla="*/ 218661 h 1978172"/>
              <a:gd name="connsiteX13-1965" fmla="*/ 10334625 w 10768629"/>
              <a:gd name="connsiteY13-1966" fmla="*/ 222351 h 1978172"/>
              <a:gd name="connsiteX14-1967" fmla="*/ 10256365 w 10768629"/>
              <a:gd name="connsiteY14-1968" fmla="*/ 235917 h 1978172"/>
              <a:gd name="connsiteX15-1969" fmla="*/ 10201127 w 10768629"/>
              <a:gd name="connsiteY15-1970" fmla="*/ 267448 h 1978172"/>
              <a:gd name="connsiteX16-1971" fmla="*/ 9961218 w 10768629"/>
              <a:gd name="connsiteY16-1972" fmla="*/ 326720 h 1978172"/>
              <a:gd name="connsiteX17-1973" fmla="*/ 9859715 w 10768629"/>
              <a:gd name="connsiteY17-1974" fmla="*/ 355698 h 1978172"/>
              <a:gd name="connsiteX18-1975" fmla="*/ 9679867 w 10768629"/>
              <a:gd name="connsiteY18-1976" fmla="*/ 399081 h 1978172"/>
              <a:gd name="connsiteX19-1977" fmla="*/ 9490654 w 10768629"/>
              <a:gd name="connsiteY19-1978" fmla="*/ 455225 h 1978172"/>
              <a:gd name="connsiteX20-1979" fmla="*/ 9470837 w 10768629"/>
              <a:gd name="connsiteY20-1980" fmla="*/ 452539 h 1978172"/>
              <a:gd name="connsiteX21-1981" fmla="*/ 9469082 w 10768629"/>
              <a:gd name="connsiteY21-1982" fmla="*/ 454891 h 1978172"/>
              <a:gd name="connsiteX22-1983" fmla="*/ 9448038 w 10768629"/>
              <a:gd name="connsiteY22-1984" fmla="*/ 459733 h 1978172"/>
              <a:gd name="connsiteX23-1985" fmla="*/ 9396821 w 10768629"/>
              <a:gd name="connsiteY23-1986" fmla="*/ 455795 h 1978172"/>
              <a:gd name="connsiteX24-1987" fmla="*/ 9392197 w 10768629"/>
              <a:gd name="connsiteY24-1988" fmla="*/ 459796 h 1978172"/>
              <a:gd name="connsiteX25-1989" fmla="*/ 9347994 w 10768629"/>
              <a:gd name="connsiteY25-1990" fmla="*/ 464462 h 1978172"/>
              <a:gd name="connsiteX26-1991" fmla="*/ 9347889 w 10768629"/>
              <a:gd name="connsiteY26-1992" fmla="*/ 466539 h 1978172"/>
              <a:gd name="connsiteX27-1993" fmla="*/ 9337639 w 10768629"/>
              <a:gd name="connsiteY27-1994" fmla="*/ 476654 h 1978172"/>
              <a:gd name="connsiteX28-1995" fmla="*/ 9316893 w 10768629"/>
              <a:gd name="connsiteY28-1996" fmla="*/ 491390 h 1978172"/>
              <a:gd name="connsiteX29-1997" fmla="*/ 9229283 w 10768629"/>
              <a:gd name="connsiteY29-1998" fmla="*/ 555377 h 1978172"/>
              <a:gd name="connsiteX30-1999" fmla="*/ 9220274 w 10768629"/>
              <a:gd name="connsiteY30-2000" fmla="*/ 557502 h 1978172"/>
              <a:gd name="connsiteX31-2001" fmla="*/ 9220202 w 10768629"/>
              <a:gd name="connsiteY31-2002" fmla="*/ 558001 h 1978172"/>
              <a:gd name="connsiteX32-2003" fmla="*/ 9210908 w 10768629"/>
              <a:gd name="connsiteY32-2004" fmla="*/ 561147 h 1978172"/>
              <a:gd name="connsiteX33-2005" fmla="*/ 9186374 w 10768629"/>
              <a:gd name="connsiteY33-2006" fmla="*/ 565502 h 1978172"/>
              <a:gd name="connsiteX34-2007" fmla="*/ 9181058 w 10768629"/>
              <a:gd name="connsiteY34-2008" fmla="*/ 569943 h 1978172"/>
              <a:gd name="connsiteX35-2009" fmla="*/ 9179948 w 10768629"/>
              <a:gd name="connsiteY35-2010" fmla="*/ 576062 h 1978172"/>
              <a:gd name="connsiteX36-2011" fmla="*/ 9149110 w 10768629"/>
              <a:gd name="connsiteY36-2012" fmla="*/ 598906 h 1978172"/>
              <a:gd name="connsiteX37-2013" fmla="*/ 9078556 w 10768629"/>
              <a:gd name="connsiteY37-2014" fmla="*/ 644039 h 1978172"/>
              <a:gd name="connsiteX38-2015" fmla="*/ 8996399 w 10768629"/>
              <a:gd name="connsiteY38-2016" fmla="*/ 690055 h 1978172"/>
              <a:gd name="connsiteX39-2017" fmla="*/ 8803791 w 10768629"/>
              <a:gd name="connsiteY39-2018" fmla="*/ 813860 h 1978172"/>
              <a:gd name="connsiteX40-2019" fmla="*/ 8636202 w 10768629"/>
              <a:gd name="connsiteY40-2020" fmla="*/ 848463 h 1978172"/>
              <a:gd name="connsiteX41-2021" fmla="*/ 8555372 w 10768629"/>
              <a:gd name="connsiteY41-2022" fmla="*/ 883171 h 1978172"/>
              <a:gd name="connsiteX42-2023" fmla="*/ 8507229 w 10768629"/>
              <a:gd name="connsiteY42-2024" fmla="*/ 901665 h 1978172"/>
              <a:gd name="connsiteX43-2025" fmla="*/ 8428473 w 10768629"/>
              <a:gd name="connsiteY43-2026" fmla="*/ 927985 h 1978172"/>
              <a:gd name="connsiteX44-2027" fmla="*/ 8427914 w 10768629"/>
              <a:gd name="connsiteY44-2028" fmla="*/ 933480 h 1978172"/>
              <a:gd name="connsiteX45-2029" fmla="*/ 8420327 w 10768629"/>
              <a:gd name="connsiteY45-2030" fmla="*/ 941984 h 1978172"/>
              <a:gd name="connsiteX46-2031" fmla="*/ 8407128 w 10768629"/>
              <a:gd name="connsiteY46-2032" fmla="*/ 961344 h 1978172"/>
              <a:gd name="connsiteX47-2033" fmla="*/ 8380548 w 10768629"/>
              <a:gd name="connsiteY47-2034" fmla="*/ 987916 h 1978172"/>
              <a:gd name="connsiteX48-2035" fmla="*/ 8379462 w 10768629"/>
              <a:gd name="connsiteY48-2036" fmla="*/ 987106 h 1978172"/>
              <a:gd name="connsiteX49-2037" fmla="*/ 8369725 w 10768629"/>
              <a:gd name="connsiteY49-2038" fmla="*/ 989186 h 1978172"/>
              <a:gd name="connsiteX50-2039" fmla="*/ 8304438 w 10768629"/>
              <a:gd name="connsiteY50-2040" fmla="*/ 996739 h 1978172"/>
              <a:gd name="connsiteX51-2041" fmla="*/ 8280929 w 10768629"/>
              <a:gd name="connsiteY51-2042" fmla="*/ 1023089 h 1978172"/>
              <a:gd name="connsiteX52-2043" fmla="*/ 8275760 w 10768629"/>
              <a:gd name="connsiteY52-2044" fmla="*/ 1027772 h 1978172"/>
              <a:gd name="connsiteX53-2045" fmla="*/ 8275478 w 10768629"/>
              <a:gd name="connsiteY53-2046" fmla="*/ 1027605 h 1978172"/>
              <a:gd name="connsiteX54-2047" fmla="*/ 8269666 w 10768629"/>
              <a:gd name="connsiteY54-2048" fmla="*/ 1032033 h 1978172"/>
              <a:gd name="connsiteX55-2049" fmla="*/ 8203836 w 10768629"/>
              <a:gd name="connsiteY55-2050" fmla="*/ 1037347 h 1978172"/>
              <a:gd name="connsiteX56-2051" fmla="*/ 8122936 w 10768629"/>
              <a:gd name="connsiteY56-2052" fmla="*/ 1063113 h 1978172"/>
              <a:gd name="connsiteX57-2053" fmla="*/ 8043658 w 10768629"/>
              <a:gd name="connsiteY57-2054" fmla="*/ 1092746 h 1978172"/>
              <a:gd name="connsiteX58-2055" fmla="*/ 8015351 w 10768629"/>
              <a:gd name="connsiteY58-2056" fmla="*/ 1105478 h 1978172"/>
              <a:gd name="connsiteX59-2057" fmla="*/ 7963145 w 10768629"/>
              <a:gd name="connsiteY59-2058" fmla="*/ 1119346 h 1978172"/>
              <a:gd name="connsiteX60-2059" fmla="*/ 7938145 w 10768629"/>
              <a:gd name="connsiteY60-2060" fmla="*/ 1120225 h 1978172"/>
              <a:gd name="connsiteX61-2061" fmla="*/ 7937238 w 10768629"/>
              <a:gd name="connsiteY61-2062" fmla="*/ 1121204 h 1978172"/>
              <a:gd name="connsiteX62-2063" fmla="*/ 7934398 w 10768629"/>
              <a:gd name="connsiteY62-2064" fmla="*/ 1118240 h 1978172"/>
              <a:gd name="connsiteX63-2065" fmla="*/ 7918248 w 10768629"/>
              <a:gd name="connsiteY63-2066" fmla="*/ 1124371 h 1978172"/>
              <a:gd name="connsiteX64-2067" fmla="*/ 7914119 w 10768629"/>
              <a:gd name="connsiteY64-2068" fmla="*/ 1127653 h 1978172"/>
              <a:gd name="connsiteX65-2069" fmla="*/ 7907658 w 10768629"/>
              <a:gd name="connsiteY65-2070" fmla="*/ 1130350 h 1978172"/>
              <a:gd name="connsiteX66-2071" fmla="*/ 7907434 w 10768629"/>
              <a:gd name="connsiteY66-2072" fmla="*/ 1130103 h 1978172"/>
              <a:gd name="connsiteX67-2073" fmla="*/ 7901508 w 10768629"/>
              <a:gd name="connsiteY67-2074" fmla="*/ 1133245 h 1978172"/>
              <a:gd name="connsiteX68-2075" fmla="*/ 7873287 w 10768629"/>
              <a:gd name="connsiteY68-2076" fmla="*/ 1152609 h 1978172"/>
              <a:gd name="connsiteX69-2077" fmla="*/ 7834833 w 10768629"/>
              <a:gd name="connsiteY69-2078" fmla="*/ 1153868 h 1978172"/>
              <a:gd name="connsiteX70-2079" fmla="*/ 7828661 w 10768629"/>
              <a:gd name="connsiteY70-2080" fmla="*/ 1139994 h 1978172"/>
              <a:gd name="connsiteX71-2081" fmla="*/ 7823966 w 10768629"/>
              <a:gd name="connsiteY71-2082" fmla="*/ 1143178 h 1978172"/>
              <a:gd name="connsiteX72-2083" fmla="*/ 7815078 w 10768629"/>
              <a:gd name="connsiteY72-2084" fmla="*/ 1151776 h 1978172"/>
              <a:gd name="connsiteX73-2085" fmla="*/ 7812026 w 10768629"/>
              <a:gd name="connsiteY73-2086" fmla="*/ 1151522 h 1978172"/>
              <a:gd name="connsiteX74-2087" fmla="*/ 7782249 w 10768629"/>
              <a:gd name="connsiteY74-2088" fmla="*/ 1160970 h 1978172"/>
              <a:gd name="connsiteX75-2089" fmla="*/ 7773476 w 10768629"/>
              <a:gd name="connsiteY75-2090" fmla="*/ 1157414 h 1978172"/>
              <a:gd name="connsiteX76-2091" fmla="*/ 7769600 w 10768629"/>
              <a:gd name="connsiteY76-2092" fmla="*/ 1157365 h 1978172"/>
              <a:gd name="connsiteX77-2093" fmla="*/ 7752631 w 10768629"/>
              <a:gd name="connsiteY77-2094" fmla="*/ 1172815 h 1978172"/>
              <a:gd name="connsiteX78-2095" fmla="*/ 7743525 w 10768629"/>
              <a:gd name="connsiteY78-2096" fmla="*/ 1179064 h 1978172"/>
              <a:gd name="connsiteX79-2097" fmla="*/ 7685942 w 10768629"/>
              <a:gd name="connsiteY79-2098" fmla="*/ 1233723 h 1978172"/>
              <a:gd name="connsiteX80-2099" fmla="*/ 7586920 w 10768629"/>
              <a:gd name="connsiteY80-2100" fmla="*/ 1261888 h 1978172"/>
              <a:gd name="connsiteX81-2101" fmla="*/ 7486100 w 10768629"/>
              <a:gd name="connsiteY81-2102" fmla="*/ 1292563 h 1978172"/>
              <a:gd name="connsiteX82-2103" fmla="*/ 7407190 w 10768629"/>
              <a:gd name="connsiteY82-2104" fmla="*/ 1314737 h 1978172"/>
              <a:gd name="connsiteX83-2105" fmla="*/ 7240698 w 10768629"/>
              <a:gd name="connsiteY83-2106" fmla="*/ 1438832 h 1978172"/>
              <a:gd name="connsiteX84-2107" fmla="*/ 7197675 w 10768629"/>
              <a:gd name="connsiteY84-2108" fmla="*/ 1447530 h 1978172"/>
              <a:gd name="connsiteX85-2109" fmla="*/ 7164788 w 10768629"/>
              <a:gd name="connsiteY85-2110" fmla="*/ 1480293 h 1978172"/>
              <a:gd name="connsiteX86-2111" fmla="*/ 7147929 w 10768629"/>
              <a:gd name="connsiteY86-2112" fmla="*/ 1477641 h 1978172"/>
              <a:gd name="connsiteX87-2113" fmla="*/ 7144965 w 10768629"/>
              <a:gd name="connsiteY87-2114" fmla="*/ 1476908 h 1978172"/>
              <a:gd name="connsiteX88-2115" fmla="*/ 7134299 w 10768629"/>
              <a:gd name="connsiteY88-2116" fmla="*/ 1479969 h 1978172"/>
              <a:gd name="connsiteX89-2117" fmla="*/ 7129809 w 10768629"/>
              <a:gd name="connsiteY89-2118" fmla="*/ 1473339 h 1978172"/>
              <a:gd name="connsiteX90-2119" fmla="*/ 7112688 w 10768629"/>
              <a:gd name="connsiteY90-2120" fmla="*/ 1472575 h 1978172"/>
              <a:gd name="connsiteX91-2121" fmla="*/ 7093470 w 10768629"/>
              <a:gd name="connsiteY91-2122" fmla="*/ 1480300 h 1978172"/>
              <a:gd name="connsiteX92-2123" fmla="*/ 7025034 w 10768629"/>
              <a:gd name="connsiteY92-2124" fmla="*/ 1506934 h 1978172"/>
              <a:gd name="connsiteX93-2125" fmla="*/ 7014783 w 10768629"/>
              <a:gd name="connsiteY93-2126" fmla="*/ 1515868 h 1978172"/>
              <a:gd name="connsiteX94-2127" fmla="*/ 6979706 w 10768629"/>
              <a:gd name="connsiteY94-2128" fmla="*/ 1523511 h 1978172"/>
              <a:gd name="connsiteX95-2129" fmla="*/ 6977890 w 10768629"/>
              <a:gd name="connsiteY95-2130" fmla="*/ 1525793 h 1978172"/>
              <a:gd name="connsiteX96-2131" fmla="*/ 6944339 w 10768629"/>
              <a:gd name="connsiteY96-2132" fmla="*/ 1536237 h 1978172"/>
              <a:gd name="connsiteX97-2133" fmla="*/ 6886996 w 10768629"/>
              <a:gd name="connsiteY97-2134" fmla="*/ 1563569 h 1978172"/>
              <a:gd name="connsiteX98-2135" fmla="*/ 6874510 w 10768629"/>
              <a:gd name="connsiteY98-2136" fmla="*/ 1558469 h 1978172"/>
              <a:gd name="connsiteX99-2137" fmla="*/ 6871943 w 10768629"/>
              <a:gd name="connsiteY99-2138" fmla="*/ 1554651 h 1978172"/>
              <a:gd name="connsiteX100-2139" fmla="*/ 6856174 w 10768629"/>
              <a:gd name="connsiteY100-2140" fmla="*/ 1562024 h 1978172"/>
              <a:gd name="connsiteX101-2141" fmla="*/ 6842321 w 10768629"/>
              <a:gd name="connsiteY101-2142" fmla="*/ 1560554 h 1978172"/>
              <a:gd name="connsiteX102-2143" fmla="*/ 6832713 w 10768629"/>
              <a:gd name="connsiteY102-2144" fmla="*/ 1569357 h 1978172"/>
              <a:gd name="connsiteX103-2145" fmla="*/ 6816351 w 10768629"/>
              <a:gd name="connsiteY103-2146" fmla="*/ 1571495 h 1978172"/>
              <a:gd name="connsiteX104-2147" fmla="*/ 6795800 w 10768629"/>
              <a:gd name="connsiteY104-2148" fmla="*/ 1572010 h 1978172"/>
              <a:gd name="connsiteX105-2149" fmla="*/ 6777546 w 10768629"/>
              <a:gd name="connsiteY105-2150" fmla="*/ 1568661 h 1978172"/>
              <a:gd name="connsiteX106-2151" fmla="*/ 6751528 w 10768629"/>
              <a:gd name="connsiteY106-2152" fmla="*/ 1574143 h 1978172"/>
              <a:gd name="connsiteX107-2153" fmla="*/ 6691966 w 10768629"/>
              <a:gd name="connsiteY107-2154" fmla="*/ 1582255 h 1978172"/>
              <a:gd name="connsiteX108-2155" fmla="*/ 6646941 w 10768629"/>
              <a:gd name="connsiteY108-2156" fmla="*/ 1588471 h 1978172"/>
              <a:gd name="connsiteX109-2157" fmla="*/ 6568576 w 10768629"/>
              <a:gd name="connsiteY109-2158" fmla="*/ 1606488 h 1978172"/>
              <a:gd name="connsiteX110-2159" fmla="*/ 6554358 w 10768629"/>
              <a:gd name="connsiteY110-2160" fmla="*/ 1621701 h 1978172"/>
              <a:gd name="connsiteX111-2161" fmla="*/ 6516968 w 10768629"/>
              <a:gd name="connsiteY111-2162" fmla="*/ 1617195 h 1978172"/>
              <a:gd name="connsiteX112-2163" fmla="*/ 6506479 w 10768629"/>
              <a:gd name="connsiteY112-2164" fmla="*/ 1602227 h 1978172"/>
              <a:gd name="connsiteX113-2165" fmla="*/ 6458436 w 10768629"/>
              <a:gd name="connsiteY113-2166" fmla="*/ 1607332 h 1978172"/>
              <a:gd name="connsiteX114-2167" fmla="*/ 6414786 w 10768629"/>
              <a:gd name="connsiteY114-2168" fmla="*/ 1628815 h 1978172"/>
              <a:gd name="connsiteX115-2169" fmla="*/ 6357085 w 10768629"/>
              <a:gd name="connsiteY115-2170" fmla="*/ 1640846 h 1978172"/>
              <a:gd name="connsiteX116-2171" fmla="*/ 6322636 w 10768629"/>
              <a:gd name="connsiteY116-2172" fmla="*/ 1648213 h 1978172"/>
              <a:gd name="connsiteX117-2173" fmla="*/ 6226172 w 10768629"/>
              <a:gd name="connsiteY117-2174" fmla="*/ 1654676 h 1978172"/>
              <a:gd name="connsiteX118-2175" fmla="*/ 6221217 w 10768629"/>
              <a:gd name="connsiteY118-2176" fmla="*/ 1654506 h 1978172"/>
              <a:gd name="connsiteX119-2177" fmla="*/ 6204956 w 10768629"/>
              <a:gd name="connsiteY119-2178" fmla="*/ 1664280 h 1978172"/>
              <a:gd name="connsiteX120-2179" fmla="*/ 6204270 w 10768629"/>
              <a:gd name="connsiteY120-2180" fmla="*/ 1666782 h 1978172"/>
              <a:gd name="connsiteX121-2181" fmla="*/ 6143810 w 10768629"/>
              <a:gd name="connsiteY121-2182" fmla="*/ 1661963 h 1978172"/>
              <a:gd name="connsiteX122-2183" fmla="*/ 6136560 w 10768629"/>
              <a:gd name="connsiteY122-2184" fmla="*/ 1665728 h 1978172"/>
              <a:gd name="connsiteX123-2185" fmla="*/ 6096155 w 10768629"/>
              <a:gd name="connsiteY123-2186" fmla="*/ 1656951 h 1978172"/>
              <a:gd name="connsiteX124-2187" fmla="*/ 6075812 w 10768629"/>
              <a:gd name="connsiteY124-2188" fmla="*/ 1655422 h 1978172"/>
              <a:gd name="connsiteX125-2189" fmla="*/ 6039495 w 10768629"/>
              <a:gd name="connsiteY125-2190" fmla="*/ 1649680 h 1978172"/>
              <a:gd name="connsiteX126-2191" fmla="*/ 6036523 w 10768629"/>
              <a:gd name="connsiteY126-2192" fmla="*/ 1652121 h 1978172"/>
              <a:gd name="connsiteX127-2193" fmla="*/ 6029328 w 10768629"/>
              <a:gd name="connsiteY127-2194" fmla="*/ 1649904 h 1978172"/>
              <a:gd name="connsiteX128-2195" fmla="*/ 6024075 w 10768629"/>
              <a:gd name="connsiteY128-2196" fmla="*/ 1652779 h 1978172"/>
              <a:gd name="connsiteX129-2197" fmla="*/ 6018085 w 10768629"/>
              <a:gd name="connsiteY129-2198" fmla="*/ 1652030 h 1978172"/>
              <a:gd name="connsiteX130-2199" fmla="*/ 5955513 w 10768629"/>
              <a:gd name="connsiteY130-2200" fmla="*/ 1663584 h 1978172"/>
              <a:gd name="connsiteX131-2201" fmla="*/ 5941996 w 10768629"/>
              <a:gd name="connsiteY131-2202" fmla="*/ 1661326 h 1978172"/>
              <a:gd name="connsiteX132-2203" fmla="*/ 5931789 w 10768629"/>
              <a:gd name="connsiteY132-2204" fmla="*/ 1669915 h 1978172"/>
              <a:gd name="connsiteX133-2205" fmla="*/ 5888686 w 10768629"/>
              <a:gd name="connsiteY133-2206" fmla="*/ 1672175 h 1978172"/>
              <a:gd name="connsiteX134-2207" fmla="*/ 5873794 w 10768629"/>
              <a:gd name="connsiteY134-2208" fmla="*/ 1665454 h 1978172"/>
              <a:gd name="connsiteX135-2209" fmla="*/ 5860022 w 10768629"/>
              <a:gd name="connsiteY135-2210" fmla="*/ 1660635 h 1978172"/>
              <a:gd name="connsiteX136-2211" fmla="*/ 5858237 w 10768629"/>
              <a:gd name="connsiteY136-2212" fmla="*/ 1660649 h 1978172"/>
              <a:gd name="connsiteX137-2213" fmla="*/ 5840319 w 10768629"/>
              <a:gd name="connsiteY137-2214" fmla="*/ 1660798 h 1978172"/>
              <a:gd name="connsiteX138-2215" fmla="*/ 5806984 w 10768629"/>
              <a:gd name="connsiteY138-2216" fmla="*/ 1661075 h 1978172"/>
              <a:gd name="connsiteX139-2217" fmla="*/ 5742351 w 10768629"/>
              <a:gd name="connsiteY139-2218" fmla="*/ 1667489 h 1978172"/>
              <a:gd name="connsiteX140-2219" fmla="*/ 5521171 w 10768629"/>
              <a:gd name="connsiteY140-2220" fmla="*/ 1671626 h 1978172"/>
              <a:gd name="connsiteX141-2221" fmla="*/ 5457384 w 10768629"/>
              <a:gd name="connsiteY141-2222" fmla="*/ 1683952 h 1978172"/>
              <a:gd name="connsiteX142-2223" fmla="*/ 4950070 w 10768629"/>
              <a:gd name="connsiteY142-2224" fmla="*/ 1748401 h 1978172"/>
              <a:gd name="connsiteX143-2225" fmla="*/ 4872172 w 10768629"/>
              <a:gd name="connsiteY143-2226" fmla="*/ 1757222 h 1978172"/>
              <a:gd name="connsiteX144-2227" fmla="*/ 4809524 w 10768629"/>
              <a:gd name="connsiteY144-2228" fmla="*/ 1761033 h 1978172"/>
              <a:gd name="connsiteX145-2229" fmla="*/ 4759058 w 10768629"/>
              <a:gd name="connsiteY145-2230" fmla="*/ 1766533 h 1978172"/>
              <a:gd name="connsiteX146-2231" fmla="*/ 4719749 w 10768629"/>
              <a:gd name="connsiteY146-2232" fmla="*/ 1771811 h 1978172"/>
              <a:gd name="connsiteX147-2233" fmla="*/ 4568686 w 10768629"/>
              <a:gd name="connsiteY147-2234" fmla="*/ 1786141 h 1978172"/>
              <a:gd name="connsiteX148-2235" fmla="*/ 4418751 w 10768629"/>
              <a:gd name="connsiteY148-2236" fmla="*/ 1796932 h 1978172"/>
              <a:gd name="connsiteX149-2237" fmla="*/ 4378377 w 10768629"/>
              <a:gd name="connsiteY149-2238" fmla="*/ 1815528 h 1978172"/>
              <a:gd name="connsiteX150-2239" fmla="*/ 4320575 w 10768629"/>
              <a:gd name="connsiteY150-2240" fmla="*/ 1832722 h 1978172"/>
              <a:gd name="connsiteX151-2241" fmla="*/ 4220200 w 10768629"/>
              <a:gd name="connsiteY151-2242" fmla="*/ 1873173 h 1978172"/>
              <a:gd name="connsiteX152-2243" fmla="*/ 4105361 w 10768629"/>
              <a:gd name="connsiteY152-2244" fmla="*/ 1894711 h 1978172"/>
              <a:gd name="connsiteX153-2245" fmla="*/ 3973223 w 10768629"/>
              <a:gd name="connsiteY153-2246" fmla="*/ 1881015 h 1978172"/>
              <a:gd name="connsiteX154-2247" fmla="*/ 3900992 w 10768629"/>
              <a:gd name="connsiteY154-2248" fmla="*/ 1880603 h 1978172"/>
              <a:gd name="connsiteX155-2249" fmla="*/ 3662119 w 10768629"/>
              <a:gd name="connsiteY155-2250" fmla="*/ 1876289 h 1978172"/>
              <a:gd name="connsiteX156-2251" fmla="*/ 3496919 w 10768629"/>
              <a:gd name="connsiteY156-2252" fmla="*/ 1873180 h 1978172"/>
              <a:gd name="connsiteX157-2253" fmla="*/ 3449433 w 10768629"/>
              <a:gd name="connsiteY157-2254" fmla="*/ 1889681 h 1978172"/>
              <a:gd name="connsiteX158-2255" fmla="*/ 3369766 w 10768629"/>
              <a:gd name="connsiteY158-2256" fmla="*/ 1916653 h 1978172"/>
              <a:gd name="connsiteX159-2257" fmla="*/ 3290336 w 10768629"/>
              <a:gd name="connsiteY159-2258" fmla="*/ 1925039 h 1978172"/>
              <a:gd name="connsiteX160-2259" fmla="*/ 3224897 w 10768629"/>
              <a:gd name="connsiteY160-2260" fmla="*/ 1943733 h 1978172"/>
              <a:gd name="connsiteX161-2261" fmla="*/ 3161463 w 10768629"/>
              <a:gd name="connsiteY161-2262" fmla="*/ 1946591 h 1978172"/>
              <a:gd name="connsiteX162-2263" fmla="*/ 3157504 w 10768629"/>
              <a:gd name="connsiteY162-2264" fmla="*/ 1957276 h 1978172"/>
              <a:gd name="connsiteX163-2265" fmla="*/ 3115176 w 10768629"/>
              <a:gd name="connsiteY163-2266" fmla="*/ 1943459 h 1978172"/>
              <a:gd name="connsiteX164-2267" fmla="*/ 3005773 w 10768629"/>
              <a:gd name="connsiteY164-2268" fmla="*/ 1915878 h 1978172"/>
              <a:gd name="connsiteX165-2269" fmla="*/ 2897201 w 10768629"/>
              <a:gd name="connsiteY165-2270" fmla="*/ 1926772 h 1978172"/>
              <a:gd name="connsiteX166-2271" fmla="*/ 2783891 w 10768629"/>
              <a:gd name="connsiteY166-2272" fmla="*/ 1931749 h 1978172"/>
              <a:gd name="connsiteX167-2273" fmla="*/ 2712447 w 10768629"/>
              <a:gd name="connsiteY167-2274" fmla="*/ 1933044 h 1978172"/>
              <a:gd name="connsiteX168-2275" fmla="*/ 2560151 w 10768629"/>
              <a:gd name="connsiteY168-2276" fmla="*/ 1963609 h 1978172"/>
              <a:gd name="connsiteX169-2277" fmla="*/ 2367221 w 10768629"/>
              <a:gd name="connsiteY169-2278" fmla="*/ 1971884 h 1978172"/>
              <a:gd name="connsiteX170-2279" fmla="*/ 2272130 w 10768629"/>
              <a:gd name="connsiteY170-2280" fmla="*/ 1961162 h 1978172"/>
              <a:gd name="connsiteX171-2281" fmla="*/ 2189404 w 10768629"/>
              <a:gd name="connsiteY171-2282" fmla="*/ 1978172 h 1978172"/>
              <a:gd name="connsiteX172-2283" fmla="*/ 2077704 w 10768629"/>
              <a:gd name="connsiteY172-2284" fmla="*/ 1965002 h 1978172"/>
              <a:gd name="connsiteX173-2285" fmla="*/ 1967996 w 10768629"/>
              <a:gd name="connsiteY173-2286" fmla="*/ 1953187 h 1978172"/>
              <a:gd name="connsiteX174-2287" fmla="*/ 1855805 w 10768629"/>
              <a:gd name="connsiteY174-2288" fmla="*/ 1926082 h 1978172"/>
              <a:gd name="connsiteX175-2289" fmla="*/ 1790957 w 10768629"/>
              <a:gd name="connsiteY175-2290" fmla="*/ 1919460 h 1978172"/>
              <a:gd name="connsiteX176-2291" fmla="*/ 1613978 w 10768629"/>
              <a:gd name="connsiteY176-2292" fmla="*/ 1891581 h 1978172"/>
              <a:gd name="connsiteX177-2293" fmla="*/ 1436831 w 10768629"/>
              <a:gd name="connsiteY177-2294" fmla="*/ 1856201 h 1978172"/>
              <a:gd name="connsiteX178-2295" fmla="*/ 1332568 w 10768629"/>
              <a:gd name="connsiteY178-2296" fmla="*/ 1793149 h 1978172"/>
              <a:gd name="connsiteX179-2297" fmla="*/ 1186881 w 10768629"/>
              <a:gd name="connsiteY179-2298" fmla="*/ 1768613 h 1978172"/>
              <a:gd name="connsiteX180-2299" fmla="*/ 1162595 w 10768629"/>
              <a:gd name="connsiteY180-2300" fmla="*/ 1758337 h 1978172"/>
              <a:gd name="connsiteX181-2301" fmla="*/ 1128523 w 10768629"/>
              <a:gd name="connsiteY181-2302" fmla="*/ 1763621 h 1978172"/>
              <a:gd name="connsiteX182-2303" fmla="*/ 991903 w 10768629"/>
              <a:gd name="connsiteY182-2304" fmla="*/ 1786741 h 1978172"/>
              <a:gd name="connsiteX183-2305" fmla="*/ 883960 w 10768629"/>
              <a:gd name="connsiteY183-2306" fmla="*/ 1822386 h 1978172"/>
              <a:gd name="connsiteX184-2307" fmla="*/ 766531 w 10768629"/>
              <a:gd name="connsiteY184-2308" fmla="*/ 1805053 h 1978172"/>
              <a:gd name="connsiteX185-2309" fmla="*/ 669779 w 10768629"/>
              <a:gd name="connsiteY185-2310" fmla="*/ 1800537 h 1978172"/>
              <a:gd name="connsiteX186-2311" fmla="*/ 523898 w 10768629"/>
              <a:gd name="connsiteY186-2312" fmla="*/ 1811085 h 1978172"/>
              <a:gd name="connsiteX187-2313" fmla="*/ 360251 w 10768629"/>
              <a:gd name="connsiteY187-2314" fmla="*/ 1830735 h 1978172"/>
              <a:gd name="connsiteX188-2315" fmla="*/ 255207 w 10768629"/>
              <a:gd name="connsiteY188-2316" fmla="*/ 1818275 h 1978172"/>
              <a:gd name="connsiteX189-2317" fmla="*/ 101803 w 10768629"/>
              <a:gd name="connsiteY189-2318" fmla="*/ 1870647 h 1978172"/>
              <a:gd name="connsiteX190-2319" fmla="*/ 25397 w 10768629"/>
              <a:gd name="connsiteY190-2320" fmla="*/ 1888443 h 1978172"/>
              <a:gd name="connsiteX191-2321" fmla="*/ 2370 w 10768629"/>
              <a:gd name="connsiteY191-2322" fmla="*/ 1878311 h 1978172"/>
              <a:gd name="connsiteX192-2323" fmla="*/ 0 w 10768629"/>
              <a:gd name="connsiteY192-2324" fmla="*/ 1878785 h 1978172"/>
              <a:gd name="connsiteX193-2325" fmla="*/ 0 w 10768629"/>
              <a:gd name="connsiteY193-2326" fmla="*/ 0 h 1978172"/>
              <a:gd name="connsiteX0-2327" fmla="*/ 0 w 10768629"/>
              <a:gd name="connsiteY0-2328" fmla="*/ 0 h 1978172"/>
              <a:gd name="connsiteX1-2329" fmla="*/ 10768629 w 10768629"/>
              <a:gd name="connsiteY1-2330" fmla="*/ 0 h 1978172"/>
              <a:gd name="connsiteX2-2331" fmla="*/ 10733254 w 10768629"/>
              <a:gd name="connsiteY2-2332" fmla="*/ 31439 h 1978172"/>
              <a:gd name="connsiteX3-2333" fmla="*/ 10727085 w 10768629"/>
              <a:gd name="connsiteY3-2334" fmla="*/ 37910 h 1978172"/>
              <a:gd name="connsiteX4-2335" fmla="*/ 10675953 w 10768629"/>
              <a:gd name="connsiteY4-2336" fmla="*/ 68623 h 1978172"/>
              <a:gd name="connsiteX5-2337" fmla="*/ 10637091 w 10768629"/>
              <a:gd name="connsiteY5-2338" fmla="*/ 90361 h 1978172"/>
              <a:gd name="connsiteX6-2339" fmla="*/ 10610971 w 10768629"/>
              <a:gd name="connsiteY6-2340" fmla="*/ 110764 h 1978172"/>
              <a:gd name="connsiteX7-2341" fmla="*/ 10532872 w 10768629"/>
              <a:gd name="connsiteY7-2342" fmla="*/ 138028 h 1978172"/>
              <a:gd name="connsiteX8-2343" fmla="*/ 10398558 w 10768629"/>
              <a:gd name="connsiteY8-2344" fmla="*/ 172911 h 1978172"/>
              <a:gd name="connsiteX9-2345" fmla="*/ 10371128 w 10768629"/>
              <a:gd name="connsiteY9-2346" fmla="*/ 182609 h 1978172"/>
              <a:gd name="connsiteX10-2347" fmla="*/ 10352178 w 10768629"/>
              <a:gd name="connsiteY10-2348" fmla="*/ 199976 h 1978172"/>
              <a:gd name="connsiteX11-2349" fmla="*/ 10351815 w 10768629"/>
              <a:gd name="connsiteY11-2350" fmla="*/ 211879 h 1978172"/>
              <a:gd name="connsiteX12-2351" fmla="*/ 10337471 w 10768629"/>
              <a:gd name="connsiteY12-2352" fmla="*/ 218661 h 1978172"/>
              <a:gd name="connsiteX13-2353" fmla="*/ 10334625 w 10768629"/>
              <a:gd name="connsiteY13-2354" fmla="*/ 222351 h 1978172"/>
              <a:gd name="connsiteX14-2355" fmla="*/ 10256365 w 10768629"/>
              <a:gd name="connsiteY14-2356" fmla="*/ 235917 h 1978172"/>
              <a:gd name="connsiteX15-2357" fmla="*/ 10201127 w 10768629"/>
              <a:gd name="connsiteY15-2358" fmla="*/ 267448 h 1978172"/>
              <a:gd name="connsiteX16-2359" fmla="*/ 9961218 w 10768629"/>
              <a:gd name="connsiteY16-2360" fmla="*/ 326720 h 1978172"/>
              <a:gd name="connsiteX17-2361" fmla="*/ 9859715 w 10768629"/>
              <a:gd name="connsiteY17-2362" fmla="*/ 355698 h 1978172"/>
              <a:gd name="connsiteX18-2363" fmla="*/ 9679867 w 10768629"/>
              <a:gd name="connsiteY18-2364" fmla="*/ 399081 h 1978172"/>
              <a:gd name="connsiteX19-2365" fmla="*/ 9490654 w 10768629"/>
              <a:gd name="connsiteY19-2366" fmla="*/ 455225 h 1978172"/>
              <a:gd name="connsiteX20-2367" fmla="*/ 9470837 w 10768629"/>
              <a:gd name="connsiteY20-2368" fmla="*/ 452539 h 1978172"/>
              <a:gd name="connsiteX21-2369" fmla="*/ 9469082 w 10768629"/>
              <a:gd name="connsiteY21-2370" fmla="*/ 454891 h 1978172"/>
              <a:gd name="connsiteX22-2371" fmla="*/ 9448038 w 10768629"/>
              <a:gd name="connsiteY22-2372" fmla="*/ 459733 h 1978172"/>
              <a:gd name="connsiteX23-2373" fmla="*/ 9396821 w 10768629"/>
              <a:gd name="connsiteY23-2374" fmla="*/ 455795 h 1978172"/>
              <a:gd name="connsiteX24-2375" fmla="*/ 9392197 w 10768629"/>
              <a:gd name="connsiteY24-2376" fmla="*/ 459796 h 1978172"/>
              <a:gd name="connsiteX25-2377" fmla="*/ 9347994 w 10768629"/>
              <a:gd name="connsiteY25-2378" fmla="*/ 464462 h 1978172"/>
              <a:gd name="connsiteX26-2379" fmla="*/ 9347889 w 10768629"/>
              <a:gd name="connsiteY26-2380" fmla="*/ 466539 h 1978172"/>
              <a:gd name="connsiteX27-2381" fmla="*/ 9337639 w 10768629"/>
              <a:gd name="connsiteY27-2382" fmla="*/ 476654 h 1978172"/>
              <a:gd name="connsiteX28-2383" fmla="*/ 9316893 w 10768629"/>
              <a:gd name="connsiteY28-2384" fmla="*/ 491390 h 1978172"/>
              <a:gd name="connsiteX29-2385" fmla="*/ 9229283 w 10768629"/>
              <a:gd name="connsiteY29-2386" fmla="*/ 555377 h 1978172"/>
              <a:gd name="connsiteX30-2387" fmla="*/ 9220274 w 10768629"/>
              <a:gd name="connsiteY30-2388" fmla="*/ 557502 h 1978172"/>
              <a:gd name="connsiteX31-2389" fmla="*/ 9220202 w 10768629"/>
              <a:gd name="connsiteY31-2390" fmla="*/ 558001 h 1978172"/>
              <a:gd name="connsiteX32-2391" fmla="*/ 9210908 w 10768629"/>
              <a:gd name="connsiteY32-2392" fmla="*/ 561147 h 1978172"/>
              <a:gd name="connsiteX33-2393" fmla="*/ 9186374 w 10768629"/>
              <a:gd name="connsiteY33-2394" fmla="*/ 565502 h 1978172"/>
              <a:gd name="connsiteX34-2395" fmla="*/ 9181058 w 10768629"/>
              <a:gd name="connsiteY34-2396" fmla="*/ 569943 h 1978172"/>
              <a:gd name="connsiteX35-2397" fmla="*/ 9179948 w 10768629"/>
              <a:gd name="connsiteY35-2398" fmla="*/ 576062 h 1978172"/>
              <a:gd name="connsiteX36-2399" fmla="*/ 9149110 w 10768629"/>
              <a:gd name="connsiteY36-2400" fmla="*/ 598906 h 1978172"/>
              <a:gd name="connsiteX37-2401" fmla="*/ 9078556 w 10768629"/>
              <a:gd name="connsiteY37-2402" fmla="*/ 644039 h 1978172"/>
              <a:gd name="connsiteX38-2403" fmla="*/ 8996399 w 10768629"/>
              <a:gd name="connsiteY38-2404" fmla="*/ 690055 h 1978172"/>
              <a:gd name="connsiteX39-2405" fmla="*/ 8803791 w 10768629"/>
              <a:gd name="connsiteY39-2406" fmla="*/ 813860 h 1978172"/>
              <a:gd name="connsiteX40-2407" fmla="*/ 8636202 w 10768629"/>
              <a:gd name="connsiteY40-2408" fmla="*/ 848463 h 1978172"/>
              <a:gd name="connsiteX41-2409" fmla="*/ 8555372 w 10768629"/>
              <a:gd name="connsiteY41-2410" fmla="*/ 883171 h 1978172"/>
              <a:gd name="connsiteX42-2411" fmla="*/ 8507229 w 10768629"/>
              <a:gd name="connsiteY42-2412" fmla="*/ 901665 h 1978172"/>
              <a:gd name="connsiteX43-2413" fmla="*/ 8428473 w 10768629"/>
              <a:gd name="connsiteY43-2414" fmla="*/ 927985 h 1978172"/>
              <a:gd name="connsiteX44-2415" fmla="*/ 8427914 w 10768629"/>
              <a:gd name="connsiteY44-2416" fmla="*/ 933480 h 1978172"/>
              <a:gd name="connsiteX45-2417" fmla="*/ 8420327 w 10768629"/>
              <a:gd name="connsiteY45-2418" fmla="*/ 941984 h 1978172"/>
              <a:gd name="connsiteX46-2419" fmla="*/ 8407128 w 10768629"/>
              <a:gd name="connsiteY46-2420" fmla="*/ 961344 h 1978172"/>
              <a:gd name="connsiteX47-2421" fmla="*/ 8380548 w 10768629"/>
              <a:gd name="connsiteY47-2422" fmla="*/ 987916 h 1978172"/>
              <a:gd name="connsiteX48-2423" fmla="*/ 8379462 w 10768629"/>
              <a:gd name="connsiteY48-2424" fmla="*/ 987106 h 1978172"/>
              <a:gd name="connsiteX49-2425" fmla="*/ 8369725 w 10768629"/>
              <a:gd name="connsiteY49-2426" fmla="*/ 989186 h 1978172"/>
              <a:gd name="connsiteX50-2427" fmla="*/ 8304438 w 10768629"/>
              <a:gd name="connsiteY50-2428" fmla="*/ 996739 h 1978172"/>
              <a:gd name="connsiteX51-2429" fmla="*/ 8280929 w 10768629"/>
              <a:gd name="connsiteY51-2430" fmla="*/ 1023089 h 1978172"/>
              <a:gd name="connsiteX52-2431" fmla="*/ 8275760 w 10768629"/>
              <a:gd name="connsiteY52-2432" fmla="*/ 1027772 h 1978172"/>
              <a:gd name="connsiteX53-2433" fmla="*/ 8275478 w 10768629"/>
              <a:gd name="connsiteY53-2434" fmla="*/ 1027605 h 1978172"/>
              <a:gd name="connsiteX54-2435" fmla="*/ 8269666 w 10768629"/>
              <a:gd name="connsiteY54-2436" fmla="*/ 1032033 h 1978172"/>
              <a:gd name="connsiteX55-2437" fmla="*/ 8203836 w 10768629"/>
              <a:gd name="connsiteY55-2438" fmla="*/ 1037347 h 1978172"/>
              <a:gd name="connsiteX56-2439" fmla="*/ 8122936 w 10768629"/>
              <a:gd name="connsiteY56-2440" fmla="*/ 1063113 h 1978172"/>
              <a:gd name="connsiteX57-2441" fmla="*/ 8043658 w 10768629"/>
              <a:gd name="connsiteY57-2442" fmla="*/ 1092746 h 1978172"/>
              <a:gd name="connsiteX58-2443" fmla="*/ 8015351 w 10768629"/>
              <a:gd name="connsiteY58-2444" fmla="*/ 1105478 h 1978172"/>
              <a:gd name="connsiteX59-2445" fmla="*/ 7963145 w 10768629"/>
              <a:gd name="connsiteY59-2446" fmla="*/ 1119346 h 1978172"/>
              <a:gd name="connsiteX60-2447" fmla="*/ 7938145 w 10768629"/>
              <a:gd name="connsiteY60-2448" fmla="*/ 1120225 h 1978172"/>
              <a:gd name="connsiteX61-2449" fmla="*/ 7937238 w 10768629"/>
              <a:gd name="connsiteY61-2450" fmla="*/ 1121204 h 1978172"/>
              <a:gd name="connsiteX62-2451" fmla="*/ 7934398 w 10768629"/>
              <a:gd name="connsiteY62-2452" fmla="*/ 1118240 h 1978172"/>
              <a:gd name="connsiteX63-2453" fmla="*/ 7918248 w 10768629"/>
              <a:gd name="connsiteY63-2454" fmla="*/ 1124371 h 1978172"/>
              <a:gd name="connsiteX64-2455" fmla="*/ 7914119 w 10768629"/>
              <a:gd name="connsiteY64-2456" fmla="*/ 1127653 h 1978172"/>
              <a:gd name="connsiteX65-2457" fmla="*/ 7907658 w 10768629"/>
              <a:gd name="connsiteY65-2458" fmla="*/ 1130350 h 1978172"/>
              <a:gd name="connsiteX66-2459" fmla="*/ 7907434 w 10768629"/>
              <a:gd name="connsiteY66-2460" fmla="*/ 1130103 h 1978172"/>
              <a:gd name="connsiteX67-2461" fmla="*/ 7901508 w 10768629"/>
              <a:gd name="connsiteY67-2462" fmla="*/ 1133245 h 1978172"/>
              <a:gd name="connsiteX68-2463" fmla="*/ 7873287 w 10768629"/>
              <a:gd name="connsiteY68-2464" fmla="*/ 1152609 h 1978172"/>
              <a:gd name="connsiteX69-2465" fmla="*/ 7834833 w 10768629"/>
              <a:gd name="connsiteY69-2466" fmla="*/ 1153868 h 1978172"/>
              <a:gd name="connsiteX70-2467" fmla="*/ 7828661 w 10768629"/>
              <a:gd name="connsiteY70-2468" fmla="*/ 1139994 h 1978172"/>
              <a:gd name="connsiteX71-2469" fmla="*/ 7823966 w 10768629"/>
              <a:gd name="connsiteY71-2470" fmla="*/ 1143178 h 1978172"/>
              <a:gd name="connsiteX72-2471" fmla="*/ 7815078 w 10768629"/>
              <a:gd name="connsiteY72-2472" fmla="*/ 1151776 h 1978172"/>
              <a:gd name="connsiteX73-2473" fmla="*/ 7812026 w 10768629"/>
              <a:gd name="connsiteY73-2474" fmla="*/ 1151522 h 1978172"/>
              <a:gd name="connsiteX74-2475" fmla="*/ 7782249 w 10768629"/>
              <a:gd name="connsiteY74-2476" fmla="*/ 1160970 h 1978172"/>
              <a:gd name="connsiteX75-2477" fmla="*/ 7773476 w 10768629"/>
              <a:gd name="connsiteY75-2478" fmla="*/ 1157414 h 1978172"/>
              <a:gd name="connsiteX76-2479" fmla="*/ 7769600 w 10768629"/>
              <a:gd name="connsiteY76-2480" fmla="*/ 1157365 h 1978172"/>
              <a:gd name="connsiteX77-2481" fmla="*/ 7752631 w 10768629"/>
              <a:gd name="connsiteY77-2482" fmla="*/ 1172815 h 1978172"/>
              <a:gd name="connsiteX78-2483" fmla="*/ 7743525 w 10768629"/>
              <a:gd name="connsiteY78-2484" fmla="*/ 1179064 h 1978172"/>
              <a:gd name="connsiteX79-2485" fmla="*/ 7685942 w 10768629"/>
              <a:gd name="connsiteY79-2486" fmla="*/ 1233723 h 1978172"/>
              <a:gd name="connsiteX80-2487" fmla="*/ 7586920 w 10768629"/>
              <a:gd name="connsiteY80-2488" fmla="*/ 1261888 h 1978172"/>
              <a:gd name="connsiteX81-2489" fmla="*/ 7486100 w 10768629"/>
              <a:gd name="connsiteY81-2490" fmla="*/ 1292563 h 1978172"/>
              <a:gd name="connsiteX82-2491" fmla="*/ 7407190 w 10768629"/>
              <a:gd name="connsiteY82-2492" fmla="*/ 1314737 h 1978172"/>
              <a:gd name="connsiteX83-2493" fmla="*/ 7240698 w 10768629"/>
              <a:gd name="connsiteY83-2494" fmla="*/ 1438832 h 1978172"/>
              <a:gd name="connsiteX84-2495" fmla="*/ 7197675 w 10768629"/>
              <a:gd name="connsiteY84-2496" fmla="*/ 1447530 h 1978172"/>
              <a:gd name="connsiteX85-2497" fmla="*/ 7164788 w 10768629"/>
              <a:gd name="connsiteY85-2498" fmla="*/ 1480293 h 1978172"/>
              <a:gd name="connsiteX86-2499" fmla="*/ 7147929 w 10768629"/>
              <a:gd name="connsiteY86-2500" fmla="*/ 1477641 h 1978172"/>
              <a:gd name="connsiteX87-2501" fmla="*/ 7144965 w 10768629"/>
              <a:gd name="connsiteY87-2502" fmla="*/ 1476908 h 1978172"/>
              <a:gd name="connsiteX88-2503" fmla="*/ 7134299 w 10768629"/>
              <a:gd name="connsiteY88-2504" fmla="*/ 1479969 h 1978172"/>
              <a:gd name="connsiteX89-2505" fmla="*/ 7129809 w 10768629"/>
              <a:gd name="connsiteY89-2506" fmla="*/ 1473339 h 1978172"/>
              <a:gd name="connsiteX90-2507" fmla="*/ 7112688 w 10768629"/>
              <a:gd name="connsiteY90-2508" fmla="*/ 1472575 h 1978172"/>
              <a:gd name="connsiteX91-2509" fmla="*/ 7093470 w 10768629"/>
              <a:gd name="connsiteY91-2510" fmla="*/ 1480300 h 1978172"/>
              <a:gd name="connsiteX92-2511" fmla="*/ 7025034 w 10768629"/>
              <a:gd name="connsiteY92-2512" fmla="*/ 1506934 h 1978172"/>
              <a:gd name="connsiteX93-2513" fmla="*/ 7014783 w 10768629"/>
              <a:gd name="connsiteY93-2514" fmla="*/ 1515868 h 1978172"/>
              <a:gd name="connsiteX94-2515" fmla="*/ 6979706 w 10768629"/>
              <a:gd name="connsiteY94-2516" fmla="*/ 1523511 h 1978172"/>
              <a:gd name="connsiteX95-2517" fmla="*/ 6977890 w 10768629"/>
              <a:gd name="connsiteY95-2518" fmla="*/ 1525793 h 1978172"/>
              <a:gd name="connsiteX96-2519" fmla="*/ 6944339 w 10768629"/>
              <a:gd name="connsiteY96-2520" fmla="*/ 1536237 h 1978172"/>
              <a:gd name="connsiteX97-2521" fmla="*/ 6886996 w 10768629"/>
              <a:gd name="connsiteY97-2522" fmla="*/ 1563569 h 1978172"/>
              <a:gd name="connsiteX98-2523" fmla="*/ 6874510 w 10768629"/>
              <a:gd name="connsiteY98-2524" fmla="*/ 1558469 h 1978172"/>
              <a:gd name="connsiteX99-2525" fmla="*/ 6871943 w 10768629"/>
              <a:gd name="connsiteY99-2526" fmla="*/ 1554651 h 1978172"/>
              <a:gd name="connsiteX100-2527" fmla="*/ 6856174 w 10768629"/>
              <a:gd name="connsiteY100-2528" fmla="*/ 1562024 h 1978172"/>
              <a:gd name="connsiteX101-2529" fmla="*/ 6842321 w 10768629"/>
              <a:gd name="connsiteY101-2530" fmla="*/ 1560554 h 1978172"/>
              <a:gd name="connsiteX102-2531" fmla="*/ 6832713 w 10768629"/>
              <a:gd name="connsiteY102-2532" fmla="*/ 1569357 h 1978172"/>
              <a:gd name="connsiteX103-2533" fmla="*/ 6816351 w 10768629"/>
              <a:gd name="connsiteY103-2534" fmla="*/ 1571495 h 1978172"/>
              <a:gd name="connsiteX104-2535" fmla="*/ 6795800 w 10768629"/>
              <a:gd name="connsiteY104-2536" fmla="*/ 1572010 h 1978172"/>
              <a:gd name="connsiteX105-2537" fmla="*/ 6777546 w 10768629"/>
              <a:gd name="connsiteY105-2538" fmla="*/ 1568661 h 1978172"/>
              <a:gd name="connsiteX106-2539" fmla="*/ 6751528 w 10768629"/>
              <a:gd name="connsiteY106-2540" fmla="*/ 1574143 h 1978172"/>
              <a:gd name="connsiteX107-2541" fmla="*/ 6691966 w 10768629"/>
              <a:gd name="connsiteY107-2542" fmla="*/ 1582255 h 1978172"/>
              <a:gd name="connsiteX108-2543" fmla="*/ 6646941 w 10768629"/>
              <a:gd name="connsiteY108-2544" fmla="*/ 1588471 h 1978172"/>
              <a:gd name="connsiteX109-2545" fmla="*/ 6568576 w 10768629"/>
              <a:gd name="connsiteY109-2546" fmla="*/ 1606488 h 1978172"/>
              <a:gd name="connsiteX110-2547" fmla="*/ 6554358 w 10768629"/>
              <a:gd name="connsiteY110-2548" fmla="*/ 1621701 h 1978172"/>
              <a:gd name="connsiteX111-2549" fmla="*/ 6516968 w 10768629"/>
              <a:gd name="connsiteY111-2550" fmla="*/ 1617195 h 1978172"/>
              <a:gd name="connsiteX112-2551" fmla="*/ 6506479 w 10768629"/>
              <a:gd name="connsiteY112-2552" fmla="*/ 1602227 h 1978172"/>
              <a:gd name="connsiteX113-2553" fmla="*/ 6458436 w 10768629"/>
              <a:gd name="connsiteY113-2554" fmla="*/ 1607332 h 1978172"/>
              <a:gd name="connsiteX114-2555" fmla="*/ 6414786 w 10768629"/>
              <a:gd name="connsiteY114-2556" fmla="*/ 1628815 h 1978172"/>
              <a:gd name="connsiteX115-2557" fmla="*/ 6357085 w 10768629"/>
              <a:gd name="connsiteY115-2558" fmla="*/ 1640846 h 1978172"/>
              <a:gd name="connsiteX116-2559" fmla="*/ 6322636 w 10768629"/>
              <a:gd name="connsiteY116-2560" fmla="*/ 1648213 h 1978172"/>
              <a:gd name="connsiteX117-2561" fmla="*/ 6226172 w 10768629"/>
              <a:gd name="connsiteY117-2562" fmla="*/ 1654676 h 1978172"/>
              <a:gd name="connsiteX118-2563" fmla="*/ 6221217 w 10768629"/>
              <a:gd name="connsiteY118-2564" fmla="*/ 1654506 h 1978172"/>
              <a:gd name="connsiteX119-2565" fmla="*/ 6204956 w 10768629"/>
              <a:gd name="connsiteY119-2566" fmla="*/ 1664280 h 1978172"/>
              <a:gd name="connsiteX120-2567" fmla="*/ 6204270 w 10768629"/>
              <a:gd name="connsiteY120-2568" fmla="*/ 1666782 h 1978172"/>
              <a:gd name="connsiteX121-2569" fmla="*/ 6143810 w 10768629"/>
              <a:gd name="connsiteY121-2570" fmla="*/ 1661963 h 1978172"/>
              <a:gd name="connsiteX122-2571" fmla="*/ 6136560 w 10768629"/>
              <a:gd name="connsiteY122-2572" fmla="*/ 1665728 h 1978172"/>
              <a:gd name="connsiteX123-2573" fmla="*/ 6096155 w 10768629"/>
              <a:gd name="connsiteY123-2574" fmla="*/ 1656951 h 1978172"/>
              <a:gd name="connsiteX124-2575" fmla="*/ 6075812 w 10768629"/>
              <a:gd name="connsiteY124-2576" fmla="*/ 1655422 h 1978172"/>
              <a:gd name="connsiteX125-2577" fmla="*/ 6039495 w 10768629"/>
              <a:gd name="connsiteY125-2578" fmla="*/ 1649680 h 1978172"/>
              <a:gd name="connsiteX126-2579" fmla="*/ 6036523 w 10768629"/>
              <a:gd name="connsiteY126-2580" fmla="*/ 1652121 h 1978172"/>
              <a:gd name="connsiteX127-2581" fmla="*/ 6029328 w 10768629"/>
              <a:gd name="connsiteY127-2582" fmla="*/ 1649904 h 1978172"/>
              <a:gd name="connsiteX128-2583" fmla="*/ 6024075 w 10768629"/>
              <a:gd name="connsiteY128-2584" fmla="*/ 1652779 h 1978172"/>
              <a:gd name="connsiteX129-2585" fmla="*/ 6018085 w 10768629"/>
              <a:gd name="connsiteY129-2586" fmla="*/ 1652030 h 1978172"/>
              <a:gd name="connsiteX130-2587" fmla="*/ 5955513 w 10768629"/>
              <a:gd name="connsiteY130-2588" fmla="*/ 1663584 h 1978172"/>
              <a:gd name="connsiteX131-2589" fmla="*/ 5941996 w 10768629"/>
              <a:gd name="connsiteY131-2590" fmla="*/ 1661326 h 1978172"/>
              <a:gd name="connsiteX132-2591" fmla="*/ 5931789 w 10768629"/>
              <a:gd name="connsiteY132-2592" fmla="*/ 1669915 h 1978172"/>
              <a:gd name="connsiteX133-2593" fmla="*/ 5888686 w 10768629"/>
              <a:gd name="connsiteY133-2594" fmla="*/ 1672175 h 1978172"/>
              <a:gd name="connsiteX134-2595" fmla="*/ 5873794 w 10768629"/>
              <a:gd name="connsiteY134-2596" fmla="*/ 1665454 h 1978172"/>
              <a:gd name="connsiteX135-2597" fmla="*/ 5860022 w 10768629"/>
              <a:gd name="connsiteY135-2598" fmla="*/ 1660635 h 1978172"/>
              <a:gd name="connsiteX136-2599" fmla="*/ 5858237 w 10768629"/>
              <a:gd name="connsiteY136-2600" fmla="*/ 1660649 h 1978172"/>
              <a:gd name="connsiteX137-2601" fmla="*/ 5840319 w 10768629"/>
              <a:gd name="connsiteY137-2602" fmla="*/ 1660798 h 1978172"/>
              <a:gd name="connsiteX138-2603" fmla="*/ 5806984 w 10768629"/>
              <a:gd name="connsiteY138-2604" fmla="*/ 1661075 h 1978172"/>
              <a:gd name="connsiteX139-2605" fmla="*/ 5742351 w 10768629"/>
              <a:gd name="connsiteY139-2606" fmla="*/ 1667489 h 1978172"/>
              <a:gd name="connsiteX140-2607" fmla="*/ 5521171 w 10768629"/>
              <a:gd name="connsiteY140-2608" fmla="*/ 1671626 h 1978172"/>
              <a:gd name="connsiteX141-2609" fmla="*/ 5457384 w 10768629"/>
              <a:gd name="connsiteY141-2610" fmla="*/ 1683952 h 1978172"/>
              <a:gd name="connsiteX142-2611" fmla="*/ 4950070 w 10768629"/>
              <a:gd name="connsiteY142-2612" fmla="*/ 1748401 h 1978172"/>
              <a:gd name="connsiteX143-2613" fmla="*/ 4872172 w 10768629"/>
              <a:gd name="connsiteY143-2614" fmla="*/ 1757222 h 1978172"/>
              <a:gd name="connsiteX144-2615" fmla="*/ 4809524 w 10768629"/>
              <a:gd name="connsiteY144-2616" fmla="*/ 1761033 h 1978172"/>
              <a:gd name="connsiteX145-2617" fmla="*/ 4759058 w 10768629"/>
              <a:gd name="connsiteY145-2618" fmla="*/ 1766533 h 1978172"/>
              <a:gd name="connsiteX146-2619" fmla="*/ 4719749 w 10768629"/>
              <a:gd name="connsiteY146-2620" fmla="*/ 1771811 h 1978172"/>
              <a:gd name="connsiteX147-2621" fmla="*/ 4568686 w 10768629"/>
              <a:gd name="connsiteY147-2622" fmla="*/ 1786141 h 1978172"/>
              <a:gd name="connsiteX148-2623" fmla="*/ 4418751 w 10768629"/>
              <a:gd name="connsiteY148-2624" fmla="*/ 1796932 h 1978172"/>
              <a:gd name="connsiteX149-2625" fmla="*/ 4378377 w 10768629"/>
              <a:gd name="connsiteY149-2626" fmla="*/ 1815528 h 1978172"/>
              <a:gd name="connsiteX150-2627" fmla="*/ 4320575 w 10768629"/>
              <a:gd name="connsiteY150-2628" fmla="*/ 1832722 h 1978172"/>
              <a:gd name="connsiteX151-2629" fmla="*/ 4220200 w 10768629"/>
              <a:gd name="connsiteY151-2630" fmla="*/ 1873173 h 1978172"/>
              <a:gd name="connsiteX152-2631" fmla="*/ 4105361 w 10768629"/>
              <a:gd name="connsiteY152-2632" fmla="*/ 1894711 h 1978172"/>
              <a:gd name="connsiteX153-2633" fmla="*/ 3973223 w 10768629"/>
              <a:gd name="connsiteY153-2634" fmla="*/ 1881015 h 1978172"/>
              <a:gd name="connsiteX154-2635" fmla="*/ 3900992 w 10768629"/>
              <a:gd name="connsiteY154-2636" fmla="*/ 1880603 h 1978172"/>
              <a:gd name="connsiteX155-2637" fmla="*/ 3662119 w 10768629"/>
              <a:gd name="connsiteY155-2638" fmla="*/ 1876289 h 1978172"/>
              <a:gd name="connsiteX156-2639" fmla="*/ 3496919 w 10768629"/>
              <a:gd name="connsiteY156-2640" fmla="*/ 1873180 h 1978172"/>
              <a:gd name="connsiteX157-2641" fmla="*/ 3449433 w 10768629"/>
              <a:gd name="connsiteY157-2642" fmla="*/ 1889681 h 1978172"/>
              <a:gd name="connsiteX158-2643" fmla="*/ 3369766 w 10768629"/>
              <a:gd name="connsiteY158-2644" fmla="*/ 1916653 h 1978172"/>
              <a:gd name="connsiteX159-2645" fmla="*/ 3290336 w 10768629"/>
              <a:gd name="connsiteY159-2646" fmla="*/ 1925039 h 1978172"/>
              <a:gd name="connsiteX160-2647" fmla="*/ 3224897 w 10768629"/>
              <a:gd name="connsiteY160-2648" fmla="*/ 1943733 h 1978172"/>
              <a:gd name="connsiteX161-2649" fmla="*/ 3161463 w 10768629"/>
              <a:gd name="connsiteY161-2650" fmla="*/ 1946591 h 1978172"/>
              <a:gd name="connsiteX162-2651" fmla="*/ 3157504 w 10768629"/>
              <a:gd name="connsiteY162-2652" fmla="*/ 1957276 h 1978172"/>
              <a:gd name="connsiteX163-2653" fmla="*/ 3115176 w 10768629"/>
              <a:gd name="connsiteY163-2654" fmla="*/ 1943459 h 1978172"/>
              <a:gd name="connsiteX164-2655" fmla="*/ 3005773 w 10768629"/>
              <a:gd name="connsiteY164-2656" fmla="*/ 1915878 h 1978172"/>
              <a:gd name="connsiteX165-2657" fmla="*/ 2897201 w 10768629"/>
              <a:gd name="connsiteY165-2658" fmla="*/ 1926772 h 1978172"/>
              <a:gd name="connsiteX166-2659" fmla="*/ 2783891 w 10768629"/>
              <a:gd name="connsiteY166-2660" fmla="*/ 1931749 h 1978172"/>
              <a:gd name="connsiteX167-2661" fmla="*/ 2712447 w 10768629"/>
              <a:gd name="connsiteY167-2662" fmla="*/ 1933044 h 1978172"/>
              <a:gd name="connsiteX168-2663" fmla="*/ 2560151 w 10768629"/>
              <a:gd name="connsiteY168-2664" fmla="*/ 1963609 h 1978172"/>
              <a:gd name="connsiteX169-2665" fmla="*/ 2367221 w 10768629"/>
              <a:gd name="connsiteY169-2666" fmla="*/ 1971884 h 1978172"/>
              <a:gd name="connsiteX170-2667" fmla="*/ 2272130 w 10768629"/>
              <a:gd name="connsiteY170-2668" fmla="*/ 1961162 h 1978172"/>
              <a:gd name="connsiteX171-2669" fmla="*/ 2189404 w 10768629"/>
              <a:gd name="connsiteY171-2670" fmla="*/ 1978172 h 1978172"/>
              <a:gd name="connsiteX172-2671" fmla="*/ 2077704 w 10768629"/>
              <a:gd name="connsiteY172-2672" fmla="*/ 1965002 h 1978172"/>
              <a:gd name="connsiteX173-2673" fmla="*/ 1967996 w 10768629"/>
              <a:gd name="connsiteY173-2674" fmla="*/ 1953187 h 1978172"/>
              <a:gd name="connsiteX174-2675" fmla="*/ 1855805 w 10768629"/>
              <a:gd name="connsiteY174-2676" fmla="*/ 1926082 h 1978172"/>
              <a:gd name="connsiteX175-2677" fmla="*/ 1790957 w 10768629"/>
              <a:gd name="connsiteY175-2678" fmla="*/ 1919460 h 1978172"/>
              <a:gd name="connsiteX176-2679" fmla="*/ 1613978 w 10768629"/>
              <a:gd name="connsiteY176-2680" fmla="*/ 1891581 h 1978172"/>
              <a:gd name="connsiteX177-2681" fmla="*/ 1436831 w 10768629"/>
              <a:gd name="connsiteY177-2682" fmla="*/ 1856201 h 1978172"/>
              <a:gd name="connsiteX178-2683" fmla="*/ 1332568 w 10768629"/>
              <a:gd name="connsiteY178-2684" fmla="*/ 1793149 h 1978172"/>
              <a:gd name="connsiteX179-2685" fmla="*/ 1186881 w 10768629"/>
              <a:gd name="connsiteY179-2686" fmla="*/ 1768613 h 1978172"/>
              <a:gd name="connsiteX180-2687" fmla="*/ 1162595 w 10768629"/>
              <a:gd name="connsiteY180-2688" fmla="*/ 1758337 h 1978172"/>
              <a:gd name="connsiteX181-2689" fmla="*/ 1128523 w 10768629"/>
              <a:gd name="connsiteY181-2690" fmla="*/ 1763621 h 1978172"/>
              <a:gd name="connsiteX182-2691" fmla="*/ 991903 w 10768629"/>
              <a:gd name="connsiteY182-2692" fmla="*/ 1786741 h 1978172"/>
              <a:gd name="connsiteX183-2693" fmla="*/ 883960 w 10768629"/>
              <a:gd name="connsiteY183-2694" fmla="*/ 1822386 h 1978172"/>
              <a:gd name="connsiteX184-2695" fmla="*/ 766531 w 10768629"/>
              <a:gd name="connsiteY184-2696" fmla="*/ 1805053 h 1978172"/>
              <a:gd name="connsiteX185-2697" fmla="*/ 669779 w 10768629"/>
              <a:gd name="connsiteY185-2698" fmla="*/ 1800537 h 1978172"/>
              <a:gd name="connsiteX186-2699" fmla="*/ 523898 w 10768629"/>
              <a:gd name="connsiteY186-2700" fmla="*/ 1811085 h 1978172"/>
              <a:gd name="connsiteX187-2701" fmla="*/ 360251 w 10768629"/>
              <a:gd name="connsiteY187-2702" fmla="*/ 1830735 h 1978172"/>
              <a:gd name="connsiteX188-2703" fmla="*/ 255207 w 10768629"/>
              <a:gd name="connsiteY188-2704" fmla="*/ 1818275 h 1978172"/>
              <a:gd name="connsiteX189-2705" fmla="*/ 101803 w 10768629"/>
              <a:gd name="connsiteY189-2706" fmla="*/ 1870647 h 1978172"/>
              <a:gd name="connsiteX190-2707" fmla="*/ 25397 w 10768629"/>
              <a:gd name="connsiteY190-2708" fmla="*/ 1888443 h 1978172"/>
              <a:gd name="connsiteX191-2709" fmla="*/ 2370 w 10768629"/>
              <a:gd name="connsiteY191-2710" fmla="*/ 1878311 h 1978172"/>
              <a:gd name="connsiteX192-2711" fmla="*/ 0 w 10768629"/>
              <a:gd name="connsiteY192-2712" fmla="*/ 1878785 h 1978172"/>
              <a:gd name="connsiteX193-2713" fmla="*/ 0 w 10768629"/>
              <a:gd name="connsiteY193-2714" fmla="*/ 0 h 1978172"/>
              <a:gd name="connsiteX0-2715" fmla="*/ 0 w 10768629"/>
              <a:gd name="connsiteY0-2716" fmla="*/ 0 h 1978172"/>
              <a:gd name="connsiteX1-2717" fmla="*/ 10768629 w 10768629"/>
              <a:gd name="connsiteY1-2718" fmla="*/ 0 h 1978172"/>
              <a:gd name="connsiteX2-2719" fmla="*/ 10733254 w 10768629"/>
              <a:gd name="connsiteY2-2720" fmla="*/ 31439 h 1978172"/>
              <a:gd name="connsiteX3-2721" fmla="*/ 10727085 w 10768629"/>
              <a:gd name="connsiteY3-2722" fmla="*/ 37910 h 1978172"/>
              <a:gd name="connsiteX4-2723" fmla="*/ 10675953 w 10768629"/>
              <a:gd name="connsiteY4-2724" fmla="*/ 68623 h 1978172"/>
              <a:gd name="connsiteX5-2725" fmla="*/ 10637091 w 10768629"/>
              <a:gd name="connsiteY5-2726" fmla="*/ 90361 h 1978172"/>
              <a:gd name="connsiteX6-2727" fmla="*/ 10610971 w 10768629"/>
              <a:gd name="connsiteY6-2728" fmla="*/ 110764 h 1978172"/>
              <a:gd name="connsiteX7-2729" fmla="*/ 10532872 w 10768629"/>
              <a:gd name="connsiteY7-2730" fmla="*/ 138028 h 1978172"/>
              <a:gd name="connsiteX8-2731" fmla="*/ 10398558 w 10768629"/>
              <a:gd name="connsiteY8-2732" fmla="*/ 172911 h 1978172"/>
              <a:gd name="connsiteX9-2733" fmla="*/ 10371128 w 10768629"/>
              <a:gd name="connsiteY9-2734" fmla="*/ 182609 h 1978172"/>
              <a:gd name="connsiteX10-2735" fmla="*/ 10352178 w 10768629"/>
              <a:gd name="connsiteY10-2736" fmla="*/ 199976 h 1978172"/>
              <a:gd name="connsiteX11-2737" fmla="*/ 10351815 w 10768629"/>
              <a:gd name="connsiteY11-2738" fmla="*/ 211879 h 1978172"/>
              <a:gd name="connsiteX12-2739" fmla="*/ 10337471 w 10768629"/>
              <a:gd name="connsiteY12-2740" fmla="*/ 218661 h 1978172"/>
              <a:gd name="connsiteX13-2741" fmla="*/ 10334625 w 10768629"/>
              <a:gd name="connsiteY13-2742" fmla="*/ 222351 h 1978172"/>
              <a:gd name="connsiteX14-2743" fmla="*/ 10256365 w 10768629"/>
              <a:gd name="connsiteY14-2744" fmla="*/ 235917 h 1978172"/>
              <a:gd name="connsiteX15-2745" fmla="*/ 10201127 w 10768629"/>
              <a:gd name="connsiteY15-2746" fmla="*/ 267448 h 1978172"/>
              <a:gd name="connsiteX16-2747" fmla="*/ 9961218 w 10768629"/>
              <a:gd name="connsiteY16-2748" fmla="*/ 326720 h 1978172"/>
              <a:gd name="connsiteX17-2749" fmla="*/ 9859715 w 10768629"/>
              <a:gd name="connsiteY17-2750" fmla="*/ 355698 h 1978172"/>
              <a:gd name="connsiteX18-2751" fmla="*/ 9679867 w 10768629"/>
              <a:gd name="connsiteY18-2752" fmla="*/ 399081 h 1978172"/>
              <a:gd name="connsiteX19-2753" fmla="*/ 9490654 w 10768629"/>
              <a:gd name="connsiteY19-2754" fmla="*/ 455225 h 1978172"/>
              <a:gd name="connsiteX20-2755" fmla="*/ 9470837 w 10768629"/>
              <a:gd name="connsiteY20-2756" fmla="*/ 452539 h 1978172"/>
              <a:gd name="connsiteX21-2757" fmla="*/ 9469082 w 10768629"/>
              <a:gd name="connsiteY21-2758" fmla="*/ 454891 h 1978172"/>
              <a:gd name="connsiteX22-2759" fmla="*/ 9448038 w 10768629"/>
              <a:gd name="connsiteY22-2760" fmla="*/ 459733 h 1978172"/>
              <a:gd name="connsiteX23-2761" fmla="*/ 9396821 w 10768629"/>
              <a:gd name="connsiteY23-2762" fmla="*/ 455795 h 1978172"/>
              <a:gd name="connsiteX24-2763" fmla="*/ 9392197 w 10768629"/>
              <a:gd name="connsiteY24-2764" fmla="*/ 459796 h 1978172"/>
              <a:gd name="connsiteX25-2765" fmla="*/ 9347994 w 10768629"/>
              <a:gd name="connsiteY25-2766" fmla="*/ 464462 h 1978172"/>
              <a:gd name="connsiteX26-2767" fmla="*/ 9347889 w 10768629"/>
              <a:gd name="connsiteY26-2768" fmla="*/ 466539 h 1978172"/>
              <a:gd name="connsiteX27-2769" fmla="*/ 9337639 w 10768629"/>
              <a:gd name="connsiteY27-2770" fmla="*/ 476654 h 1978172"/>
              <a:gd name="connsiteX28-2771" fmla="*/ 9316893 w 10768629"/>
              <a:gd name="connsiteY28-2772" fmla="*/ 491390 h 1978172"/>
              <a:gd name="connsiteX29-2773" fmla="*/ 9229283 w 10768629"/>
              <a:gd name="connsiteY29-2774" fmla="*/ 555377 h 1978172"/>
              <a:gd name="connsiteX30-2775" fmla="*/ 9220274 w 10768629"/>
              <a:gd name="connsiteY30-2776" fmla="*/ 557502 h 1978172"/>
              <a:gd name="connsiteX31-2777" fmla="*/ 9220202 w 10768629"/>
              <a:gd name="connsiteY31-2778" fmla="*/ 558001 h 1978172"/>
              <a:gd name="connsiteX32-2779" fmla="*/ 9210908 w 10768629"/>
              <a:gd name="connsiteY32-2780" fmla="*/ 561147 h 1978172"/>
              <a:gd name="connsiteX33-2781" fmla="*/ 9186374 w 10768629"/>
              <a:gd name="connsiteY33-2782" fmla="*/ 565502 h 1978172"/>
              <a:gd name="connsiteX34-2783" fmla="*/ 9181058 w 10768629"/>
              <a:gd name="connsiteY34-2784" fmla="*/ 569943 h 1978172"/>
              <a:gd name="connsiteX35-2785" fmla="*/ 9179948 w 10768629"/>
              <a:gd name="connsiteY35-2786" fmla="*/ 576062 h 1978172"/>
              <a:gd name="connsiteX36-2787" fmla="*/ 9149110 w 10768629"/>
              <a:gd name="connsiteY36-2788" fmla="*/ 598906 h 1978172"/>
              <a:gd name="connsiteX37-2789" fmla="*/ 9078556 w 10768629"/>
              <a:gd name="connsiteY37-2790" fmla="*/ 644039 h 1978172"/>
              <a:gd name="connsiteX38-2791" fmla="*/ 8996399 w 10768629"/>
              <a:gd name="connsiteY38-2792" fmla="*/ 690055 h 1978172"/>
              <a:gd name="connsiteX39-2793" fmla="*/ 8803791 w 10768629"/>
              <a:gd name="connsiteY39-2794" fmla="*/ 813860 h 1978172"/>
              <a:gd name="connsiteX40-2795" fmla="*/ 8636202 w 10768629"/>
              <a:gd name="connsiteY40-2796" fmla="*/ 848463 h 1978172"/>
              <a:gd name="connsiteX41-2797" fmla="*/ 8555372 w 10768629"/>
              <a:gd name="connsiteY41-2798" fmla="*/ 883171 h 1978172"/>
              <a:gd name="connsiteX42-2799" fmla="*/ 8507229 w 10768629"/>
              <a:gd name="connsiteY42-2800" fmla="*/ 901665 h 1978172"/>
              <a:gd name="connsiteX43-2801" fmla="*/ 8428473 w 10768629"/>
              <a:gd name="connsiteY43-2802" fmla="*/ 927985 h 1978172"/>
              <a:gd name="connsiteX44-2803" fmla="*/ 8427914 w 10768629"/>
              <a:gd name="connsiteY44-2804" fmla="*/ 933480 h 1978172"/>
              <a:gd name="connsiteX45-2805" fmla="*/ 8420327 w 10768629"/>
              <a:gd name="connsiteY45-2806" fmla="*/ 941984 h 1978172"/>
              <a:gd name="connsiteX46-2807" fmla="*/ 8407128 w 10768629"/>
              <a:gd name="connsiteY46-2808" fmla="*/ 961344 h 1978172"/>
              <a:gd name="connsiteX47-2809" fmla="*/ 8380548 w 10768629"/>
              <a:gd name="connsiteY47-2810" fmla="*/ 987916 h 1978172"/>
              <a:gd name="connsiteX48-2811" fmla="*/ 8379462 w 10768629"/>
              <a:gd name="connsiteY48-2812" fmla="*/ 987106 h 1978172"/>
              <a:gd name="connsiteX49-2813" fmla="*/ 8369725 w 10768629"/>
              <a:gd name="connsiteY49-2814" fmla="*/ 989186 h 1978172"/>
              <a:gd name="connsiteX50-2815" fmla="*/ 8304438 w 10768629"/>
              <a:gd name="connsiteY50-2816" fmla="*/ 996739 h 1978172"/>
              <a:gd name="connsiteX51-2817" fmla="*/ 8280929 w 10768629"/>
              <a:gd name="connsiteY51-2818" fmla="*/ 1023089 h 1978172"/>
              <a:gd name="connsiteX52-2819" fmla="*/ 8275760 w 10768629"/>
              <a:gd name="connsiteY52-2820" fmla="*/ 1027772 h 1978172"/>
              <a:gd name="connsiteX53-2821" fmla="*/ 8275478 w 10768629"/>
              <a:gd name="connsiteY53-2822" fmla="*/ 1027605 h 1978172"/>
              <a:gd name="connsiteX54-2823" fmla="*/ 8269666 w 10768629"/>
              <a:gd name="connsiteY54-2824" fmla="*/ 1032033 h 1978172"/>
              <a:gd name="connsiteX55-2825" fmla="*/ 8203836 w 10768629"/>
              <a:gd name="connsiteY55-2826" fmla="*/ 1037347 h 1978172"/>
              <a:gd name="connsiteX56-2827" fmla="*/ 8122936 w 10768629"/>
              <a:gd name="connsiteY56-2828" fmla="*/ 1063113 h 1978172"/>
              <a:gd name="connsiteX57-2829" fmla="*/ 8043658 w 10768629"/>
              <a:gd name="connsiteY57-2830" fmla="*/ 1092746 h 1978172"/>
              <a:gd name="connsiteX58-2831" fmla="*/ 8015351 w 10768629"/>
              <a:gd name="connsiteY58-2832" fmla="*/ 1105478 h 1978172"/>
              <a:gd name="connsiteX59-2833" fmla="*/ 7963145 w 10768629"/>
              <a:gd name="connsiteY59-2834" fmla="*/ 1119346 h 1978172"/>
              <a:gd name="connsiteX60-2835" fmla="*/ 7938145 w 10768629"/>
              <a:gd name="connsiteY60-2836" fmla="*/ 1120225 h 1978172"/>
              <a:gd name="connsiteX61-2837" fmla="*/ 7937238 w 10768629"/>
              <a:gd name="connsiteY61-2838" fmla="*/ 1121204 h 1978172"/>
              <a:gd name="connsiteX62-2839" fmla="*/ 7934398 w 10768629"/>
              <a:gd name="connsiteY62-2840" fmla="*/ 1118240 h 1978172"/>
              <a:gd name="connsiteX63-2841" fmla="*/ 7918248 w 10768629"/>
              <a:gd name="connsiteY63-2842" fmla="*/ 1124371 h 1978172"/>
              <a:gd name="connsiteX64-2843" fmla="*/ 7914119 w 10768629"/>
              <a:gd name="connsiteY64-2844" fmla="*/ 1127653 h 1978172"/>
              <a:gd name="connsiteX65-2845" fmla="*/ 7907658 w 10768629"/>
              <a:gd name="connsiteY65-2846" fmla="*/ 1130350 h 1978172"/>
              <a:gd name="connsiteX66-2847" fmla="*/ 7907434 w 10768629"/>
              <a:gd name="connsiteY66-2848" fmla="*/ 1130103 h 1978172"/>
              <a:gd name="connsiteX67-2849" fmla="*/ 7901508 w 10768629"/>
              <a:gd name="connsiteY67-2850" fmla="*/ 1133245 h 1978172"/>
              <a:gd name="connsiteX68-2851" fmla="*/ 7873287 w 10768629"/>
              <a:gd name="connsiteY68-2852" fmla="*/ 1152609 h 1978172"/>
              <a:gd name="connsiteX69-2853" fmla="*/ 7834833 w 10768629"/>
              <a:gd name="connsiteY69-2854" fmla="*/ 1153868 h 1978172"/>
              <a:gd name="connsiteX70-2855" fmla="*/ 7828661 w 10768629"/>
              <a:gd name="connsiteY70-2856" fmla="*/ 1139994 h 1978172"/>
              <a:gd name="connsiteX71-2857" fmla="*/ 7823966 w 10768629"/>
              <a:gd name="connsiteY71-2858" fmla="*/ 1143178 h 1978172"/>
              <a:gd name="connsiteX72-2859" fmla="*/ 7815078 w 10768629"/>
              <a:gd name="connsiteY72-2860" fmla="*/ 1151776 h 1978172"/>
              <a:gd name="connsiteX73-2861" fmla="*/ 7812026 w 10768629"/>
              <a:gd name="connsiteY73-2862" fmla="*/ 1151522 h 1978172"/>
              <a:gd name="connsiteX74-2863" fmla="*/ 7782249 w 10768629"/>
              <a:gd name="connsiteY74-2864" fmla="*/ 1160970 h 1978172"/>
              <a:gd name="connsiteX75-2865" fmla="*/ 7773476 w 10768629"/>
              <a:gd name="connsiteY75-2866" fmla="*/ 1157414 h 1978172"/>
              <a:gd name="connsiteX76-2867" fmla="*/ 7769600 w 10768629"/>
              <a:gd name="connsiteY76-2868" fmla="*/ 1157365 h 1978172"/>
              <a:gd name="connsiteX77-2869" fmla="*/ 7752631 w 10768629"/>
              <a:gd name="connsiteY77-2870" fmla="*/ 1172815 h 1978172"/>
              <a:gd name="connsiteX78-2871" fmla="*/ 7743525 w 10768629"/>
              <a:gd name="connsiteY78-2872" fmla="*/ 1179064 h 1978172"/>
              <a:gd name="connsiteX79-2873" fmla="*/ 7685942 w 10768629"/>
              <a:gd name="connsiteY79-2874" fmla="*/ 1233723 h 1978172"/>
              <a:gd name="connsiteX80-2875" fmla="*/ 7586920 w 10768629"/>
              <a:gd name="connsiteY80-2876" fmla="*/ 1261888 h 1978172"/>
              <a:gd name="connsiteX81-2877" fmla="*/ 7486100 w 10768629"/>
              <a:gd name="connsiteY81-2878" fmla="*/ 1292563 h 1978172"/>
              <a:gd name="connsiteX82-2879" fmla="*/ 7407190 w 10768629"/>
              <a:gd name="connsiteY82-2880" fmla="*/ 1314737 h 1978172"/>
              <a:gd name="connsiteX83-2881" fmla="*/ 7240698 w 10768629"/>
              <a:gd name="connsiteY83-2882" fmla="*/ 1438832 h 1978172"/>
              <a:gd name="connsiteX84-2883" fmla="*/ 7197675 w 10768629"/>
              <a:gd name="connsiteY84-2884" fmla="*/ 1447530 h 1978172"/>
              <a:gd name="connsiteX85-2885" fmla="*/ 7164788 w 10768629"/>
              <a:gd name="connsiteY85-2886" fmla="*/ 1480293 h 1978172"/>
              <a:gd name="connsiteX86-2887" fmla="*/ 7147929 w 10768629"/>
              <a:gd name="connsiteY86-2888" fmla="*/ 1477641 h 1978172"/>
              <a:gd name="connsiteX87-2889" fmla="*/ 7144965 w 10768629"/>
              <a:gd name="connsiteY87-2890" fmla="*/ 1476908 h 1978172"/>
              <a:gd name="connsiteX88-2891" fmla="*/ 7134299 w 10768629"/>
              <a:gd name="connsiteY88-2892" fmla="*/ 1479969 h 1978172"/>
              <a:gd name="connsiteX89-2893" fmla="*/ 7129809 w 10768629"/>
              <a:gd name="connsiteY89-2894" fmla="*/ 1473339 h 1978172"/>
              <a:gd name="connsiteX90-2895" fmla="*/ 7112688 w 10768629"/>
              <a:gd name="connsiteY90-2896" fmla="*/ 1472575 h 1978172"/>
              <a:gd name="connsiteX91-2897" fmla="*/ 7093470 w 10768629"/>
              <a:gd name="connsiteY91-2898" fmla="*/ 1480300 h 1978172"/>
              <a:gd name="connsiteX92-2899" fmla="*/ 7025034 w 10768629"/>
              <a:gd name="connsiteY92-2900" fmla="*/ 1506934 h 1978172"/>
              <a:gd name="connsiteX93-2901" fmla="*/ 7014783 w 10768629"/>
              <a:gd name="connsiteY93-2902" fmla="*/ 1515868 h 1978172"/>
              <a:gd name="connsiteX94-2903" fmla="*/ 6979706 w 10768629"/>
              <a:gd name="connsiteY94-2904" fmla="*/ 1523511 h 1978172"/>
              <a:gd name="connsiteX95-2905" fmla="*/ 6977890 w 10768629"/>
              <a:gd name="connsiteY95-2906" fmla="*/ 1525793 h 1978172"/>
              <a:gd name="connsiteX96-2907" fmla="*/ 6944339 w 10768629"/>
              <a:gd name="connsiteY96-2908" fmla="*/ 1536237 h 1978172"/>
              <a:gd name="connsiteX97-2909" fmla="*/ 6886996 w 10768629"/>
              <a:gd name="connsiteY97-2910" fmla="*/ 1563569 h 1978172"/>
              <a:gd name="connsiteX98-2911" fmla="*/ 6874510 w 10768629"/>
              <a:gd name="connsiteY98-2912" fmla="*/ 1558469 h 1978172"/>
              <a:gd name="connsiteX99-2913" fmla="*/ 6871943 w 10768629"/>
              <a:gd name="connsiteY99-2914" fmla="*/ 1554651 h 1978172"/>
              <a:gd name="connsiteX100-2915" fmla="*/ 6856174 w 10768629"/>
              <a:gd name="connsiteY100-2916" fmla="*/ 1562024 h 1978172"/>
              <a:gd name="connsiteX101-2917" fmla="*/ 6842321 w 10768629"/>
              <a:gd name="connsiteY101-2918" fmla="*/ 1560554 h 1978172"/>
              <a:gd name="connsiteX102-2919" fmla="*/ 6832713 w 10768629"/>
              <a:gd name="connsiteY102-2920" fmla="*/ 1569357 h 1978172"/>
              <a:gd name="connsiteX103-2921" fmla="*/ 6816351 w 10768629"/>
              <a:gd name="connsiteY103-2922" fmla="*/ 1571495 h 1978172"/>
              <a:gd name="connsiteX104-2923" fmla="*/ 6795800 w 10768629"/>
              <a:gd name="connsiteY104-2924" fmla="*/ 1572010 h 1978172"/>
              <a:gd name="connsiteX105-2925" fmla="*/ 6777546 w 10768629"/>
              <a:gd name="connsiteY105-2926" fmla="*/ 1568661 h 1978172"/>
              <a:gd name="connsiteX106-2927" fmla="*/ 6751528 w 10768629"/>
              <a:gd name="connsiteY106-2928" fmla="*/ 1574143 h 1978172"/>
              <a:gd name="connsiteX107-2929" fmla="*/ 6691966 w 10768629"/>
              <a:gd name="connsiteY107-2930" fmla="*/ 1582255 h 1978172"/>
              <a:gd name="connsiteX108-2931" fmla="*/ 6646941 w 10768629"/>
              <a:gd name="connsiteY108-2932" fmla="*/ 1588471 h 1978172"/>
              <a:gd name="connsiteX109-2933" fmla="*/ 6568576 w 10768629"/>
              <a:gd name="connsiteY109-2934" fmla="*/ 1606488 h 1978172"/>
              <a:gd name="connsiteX110-2935" fmla="*/ 6554358 w 10768629"/>
              <a:gd name="connsiteY110-2936" fmla="*/ 1621701 h 1978172"/>
              <a:gd name="connsiteX111-2937" fmla="*/ 6516968 w 10768629"/>
              <a:gd name="connsiteY111-2938" fmla="*/ 1617195 h 1978172"/>
              <a:gd name="connsiteX112-2939" fmla="*/ 6506479 w 10768629"/>
              <a:gd name="connsiteY112-2940" fmla="*/ 1602227 h 1978172"/>
              <a:gd name="connsiteX113-2941" fmla="*/ 6458436 w 10768629"/>
              <a:gd name="connsiteY113-2942" fmla="*/ 1607332 h 1978172"/>
              <a:gd name="connsiteX114-2943" fmla="*/ 6414786 w 10768629"/>
              <a:gd name="connsiteY114-2944" fmla="*/ 1628815 h 1978172"/>
              <a:gd name="connsiteX115-2945" fmla="*/ 6357085 w 10768629"/>
              <a:gd name="connsiteY115-2946" fmla="*/ 1640846 h 1978172"/>
              <a:gd name="connsiteX116-2947" fmla="*/ 6322636 w 10768629"/>
              <a:gd name="connsiteY116-2948" fmla="*/ 1648213 h 1978172"/>
              <a:gd name="connsiteX117-2949" fmla="*/ 6226172 w 10768629"/>
              <a:gd name="connsiteY117-2950" fmla="*/ 1654676 h 1978172"/>
              <a:gd name="connsiteX118-2951" fmla="*/ 6221217 w 10768629"/>
              <a:gd name="connsiteY118-2952" fmla="*/ 1654506 h 1978172"/>
              <a:gd name="connsiteX119-2953" fmla="*/ 6204956 w 10768629"/>
              <a:gd name="connsiteY119-2954" fmla="*/ 1664280 h 1978172"/>
              <a:gd name="connsiteX120-2955" fmla="*/ 6204270 w 10768629"/>
              <a:gd name="connsiteY120-2956" fmla="*/ 1666782 h 1978172"/>
              <a:gd name="connsiteX121-2957" fmla="*/ 6143810 w 10768629"/>
              <a:gd name="connsiteY121-2958" fmla="*/ 1661963 h 1978172"/>
              <a:gd name="connsiteX122-2959" fmla="*/ 6136560 w 10768629"/>
              <a:gd name="connsiteY122-2960" fmla="*/ 1665728 h 1978172"/>
              <a:gd name="connsiteX123-2961" fmla="*/ 6096155 w 10768629"/>
              <a:gd name="connsiteY123-2962" fmla="*/ 1656951 h 1978172"/>
              <a:gd name="connsiteX124-2963" fmla="*/ 6075812 w 10768629"/>
              <a:gd name="connsiteY124-2964" fmla="*/ 1655422 h 1978172"/>
              <a:gd name="connsiteX125-2965" fmla="*/ 6039495 w 10768629"/>
              <a:gd name="connsiteY125-2966" fmla="*/ 1649680 h 1978172"/>
              <a:gd name="connsiteX126-2967" fmla="*/ 6036523 w 10768629"/>
              <a:gd name="connsiteY126-2968" fmla="*/ 1652121 h 1978172"/>
              <a:gd name="connsiteX127-2969" fmla="*/ 6029328 w 10768629"/>
              <a:gd name="connsiteY127-2970" fmla="*/ 1649904 h 1978172"/>
              <a:gd name="connsiteX128-2971" fmla="*/ 6024075 w 10768629"/>
              <a:gd name="connsiteY128-2972" fmla="*/ 1652779 h 1978172"/>
              <a:gd name="connsiteX129-2973" fmla="*/ 6018085 w 10768629"/>
              <a:gd name="connsiteY129-2974" fmla="*/ 1652030 h 1978172"/>
              <a:gd name="connsiteX130-2975" fmla="*/ 5955513 w 10768629"/>
              <a:gd name="connsiteY130-2976" fmla="*/ 1663584 h 1978172"/>
              <a:gd name="connsiteX131-2977" fmla="*/ 5941996 w 10768629"/>
              <a:gd name="connsiteY131-2978" fmla="*/ 1661326 h 1978172"/>
              <a:gd name="connsiteX132-2979" fmla="*/ 5931789 w 10768629"/>
              <a:gd name="connsiteY132-2980" fmla="*/ 1669915 h 1978172"/>
              <a:gd name="connsiteX133-2981" fmla="*/ 5888686 w 10768629"/>
              <a:gd name="connsiteY133-2982" fmla="*/ 1672175 h 1978172"/>
              <a:gd name="connsiteX134-2983" fmla="*/ 5873794 w 10768629"/>
              <a:gd name="connsiteY134-2984" fmla="*/ 1665454 h 1978172"/>
              <a:gd name="connsiteX135-2985" fmla="*/ 5860022 w 10768629"/>
              <a:gd name="connsiteY135-2986" fmla="*/ 1660635 h 1978172"/>
              <a:gd name="connsiteX136-2987" fmla="*/ 5858237 w 10768629"/>
              <a:gd name="connsiteY136-2988" fmla="*/ 1660649 h 1978172"/>
              <a:gd name="connsiteX137-2989" fmla="*/ 5840319 w 10768629"/>
              <a:gd name="connsiteY137-2990" fmla="*/ 1660798 h 1978172"/>
              <a:gd name="connsiteX138-2991" fmla="*/ 5806984 w 10768629"/>
              <a:gd name="connsiteY138-2992" fmla="*/ 1661075 h 1978172"/>
              <a:gd name="connsiteX139-2993" fmla="*/ 5742351 w 10768629"/>
              <a:gd name="connsiteY139-2994" fmla="*/ 1667489 h 1978172"/>
              <a:gd name="connsiteX140-2995" fmla="*/ 5521171 w 10768629"/>
              <a:gd name="connsiteY140-2996" fmla="*/ 1671626 h 1978172"/>
              <a:gd name="connsiteX141-2997" fmla="*/ 5457384 w 10768629"/>
              <a:gd name="connsiteY141-2998" fmla="*/ 1683952 h 1978172"/>
              <a:gd name="connsiteX142-2999" fmla="*/ 4950070 w 10768629"/>
              <a:gd name="connsiteY142-3000" fmla="*/ 1748401 h 1978172"/>
              <a:gd name="connsiteX143-3001" fmla="*/ 4872172 w 10768629"/>
              <a:gd name="connsiteY143-3002" fmla="*/ 1757222 h 1978172"/>
              <a:gd name="connsiteX144-3003" fmla="*/ 4809524 w 10768629"/>
              <a:gd name="connsiteY144-3004" fmla="*/ 1761033 h 1978172"/>
              <a:gd name="connsiteX145-3005" fmla="*/ 4759058 w 10768629"/>
              <a:gd name="connsiteY145-3006" fmla="*/ 1766533 h 1978172"/>
              <a:gd name="connsiteX146-3007" fmla="*/ 4719749 w 10768629"/>
              <a:gd name="connsiteY146-3008" fmla="*/ 1771811 h 1978172"/>
              <a:gd name="connsiteX147-3009" fmla="*/ 4568686 w 10768629"/>
              <a:gd name="connsiteY147-3010" fmla="*/ 1786141 h 1978172"/>
              <a:gd name="connsiteX148-3011" fmla="*/ 4418751 w 10768629"/>
              <a:gd name="connsiteY148-3012" fmla="*/ 1796932 h 1978172"/>
              <a:gd name="connsiteX149-3013" fmla="*/ 4378377 w 10768629"/>
              <a:gd name="connsiteY149-3014" fmla="*/ 1815528 h 1978172"/>
              <a:gd name="connsiteX150-3015" fmla="*/ 4320575 w 10768629"/>
              <a:gd name="connsiteY150-3016" fmla="*/ 1832722 h 1978172"/>
              <a:gd name="connsiteX151-3017" fmla="*/ 4220200 w 10768629"/>
              <a:gd name="connsiteY151-3018" fmla="*/ 1873173 h 1978172"/>
              <a:gd name="connsiteX152-3019" fmla="*/ 4105361 w 10768629"/>
              <a:gd name="connsiteY152-3020" fmla="*/ 1894711 h 1978172"/>
              <a:gd name="connsiteX153-3021" fmla="*/ 3973223 w 10768629"/>
              <a:gd name="connsiteY153-3022" fmla="*/ 1881015 h 1978172"/>
              <a:gd name="connsiteX154-3023" fmla="*/ 3900992 w 10768629"/>
              <a:gd name="connsiteY154-3024" fmla="*/ 1880603 h 1978172"/>
              <a:gd name="connsiteX155-3025" fmla="*/ 3662119 w 10768629"/>
              <a:gd name="connsiteY155-3026" fmla="*/ 1876289 h 1978172"/>
              <a:gd name="connsiteX156-3027" fmla="*/ 3496919 w 10768629"/>
              <a:gd name="connsiteY156-3028" fmla="*/ 1873180 h 1978172"/>
              <a:gd name="connsiteX157-3029" fmla="*/ 3449433 w 10768629"/>
              <a:gd name="connsiteY157-3030" fmla="*/ 1889681 h 1978172"/>
              <a:gd name="connsiteX158-3031" fmla="*/ 3369766 w 10768629"/>
              <a:gd name="connsiteY158-3032" fmla="*/ 1916653 h 1978172"/>
              <a:gd name="connsiteX159-3033" fmla="*/ 3290336 w 10768629"/>
              <a:gd name="connsiteY159-3034" fmla="*/ 1925039 h 1978172"/>
              <a:gd name="connsiteX160-3035" fmla="*/ 3224897 w 10768629"/>
              <a:gd name="connsiteY160-3036" fmla="*/ 1943733 h 1978172"/>
              <a:gd name="connsiteX161-3037" fmla="*/ 3161463 w 10768629"/>
              <a:gd name="connsiteY161-3038" fmla="*/ 1946591 h 1978172"/>
              <a:gd name="connsiteX162-3039" fmla="*/ 3157504 w 10768629"/>
              <a:gd name="connsiteY162-3040" fmla="*/ 1957276 h 1978172"/>
              <a:gd name="connsiteX163-3041" fmla="*/ 3115176 w 10768629"/>
              <a:gd name="connsiteY163-3042" fmla="*/ 1943459 h 1978172"/>
              <a:gd name="connsiteX164-3043" fmla="*/ 3005773 w 10768629"/>
              <a:gd name="connsiteY164-3044" fmla="*/ 1915878 h 1978172"/>
              <a:gd name="connsiteX165-3045" fmla="*/ 2897201 w 10768629"/>
              <a:gd name="connsiteY165-3046" fmla="*/ 1926772 h 1978172"/>
              <a:gd name="connsiteX166-3047" fmla="*/ 2783891 w 10768629"/>
              <a:gd name="connsiteY166-3048" fmla="*/ 1931749 h 1978172"/>
              <a:gd name="connsiteX167-3049" fmla="*/ 2712447 w 10768629"/>
              <a:gd name="connsiteY167-3050" fmla="*/ 1933044 h 1978172"/>
              <a:gd name="connsiteX168-3051" fmla="*/ 2560151 w 10768629"/>
              <a:gd name="connsiteY168-3052" fmla="*/ 1963609 h 1978172"/>
              <a:gd name="connsiteX169-3053" fmla="*/ 2367221 w 10768629"/>
              <a:gd name="connsiteY169-3054" fmla="*/ 1971884 h 1978172"/>
              <a:gd name="connsiteX170-3055" fmla="*/ 2272130 w 10768629"/>
              <a:gd name="connsiteY170-3056" fmla="*/ 1961162 h 1978172"/>
              <a:gd name="connsiteX171-3057" fmla="*/ 2189404 w 10768629"/>
              <a:gd name="connsiteY171-3058" fmla="*/ 1978172 h 1978172"/>
              <a:gd name="connsiteX172-3059" fmla="*/ 2077704 w 10768629"/>
              <a:gd name="connsiteY172-3060" fmla="*/ 1965002 h 1978172"/>
              <a:gd name="connsiteX173-3061" fmla="*/ 1967996 w 10768629"/>
              <a:gd name="connsiteY173-3062" fmla="*/ 1953187 h 1978172"/>
              <a:gd name="connsiteX174-3063" fmla="*/ 1855805 w 10768629"/>
              <a:gd name="connsiteY174-3064" fmla="*/ 1926082 h 1978172"/>
              <a:gd name="connsiteX175-3065" fmla="*/ 1790957 w 10768629"/>
              <a:gd name="connsiteY175-3066" fmla="*/ 1919460 h 1978172"/>
              <a:gd name="connsiteX176-3067" fmla="*/ 1613978 w 10768629"/>
              <a:gd name="connsiteY176-3068" fmla="*/ 1891581 h 1978172"/>
              <a:gd name="connsiteX177-3069" fmla="*/ 1436831 w 10768629"/>
              <a:gd name="connsiteY177-3070" fmla="*/ 1856201 h 1978172"/>
              <a:gd name="connsiteX178-3071" fmla="*/ 1357365 w 10768629"/>
              <a:gd name="connsiteY178-3072" fmla="*/ 1832140 h 1978172"/>
              <a:gd name="connsiteX179-3073" fmla="*/ 1186881 w 10768629"/>
              <a:gd name="connsiteY179-3074" fmla="*/ 1768613 h 1978172"/>
              <a:gd name="connsiteX180-3075" fmla="*/ 1162595 w 10768629"/>
              <a:gd name="connsiteY180-3076" fmla="*/ 1758337 h 1978172"/>
              <a:gd name="connsiteX181-3077" fmla="*/ 1128523 w 10768629"/>
              <a:gd name="connsiteY181-3078" fmla="*/ 1763621 h 1978172"/>
              <a:gd name="connsiteX182-3079" fmla="*/ 991903 w 10768629"/>
              <a:gd name="connsiteY182-3080" fmla="*/ 1786741 h 1978172"/>
              <a:gd name="connsiteX183-3081" fmla="*/ 883960 w 10768629"/>
              <a:gd name="connsiteY183-3082" fmla="*/ 1822386 h 1978172"/>
              <a:gd name="connsiteX184-3083" fmla="*/ 766531 w 10768629"/>
              <a:gd name="connsiteY184-3084" fmla="*/ 1805053 h 1978172"/>
              <a:gd name="connsiteX185-3085" fmla="*/ 669779 w 10768629"/>
              <a:gd name="connsiteY185-3086" fmla="*/ 1800537 h 1978172"/>
              <a:gd name="connsiteX186-3087" fmla="*/ 523898 w 10768629"/>
              <a:gd name="connsiteY186-3088" fmla="*/ 1811085 h 1978172"/>
              <a:gd name="connsiteX187-3089" fmla="*/ 360251 w 10768629"/>
              <a:gd name="connsiteY187-3090" fmla="*/ 1830735 h 1978172"/>
              <a:gd name="connsiteX188-3091" fmla="*/ 255207 w 10768629"/>
              <a:gd name="connsiteY188-3092" fmla="*/ 1818275 h 1978172"/>
              <a:gd name="connsiteX189-3093" fmla="*/ 101803 w 10768629"/>
              <a:gd name="connsiteY189-3094" fmla="*/ 1870647 h 1978172"/>
              <a:gd name="connsiteX190-3095" fmla="*/ 25397 w 10768629"/>
              <a:gd name="connsiteY190-3096" fmla="*/ 1888443 h 1978172"/>
              <a:gd name="connsiteX191-3097" fmla="*/ 2370 w 10768629"/>
              <a:gd name="connsiteY191-3098" fmla="*/ 1878311 h 1978172"/>
              <a:gd name="connsiteX192-3099" fmla="*/ 0 w 10768629"/>
              <a:gd name="connsiteY192-3100" fmla="*/ 1878785 h 1978172"/>
              <a:gd name="connsiteX193-3101" fmla="*/ 0 w 10768629"/>
              <a:gd name="connsiteY193-3102" fmla="*/ 0 h 1978172"/>
              <a:gd name="connsiteX0-3103" fmla="*/ 0 w 10768629"/>
              <a:gd name="connsiteY0-3104" fmla="*/ 0 h 1978172"/>
              <a:gd name="connsiteX1-3105" fmla="*/ 10768629 w 10768629"/>
              <a:gd name="connsiteY1-3106" fmla="*/ 0 h 1978172"/>
              <a:gd name="connsiteX2-3107" fmla="*/ 10733254 w 10768629"/>
              <a:gd name="connsiteY2-3108" fmla="*/ 31439 h 1978172"/>
              <a:gd name="connsiteX3-3109" fmla="*/ 10727085 w 10768629"/>
              <a:gd name="connsiteY3-3110" fmla="*/ 37910 h 1978172"/>
              <a:gd name="connsiteX4-3111" fmla="*/ 10675953 w 10768629"/>
              <a:gd name="connsiteY4-3112" fmla="*/ 68623 h 1978172"/>
              <a:gd name="connsiteX5-3113" fmla="*/ 10637091 w 10768629"/>
              <a:gd name="connsiteY5-3114" fmla="*/ 90361 h 1978172"/>
              <a:gd name="connsiteX6-3115" fmla="*/ 10610971 w 10768629"/>
              <a:gd name="connsiteY6-3116" fmla="*/ 110764 h 1978172"/>
              <a:gd name="connsiteX7-3117" fmla="*/ 10532872 w 10768629"/>
              <a:gd name="connsiteY7-3118" fmla="*/ 138028 h 1978172"/>
              <a:gd name="connsiteX8-3119" fmla="*/ 10398558 w 10768629"/>
              <a:gd name="connsiteY8-3120" fmla="*/ 172911 h 1978172"/>
              <a:gd name="connsiteX9-3121" fmla="*/ 10371128 w 10768629"/>
              <a:gd name="connsiteY9-3122" fmla="*/ 182609 h 1978172"/>
              <a:gd name="connsiteX10-3123" fmla="*/ 10352178 w 10768629"/>
              <a:gd name="connsiteY10-3124" fmla="*/ 199976 h 1978172"/>
              <a:gd name="connsiteX11-3125" fmla="*/ 10351815 w 10768629"/>
              <a:gd name="connsiteY11-3126" fmla="*/ 211879 h 1978172"/>
              <a:gd name="connsiteX12-3127" fmla="*/ 10337471 w 10768629"/>
              <a:gd name="connsiteY12-3128" fmla="*/ 218661 h 1978172"/>
              <a:gd name="connsiteX13-3129" fmla="*/ 10334625 w 10768629"/>
              <a:gd name="connsiteY13-3130" fmla="*/ 222351 h 1978172"/>
              <a:gd name="connsiteX14-3131" fmla="*/ 10256365 w 10768629"/>
              <a:gd name="connsiteY14-3132" fmla="*/ 235917 h 1978172"/>
              <a:gd name="connsiteX15-3133" fmla="*/ 10201127 w 10768629"/>
              <a:gd name="connsiteY15-3134" fmla="*/ 267448 h 1978172"/>
              <a:gd name="connsiteX16-3135" fmla="*/ 9961218 w 10768629"/>
              <a:gd name="connsiteY16-3136" fmla="*/ 326720 h 1978172"/>
              <a:gd name="connsiteX17-3137" fmla="*/ 9859715 w 10768629"/>
              <a:gd name="connsiteY17-3138" fmla="*/ 355698 h 1978172"/>
              <a:gd name="connsiteX18-3139" fmla="*/ 9679867 w 10768629"/>
              <a:gd name="connsiteY18-3140" fmla="*/ 399081 h 1978172"/>
              <a:gd name="connsiteX19-3141" fmla="*/ 9490654 w 10768629"/>
              <a:gd name="connsiteY19-3142" fmla="*/ 455225 h 1978172"/>
              <a:gd name="connsiteX20-3143" fmla="*/ 9470837 w 10768629"/>
              <a:gd name="connsiteY20-3144" fmla="*/ 452539 h 1978172"/>
              <a:gd name="connsiteX21-3145" fmla="*/ 9469082 w 10768629"/>
              <a:gd name="connsiteY21-3146" fmla="*/ 454891 h 1978172"/>
              <a:gd name="connsiteX22-3147" fmla="*/ 9448038 w 10768629"/>
              <a:gd name="connsiteY22-3148" fmla="*/ 459733 h 1978172"/>
              <a:gd name="connsiteX23-3149" fmla="*/ 9396821 w 10768629"/>
              <a:gd name="connsiteY23-3150" fmla="*/ 455795 h 1978172"/>
              <a:gd name="connsiteX24-3151" fmla="*/ 9392197 w 10768629"/>
              <a:gd name="connsiteY24-3152" fmla="*/ 459796 h 1978172"/>
              <a:gd name="connsiteX25-3153" fmla="*/ 9347994 w 10768629"/>
              <a:gd name="connsiteY25-3154" fmla="*/ 464462 h 1978172"/>
              <a:gd name="connsiteX26-3155" fmla="*/ 9347889 w 10768629"/>
              <a:gd name="connsiteY26-3156" fmla="*/ 466539 h 1978172"/>
              <a:gd name="connsiteX27-3157" fmla="*/ 9337639 w 10768629"/>
              <a:gd name="connsiteY27-3158" fmla="*/ 476654 h 1978172"/>
              <a:gd name="connsiteX28-3159" fmla="*/ 9316893 w 10768629"/>
              <a:gd name="connsiteY28-3160" fmla="*/ 491390 h 1978172"/>
              <a:gd name="connsiteX29-3161" fmla="*/ 9229283 w 10768629"/>
              <a:gd name="connsiteY29-3162" fmla="*/ 555377 h 1978172"/>
              <a:gd name="connsiteX30-3163" fmla="*/ 9220274 w 10768629"/>
              <a:gd name="connsiteY30-3164" fmla="*/ 557502 h 1978172"/>
              <a:gd name="connsiteX31-3165" fmla="*/ 9220202 w 10768629"/>
              <a:gd name="connsiteY31-3166" fmla="*/ 558001 h 1978172"/>
              <a:gd name="connsiteX32-3167" fmla="*/ 9210908 w 10768629"/>
              <a:gd name="connsiteY32-3168" fmla="*/ 561147 h 1978172"/>
              <a:gd name="connsiteX33-3169" fmla="*/ 9186374 w 10768629"/>
              <a:gd name="connsiteY33-3170" fmla="*/ 565502 h 1978172"/>
              <a:gd name="connsiteX34-3171" fmla="*/ 9181058 w 10768629"/>
              <a:gd name="connsiteY34-3172" fmla="*/ 569943 h 1978172"/>
              <a:gd name="connsiteX35-3173" fmla="*/ 9179948 w 10768629"/>
              <a:gd name="connsiteY35-3174" fmla="*/ 576062 h 1978172"/>
              <a:gd name="connsiteX36-3175" fmla="*/ 9149110 w 10768629"/>
              <a:gd name="connsiteY36-3176" fmla="*/ 598906 h 1978172"/>
              <a:gd name="connsiteX37-3177" fmla="*/ 9078556 w 10768629"/>
              <a:gd name="connsiteY37-3178" fmla="*/ 644039 h 1978172"/>
              <a:gd name="connsiteX38-3179" fmla="*/ 8996399 w 10768629"/>
              <a:gd name="connsiteY38-3180" fmla="*/ 690055 h 1978172"/>
              <a:gd name="connsiteX39-3181" fmla="*/ 8803791 w 10768629"/>
              <a:gd name="connsiteY39-3182" fmla="*/ 813860 h 1978172"/>
              <a:gd name="connsiteX40-3183" fmla="*/ 8636202 w 10768629"/>
              <a:gd name="connsiteY40-3184" fmla="*/ 848463 h 1978172"/>
              <a:gd name="connsiteX41-3185" fmla="*/ 8555372 w 10768629"/>
              <a:gd name="connsiteY41-3186" fmla="*/ 883171 h 1978172"/>
              <a:gd name="connsiteX42-3187" fmla="*/ 8507229 w 10768629"/>
              <a:gd name="connsiteY42-3188" fmla="*/ 901665 h 1978172"/>
              <a:gd name="connsiteX43-3189" fmla="*/ 8428473 w 10768629"/>
              <a:gd name="connsiteY43-3190" fmla="*/ 927985 h 1978172"/>
              <a:gd name="connsiteX44-3191" fmla="*/ 8427914 w 10768629"/>
              <a:gd name="connsiteY44-3192" fmla="*/ 933480 h 1978172"/>
              <a:gd name="connsiteX45-3193" fmla="*/ 8420327 w 10768629"/>
              <a:gd name="connsiteY45-3194" fmla="*/ 941984 h 1978172"/>
              <a:gd name="connsiteX46-3195" fmla="*/ 8407128 w 10768629"/>
              <a:gd name="connsiteY46-3196" fmla="*/ 961344 h 1978172"/>
              <a:gd name="connsiteX47-3197" fmla="*/ 8380548 w 10768629"/>
              <a:gd name="connsiteY47-3198" fmla="*/ 987916 h 1978172"/>
              <a:gd name="connsiteX48-3199" fmla="*/ 8379462 w 10768629"/>
              <a:gd name="connsiteY48-3200" fmla="*/ 987106 h 1978172"/>
              <a:gd name="connsiteX49-3201" fmla="*/ 8369725 w 10768629"/>
              <a:gd name="connsiteY49-3202" fmla="*/ 989186 h 1978172"/>
              <a:gd name="connsiteX50-3203" fmla="*/ 8304438 w 10768629"/>
              <a:gd name="connsiteY50-3204" fmla="*/ 996739 h 1978172"/>
              <a:gd name="connsiteX51-3205" fmla="*/ 8280929 w 10768629"/>
              <a:gd name="connsiteY51-3206" fmla="*/ 1023089 h 1978172"/>
              <a:gd name="connsiteX52-3207" fmla="*/ 8275760 w 10768629"/>
              <a:gd name="connsiteY52-3208" fmla="*/ 1027772 h 1978172"/>
              <a:gd name="connsiteX53-3209" fmla="*/ 8275478 w 10768629"/>
              <a:gd name="connsiteY53-3210" fmla="*/ 1027605 h 1978172"/>
              <a:gd name="connsiteX54-3211" fmla="*/ 8269666 w 10768629"/>
              <a:gd name="connsiteY54-3212" fmla="*/ 1032033 h 1978172"/>
              <a:gd name="connsiteX55-3213" fmla="*/ 8203836 w 10768629"/>
              <a:gd name="connsiteY55-3214" fmla="*/ 1037347 h 1978172"/>
              <a:gd name="connsiteX56-3215" fmla="*/ 8122936 w 10768629"/>
              <a:gd name="connsiteY56-3216" fmla="*/ 1063113 h 1978172"/>
              <a:gd name="connsiteX57-3217" fmla="*/ 8043658 w 10768629"/>
              <a:gd name="connsiteY57-3218" fmla="*/ 1092746 h 1978172"/>
              <a:gd name="connsiteX58-3219" fmla="*/ 8015351 w 10768629"/>
              <a:gd name="connsiteY58-3220" fmla="*/ 1105478 h 1978172"/>
              <a:gd name="connsiteX59-3221" fmla="*/ 7963145 w 10768629"/>
              <a:gd name="connsiteY59-3222" fmla="*/ 1119346 h 1978172"/>
              <a:gd name="connsiteX60-3223" fmla="*/ 7938145 w 10768629"/>
              <a:gd name="connsiteY60-3224" fmla="*/ 1120225 h 1978172"/>
              <a:gd name="connsiteX61-3225" fmla="*/ 7937238 w 10768629"/>
              <a:gd name="connsiteY61-3226" fmla="*/ 1121204 h 1978172"/>
              <a:gd name="connsiteX62-3227" fmla="*/ 7934398 w 10768629"/>
              <a:gd name="connsiteY62-3228" fmla="*/ 1118240 h 1978172"/>
              <a:gd name="connsiteX63-3229" fmla="*/ 7918248 w 10768629"/>
              <a:gd name="connsiteY63-3230" fmla="*/ 1124371 h 1978172"/>
              <a:gd name="connsiteX64-3231" fmla="*/ 7914119 w 10768629"/>
              <a:gd name="connsiteY64-3232" fmla="*/ 1127653 h 1978172"/>
              <a:gd name="connsiteX65-3233" fmla="*/ 7907658 w 10768629"/>
              <a:gd name="connsiteY65-3234" fmla="*/ 1130350 h 1978172"/>
              <a:gd name="connsiteX66-3235" fmla="*/ 7907434 w 10768629"/>
              <a:gd name="connsiteY66-3236" fmla="*/ 1130103 h 1978172"/>
              <a:gd name="connsiteX67-3237" fmla="*/ 7901508 w 10768629"/>
              <a:gd name="connsiteY67-3238" fmla="*/ 1133245 h 1978172"/>
              <a:gd name="connsiteX68-3239" fmla="*/ 7873287 w 10768629"/>
              <a:gd name="connsiteY68-3240" fmla="*/ 1152609 h 1978172"/>
              <a:gd name="connsiteX69-3241" fmla="*/ 7834833 w 10768629"/>
              <a:gd name="connsiteY69-3242" fmla="*/ 1153868 h 1978172"/>
              <a:gd name="connsiteX70-3243" fmla="*/ 7828661 w 10768629"/>
              <a:gd name="connsiteY70-3244" fmla="*/ 1139994 h 1978172"/>
              <a:gd name="connsiteX71-3245" fmla="*/ 7823966 w 10768629"/>
              <a:gd name="connsiteY71-3246" fmla="*/ 1143178 h 1978172"/>
              <a:gd name="connsiteX72-3247" fmla="*/ 7815078 w 10768629"/>
              <a:gd name="connsiteY72-3248" fmla="*/ 1151776 h 1978172"/>
              <a:gd name="connsiteX73-3249" fmla="*/ 7812026 w 10768629"/>
              <a:gd name="connsiteY73-3250" fmla="*/ 1151522 h 1978172"/>
              <a:gd name="connsiteX74-3251" fmla="*/ 7782249 w 10768629"/>
              <a:gd name="connsiteY74-3252" fmla="*/ 1160970 h 1978172"/>
              <a:gd name="connsiteX75-3253" fmla="*/ 7773476 w 10768629"/>
              <a:gd name="connsiteY75-3254" fmla="*/ 1157414 h 1978172"/>
              <a:gd name="connsiteX76-3255" fmla="*/ 7769600 w 10768629"/>
              <a:gd name="connsiteY76-3256" fmla="*/ 1157365 h 1978172"/>
              <a:gd name="connsiteX77-3257" fmla="*/ 7752631 w 10768629"/>
              <a:gd name="connsiteY77-3258" fmla="*/ 1172815 h 1978172"/>
              <a:gd name="connsiteX78-3259" fmla="*/ 7743525 w 10768629"/>
              <a:gd name="connsiteY78-3260" fmla="*/ 1179064 h 1978172"/>
              <a:gd name="connsiteX79-3261" fmla="*/ 7685942 w 10768629"/>
              <a:gd name="connsiteY79-3262" fmla="*/ 1233723 h 1978172"/>
              <a:gd name="connsiteX80-3263" fmla="*/ 7586920 w 10768629"/>
              <a:gd name="connsiteY80-3264" fmla="*/ 1261888 h 1978172"/>
              <a:gd name="connsiteX81-3265" fmla="*/ 7486100 w 10768629"/>
              <a:gd name="connsiteY81-3266" fmla="*/ 1292563 h 1978172"/>
              <a:gd name="connsiteX82-3267" fmla="*/ 7407190 w 10768629"/>
              <a:gd name="connsiteY82-3268" fmla="*/ 1314737 h 1978172"/>
              <a:gd name="connsiteX83-3269" fmla="*/ 7240698 w 10768629"/>
              <a:gd name="connsiteY83-3270" fmla="*/ 1438832 h 1978172"/>
              <a:gd name="connsiteX84-3271" fmla="*/ 7197675 w 10768629"/>
              <a:gd name="connsiteY84-3272" fmla="*/ 1447530 h 1978172"/>
              <a:gd name="connsiteX85-3273" fmla="*/ 7164788 w 10768629"/>
              <a:gd name="connsiteY85-3274" fmla="*/ 1480293 h 1978172"/>
              <a:gd name="connsiteX86-3275" fmla="*/ 7147929 w 10768629"/>
              <a:gd name="connsiteY86-3276" fmla="*/ 1477641 h 1978172"/>
              <a:gd name="connsiteX87-3277" fmla="*/ 7144965 w 10768629"/>
              <a:gd name="connsiteY87-3278" fmla="*/ 1476908 h 1978172"/>
              <a:gd name="connsiteX88-3279" fmla="*/ 7134299 w 10768629"/>
              <a:gd name="connsiteY88-3280" fmla="*/ 1479969 h 1978172"/>
              <a:gd name="connsiteX89-3281" fmla="*/ 7129809 w 10768629"/>
              <a:gd name="connsiteY89-3282" fmla="*/ 1473339 h 1978172"/>
              <a:gd name="connsiteX90-3283" fmla="*/ 7112688 w 10768629"/>
              <a:gd name="connsiteY90-3284" fmla="*/ 1472575 h 1978172"/>
              <a:gd name="connsiteX91-3285" fmla="*/ 7093470 w 10768629"/>
              <a:gd name="connsiteY91-3286" fmla="*/ 1480300 h 1978172"/>
              <a:gd name="connsiteX92-3287" fmla="*/ 7025034 w 10768629"/>
              <a:gd name="connsiteY92-3288" fmla="*/ 1506934 h 1978172"/>
              <a:gd name="connsiteX93-3289" fmla="*/ 7014783 w 10768629"/>
              <a:gd name="connsiteY93-3290" fmla="*/ 1515868 h 1978172"/>
              <a:gd name="connsiteX94-3291" fmla="*/ 6979706 w 10768629"/>
              <a:gd name="connsiteY94-3292" fmla="*/ 1523511 h 1978172"/>
              <a:gd name="connsiteX95-3293" fmla="*/ 6977890 w 10768629"/>
              <a:gd name="connsiteY95-3294" fmla="*/ 1525793 h 1978172"/>
              <a:gd name="connsiteX96-3295" fmla="*/ 6944339 w 10768629"/>
              <a:gd name="connsiteY96-3296" fmla="*/ 1536237 h 1978172"/>
              <a:gd name="connsiteX97-3297" fmla="*/ 6886996 w 10768629"/>
              <a:gd name="connsiteY97-3298" fmla="*/ 1563569 h 1978172"/>
              <a:gd name="connsiteX98-3299" fmla="*/ 6874510 w 10768629"/>
              <a:gd name="connsiteY98-3300" fmla="*/ 1558469 h 1978172"/>
              <a:gd name="connsiteX99-3301" fmla="*/ 6871943 w 10768629"/>
              <a:gd name="connsiteY99-3302" fmla="*/ 1554651 h 1978172"/>
              <a:gd name="connsiteX100-3303" fmla="*/ 6856174 w 10768629"/>
              <a:gd name="connsiteY100-3304" fmla="*/ 1562024 h 1978172"/>
              <a:gd name="connsiteX101-3305" fmla="*/ 6842321 w 10768629"/>
              <a:gd name="connsiteY101-3306" fmla="*/ 1560554 h 1978172"/>
              <a:gd name="connsiteX102-3307" fmla="*/ 6832713 w 10768629"/>
              <a:gd name="connsiteY102-3308" fmla="*/ 1569357 h 1978172"/>
              <a:gd name="connsiteX103-3309" fmla="*/ 6816351 w 10768629"/>
              <a:gd name="connsiteY103-3310" fmla="*/ 1571495 h 1978172"/>
              <a:gd name="connsiteX104-3311" fmla="*/ 6795800 w 10768629"/>
              <a:gd name="connsiteY104-3312" fmla="*/ 1572010 h 1978172"/>
              <a:gd name="connsiteX105-3313" fmla="*/ 6777546 w 10768629"/>
              <a:gd name="connsiteY105-3314" fmla="*/ 1568661 h 1978172"/>
              <a:gd name="connsiteX106-3315" fmla="*/ 6751528 w 10768629"/>
              <a:gd name="connsiteY106-3316" fmla="*/ 1574143 h 1978172"/>
              <a:gd name="connsiteX107-3317" fmla="*/ 6691966 w 10768629"/>
              <a:gd name="connsiteY107-3318" fmla="*/ 1582255 h 1978172"/>
              <a:gd name="connsiteX108-3319" fmla="*/ 6646941 w 10768629"/>
              <a:gd name="connsiteY108-3320" fmla="*/ 1588471 h 1978172"/>
              <a:gd name="connsiteX109-3321" fmla="*/ 6568576 w 10768629"/>
              <a:gd name="connsiteY109-3322" fmla="*/ 1606488 h 1978172"/>
              <a:gd name="connsiteX110-3323" fmla="*/ 6554358 w 10768629"/>
              <a:gd name="connsiteY110-3324" fmla="*/ 1621701 h 1978172"/>
              <a:gd name="connsiteX111-3325" fmla="*/ 6516968 w 10768629"/>
              <a:gd name="connsiteY111-3326" fmla="*/ 1617195 h 1978172"/>
              <a:gd name="connsiteX112-3327" fmla="*/ 6506479 w 10768629"/>
              <a:gd name="connsiteY112-3328" fmla="*/ 1602227 h 1978172"/>
              <a:gd name="connsiteX113-3329" fmla="*/ 6458436 w 10768629"/>
              <a:gd name="connsiteY113-3330" fmla="*/ 1607332 h 1978172"/>
              <a:gd name="connsiteX114-3331" fmla="*/ 6414786 w 10768629"/>
              <a:gd name="connsiteY114-3332" fmla="*/ 1628815 h 1978172"/>
              <a:gd name="connsiteX115-3333" fmla="*/ 6357085 w 10768629"/>
              <a:gd name="connsiteY115-3334" fmla="*/ 1640846 h 1978172"/>
              <a:gd name="connsiteX116-3335" fmla="*/ 6322636 w 10768629"/>
              <a:gd name="connsiteY116-3336" fmla="*/ 1648213 h 1978172"/>
              <a:gd name="connsiteX117-3337" fmla="*/ 6226172 w 10768629"/>
              <a:gd name="connsiteY117-3338" fmla="*/ 1654676 h 1978172"/>
              <a:gd name="connsiteX118-3339" fmla="*/ 6221217 w 10768629"/>
              <a:gd name="connsiteY118-3340" fmla="*/ 1654506 h 1978172"/>
              <a:gd name="connsiteX119-3341" fmla="*/ 6204956 w 10768629"/>
              <a:gd name="connsiteY119-3342" fmla="*/ 1664280 h 1978172"/>
              <a:gd name="connsiteX120-3343" fmla="*/ 6204270 w 10768629"/>
              <a:gd name="connsiteY120-3344" fmla="*/ 1666782 h 1978172"/>
              <a:gd name="connsiteX121-3345" fmla="*/ 6143810 w 10768629"/>
              <a:gd name="connsiteY121-3346" fmla="*/ 1661963 h 1978172"/>
              <a:gd name="connsiteX122-3347" fmla="*/ 6136560 w 10768629"/>
              <a:gd name="connsiteY122-3348" fmla="*/ 1665728 h 1978172"/>
              <a:gd name="connsiteX123-3349" fmla="*/ 6096155 w 10768629"/>
              <a:gd name="connsiteY123-3350" fmla="*/ 1656951 h 1978172"/>
              <a:gd name="connsiteX124-3351" fmla="*/ 6075812 w 10768629"/>
              <a:gd name="connsiteY124-3352" fmla="*/ 1655422 h 1978172"/>
              <a:gd name="connsiteX125-3353" fmla="*/ 6039495 w 10768629"/>
              <a:gd name="connsiteY125-3354" fmla="*/ 1649680 h 1978172"/>
              <a:gd name="connsiteX126-3355" fmla="*/ 6036523 w 10768629"/>
              <a:gd name="connsiteY126-3356" fmla="*/ 1652121 h 1978172"/>
              <a:gd name="connsiteX127-3357" fmla="*/ 6029328 w 10768629"/>
              <a:gd name="connsiteY127-3358" fmla="*/ 1649904 h 1978172"/>
              <a:gd name="connsiteX128-3359" fmla="*/ 6024075 w 10768629"/>
              <a:gd name="connsiteY128-3360" fmla="*/ 1652779 h 1978172"/>
              <a:gd name="connsiteX129-3361" fmla="*/ 6018085 w 10768629"/>
              <a:gd name="connsiteY129-3362" fmla="*/ 1652030 h 1978172"/>
              <a:gd name="connsiteX130-3363" fmla="*/ 5955513 w 10768629"/>
              <a:gd name="connsiteY130-3364" fmla="*/ 1663584 h 1978172"/>
              <a:gd name="connsiteX131-3365" fmla="*/ 5941996 w 10768629"/>
              <a:gd name="connsiteY131-3366" fmla="*/ 1661326 h 1978172"/>
              <a:gd name="connsiteX132-3367" fmla="*/ 5931789 w 10768629"/>
              <a:gd name="connsiteY132-3368" fmla="*/ 1669915 h 1978172"/>
              <a:gd name="connsiteX133-3369" fmla="*/ 5888686 w 10768629"/>
              <a:gd name="connsiteY133-3370" fmla="*/ 1672175 h 1978172"/>
              <a:gd name="connsiteX134-3371" fmla="*/ 5873794 w 10768629"/>
              <a:gd name="connsiteY134-3372" fmla="*/ 1665454 h 1978172"/>
              <a:gd name="connsiteX135-3373" fmla="*/ 5860022 w 10768629"/>
              <a:gd name="connsiteY135-3374" fmla="*/ 1660635 h 1978172"/>
              <a:gd name="connsiteX136-3375" fmla="*/ 5858237 w 10768629"/>
              <a:gd name="connsiteY136-3376" fmla="*/ 1660649 h 1978172"/>
              <a:gd name="connsiteX137-3377" fmla="*/ 5840319 w 10768629"/>
              <a:gd name="connsiteY137-3378" fmla="*/ 1660798 h 1978172"/>
              <a:gd name="connsiteX138-3379" fmla="*/ 5806984 w 10768629"/>
              <a:gd name="connsiteY138-3380" fmla="*/ 1661075 h 1978172"/>
              <a:gd name="connsiteX139-3381" fmla="*/ 5742351 w 10768629"/>
              <a:gd name="connsiteY139-3382" fmla="*/ 1667489 h 1978172"/>
              <a:gd name="connsiteX140-3383" fmla="*/ 5521171 w 10768629"/>
              <a:gd name="connsiteY140-3384" fmla="*/ 1671626 h 1978172"/>
              <a:gd name="connsiteX141-3385" fmla="*/ 5457384 w 10768629"/>
              <a:gd name="connsiteY141-3386" fmla="*/ 1683952 h 1978172"/>
              <a:gd name="connsiteX142-3387" fmla="*/ 4950070 w 10768629"/>
              <a:gd name="connsiteY142-3388" fmla="*/ 1748401 h 1978172"/>
              <a:gd name="connsiteX143-3389" fmla="*/ 4872172 w 10768629"/>
              <a:gd name="connsiteY143-3390" fmla="*/ 1757222 h 1978172"/>
              <a:gd name="connsiteX144-3391" fmla="*/ 4809524 w 10768629"/>
              <a:gd name="connsiteY144-3392" fmla="*/ 1761033 h 1978172"/>
              <a:gd name="connsiteX145-3393" fmla="*/ 4759058 w 10768629"/>
              <a:gd name="connsiteY145-3394" fmla="*/ 1766533 h 1978172"/>
              <a:gd name="connsiteX146-3395" fmla="*/ 4719749 w 10768629"/>
              <a:gd name="connsiteY146-3396" fmla="*/ 1771811 h 1978172"/>
              <a:gd name="connsiteX147-3397" fmla="*/ 4568686 w 10768629"/>
              <a:gd name="connsiteY147-3398" fmla="*/ 1786141 h 1978172"/>
              <a:gd name="connsiteX148-3399" fmla="*/ 4418751 w 10768629"/>
              <a:gd name="connsiteY148-3400" fmla="*/ 1796932 h 1978172"/>
              <a:gd name="connsiteX149-3401" fmla="*/ 4378377 w 10768629"/>
              <a:gd name="connsiteY149-3402" fmla="*/ 1815528 h 1978172"/>
              <a:gd name="connsiteX150-3403" fmla="*/ 4320575 w 10768629"/>
              <a:gd name="connsiteY150-3404" fmla="*/ 1832722 h 1978172"/>
              <a:gd name="connsiteX151-3405" fmla="*/ 4220200 w 10768629"/>
              <a:gd name="connsiteY151-3406" fmla="*/ 1873173 h 1978172"/>
              <a:gd name="connsiteX152-3407" fmla="*/ 4105361 w 10768629"/>
              <a:gd name="connsiteY152-3408" fmla="*/ 1894711 h 1978172"/>
              <a:gd name="connsiteX153-3409" fmla="*/ 3973223 w 10768629"/>
              <a:gd name="connsiteY153-3410" fmla="*/ 1881015 h 1978172"/>
              <a:gd name="connsiteX154-3411" fmla="*/ 3900992 w 10768629"/>
              <a:gd name="connsiteY154-3412" fmla="*/ 1880603 h 1978172"/>
              <a:gd name="connsiteX155-3413" fmla="*/ 3662119 w 10768629"/>
              <a:gd name="connsiteY155-3414" fmla="*/ 1876289 h 1978172"/>
              <a:gd name="connsiteX156-3415" fmla="*/ 3496919 w 10768629"/>
              <a:gd name="connsiteY156-3416" fmla="*/ 1873180 h 1978172"/>
              <a:gd name="connsiteX157-3417" fmla="*/ 3449433 w 10768629"/>
              <a:gd name="connsiteY157-3418" fmla="*/ 1889681 h 1978172"/>
              <a:gd name="connsiteX158-3419" fmla="*/ 3369766 w 10768629"/>
              <a:gd name="connsiteY158-3420" fmla="*/ 1916653 h 1978172"/>
              <a:gd name="connsiteX159-3421" fmla="*/ 3290336 w 10768629"/>
              <a:gd name="connsiteY159-3422" fmla="*/ 1925039 h 1978172"/>
              <a:gd name="connsiteX160-3423" fmla="*/ 3224897 w 10768629"/>
              <a:gd name="connsiteY160-3424" fmla="*/ 1943733 h 1978172"/>
              <a:gd name="connsiteX161-3425" fmla="*/ 3161463 w 10768629"/>
              <a:gd name="connsiteY161-3426" fmla="*/ 1946591 h 1978172"/>
              <a:gd name="connsiteX162-3427" fmla="*/ 3157504 w 10768629"/>
              <a:gd name="connsiteY162-3428" fmla="*/ 1957276 h 1978172"/>
              <a:gd name="connsiteX163-3429" fmla="*/ 3115176 w 10768629"/>
              <a:gd name="connsiteY163-3430" fmla="*/ 1943459 h 1978172"/>
              <a:gd name="connsiteX164-3431" fmla="*/ 3005773 w 10768629"/>
              <a:gd name="connsiteY164-3432" fmla="*/ 1915878 h 1978172"/>
              <a:gd name="connsiteX165-3433" fmla="*/ 2897201 w 10768629"/>
              <a:gd name="connsiteY165-3434" fmla="*/ 1926772 h 1978172"/>
              <a:gd name="connsiteX166-3435" fmla="*/ 2783891 w 10768629"/>
              <a:gd name="connsiteY166-3436" fmla="*/ 1931749 h 1978172"/>
              <a:gd name="connsiteX167-3437" fmla="*/ 2712447 w 10768629"/>
              <a:gd name="connsiteY167-3438" fmla="*/ 1933044 h 1978172"/>
              <a:gd name="connsiteX168-3439" fmla="*/ 2560151 w 10768629"/>
              <a:gd name="connsiteY168-3440" fmla="*/ 1963609 h 1978172"/>
              <a:gd name="connsiteX169-3441" fmla="*/ 2367221 w 10768629"/>
              <a:gd name="connsiteY169-3442" fmla="*/ 1971884 h 1978172"/>
              <a:gd name="connsiteX170-3443" fmla="*/ 2272130 w 10768629"/>
              <a:gd name="connsiteY170-3444" fmla="*/ 1961162 h 1978172"/>
              <a:gd name="connsiteX171-3445" fmla="*/ 2189404 w 10768629"/>
              <a:gd name="connsiteY171-3446" fmla="*/ 1978172 h 1978172"/>
              <a:gd name="connsiteX172-3447" fmla="*/ 2077704 w 10768629"/>
              <a:gd name="connsiteY172-3448" fmla="*/ 1965002 h 1978172"/>
              <a:gd name="connsiteX173-3449" fmla="*/ 1967996 w 10768629"/>
              <a:gd name="connsiteY173-3450" fmla="*/ 1953187 h 1978172"/>
              <a:gd name="connsiteX174-3451" fmla="*/ 1855805 w 10768629"/>
              <a:gd name="connsiteY174-3452" fmla="*/ 1926082 h 1978172"/>
              <a:gd name="connsiteX175-3453" fmla="*/ 1790957 w 10768629"/>
              <a:gd name="connsiteY175-3454" fmla="*/ 1919460 h 1978172"/>
              <a:gd name="connsiteX176-3455" fmla="*/ 1613978 w 10768629"/>
              <a:gd name="connsiteY176-3456" fmla="*/ 1891581 h 1978172"/>
              <a:gd name="connsiteX177-3457" fmla="*/ 1436831 w 10768629"/>
              <a:gd name="connsiteY177-3458" fmla="*/ 1856201 h 1978172"/>
              <a:gd name="connsiteX178-3459" fmla="*/ 1357365 w 10768629"/>
              <a:gd name="connsiteY178-3460" fmla="*/ 1832140 h 1978172"/>
              <a:gd name="connsiteX179-3461" fmla="*/ 1186881 w 10768629"/>
              <a:gd name="connsiteY179-3462" fmla="*/ 1768613 h 1978172"/>
              <a:gd name="connsiteX180-3463" fmla="*/ 1162595 w 10768629"/>
              <a:gd name="connsiteY180-3464" fmla="*/ 1758337 h 1978172"/>
              <a:gd name="connsiteX181-3465" fmla="*/ 1128523 w 10768629"/>
              <a:gd name="connsiteY181-3466" fmla="*/ 1763621 h 1978172"/>
              <a:gd name="connsiteX182-3467" fmla="*/ 991903 w 10768629"/>
              <a:gd name="connsiteY182-3468" fmla="*/ 1786741 h 1978172"/>
              <a:gd name="connsiteX183-3469" fmla="*/ 883960 w 10768629"/>
              <a:gd name="connsiteY183-3470" fmla="*/ 1822386 h 1978172"/>
              <a:gd name="connsiteX184-3471" fmla="*/ 766531 w 10768629"/>
              <a:gd name="connsiteY184-3472" fmla="*/ 1805053 h 1978172"/>
              <a:gd name="connsiteX185-3473" fmla="*/ 669779 w 10768629"/>
              <a:gd name="connsiteY185-3474" fmla="*/ 1800537 h 1978172"/>
              <a:gd name="connsiteX186-3475" fmla="*/ 523898 w 10768629"/>
              <a:gd name="connsiteY186-3476" fmla="*/ 1811085 h 1978172"/>
              <a:gd name="connsiteX187-3477" fmla="*/ 360251 w 10768629"/>
              <a:gd name="connsiteY187-3478" fmla="*/ 1830735 h 1978172"/>
              <a:gd name="connsiteX188-3479" fmla="*/ 255207 w 10768629"/>
              <a:gd name="connsiteY188-3480" fmla="*/ 1818275 h 1978172"/>
              <a:gd name="connsiteX189-3481" fmla="*/ 101803 w 10768629"/>
              <a:gd name="connsiteY189-3482" fmla="*/ 1870647 h 1978172"/>
              <a:gd name="connsiteX190-3483" fmla="*/ 25397 w 10768629"/>
              <a:gd name="connsiteY190-3484" fmla="*/ 1888443 h 1978172"/>
              <a:gd name="connsiteX191-3485" fmla="*/ 2370 w 10768629"/>
              <a:gd name="connsiteY191-3486" fmla="*/ 1878311 h 1978172"/>
              <a:gd name="connsiteX192-3487" fmla="*/ 0 w 10768629"/>
              <a:gd name="connsiteY192-3488" fmla="*/ 1878785 h 1978172"/>
              <a:gd name="connsiteX193-3489" fmla="*/ 0 w 10768629"/>
              <a:gd name="connsiteY193-3490" fmla="*/ 0 h 1978172"/>
              <a:gd name="connsiteX0-3491" fmla="*/ 0 w 10768629"/>
              <a:gd name="connsiteY0-3492" fmla="*/ 0 h 1978172"/>
              <a:gd name="connsiteX1-3493" fmla="*/ 10768629 w 10768629"/>
              <a:gd name="connsiteY1-3494" fmla="*/ 0 h 1978172"/>
              <a:gd name="connsiteX2-3495" fmla="*/ 10733254 w 10768629"/>
              <a:gd name="connsiteY2-3496" fmla="*/ 31439 h 1978172"/>
              <a:gd name="connsiteX3-3497" fmla="*/ 10727085 w 10768629"/>
              <a:gd name="connsiteY3-3498" fmla="*/ 37910 h 1978172"/>
              <a:gd name="connsiteX4-3499" fmla="*/ 10675953 w 10768629"/>
              <a:gd name="connsiteY4-3500" fmla="*/ 68623 h 1978172"/>
              <a:gd name="connsiteX5-3501" fmla="*/ 10637091 w 10768629"/>
              <a:gd name="connsiteY5-3502" fmla="*/ 90361 h 1978172"/>
              <a:gd name="connsiteX6-3503" fmla="*/ 10610971 w 10768629"/>
              <a:gd name="connsiteY6-3504" fmla="*/ 110764 h 1978172"/>
              <a:gd name="connsiteX7-3505" fmla="*/ 10532872 w 10768629"/>
              <a:gd name="connsiteY7-3506" fmla="*/ 138028 h 1978172"/>
              <a:gd name="connsiteX8-3507" fmla="*/ 10398558 w 10768629"/>
              <a:gd name="connsiteY8-3508" fmla="*/ 172911 h 1978172"/>
              <a:gd name="connsiteX9-3509" fmla="*/ 10371128 w 10768629"/>
              <a:gd name="connsiteY9-3510" fmla="*/ 182609 h 1978172"/>
              <a:gd name="connsiteX10-3511" fmla="*/ 10352178 w 10768629"/>
              <a:gd name="connsiteY10-3512" fmla="*/ 199976 h 1978172"/>
              <a:gd name="connsiteX11-3513" fmla="*/ 10351815 w 10768629"/>
              <a:gd name="connsiteY11-3514" fmla="*/ 211879 h 1978172"/>
              <a:gd name="connsiteX12-3515" fmla="*/ 10337471 w 10768629"/>
              <a:gd name="connsiteY12-3516" fmla="*/ 218661 h 1978172"/>
              <a:gd name="connsiteX13-3517" fmla="*/ 10334625 w 10768629"/>
              <a:gd name="connsiteY13-3518" fmla="*/ 222351 h 1978172"/>
              <a:gd name="connsiteX14-3519" fmla="*/ 10256365 w 10768629"/>
              <a:gd name="connsiteY14-3520" fmla="*/ 235917 h 1978172"/>
              <a:gd name="connsiteX15-3521" fmla="*/ 10201127 w 10768629"/>
              <a:gd name="connsiteY15-3522" fmla="*/ 267448 h 1978172"/>
              <a:gd name="connsiteX16-3523" fmla="*/ 9961218 w 10768629"/>
              <a:gd name="connsiteY16-3524" fmla="*/ 326720 h 1978172"/>
              <a:gd name="connsiteX17-3525" fmla="*/ 9859715 w 10768629"/>
              <a:gd name="connsiteY17-3526" fmla="*/ 355698 h 1978172"/>
              <a:gd name="connsiteX18-3527" fmla="*/ 9679867 w 10768629"/>
              <a:gd name="connsiteY18-3528" fmla="*/ 399081 h 1978172"/>
              <a:gd name="connsiteX19-3529" fmla="*/ 9490654 w 10768629"/>
              <a:gd name="connsiteY19-3530" fmla="*/ 455225 h 1978172"/>
              <a:gd name="connsiteX20-3531" fmla="*/ 9470837 w 10768629"/>
              <a:gd name="connsiteY20-3532" fmla="*/ 452539 h 1978172"/>
              <a:gd name="connsiteX21-3533" fmla="*/ 9469082 w 10768629"/>
              <a:gd name="connsiteY21-3534" fmla="*/ 454891 h 1978172"/>
              <a:gd name="connsiteX22-3535" fmla="*/ 9448038 w 10768629"/>
              <a:gd name="connsiteY22-3536" fmla="*/ 459733 h 1978172"/>
              <a:gd name="connsiteX23-3537" fmla="*/ 9396821 w 10768629"/>
              <a:gd name="connsiteY23-3538" fmla="*/ 455795 h 1978172"/>
              <a:gd name="connsiteX24-3539" fmla="*/ 9392197 w 10768629"/>
              <a:gd name="connsiteY24-3540" fmla="*/ 459796 h 1978172"/>
              <a:gd name="connsiteX25-3541" fmla="*/ 9347994 w 10768629"/>
              <a:gd name="connsiteY25-3542" fmla="*/ 464462 h 1978172"/>
              <a:gd name="connsiteX26-3543" fmla="*/ 9347889 w 10768629"/>
              <a:gd name="connsiteY26-3544" fmla="*/ 466539 h 1978172"/>
              <a:gd name="connsiteX27-3545" fmla="*/ 9337639 w 10768629"/>
              <a:gd name="connsiteY27-3546" fmla="*/ 476654 h 1978172"/>
              <a:gd name="connsiteX28-3547" fmla="*/ 9316893 w 10768629"/>
              <a:gd name="connsiteY28-3548" fmla="*/ 491390 h 1978172"/>
              <a:gd name="connsiteX29-3549" fmla="*/ 9229283 w 10768629"/>
              <a:gd name="connsiteY29-3550" fmla="*/ 555377 h 1978172"/>
              <a:gd name="connsiteX30-3551" fmla="*/ 9220274 w 10768629"/>
              <a:gd name="connsiteY30-3552" fmla="*/ 557502 h 1978172"/>
              <a:gd name="connsiteX31-3553" fmla="*/ 9220202 w 10768629"/>
              <a:gd name="connsiteY31-3554" fmla="*/ 558001 h 1978172"/>
              <a:gd name="connsiteX32-3555" fmla="*/ 9210908 w 10768629"/>
              <a:gd name="connsiteY32-3556" fmla="*/ 561147 h 1978172"/>
              <a:gd name="connsiteX33-3557" fmla="*/ 9186374 w 10768629"/>
              <a:gd name="connsiteY33-3558" fmla="*/ 565502 h 1978172"/>
              <a:gd name="connsiteX34-3559" fmla="*/ 9181058 w 10768629"/>
              <a:gd name="connsiteY34-3560" fmla="*/ 569943 h 1978172"/>
              <a:gd name="connsiteX35-3561" fmla="*/ 9179948 w 10768629"/>
              <a:gd name="connsiteY35-3562" fmla="*/ 576062 h 1978172"/>
              <a:gd name="connsiteX36-3563" fmla="*/ 9149110 w 10768629"/>
              <a:gd name="connsiteY36-3564" fmla="*/ 598906 h 1978172"/>
              <a:gd name="connsiteX37-3565" fmla="*/ 9078556 w 10768629"/>
              <a:gd name="connsiteY37-3566" fmla="*/ 644039 h 1978172"/>
              <a:gd name="connsiteX38-3567" fmla="*/ 8996399 w 10768629"/>
              <a:gd name="connsiteY38-3568" fmla="*/ 690055 h 1978172"/>
              <a:gd name="connsiteX39-3569" fmla="*/ 8803791 w 10768629"/>
              <a:gd name="connsiteY39-3570" fmla="*/ 813860 h 1978172"/>
              <a:gd name="connsiteX40-3571" fmla="*/ 8636202 w 10768629"/>
              <a:gd name="connsiteY40-3572" fmla="*/ 848463 h 1978172"/>
              <a:gd name="connsiteX41-3573" fmla="*/ 8555372 w 10768629"/>
              <a:gd name="connsiteY41-3574" fmla="*/ 883171 h 1978172"/>
              <a:gd name="connsiteX42-3575" fmla="*/ 8507229 w 10768629"/>
              <a:gd name="connsiteY42-3576" fmla="*/ 901665 h 1978172"/>
              <a:gd name="connsiteX43-3577" fmla="*/ 8428473 w 10768629"/>
              <a:gd name="connsiteY43-3578" fmla="*/ 927985 h 1978172"/>
              <a:gd name="connsiteX44-3579" fmla="*/ 8427914 w 10768629"/>
              <a:gd name="connsiteY44-3580" fmla="*/ 933480 h 1978172"/>
              <a:gd name="connsiteX45-3581" fmla="*/ 8420327 w 10768629"/>
              <a:gd name="connsiteY45-3582" fmla="*/ 941984 h 1978172"/>
              <a:gd name="connsiteX46-3583" fmla="*/ 8407128 w 10768629"/>
              <a:gd name="connsiteY46-3584" fmla="*/ 961344 h 1978172"/>
              <a:gd name="connsiteX47-3585" fmla="*/ 8380548 w 10768629"/>
              <a:gd name="connsiteY47-3586" fmla="*/ 987916 h 1978172"/>
              <a:gd name="connsiteX48-3587" fmla="*/ 8379462 w 10768629"/>
              <a:gd name="connsiteY48-3588" fmla="*/ 987106 h 1978172"/>
              <a:gd name="connsiteX49-3589" fmla="*/ 8369725 w 10768629"/>
              <a:gd name="connsiteY49-3590" fmla="*/ 989186 h 1978172"/>
              <a:gd name="connsiteX50-3591" fmla="*/ 8304438 w 10768629"/>
              <a:gd name="connsiteY50-3592" fmla="*/ 996739 h 1978172"/>
              <a:gd name="connsiteX51-3593" fmla="*/ 8280929 w 10768629"/>
              <a:gd name="connsiteY51-3594" fmla="*/ 1023089 h 1978172"/>
              <a:gd name="connsiteX52-3595" fmla="*/ 8275760 w 10768629"/>
              <a:gd name="connsiteY52-3596" fmla="*/ 1027772 h 1978172"/>
              <a:gd name="connsiteX53-3597" fmla="*/ 8275478 w 10768629"/>
              <a:gd name="connsiteY53-3598" fmla="*/ 1027605 h 1978172"/>
              <a:gd name="connsiteX54-3599" fmla="*/ 8269666 w 10768629"/>
              <a:gd name="connsiteY54-3600" fmla="*/ 1032033 h 1978172"/>
              <a:gd name="connsiteX55-3601" fmla="*/ 8203836 w 10768629"/>
              <a:gd name="connsiteY55-3602" fmla="*/ 1037347 h 1978172"/>
              <a:gd name="connsiteX56-3603" fmla="*/ 8122936 w 10768629"/>
              <a:gd name="connsiteY56-3604" fmla="*/ 1063113 h 1978172"/>
              <a:gd name="connsiteX57-3605" fmla="*/ 8043658 w 10768629"/>
              <a:gd name="connsiteY57-3606" fmla="*/ 1092746 h 1978172"/>
              <a:gd name="connsiteX58-3607" fmla="*/ 8015351 w 10768629"/>
              <a:gd name="connsiteY58-3608" fmla="*/ 1105478 h 1978172"/>
              <a:gd name="connsiteX59-3609" fmla="*/ 7963145 w 10768629"/>
              <a:gd name="connsiteY59-3610" fmla="*/ 1119346 h 1978172"/>
              <a:gd name="connsiteX60-3611" fmla="*/ 7938145 w 10768629"/>
              <a:gd name="connsiteY60-3612" fmla="*/ 1120225 h 1978172"/>
              <a:gd name="connsiteX61-3613" fmla="*/ 7937238 w 10768629"/>
              <a:gd name="connsiteY61-3614" fmla="*/ 1121204 h 1978172"/>
              <a:gd name="connsiteX62-3615" fmla="*/ 7934398 w 10768629"/>
              <a:gd name="connsiteY62-3616" fmla="*/ 1118240 h 1978172"/>
              <a:gd name="connsiteX63-3617" fmla="*/ 7918248 w 10768629"/>
              <a:gd name="connsiteY63-3618" fmla="*/ 1124371 h 1978172"/>
              <a:gd name="connsiteX64-3619" fmla="*/ 7914119 w 10768629"/>
              <a:gd name="connsiteY64-3620" fmla="*/ 1127653 h 1978172"/>
              <a:gd name="connsiteX65-3621" fmla="*/ 7907658 w 10768629"/>
              <a:gd name="connsiteY65-3622" fmla="*/ 1130350 h 1978172"/>
              <a:gd name="connsiteX66-3623" fmla="*/ 7907434 w 10768629"/>
              <a:gd name="connsiteY66-3624" fmla="*/ 1130103 h 1978172"/>
              <a:gd name="connsiteX67-3625" fmla="*/ 7901508 w 10768629"/>
              <a:gd name="connsiteY67-3626" fmla="*/ 1133245 h 1978172"/>
              <a:gd name="connsiteX68-3627" fmla="*/ 7873287 w 10768629"/>
              <a:gd name="connsiteY68-3628" fmla="*/ 1152609 h 1978172"/>
              <a:gd name="connsiteX69-3629" fmla="*/ 7834833 w 10768629"/>
              <a:gd name="connsiteY69-3630" fmla="*/ 1153868 h 1978172"/>
              <a:gd name="connsiteX70-3631" fmla="*/ 7828661 w 10768629"/>
              <a:gd name="connsiteY70-3632" fmla="*/ 1139994 h 1978172"/>
              <a:gd name="connsiteX71-3633" fmla="*/ 7823966 w 10768629"/>
              <a:gd name="connsiteY71-3634" fmla="*/ 1143178 h 1978172"/>
              <a:gd name="connsiteX72-3635" fmla="*/ 7815078 w 10768629"/>
              <a:gd name="connsiteY72-3636" fmla="*/ 1151776 h 1978172"/>
              <a:gd name="connsiteX73-3637" fmla="*/ 7812026 w 10768629"/>
              <a:gd name="connsiteY73-3638" fmla="*/ 1151522 h 1978172"/>
              <a:gd name="connsiteX74-3639" fmla="*/ 7782249 w 10768629"/>
              <a:gd name="connsiteY74-3640" fmla="*/ 1160970 h 1978172"/>
              <a:gd name="connsiteX75-3641" fmla="*/ 7773476 w 10768629"/>
              <a:gd name="connsiteY75-3642" fmla="*/ 1157414 h 1978172"/>
              <a:gd name="connsiteX76-3643" fmla="*/ 7769600 w 10768629"/>
              <a:gd name="connsiteY76-3644" fmla="*/ 1157365 h 1978172"/>
              <a:gd name="connsiteX77-3645" fmla="*/ 7752631 w 10768629"/>
              <a:gd name="connsiteY77-3646" fmla="*/ 1172815 h 1978172"/>
              <a:gd name="connsiteX78-3647" fmla="*/ 7743525 w 10768629"/>
              <a:gd name="connsiteY78-3648" fmla="*/ 1179064 h 1978172"/>
              <a:gd name="connsiteX79-3649" fmla="*/ 7685942 w 10768629"/>
              <a:gd name="connsiteY79-3650" fmla="*/ 1233723 h 1978172"/>
              <a:gd name="connsiteX80-3651" fmla="*/ 7586920 w 10768629"/>
              <a:gd name="connsiteY80-3652" fmla="*/ 1261888 h 1978172"/>
              <a:gd name="connsiteX81-3653" fmla="*/ 7486100 w 10768629"/>
              <a:gd name="connsiteY81-3654" fmla="*/ 1292563 h 1978172"/>
              <a:gd name="connsiteX82-3655" fmla="*/ 7407190 w 10768629"/>
              <a:gd name="connsiteY82-3656" fmla="*/ 1314737 h 1978172"/>
              <a:gd name="connsiteX83-3657" fmla="*/ 7240698 w 10768629"/>
              <a:gd name="connsiteY83-3658" fmla="*/ 1438832 h 1978172"/>
              <a:gd name="connsiteX84-3659" fmla="*/ 7197675 w 10768629"/>
              <a:gd name="connsiteY84-3660" fmla="*/ 1447530 h 1978172"/>
              <a:gd name="connsiteX85-3661" fmla="*/ 7164788 w 10768629"/>
              <a:gd name="connsiteY85-3662" fmla="*/ 1480293 h 1978172"/>
              <a:gd name="connsiteX86-3663" fmla="*/ 7147929 w 10768629"/>
              <a:gd name="connsiteY86-3664" fmla="*/ 1477641 h 1978172"/>
              <a:gd name="connsiteX87-3665" fmla="*/ 7144965 w 10768629"/>
              <a:gd name="connsiteY87-3666" fmla="*/ 1476908 h 1978172"/>
              <a:gd name="connsiteX88-3667" fmla="*/ 7134299 w 10768629"/>
              <a:gd name="connsiteY88-3668" fmla="*/ 1479969 h 1978172"/>
              <a:gd name="connsiteX89-3669" fmla="*/ 7129809 w 10768629"/>
              <a:gd name="connsiteY89-3670" fmla="*/ 1473339 h 1978172"/>
              <a:gd name="connsiteX90-3671" fmla="*/ 7112688 w 10768629"/>
              <a:gd name="connsiteY90-3672" fmla="*/ 1472575 h 1978172"/>
              <a:gd name="connsiteX91-3673" fmla="*/ 7093470 w 10768629"/>
              <a:gd name="connsiteY91-3674" fmla="*/ 1480300 h 1978172"/>
              <a:gd name="connsiteX92-3675" fmla="*/ 7025034 w 10768629"/>
              <a:gd name="connsiteY92-3676" fmla="*/ 1506934 h 1978172"/>
              <a:gd name="connsiteX93-3677" fmla="*/ 7014783 w 10768629"/>
              <a:gd name="connsiteY93-3678" fmla="*/ 1515868 h 1978172"/>
              <a:gd name="connsiteX94-3679" fmla="*/ 6979706 w 10768629"/>
              <a:gd name="connsiteY94-3680" fmla="*/ 1523511 h 1978172"/>
              <a:gd name="connsiteX95-3681" fmla="*/ 6977890 w 10768629"/>
              <a:gd name="connsiteY95-3682" fmla="*/ 1525793 h 1978172"/>
              <a:gd name="connsiteX96-3683" fmla="*/ 6944339 w 10768629"/>
              <a:gd name="connsiteY96-3684" fmla="*/ 1536237 h 1978172"/>
              <a:gd name="connsiteX97-3685" fmla="*/ 6886996 w 10768629"/>
              <a:gd name="connsiteY97-3686" fmla="*/ 1563569 h 1978172"/>
              <a:gd name="connsiteX98-3687" fmla="*/ 6874510 w 10768629"/>
              <a:gd name="connsiteY98-3688" fmla="*/ 1558469 h 1978172"/>
              <a:gd name="connsiteX99-3689" fmla="*/ 6871943 w 10768629"/>
              <a:gd name="connsiteY99-3690" fmla="*/ 1554651 h 1978172"/>
              <a:gd name="connsiteX100-3691" fmla="*/ 6856174 w 10768629"/>
              <a:gd name="connsiteY100-3692" fmla="*/ 1562024 h 1978172"/>
              <a:gd name="connsiteX101-3693" fmla="*/ 6842321 w 10768629"/>
              <a:gd name="connsiteY101-3694" fmla="*/ 1560554 h 1978172"/>
              <a:gd name="connsiteX102-3695" fmla="*/ 6832713 w 10768629"/>
              <a:gd name="connsiteY102-3696" fmla="*/ 1569357 h 1978172"/>
              <a:gd name="connsiteX103-3697" fmla="*/ 6816351 w 10768629"/>
              <a:gd name="connsiteY103-3698" fmla="*/ 1571495 h 1978172"/>
              <a:gd name="connsiteX104-3699" fmla="*/ 6795800 w 10768629"/>
              <a:gd name="connsiteY104-3700" fmla="*/ 1572010 h 1978172"/>
              <a:gd name="connsiteX105-3701" fmla="*/ 6777546 w 10768629"/>
              <a:gd name="connsiteY105-3702" fmla="*/ 1568661 h 1978172"/>
              <a:gd name="connsiteX106-3703" fmla="*/ 6751528 w 10768629"/>
              <a:gd name="connsiteY106-3704" fmla="*/ 1574143 h 1978172"/>
              <a:gd name="connsiteX107-3705" fmla="*/ 6691966 w 10768629"/>
              <a:gd name="connsiteY107-3706" fmla="*/ 1582255 h 1978172"/>
              <a:gd name="connsiteX108-3707" fmla="*/ 6646941 w 10768629"/>
              <a:gd name="connsiteY108-3708" fmla="*/ 1588471 h 1978172"/>
              <a:gd name="connsiteX109-3709" fmla="*/ 6568576 w 10768629"/>
              <a:gd name="connsiteY109-3710" fmla="*/ 1606488 h 1978172"/>
              <a:gd name="connsiteX110-3711" fmla="*/ 6554358 w 10768629"/>
              <a:gd name="connsiteY110-3712" fmla="*/ 1621701 h 1978172"/>
              <a:gd name="connsiteX111-3713" fmla="*/ 6516968 w 10768629"/>
              <a:gd name="connsiteY111-3714" fmla="*/ 1617195 h 1978172"/>
              <a:gd name="connsiteX112-3715" fmla="*/ 6506479 w 10768629"/>
              <a:gd name="connsiteY112-3716" fmla="*/ 1602227 h 1978172"/>
              <a:gd name="connsiteX113-3717" fmla="*/ 6458436 w 10768629"/>
              <a:gd name="connsiteY113-3718" fmla="*/ 1607332 h 1978172"/>
              <a:gd name="connsiteX114-3719" fmla="*/ 6414786 w 10768629"/>
              <a:gd name="connsiteY114-3720" fmla="*/ 1628815 h 1978172"/>
              <a:gd name="connsiteX115-3721" fmla="*/ 6357085 w 10768629"/>
              <a:gd name="connsiteY115-3722" fmla="*/ 1640846 h 1978172"/>
              <a:gd name="connsiteX116-3723" fmla="*/ 6322636 w 10768629"/>
              <a:gd name="connsiteY116-3724" fmla="*/ 1648213 h 1978172"/>
              <a:gd name="connsiteX117-3725" fmla="*/ 6226172 w 10768629"/>
              <a:gd name="connsiteY117-3726" fmla="*/ 1654676 h 1978172"/>
              <a:gd name="connsiteX118-3727" fmla="*/ 6221217 w 10768629"/>
              <a:gd name="connsiteY118-3728" fmla="*/ 1654506 h 1978172"/>
              <a:gd name="connsiteX119-3729" fmla="*/ 6204956 w 10768629"/>
              <a:gd name="connsiteY119-3730" fmla="*/ 1664280 h 1978172"/>
              <a:gd name="connsiteX120-3731" fmla="*/ 6204270 w 10768629"/>
              <a:gd name="connsiteY120-3732" fmla="*/ 1666782 h 1978172"/>
              <a:gd name="connsiteX121-3733" fmla="*/ 6143810 w 10768629"/>
              <a:gd name="connsiteY121-3734" fmla="*/ 1661963 h 1978172"/>
              <a:gd name="connsiteX122-3735" fmla="*/ 6136560 w 10768629"/>
              <a:gd name="connsiteY122-3736" fmla="*/ 1665728 h 1978172"/>
              <a:gd name="connsiteX123-3737" fmla="*/ 6096155 w 10768629"/>
              <a:gd name="connsiteY123-3738" fmla="*/ 1656951 h 1978172"/>
              <a:gd name="connsiteX124-3739" fmla="*/ 6075812 w 10768629"/>
              <a:gd name="connsiteY124-3740" fmla="*/ 1655422 h 1978172"/>
              <a:gd name="connsiteX125-3741" fmla="*/ 6039495 w 10768629"/>
              <a:gd name="connsiteY125-3742" fmla="*/ 1649680 h 1978172"/>
              <a:gd name="connsiteX126-3743" fmla="*/ 6036523 w 10768629"/>
              <a:gd name="connsiteY126-3744" fmla="*/ 1652121 h 1978172"/>
              <a:gd name="connsiteX127-3745" fmla="*/ 6029328 w 10768629"/>
              <a:gd name="connsiteY127-3746" fmla="*/ 1649904 h 1978172"/>
              <a:gd name="connsiteX128-3747" fmla="*/ 6024075 w 10768629"/>
              <a:gd name="connsiteY128-3748" fmla="*/ 1652779 h 1978172"/>
              <a:gd name="connsiteX129-3749" fmla="*/ 6018085 w 10768629"/>
              <a:gd name="connsiteY129-3750" fmla="*/ 1652030 h 1978172"/>
              <a:gd name="connsiteX130-3751" fmla="*/ 5955513 w 10768629"/>
              <a:gd name="connsiteY130-3752" fmla="*/ 1663584 h 1978172"/>
              <a:gd name="connsiteX131-3753" fmla="*/ 5941996 w 10768629"/>
              <a:gd name="connsiteY131-3754" fmla="*/ 1661326 h 1978172"/>
              <a:gd name="connsiteX132-3755" fmla="*/ 5931789 w 10768629"/>
              <a:gd name="connsiteY132-3756" fmla="*/ 1669915 h 1978172"/>
              <a:gd name="connsiteX133-3757" fmla="*/ 5888686 w 10768629"/>
              <a:gd name="connsiteY133-3758" fmla="*/ 1672175 h 1978172"/>
              <a:gd name="connsiteX134-3759" fmla="*/ 5873794 w 10768629"/>
              <a:gd name="connsiteY134-3760" fmla="*/ 1665454 h 1978172"/>
              <a:gd name="connsiteX135-3761" fmla="*/ 5860022 w 10768629"/>
              <a:gd name="connsiteY135-3762" fmla="*/ 1660635 h 1978172"/>
              <a:gd name="connsiteX136-3763" fmla="*/ 5858237 w 10768629"/>
              <a:gd name="connsiteY136-3764" fmla="*/ 1660649 h 1978172"/>
              <a:gd name="connsiteX137-3765" fmla="*/ 5840319 w 10768629"/>
              <a:gd name="connsiteY137-3766" fmla="*/ 1660798 h 1978172"/>
              <a:gd name="connsiteX138-3767" fmla="*/ 5806984 w 10768629"/>
              <a:gd name="connsiteY138-3768" fmla="*/ 1661075 h 1978172"/>
              <a:gd name="connsiteX139-3769" fmla="*/ 5742351 w 10768629"/>
              <a:gd name="connsiteY139-3770" fmla="*/ 1667489 h 1978172"/>
              <a:gd name="connsiteX140-3771" fmla="*/ 5521171 w 10768629"/>
              <a:gd name="connsiteY140-3772" fmla="*/ 1671626 h 1978172"/>
              <a:gd name="connsiteX141-3773" fmla="*/ 5457384 w 10768629"/>
              <a:gd name="connsiteY141-3774" fmla="*/ 1683952 h 1978172"/>
              <a:gd name="connsiteX142-3775" fmla="*/ 4950070 w 10768629"/>
              <a:gd name="connsiteY142-3776" fmla="*/ 1748401 h 1978172"/>
              <a:gd name="connsiteX143-3777" fmla="*/ 4872172 w 10768629"/>
              <a:gd name="connsiteY143-3778" fmla="*/ 1757222 h 1978172"/>
              <a:gd name="connsiteX144-3779" fmla="*/ 4809524 w 10768629"/>
              <a:gd name="connsiteY144-3780" fmla="*/ 1761033 h 1978172"/>
              <a:gd name="connsiteX145-3781" fmla="*/ 4759058 w 10768629"/>
              <a:gd name="connsiteY145-3782" fmla="*/ 1766533 h 1978172"/>
              <a:gd name="connsiteX146-3783" fmla="*/ 4719749 w 10768629"/>
              <a:gd name="connsiteY146-3784" fmla="*/ 1771811 h 1978172"/>
              <a:gd name="connsiteX147-3785" fmla="*/ 4568686 w 10768629"/>
              <a:gd name="connsiteY147-3786" fmla="*/ 1786141 h 1978172"/>
              <a:gd name="connsiteX148-3787" fmla="*/ 4418751 w 10768629"/>
              <a:gd name="connsiteY148-3788" fmla="*/ 1796932 h 1978172"/>
              <a:gd name="connsiteX149-3789" fmla="*/ 4378377 w 10768629"/>
              <a:gd name="connsiteY149-3790" fmla="*/ 1815528 h 1978172"/>
              <a:gd name="connsiteX150-3791" fmla="*/ 4320575 w 10768629"/>
              <a:gd name="connsiteY150-3792" fmla="*/ 1832722 h 1978172"/>
              <a:gd name="connsiteX151-3793" fmla="*/ 4220200 w 10768629"/>
              <a:gd name="connsiteY151-3794" fmla="*/ 1873173 h 1978172"/>
              <a:gd name="connsiteX152-3795" fmla="*/ 4105361 w 10768629"/>
              <a:gd name="connsiteY152-3796" fmla="*/ 1894711 h 1978172"/>
              <a:gd name="connsiteX153-3797" fmla="*/ 3973223 w 10768629"/>
              <a:gd name="connsiteY153-3798" fmla="*/ 1881015 h 1978172"/>
              <a:gd name="connsiteX154-3799" fmla="*/ 3900992 w 10768629"/>
              <a:gd name="connsiteY154-3800" fmla="*/ 1880603 h 1978172"/>
              <a:gd name="connsiteX155-3801" fmla="*/ 3662119 w 10768629"/>
              <a:gd name="connsiteY155-3802" fmla="*/ 1876289 h 1978172"/>
              <a:gd name="connsiteX156-3803" fmla="*/ 3496919 w 10768629"/>
              <a:gd name="connsiteY156-3804" fmla="*/ 1873180 h 1978172"/>
              <a:gd name="connsiteX157-3805" fmla="*/ 3449433 w 10768629"/>
              <a:gd name="connsiteY157-3806" fmla="*/ 1889681 h 1978172"/>
              <a:gd name="connsiteX158-3807" fmla="*/ 3369766 w 10768629"/>
              <a:gd name="connsiteY158-3808" fmla="*/ 1916653 h 1978172"/>
              <a:gd name="connsiteX159-3809" fmla="*/ 3290336 w 10768629"/>
              <a:gd name="connsiteY159-3810" fmla="*/ 1925039 h 1978172"/>
              <a:gd name="connsiteX160-3811" fmla="*/ 3224897 w 10768629"/>
              <a:gd name="connsiteY160-3812" fmla="*/ 1943733 h 1978172"/>
              <a:gd name="connsiteX161-3813" fmla="*/ 3161463 w 10768629"/>
              <a:gd name="connsiteY161-3814" fmla="*/ 1946591 h 1978172"/>
              <a:gd name="connsiteX162-3815" fmla="*/ 3157504 w 10768629"/>
              <a:gd name="connsiteY162-3816" fmla="*/ 1957276 h 1978172"/>
              <a:gd name="connsiteX163-3817" fmla="*/ 3115176 w 10768629"/>
              <a:gd name="connsiteY163-3818" fmla="*/ 1943459 h 1978172"/>
              <a:gd name="connsiteX164-3819" fmla="*/ 3005773 w 10768629"/>
              <a:gd name="connsiteY164-3820" fmla="*/ 1915878 h 1978172"/>
              <a:gd name="connsiteX165-3821" fmla="*/ 2897201 w 10768629"/>
              <a:gd name="connsiteY165-3822" fmla="*/ 1926772 h 1978172"/>
              <a:gd name="connsiteX166-3823" fmla="*/ 2783891 w 10768629"/>
              <a:gd name="connsiteY166-3824" fmla="*/ 1931749 h 1978172"/>
              <a:gd name="connsiteX167-3825" fmla="*/ 2712447 w 10768629"/>
              <a:gd name="connsiteY167-3826" fmla="*/ 1933044 h 1978172"/>
              <a:gd name="connsiteX168-3827" fmla="*/ 2560151 w 10768629"/>
              <a:gd name="connsiteY168-3828" fmla="*/ 1963609 h 1978172"/>
              <a:gd name="connsiteX169-3829" fmla="*/ 2367221 w 10768629"/>
              <a:gd name="connsiteY169-3830" fmla="*/ 1971884 h 1978172"/>
              <a:gd name="connsiteX170-3831" fmla="*/ 2272130 w 10768629"/>
              <a:gd name="connsiteY170-3832" fmla="*/ 1961162 h 1978172"/>
              <a:gd name="connsiteX171-3833" fmla="*/ 2189404 w 10768629"/>
              <a:gd name="connsiteY171-3834" fmla="*/ 1978172 h 1978172"/>
              <a:gd name="connsiteX172-3835" fmla="*/ 2077704 w 10768629"/>
              <a:gd name="connsiteY172-3836" fmla="*/ 1965002 h 1978172"/>
              <a:gd name="connsiteX173-3837" fmla="*/ 1967996 w 10768629"/>
              <a:gd name="connsiteY173-3838" fmla="*/ 1953187 h 1978172"/>
              <a:gd name="connsiteX174-3839" fmla="*/ 1855805 w 10768629"/>
              <a:gd name="connsiteY174-3840" fmla="*/ 1926082 h 1978172"/>
              <a:gd name="connsiteX175-3841" fmla="*/ 1790957 w 10768629"/>
              <a:gd name="connsiteY175-3842" fmla="*/ 1919460 h 1978172"/>
              <a:gd name="connsiteX176-3843" fmla="*/ 1613978 w 10768629"/>
              <a:gd name="connsiteY176-3844" fmla="*/ 1891581 h 1978172"/>
              <a:gd name="connsiteX177-3845" fmla="*/ 1436831 w 10768629"/>
              <a:gd name="connsiteY177-3846" fmla="*/ 1856201 h 1978172"/>
              <a:gd name="connsiteX178-3847" fmla="*/ 1357365 w 10768629"/>
              <a:gd name="connsiteY178-3848" fmla="*/ 1832140 h 1978172"/>
              <a:gd name="connsiteX179-3849" fmla="*/ 1232341 w 10768629"/>
              <a:gd name="connsiteY179-3850" fmla="*/ 1785942 h 1978172"/>
              <a:gd name="connsiteX180-3851" fmla="*/ 1162595 w 10768629"/>
              <a:gd name="connsiteY180-3852" fmla="*/ 1758337 h 1978172"/>
              <a:gd name="connsiteX181-3853" fmla="*/ 1128523 w 10768629"/>
              <a:gd name="connsiteY181-3854" fmla="*/ 1763621 h 1978172"/>
              <a:gd name="connsiteX182-3855" fmla="*/ 991903 w 10768629"/>
              <a:gd name="connsiteY182-3856" fmla="*/ 1786741 h 1978172"/>
              <a:gd name="connsiteX183-3857" fmla="*/ 883960 w 10768629"/>
              <a:gd name="connsiteY183-3858" fmla="*/ 1822386 h 1978172"/>
              <a:gd name="connsiteX184-3859" fmla="*/ 766531 w 10768629"/>
              <a:gd name="connsiteY184-3860" fmla="*/ 1805053 h 1978172"/>
              <a:gd name="connsiteX185-3861" fmla="*/ 669779 w 10768629"/>
              <a:gd name="connsiteY185-3862" fmla="*/ 1800537 h 1978172"/>
              <a:gd name="connsiteX186-3863" fmla="*/ 523898 w 10768629"/>
              <a:gd name="connsiteY186-3864" fmla="*/ 1811085 h 1978172"/>
              <a:gd name="connsiteX187-3865" fmla="*/ 360251 w 10768629"/>
              <a:gd name="connsiteY187-3866" fmla="*/ 1830735 h 1978172"/>
              <a:gd name="connsiteX188-3867" fmla="*/ 255207 w 10768629"/>
              <a:gd name="connsiteY188-3868" fmla="*/ 1818275 h 1978172"/>
              <a:gd name="connsiteX189-3869" fmla="*/ 101803 w 10768629"/>
              <a:gd name="connsiteY189-3870" fmla="*/ 1870647 h 1978172"/>
              <a:gd name="connsiteX190-3871" fmla="*/ 25397 w 10768629"/>
              <a:gd name="connsiteY190-3872" fmla="*/ 1888443 h 1978172"/>
              <a:gd name="connsiteX191-3873" fmla="*/ 2370 w 10768629"/>
              <a:gd name="connsiteY191-3874" fmla="*/ 1878311 h 1978172"/>
              <a:gd name="connsiteX192-3875" fmla="*/ 0 w 10768629"/>
              <a:gd name="connsiteY192-3876" fmla="*/ 1878785 h 1978172"/>
              <a:gd name="connsiteX193-3877" fmla="*/ 0 w 10768629"/>
              <a:gd name="connsiteY193-3878" fmla="*/ 0 h 1978172"/>
              <a:gd name="connsiteX0-3879" fmla="*/ 0 w 10768629"/>
              <a:gd name="connsiteY0-3880" fmla="*/ 0 h 1978172"/>
              <a:gd name="connsiteX1-3881" fmla="*/ 10768629 w 10768629"/>
              <a:gd name="connsiteY1-3882" fmla="*/ 0 h 1978172"/>
              <a:gd name="connsiteX2-3883" fmla="*/ 10733254 w 10768629"/>
              <a:gd name="connsiteY2-3884" fmla="*/ 31439 h 1978172"/>
              <a:gd name="connsiteX3-3885" fmla="*/ 10727085 w 10768629"/>
              <a:gd name="connsiteY3-3886" fmla="*/ 37910 h 1978172"/>
              <a:gd name="connsiteX4-3887" fmla="*/ 10675953 w 10768629"/>
              <a:gd name="connsiteY4-3888" fmla="*/ 68623 h 1978172"/>
              <a:gd name="connsiteX5-3889" fmla="*/ 10637091 w 10768629"/>
              <a:gd name="connsiteY5-3890" fmla="*/ 90361 h 1978172"/>
              <a:gd name="connsiteX6-3891" fmla="*/ 10610971 w 10768629"/>
              <a:gd name="connsiteY6-3892" fmla="*/ 110764 h 1978172"/>
              <a:gd name="connsiteX7-3893" fmla="*/ 10532872 w 10768629"/>
              <a:gd name="connsiteY7-3894" fmla="*/ 138028 h 1978172"/>
              <a:gd name="connsiteX8-3895" fmla="*/ 10398558 w 10768629"/>
              <a:gd name="connsiteY8-3896" fmla="*/ 172911 h 1978172"/>
              <a:gd name="connsiteX9-3897" fmla="*/ 10371128 w 10768629"/>
              <a:gd name="connsiteY9-3898" fmla="*/ 182609 h 1978172"/>
              <a:gd name="connsiteX10-3899" fmla="*/ 10352178 w 10768629"/>
              <a:gd name="connsiteY10-3900" fmla="*/ 199976 h 1978172"/>
              <a:gd name="connsiteX11-3901" fmla="*/ 10351815 w 10768629"/>
              <a:gd name="connsiteY11-3902" fmla="*/ 211879 h 1978172"/>
              <a:gd name="connsiteX12-3903" fmla="*/ 10337471 w 10768629"/>
              <a:gd name="connsiteY12-3904" fmla="*/ 218661 h 1978172"/>
              <a:gd name="connsiteX13-3905" fmla="*/ 10334625 w 10768629"/>
              <a:gd name="connsiteY13-3906" fmla="*/ 222351 h 1978172"/>
              <a:gd name="connsiteX14-3907" fmla="*/ 10256365 w 10768629"/>
              <a:gd name="connsiteY14-3908" fmla="*/ 235917 h 1978172"/>
              <a:gd name="connsiteX15-3909" fmla="*/ 10201127 w 10768629"/>
              <a:gd name="connsiteY15-3910" fmla="*/ 267448 h 1978172"/>
              <a:gd name="connsiteX16-3911" fmla="*/ 9961218 w 10768629"/>
              <a:gd name="connsiteY16-3912" fmla="*/ 326720 h 1978172"/>
              <a:gd name="connsiteX17-3913" fmla="*/ 9859715 w 10768629"/>
              <a:gd name="connsiteY17-3914" fmla="*/ 355698 h 1978172"/>
              <a:gd name="connsiteX18-3915" fmla="*/ 9679867 w 10768629"/>
              <a:gd name="connsiteY18-3916" fmla="*/ 399081 h 1978172"/>
              <a:gd name="connsiteX19-3917" fmla="*/ 9490654 w 10768629"/>
              <a:gd name="connsiteY19-3918" fmla="*/ 455225 h 1978172"/>
              <a:gd name="connsiteX20-3919" fmla="*/ 9470837 w 10768629"/>
              <a:gd name="connsiteY20-3920" fmla="*/ 452539 h 1978172"/>
              <a:gd name="connsiteX21-3921" fmla="*/ 9469082 w 10768629"/>
              <a:gd name="connsiteY21-3922" fmla="*/ 454891 h 1978172"/>
              <a:gd name="connsiteX22-3923" fmla="*/ 9448038 w 10768629"/>
              <a:gd name="connsiteY22-3924" fmla="*/ 459733 h 1978172"/>
              <a:gd name="connsiteX23-3925" fmla="*/ 9396821 w 10768629"/>
              <a:gd name="connsiteY23-3926" fmla="*/ 455795 h 1978172"/>
              <a:gd name="connsiteX24-3927" fmla="*/ 9392197 w 10768629"/>
              <a:gd name="connsiteY24-3928" fmla="*/ 459796 h 1978172"/>
              <a:gd name="connsiteX25-3929" fmla="*/ 9347994 w 10768629"/>
              <a:gd name="connsiteY25-3930" fmla="*/ 464462 h 1978172"/>
              <a:gd name="connsiteX26-3931" fmla="*/ 9347889 w 10768629"/>
              <a:gd name="connsiteY26-3932" fmla="*/ 466539 h 1978172"/>
              <a:gd name="connsiteX27-3933" fmla="*/ 9337639 w 10768629"/>
              <a:gd name="connsiteY27-3934" fmla="*/ 476654 h 1978172"/>
              <a:gd name="connsiteX28-3935" fmla="*/ 9316893 w 10768629"/>
              <a:gd name="connsiteY28-3936" fmla="*/ 491390 h 1978172"/>
              <a:gd name="connsiteX29-3937" fmla="*/ 9229283 w 10768629"/>
              <a:gd name="connsiteY29-3938" fmla="*/ 555377 h 1978172"/>
              <a:gd name="connsiteX30-3939" fmla="*/ 9220274 w 10768629"/>
              <a:gd name="connsiteY30-3940" fmla="*/ 557502 h 1978172"/>
              <a:gd name="connsiteX31-3941" fmla="*/ 9220202 w 10768629"/>
              <a:gd name="connsiteY31-3942" fmla="*/ 558001 h 1978172"/>
              <a:gd name="connsiteX32-3943" fmla="*/ 9210908 w 10768629"/>
              <a:gd name="connsiteY32-3944" fmla="*/ 561147 h 1978172"/>
              <a:gd name="connsiteX33-3945" fmla="*/ 9186374 w 10768629"/>
              <a:gd name="connsiteY33-3946" fmla="*/ 565502 h 1978172"/>
              <a:gd name="connsiteX34-3947" fmla="*/ 9181058 w 10768629"/>
              <a:gd name="connsiteY34-3948" fmla="*/ 569943 h 1978172"/>
              <a:gd name="connsiteX35-3949" fmla="*/ 9179948 w 10768629"/>
              <a:gd name="connsiteY35-3950" fmla="*/ 576062 h 1978172"/>
              <a:gd name="connsiteX36-3951" fmla="*/ 9149110 w 10768629"/>
              <a:gd name="connsiteY36-3952" fmla="*/ 598906 h 1978172"/>
              <a:gd name="connsiteX37-3953" fmla="*/ 9078556 w 10768629"/>
              <a:gd name="connsiteY37-3954" fmla="*/ 644039 h 1978172"/>
              <a:gd name="connsiteX38-3955" fmla="*/ 8996399 w 10768629"/>
              <a:gd name="connsiteY38-3956" fmla="*/ 690055 h 1978172"/>
              <a:gd name="connsiteX39-3957" fmla="*/ 8803791 w 10768629"/>
              <a:gd name="connsiteY39-3958" fmla="*/ 813860 h 1978172"/>
              <a:gd name="connsiteX40-3959" fmla="*/ 8636202 w 10768629"/>
              <a:gd name="connsiteY40-3960" fmla="*/ 848463 h 1978172"/>
              <a:gd name="connsiteX41-3961" fmla="*/ 8555372 w 10768629"/>
              <a:gd name="connsiteY41-3962" fmla="*/ 883171 h 1978172"/>
              <a:gd name="connsiteX42-3963" fmla="*/ 8507229 w 10768629"/>
              <a:gd name="connsiteY42-3964" fmla="*/ 901665 h 1978172"/>
              <a:gd name="connsiteX43-3965" fmla="*/ 8428473 w 10768629"/>
              <a:gd name="connsiteY43-3966" fmla="*/ 927985 h 1978172"/>
              <a:gd name="connsiteX44-3967" fmla="*/ 8427914 w 10768629"/>
              <a:gd name="connsiteY44-3968" fmla="*/ 933480 h 1978172"/>
              <a:gd name="connsiteX45-3969" fmla="*/ 8420327 w 10768629"/>
              <a:gd name="connsiteY45-3970" fmla="*/ 941984 h 1978172"/>
              <a:gd name="connsiteX46-3971" fmla="*/ 8407128 w 10768629"/>
              <a:gd name="connsiteY46-3972" fmla="*/ 961344 h 1978172"/>
              <a:gd name="connsiteX47-3973" fmla="*/ 8380548 w 10768629"/>
              <a:gd name="connsiteY47-3974" fmla="*/ 987916 h 1978172"/>
              <a:gd name="connsiteX48-3975" fmla="*/ 8379462 w 10768629"/>
              <a:gd name="connsiteY48-3976" fmla="*/ 987106 h 1978172"/>
              <a:gd name="connsiteX49-3977" fmla="*/ 8369725 w 10768629"/>
              <a:gd name="connsiteY49-3978" fmla="*/ 989186 h 1978172"/>
              <a:gd name="connsiteX50-3979" fmla="*/ 8304438 w 10768629"/>
              <a:gd name="connsiteY50-3980" fmla="*/ 996739 h 1978172"/>
              <a:gd name="connsiteX51-3981" fmla="*/ 8280929 w 10768629"/>
              <a:gd name="connsiteY51-3982" fmla="*/ 1023089 h 1978172"/>
              <a:gd name="connsiteX52-3983" fmla="*/ 8275760 w 10768629"/>
              <a:gd name="connsiteY52-3984" fmla="*/ 1027772 h 1978172"/>
              <a:gd name="connsiteX53-3985" fmla="*/ 8275478 w 10768629"/>
              <a:gd name="connsiteY53-3986" fmla="*/ 1027605 h 1978172"/>
              <a:gd name="connsiteX54-3987" fmla="*/ 8269666 w 10768629"/>
              <a:gd name="connsiteY54-3988" fmla="*/ 1032033 h 1978172"/>
              <a:gd name="connsiteX55-3989" fmla="*/ 8203836 w 10768629"/>
              <a:gd name="connsiteY55-3990" fmla="*/ 1037347 h 1978172"/>
              <a:gd name="connsiteX56-3991" fmla="*/ 8122936 w 10768629"/>
              <a:gd name="connsiteY56-3992" fmla="*/ 1063113 h 1978172"/>
              <a:gd name="connsiteX57-3993" fmla="*/ 8043658 w 10768629"/>
              <a:gd name="connsiteY57-3994" fmla="*/ 1092746 h 1978172"/>
              <a:gd name="connsiteX58-3995" fmla="*/ 8015351 w 10768629"/>
              <a:gd name="connsiteY58-3996" fmla="*/ 1105478 h 1978172"/>
              <a:gd name="connsiteX59-3997" fmla="*/ 7963145 w 10768629"/>
              <a:gd name="connsiteY59-3998" fmla="*/ 1119346 h 1978172"/>
              <a:gd name="connsiteX60-3999" fmla="*/ 7938145 w 10768629"/>
              <a:gd name="connsiteY60-4000" fmla="*/ 1120225 h 1978172"/>
              <a:gd name="connsiteX61-4001" fmla="*/ 7937238 w 10768629"/>
              <a:gd name="connsiteY61-4002" fmla="*/ 1121204 h 1978172"/>
              <a:gd name="connsiteX62-4003" fmla="*/ 7934398 w 10768629"/>
              <a:gd name="connsiteY62-4004" fmla="*/ 1118240 h 1978172"/>
              <a:gd name="connsiteX63-4005" fmla="*/ 7918248 w 10768629"/>
              <a:gd name="connsiteY63-4006" fmla="*/ 1124371 h 1978172"/>
              <a:gd name="connsiteX64-4007" fmla="*/ 7914119 w 10768629"/>
              <a:gd name="connsiteY64-4008" fmla="*/ 1127653 h 1978172"/>
              <a:gd name="connsiteX65-4009" fmla="*/ 7907658 w 10768629"/>
              <a:gd name="connsiteY65-4010" fmla="*/ 1130350 h 1978172"/>
              <a:gd name="connsiteX66-4011" fmla="*/ 7907434 w 10768629"/>
              <a:gd name="connsiteY66-4012" fmla="*/ 1130103 h 1978172"/>
              <a:gd name="connsiteX67-4013" fmla="*/ 7901508 w 10768629"/>
              <a:gd name="connsiteY67-4014" fmla="*/ 1133245 h 1978172"/>
              <a:gd name="connsiteX68-4015" fmla="*/ 7873287 w 10768629"/>
              <a:gd name="connsiteY68-4016" fmla="*/ 1152609 h 1978172"/>
              <a:gd name="connsiteX69-4017" fmla="*/ 7834833 w 10768629"/>
              <a:gd name="connsiteY69-4018" fmla="*/ 1153868 h 1978172"/>
              <a:gd name="connsiteX70-4019" fmla="*/ 7828661 w 10768629"/>
              <a:gd name="connsiteY70-4020" fmla="*/ 1139994 h 1978172"/>
              <a:gd name="connsiteX71-4021" fmla="*/ 7823966 w 10768629"/>
              <a:gd name="connsiteY71-4022" fmla="*/ 1143178 h 1978172"/>
              <a:gd name="connsiteX72-4023" fmla="*/ 7815078 w 10768629"/>
              <a:gd name="connsiteY72-4024" fmla="*/ 1151776 h 1978172"/>
              <a:gd name="connsiteX73-4025" fmla="*/ 7812026 w 10768629"/>
              <a:gd name="connsiteY73-4026" fmla="*/ 1151522 h 1978172"/>
              <a:gd name="connsiteX74-4027" fmla="*/ 7782249 w 10768629"/>
              <a:gd name="connsiteY74-4028" fmla="*/ 1160970 h 1978172"/>
              <a:gd name="connsiteX75-4029" fmla="*/ 7773476 w 10768629"/>
              <a:gd name="connsiteY75-4030" fmla="*/ 1157414 h 1978172"/>
              <a:gd name="connsiteX76-4031" fmla="*/ 7769600 w 10768629"/>
              <a:gd name="connsiteY76-4032" fmla="*/ 1157365 h 1978172"/>
              <a:gd name="connsiteX77-4033" fmla="*/ 7752631 w 10768629"/>
              <a:gd name="connsiteY77-4034" fmla="*/ 1172815 h 1978172"/>
              <a:gd name="connsiteX78-4035" fmla="*/ 7743525 w 10768629"/>
              <a:gd name="connsiteY78-4036" fmla="*/ 1179064 h 1978172"/>
              <a:gd name="connsiteX79-4037" fmla="*/ 7685942 w 10768629"/>
              <a:gd name="connsiteY79-4038" fmla="*/ 1233723 h 1978172"/>
              <a:gd name="connsiteX80-4039" fmla="*/ 7586920 w 10768629"/>
              <a:gd name="connsiteY80-4040" fmla="*/ 1261888 h 1978172"/>
              <a:gd name="connsiteX81-4041" fmla="*/ 7486100 w 10768629"/>
              <a:gd name="connsiteY81-4042" fmla="*/ 1292563 h 1978172"/>
              <a:gd name="connsiteX82-4043" fmla="*/ 7407190 w 10768629"/>
              <a:gd name="connsiteY82-4044" fmla="*/ 1314737 h 1978172"/>
              <a:gd name="connsiteX83-4045" fmla="*/ 7240698 w 10768629"/>
              <a:gd name="connsiteY83-4046" fmla="*/ 1438832 h 1978172"/>
              <a:gd name="connsiteX84-4047" fmla="*/ 7197675 w 10768629"/>
              <a:gd name="connsiteY84-4048" fmla="*/ 1447530 h 1978172"/>
              <a:gd name="connsiteX85-4049" fmla="*/ 7164788 w 10768629"/>
              <a:gd name="connsiteY85-4050" fmla="*/ 1480293 h 1978172"/>
              <a:gd name="connsiteX86-4051" fmla="*/ 7147929 w 10768629"/>
              <a:gd name="connsiteY86-4052" fmla="*/ 1477641 h 1978172"/>
              <a:gd name="connsiteX87-4053" fmla="*/ 7144965 w 10768629"/>
              <a:gd name="connsiteY87-4054" fmla="*/ 1476908 h 1978172"/>
              <a:gd name="connsiteX88-4055" fmla="*/ 7134299 w 10768629"/>
              <a:gd name="connsiteY88-4056" fmla="*/ 1479969 h 1978172"/>
              <a:gd name="connsiteX89-4057" fmla="*/ 7129809 w 10768629"/>
              <a:gd name="connsiteY89-4058" fmla="*/ 1473339 h 1978172"/>
              <a:gd name="connsiteX90-4059" fmla="*/ 7112688 w 10768629"/>
              <a:gd name="connsiteY90-4060" fmla="*/ 1472575 h 1978172"/>
              <a:gd name="connsiteX91-4061" fmla="*/ 7093470 w 10768629"/>
              <a:gd name="connsiteY91-4062" fmla="*/ 1480300 h 1978172"/>
              <a:gd name="connsiteX92-4063" fmla="*/ 7025034 w 10768629"/>
              <a:gd name="connsiteY92-4064" fmla="*/ 1506934 h 1978172"/>
              <a:gd name="connsiteX93-4065" fmla="*/ 7014783 w 10768629"/>
              <a:gd name="connsiteY93-4066" fmla="*/ 1515868 h 1978172"/>
              <a:gd name="connsiteX94-4067" fmla="*/ 6979706 w 10768629"/>
              <a:gd name="connsiteY94-4068" fmla="*/ 1523511 h 1978172"/>
              <a:gd name="connsiteX95-4069" fmla="*/ 6977890 w 10768629"/>
              <a:gd name="connsiteY95-4070" fmla="*/ 1525793 h 1978172"/>
              <a:gd name="connsiteX96-4071" fmla="*/ 6944339 w 10768629"/>
              <a:gd name="connsiteY96-4072" fmla="*/ 1536237 h 1978172"/>
              <a:gd name="connsiteX97-4073" fmla="*/ 6886996 w 10768629"/>
              <a:gd name="connsiteY97-4074" fmla="*/ 1563569 h 1978172"/>
              <a:gd name="connsiteX98-4075" fmla="*/ 6874510 w 10768629"/>
              <a:gd name="connsiteY98-4076" fmla="*/ 1558469 h 1978172"/>
              <a:gd name="connsiteX99-4077" fmla="*/ 6871943 w 10768629"/>
              <a:gd name="connsiteY99-4078" fmla="*/ 1554651 h 1978172"/>
              <a:gd name="connsiteX100-4079" fmla="*/ 6856174 w 10768629"/>
              <a:gd name="connsiteY100-4080" fmla="*/ 1562024 h 1978172"/>
              <a:gd name="connsiteX101-4081" fmla="*/ 6842321 w 10768629"/>
              <a:gd name="connsiteY101-4082" fmla="*/ 1560554 h 1978172"/>
              <a:gd name="connsiteX102-4083" fmla="*/ 6832713 w 10768629"/>
              <a:gd name="connsiteY102-4084" fmla="*/ 1569357 h 1978172"/>
              <a:gd name="connsiteX103-4085" fmla="*/ 6816351 w 10768629"/>
              <a:gd name="connsiteY103-4086" fmla="*/ 1571495 h 1978172"/>
              <a:gd name="connsiteX104-4087" fmla="*/ 6795800 w 10768629"/>
              <a:gd name="connsiteY104-4088" fmla="*/ 1572010 h 1978172"/>
              <a:gd name="connsiteX105-4089" fmla="*/ 6777546 w 10768629"/>
              <a:gd name="connsiteY105-4090" fmla="*/ 1568661 h 1978172"/>
              <a:gd name="connsiteX106-4091" fmla="*/ 6751528 w 10768629"/>
              <a:gd name="connsiteY106-4092" fmla="*/ 1574143 h 1978172"/>
              <a:gd name="connsiteX107-4093" fmla="*/ 6691966 w 10768629"/>
              <a:gd name="connsiteY107-4094" fmla="*/ 1582255 h 1978172"/>
              <a:gd name="connsiteX108-4095" fmla="*/ 6646941 w 10768629"/>
              <a:gd name="connsiteY108-4096" fmla="*/ 1588471 h 1978172"/>
              <a:gd name="connsiteX109-4097" fmla="*/ 6568576 w 10768629"/>
              <a:gd name="connsiteY109-4098" fmla="*/ 1606488 h 1978172"/>
              <a:gd name="connsiteX110-4099" fmla="*/ 6554358 w 10768629"/>
              <a:gd name="connsiteY110-4100" fmla="*/ 1621701 h 1978172"/>
              <a:gd name="connsiteX111-4101" fmla="*/ 6516968 w 10768629"/>
              <a:gd name="connsiteY111-4102" fmla="*/ 1617195 h 1978172"/>
              <a:gd name="connsiteX112-4103" fmla="*/ 6506479 w 10768629"/>
              <a:gd name="connsiteY112-4104" fmla="*/ 1602227 h 1978172"/>
              <a:gd name="connsiteX113-4105" fmla="*/ 6458436 w 10768629"/>
              <a:gd name="connsiteY113-4106" fmla="*/ 1607332 h 1978172"/>
              <a:gd name="connsiteX114-4107" fmla="*/ 6414786 w 10768629"/>
              <a:gd name="connsiteY114-4108" fmla="*/ 1628815 h 1978172"/>
              <a:gd name="connsiteX115-4109" fmla="*/ 6357085 w 10768629"/>
              <a:gd name="connsiteY115-4110" fmla="*/ 1640846 h 1978172"/>
              <a:gd name="connsiteX116-4111" fmla="*/ 6322636 w 10768629"/>
              <a:gd name="connsiteY116-4112" fmla="*/ 1648213 h 1978172"/>
              <a:gd name="connsiteX117-4113" fmla="*/ 6226172 w 10768629"/>
              <a:gd name="connsiteY117-4114" fmla="*/ 1654676 h 1978172"/>
              <a:gd name="connsiteX118-4115" fmla="*/ 6221217 w 10768629"/>
              <a:gd name="connsiteY118-4116" fmla="*/ 1654506 h 1978172"/>
              <a:gd name="connsiteX119-4117" fmla="*/ 6204956 w 10768629"/>
              <a:gd name="connsiteY119-4118" fmla="*/ 1664280 h 1978172"/>
              <a:gd name="connsiteX120-4119" fmla="*/ 6204270 w 10768629"/>
              <a:gd name="connsiteY120-4120" fmla="*/ 1666782 h 1978172"/>
              <a:gd name="connsiteX121-4121" fmla="*/ 6143810 w 10768629"/>
              <a:gd name="connsiteY121-4122" fmla="*/ 1661963 h 1978172"/>
              <a:gd name="connsiteX122-4123" fmla="*/ 6136560 w 10768629"/>
              <a:gd name="connsiteY122-4124" fmla="*/ 1665728 h 1978172"/>
              <a:gd name="connsiteX123-4125" fmla="*/ 6096155 w 10768629"/>
              <a:gd name="connsiteY123-4126" fmla="*/ 1656951 h 1978172"/>
              <a:gd name="connsiteX124-4127" fmla="*/ 6075812 w 10768629"/>
              <a:gd name="connsiteY124-4128" fmla="*/ 1655422 h 1978172"/>
              <a:gd name="connsiteX125-4129" fmla="*/ 6039495 w 10768629"/>
              <a:gd name="connsiteY125-4130" fmla="*/ 1649680 h 1978172"/>
              <a:gd name="connsiteX126-4131" fmla="*/ 6036523 w 10768629"/>
              <a:gd name="connsiteY126-4132" fmla="*/ 1652121 h 1978172"/>
              <a:gd name="connsiteX127-4133" fmla="*/ 6029328 w 10768629"/>
              <a:gd name="connsiteY127-4134" fmla="*/ 1649904 h 1978172"/>
              <a:gd name="connsiteX128-4135" fmla="*/ 6024075 w 10768629"/>
              <a:gd name="connsiteY128-4136" fmla="*/ 1652779 h 1978172"/>
              <a:gd name="connsiteX129-4137" fmla="*/ 6018085 w 10768629"/>
              <a:gd name="connsiteY129-4138" fmla="*/ 1652030 h 1978172"/>
              <a:gd name="connsiteX130-4139" fmla="*/ 5955513 w 10768629"/>
              <a:gd name="connsiteY130-4140" fmla="*/ 1663584 h 1978172"/>
              <a:gd name="connsiteX131-4141" fmla="*/ 5941996 w 10768629"/>
              <a:gd name="connsiteY131-4142" fmla="*/ 1661326 h 1978172"/>
              <a:gd name="connsiteX132-4143" fmla="*/ 5931789 w 10768629"/>
              <a:gd name="connsiteY132-4144" fmla="*/ 1669915 h 1978172"/>
              <a:gd name="connsiteX133-4145" fmla="*/ 5888686 w 10768629"/>
              <a:gd name="connsiteY133-4146" fmla="*/ 1672175 h 1978172"/>
              <a:gd name="connsiteX134-4147" fmla="*/ 5873794 w 10768629"/>
              <a:gd name="connsiteY134-4148" fmla="*/ 1665454 h 1978172"/>
              <a:gd name="connsiteX135-4149" fmla="*/ 5860022 w 10768629"/>
              <a:gd name="connsiteY135-4150" fmla="*/ 1660635 h 1978172"/>
              <a:gd name="connsiteX136-4151" fmla="*/ 5858237 w 10768629"/>
              <a:gd name="connsiteY136-4152" fmla="*/ 1660649 h 1978172"/>
              <a:gd name="connsiteX137-4153" fmla="*/ 5840319 w 10768629"/>
              <a:gd name="connsiteY137-4154" fmla="*/ 1660798 h 1978172"/>
              <a:gd name="connsiteX138-4155" fmla="*/ 5806984 w 10768629"/>
              <a:gd name="connsiteY138-4156" fmla="*/ 1661075 h 1978172"/>
              <a:gd name="connsiteX139-4157" fmla="*/ 5742351 w 10768629"/>
              <a:gd name="connsiteY139-4158" fmla="*/ 1667489 h 1978172"/>
              <a:gd name="connsiteX140-4159" fmla="*/ 5521171 w 10768629"/>
              <a:gd name="connsiteY140-4160" fmla="*/ 1671626 h 1978172"/>
              <a:gd name="connsiteX141-4161" fmla="*/ 5457384 w 10768629"/>
              <a:gd name="connsiteY141-4162" fmla="*/ 1683952 h 1978172"/>
              <a:gd name="connsiteX142-4163" fmla="*/ 4950070 w 10768629"/>
              <a:gd name="connsiteY142-4164" fmla="*/ 1748401 h 1978172"/>
              <a:gd name="connsiteX143-4165" fmla="*/ 4872172 w 10768629"/>
              <a:gd name="connsiteY143-4166" fmla="*/ 1757222 h 1978172"/>
              <a:gd name="connsiteX144-4167" fmla="*/ 4809524 w 10768629"/>
              <a:gd name="connsiteY144-4168" fmla="*/ 1761033 h 1978172"/>
              <a:gd name="connsiteX145-4169" fmla="*/ 4759058 w 10768629"/>
              <a:gd name="connsiteY145-4170" fmla="*/ 1766533 h 1978172"/>
              <a:gd name="connsiteX146-4171" fmla="*/ 4719749 w 10768629"/>
              <a:gd name="connsiteY146-4172" fmla="*/ 1771811 h 1978172"/>
              <a:gd name="connsiteX147-4173" fmla="*/ 4568686 w 10768629"/>
              <a:gd name="connsiteY147-4174" fmla="*/ 1786141 h 1978172"/>
              <a:gd name="connsiteX148-4175" fmla="*/ 4418751 w 10768629"/>
              <a:gd name="connsiteY148-4176" fmla="*/ 1796932 h 1978172"/>
              <a:gd name="connsiteX149-4177" fmla="*/ 4378377 w 10768629"/>
              <a:gd name="connsiteY149-4178" fmla="*/ 1815528 h 1978172"/>
              <a:gd name="connsiteX150-4179" fmla="*/ 4320575 w 10768629"/>
              <a:gd name="connsiteY150-4180" fmla="*/ 1832722 h 1978172"/>
              <a:gd name="connsiteX151-4181" fmla="*/ 4220200 w 10768629"/>
              <a:gd name="connsiteY151-4182" fmla="*/ 1873173 h 1978172"/>
              <a:gd name="connsiteX152-4183" fmla="*/ 4105361 w 10768629"/>
              <a:gd name="connsiteY152-4184" fmla="*/ 1894711 h 1978172"/>
              <a:gd name="connsiteX153-4185" fmla="*/ 3973223 w 10768629"/>
              <a:gd name="connsiteY153-4186" fmla="*/ 1881015 h 1978172"/>
              <a:gd name="connsiteX154-4187" fmla="*/ 3900992 w 10768629"/>
              <a:gd name="connsiteY154-4188" fmla="*/ 1880603 h 1978172"/>
              <a:gd name="connsiteX155-4189" fmla="*/ 3662119 w 10768629"/>
              <a:gd name="connsiteY155-4190" fmla="*/ 1876289 h 1978172"/>
              <a:gd name="connsiteX156-4191" fmla="*/ 3496919 w 10768629"/>
              <a:gd name="connsiteY156-4192" fmla="*/ 1873180 h 1978172"/>
              <a:gd name="connsiteX157-4193" fmla="*/ 3449433 w 10768629"/>
              <a:gd name="connsiteY157-4194" fmla="*/ 1889681 h 1978172"/>
              <a:gd name="connsiteX158-4195" fmla="*/ 3369766 w 10768629"/>
              <a:gd name="connsiteY158-4196" fmla="*/ 1916653 h 1978172"/>
              <a:gd name="connsiteX159-4197" fmla="*/ 3290336 w 10768629"/>
              <a:gd name="connsiteY159-4198" fmla="*/ 1925039 h 1978172"/>
              <a:gd name="connsiteX160-4199" fmla="*/ 3224897 w 10768629"/>
              <a:gd name="connsiteY160-4200" fmla="*/ 1943733 h 1978172"/>
              <a:gd name="connsiteX161-4201" fmla="*/ 3161463 w 10768629"/>
              <a:gd name="connsiteY161-4202" fmla="*/ 1946591 h 1978172"/>
              <a:gd name="connsiteX162-4203" fmla="*/ 3157504 w 10768629"/>
              <a:gd name="connsiteY162-4204" fmla="*/ 1957276 h 1978172"/>
              <a:gd name="connsiteX163-4205" fmla="*/ 3115176 w 10768629"/>
              <a:gd name="connsiteY163-4206" fmla="*/ 1943459 h 1978172"/>
              <a:gd name="connsiteX164-4207" fmla="*/ 3005773 w 10768629"/>
              <a:gd name="connsiteY164-4208" fmla="*/ 1915878 h 1978172"/>
              <a:gd name="connsiteX165-4209" fmla="*/ 2897201 w 10768629"/>
              <a:gd name="connsiteY165-4210" fmla="*/ 1926772 h 1978172"/>
              <a:gd name="connsiteX166-4211" fmla="*/ 2783891 w 10768629"/>
              <a:gd name="connsiteY166-4212" fmla="*/ 1931749 h 1978172"/>
              <a:gd name="connsiteX167-4213" fmla="*/ 2712447 w 10768629"/>
              <a:gd name="connsiteY167-4214" fmla="*/ 1933044 h 1978172"/>
              <a:gd name="connsiteX168-4215" fmla="*/ 2560151 w 10768629"/>
              <a:gd name="connsiteY168-4216" fmla="*/ 1963609 h 1978172"/>
              <a:gd name="connsiteX169-4217" fmla="*/ 2367221 w 10768629"/>
              <a:gd name="connsiteY169-4218" fmla="*/ 1971884 h 1978172"/>
              <a:gd name="connsiteX170-4219" fmla="*/ 2272130 w 10768629"/>
              <a:gd name="connsiteY170-4220" fmla="*/ 1961162 h 1978172"/>
              <a:gd name="connsiteX171-4221" fmla="*/ 2189404 w 10768629"/>
              <a:gd name="connsiteY171-4222" fmla="*/ 1978172 h 1978172"/>
              <a:gd name="connsiteX172-4223" fmla="*/ 2077704 w 10768629"/>
              <a:gd name="connsiteY172-4224" fmla="*/ 1965002 h 1978172"/>
              <a:gd name="connsiteX173-4225" fmla="*/ 1967996 w 10768629"/>
              <a:gd name="connsiteY173-4226" fmla="*/ 1953187 h 1978172"/>
              <a:gd name="connsiteX174-4227" fmla="*/ 1855805 w 10768629"/>
              <a:gd name="connsiteY174-4228" fmla="*/ 1926082 h 1978172"/>
              <a:gd name="connsiteX175-4229" fmla="*/ 1790957 w 10768629"/>
              <a:gd name="connsiteY175-4230" fmla="*/ 1919460 h 1978172"/>
              <a:gd name="connsiteX176-4231" fmla="*/ 1613978 w 10768629"/>
              <a:gd name="connsiteY176-4232" fmla="*/ 1891581 h 1978172"/>
              <a:gd name="connsiteX177-4233" fmla="*/ 1436831 w 10768629"/>
              <a:gd name="connsiteY177-4234" fmla="*/ 1856201 h 1978172"/>
              <a:gd name="connsiteX178-4235" fmla="*/ 1357365 w 10768629"/>
              <a:gd name="connsiteY178-4236" fmla="*/ 1832140 h 1978172"/>
              <a:gd name="connsiteX179-4237" fmla="*/ 1232341 w 10768629"/>
              <a:gd name="connsiteY179-4238" fmla="*/ 1785942 h 1978172"/>
              <a:gd name="connsiteX180-4239" fmla="*/ 1162595 w 10768629"/>
              <a:gd name="connsiteY180-4240" fmla="*/ 1758337 h 1978172"/>
              <a:gd name="connsiteX181-4241" fmla="*/ 1128523 w 10768629"/>
              <a:gd name="connsiteY181-4242" fmla="*/ 1763621 h 1978172"/>
              <a:gd name="connsiteX182-4243" fmla="*/ 991903 w 10768629"/>
              <a:gd name="connsiteY182-4244" fmla="*/ 1786741 h 1978172"/>
              <a:gd name="connsiteX183-4245" fmla="*/ 883960 w 10768629"/>
              <a:gd name="connsiteY183-4246" fmla="*/ 1822386 h 1978172"/>
              <a:gd name="connsiteX184-4247" fmla="*/ 766531 w 10768629"/>
              <a:gd name="connsiteY184-4248" fmla="*/ 1805053 h 1978172"/>
              <a:gd name="connsiteX185-4249" fmla="*/ 669779 w 10768629"/>
              <a:gd name="connsiteY185-4250" fmla="*/ 1800537 h 1978172"/>
              <a:gd name="connsiteX186-4251" fmla="*/ 523898 w 10768629"/>
              <a:gd name="connsiteY186-4252" fmla="*/ 1811085 h 1978172"/>
              <a:gd name="connsiteX187-4253" fmla="*/ 360251 w 10768629"/>
              <a:gd name="connsiteY187-4254" fmla="*/ 1830735 h 1978172"/>
              <a:gd name="connsiteX188-4255" fmla="*/ 255207 w 10768629"/>
              <a:gd name="connsiteY188-4256" fmla="*/ 1818275 h 1978172"/>
              <a:gd name="connsiteX189-4257" fmla="*/ 101803 w 10768629"/>
              <a:gd name="connsiteY189-4258" fmla="*/ 1870647 h 1978172"/>
              <a:gd name="connsiteX190-4259" fmla="*/ 25397 w 10768629"/>
              <a:gd name="connsiteY190-4260" fmla="*/ 1888443 h 1978172"/>
              <a:gd name="connsiteX191-4261" fmla="*/ 2370 w 10768629"/>
              <a:gd name="connsiteY191-4262" fmla="*/ 1878311 h 1978172"/>
              <a:gd name="connsiteX192-4263" fmla="*/ 0 w 10768629"/>
              <a:gd name="connsiteY192-4264" fmla="*/ 1878785 h 1978172"/>
              <a:gd name="connsiteX193-4265" fmla="*/ 0 w 10768629"/>
              <a:gd name="connsiteY193-4266" fmla="*/ 0 h 1978172"/>
              <a:gd name="connsiteX0-4267" fmla="*/ 0 w 10768629"/>
              <a:gd name="connsiteY0-4268" fmla="*/ 0 h 1978172"/>
              <a:gd name="connsiteX1-4269" fmla="*/ 10768629 w 10768629"/>
              <a:gd name="connsiteY1-4270" fmla="*/ 0 h 1978172"/>
              <a:gd name="connsiteX2-4271" fmla="*/ 10733254 w 10768629"/>
              <a:gd name="connsiteY2-4272" fmla="*/ 31439 h 1978172"/>
              <a:gd name="connsiteX3-4273" fmla="*/ 10727085 w 10768629"/>
              <a:gd name="connsiteY3-4274" fmla="*/ 37910 h 1978172"/>
              <a:gd name="connsiteX4-4275" fmla="*/ 10675953 w 10768629"/>
              <a:gd name="connsiteY4-4276" fmla="*/ 68623 h 1978172"/>
              <a:gd name="connsiteX5-4277" fmla="*/ 10637091 w 10768629"/>
              <a:gd name="connsiteY5-4278" fmla="*/ 90361 h 1978172"/>
              <a:gd name="connsiteX6-4279" fmla="*/ 10610971 w 10768629"/>
              <a:gd name="connsiteY6-4280" fmla="*/ 110764 h 1978172"/>
              <a:gd name="connsiteX7-4281" fmla="*/ 10532872 w 10768629"/>
              <a:gd name="connsiteY7-4282" fmla="*/ 138028 h 1978172"/>
              <a:gd name="connsiteX8-4283" fmla="*/ 10398558 w 10768629"/>
              <a:gd name="connsiteY8-4284" fmla="*/ 172911 h 1978172"/>
              <a:gd name="connsiteX9-4285" fmla="*/ 10371128 w 10768629"/>
              <a:gd name="connsiteY9-4286" fmla="*/ 182609 h 1978172"/>
              <a:gd name="connsiteX10-4287" fmla="*/ 10352178 w 10768629"/>
              <a:gd name="connsiteY10-4288" fmla="*/ 199976 h 1978172"/>
              <a:gd name="connsiteX11-4289" fmla="*/ 10351815 w 10768629"/>
              <a:gd name="connsiteY11-4290" fmla="*/ 211879 h 1978172"/>
              <a:gd name="connsiteX12-4291" fmla="*/ 10337471 w 10768629"/>
              <a:gd name="connsiteY12-4292" fmla="*/ 218661 h 1978172"/>
              <a:gd name="connsiteX13-4293" fmla="*/ 10334625 w 10768629"/>
              <a:gd name="connsiteY13-4294" fmla="*/ 222351 h 1978172"/>
              <a:gd name="connsiteX14-4295" fmla="*/ 10256365 w 10768629"/>
              <a:gd name="connsiteY14-4296" fmla="*/ 235917 h 1978172"/>
              <a:gd name="connsiteX15-4297" fmla="*/ 10201127 w 10768629"/>
              <a:gd name="connsiteY15-4298" fmla="*/ 267448 h 1978172"/>
              <a:gd name="connsiteX16-4299" fmla="*/ 9961218 w 10768629"/>
              <a:gd name="connsiteY16-4300" fmla="*/ 326720 h 1978172"/>
              <a:gd name="connsiteX17-4301" fmla="*/ 9859715 w 10768629"/>
              <a:gd name="connsiteY17-4302" fmla="*/ 355698 h 1978172"/>
              <a:gd name="connsiteX18-4303" fmla="*/ 9679867 w 10768629"/>
              <a:gd name="connsiteY18-4304" fmla="*/ 399081 h 1978172"/>
              <a:gd name="connsiteX19-4305" fmla="*/ 9490654 w 10768629"/>
              <a:gd name="connsiteY19-4306" fmla="*/ 455225 h 1978172"/>
              <a:gd name="connsiteX20-4307" fmla="*/ 9470837 w 10768629"/>
              <a:gd name="connsiteY20-4308" fmla="*/ 452539 h 1978172"/>
              <a:gd name="connsiteX21-4309" fmla="*/ 9469082 w 10768629"/>
              <a:gd name="connsiteY21-4310" fmla="*/ 454891 h 1978172"/>
              <a:gd name="connsiteX22-4311" fmla="*/ 9448038 w 10768629"/>
              <a:gd name="connsiteY22-4312" fmla="*/ 459733 h 1978172"/>
              <a:gd name="connsiteX23-4313" fmla="*/ 9396821 w 10768629"/>
              <a:gd name="connsiteY23-4314" fmla="*/ 455795 h 1978172"/>
              <a:gd name="connsiteX24-4315" fmla="*/ 9392197 w 10768629"/>
              <a:gd name="connsiteY24-4316" fmla="*/ 459796 h 1978172"/>
              <a:gd name="connsiteX25-4317" fmla="*/ 9347994 w 10768629"/>
              <a:gd name="connsiteY25-4318" fmla="*/ 464462 h 1978172"/>
              <a:gd name="connsiteX26-4319" fmla="*/ 9347889 w 10768629"/>
              <a:gd name="connsiteY26-4320" fmla="*/ 466539 h 1978172"/>
              <a:gd name="connsiteX27-4321" fmla="*/ 9337639 w 10768629"/>
              <a:gd name="connsiteY27-4322" fmla="*/ 476654 h 1978172"/>
              <a:gd name="connsiteX28-4323" fmla="*/ 9316893 w 10768629"/>
              <a:gd name="connsiteY28-4324" fmla="*/ 491390 h 1978172"/>
              <a:gd name="connsiteX29-4325" fmla="*/ 9229283 w 10768629"/>
              <a:gd name="connsiteY29-4326" fmla="*/ 555377 h 1978172"/>
              <a:gd name="connsiteX30-4327" fmla="*/ 9220274 w 10768629"/>
              <a:gd name="connsiteY30-4328" fmla="*/ 557502 h 1978172"/>
              <a:gd name="connsiteX31-4329" fmla="*/ 9220202 w 10768629"/>
              <a:gd name="connsiteY31-4330" fmla="*/ 558001 h 1978172"/>
              <a:gd name="connsiteX32-4331" fmla="*/ 9210908 w 10768629"/>
              <a:gd name="connsiteY32-4332" fmla="*/ 561147 h 1978172"/>
              <a:gd name="connsiteX33-4333" fmla="*/ 9186374 w 10768629"/>
              <a:gd name="connsiteY33-4334" fmla="*/ 565502 h 1978172"/>
              <a:gd name="connsiteX34-4335" fmla="*/ 9181058 w 10768629"/>
              <a:gd name="connsiteY34-4336" fmla="*/ 569943 h 1978172"/>
              <a:gd name="connsiteX35-4337" fmla="*/ 9179948 w 10768629"/>
              <a:gd name="connsiteY35-4338" fmla="*/ 576062 h 1978172"/>
              <a:gd name="connsiteX36-4339" fmla="*/ 9149110 w 10768629"/>
              <a:gd name="connsiteY36-4340" fmla="*/ 598906 h 1978172"/>
              <a:gd name="connsiteX37-4341" fmla="*/ 9078556 w 10768629"/>
              <a:gd name="connsiteY37-4342" fmla="*/ 644039 h 1978172"/>
              <a:gd name="connsiteX38-4343" fmla="*/ 8996399 w 10768629"/>
              <a:gd name="connsiteY38-4344" fmla="*/ 690055 h 1978172"/>
              <a:gd name="connsiteX39-4345" fmla="*/ 8803791 w 10768629"/>
              <a:gd name="connsiteY39-4346" fmla="*/ 813860 h 1978172"/>
              <a:gd name="connsiteX40-4347" fmla="*/ 8636202 w 10768629"/>
              <a:gd name="connsiteY40-4348" fmla="*/ 848463 h 1978172"/>
              <a:gd name="connsiteX41-4349" fmla="*/ 8555372 w 10768629"/>
              <a:gd name="connsiteY41-4350" fmla="*/ 883171 h 1978172"/>
              <a:gd name="connsiteX42-4351" fmla="*/ 8507229 w 10768629"/>
              <a:gd name="connsiteY42-4352" fmla="*/ 901665 h 1978172"/>
              <a:gd name="connsiteX43-4353" fmla="*/ 8428473 w 10768629"/>
              <a:gd name="connsiteY43-4354" fmla="*/ 927985 h 1978172"/>
              <a:gd name="connsiteX44-4355" fmla="*/ 8427914 w 10768629"/>
              <a:gd name="connsiteY44-4356" fmla="*/ 933480 h 1978172"/>
              <a:gd name="connsiteX45-4357" fmla="*/ 8420327 w 10768629"/>
              <a:gd name="connsiteY45-4358" fmla="*/ 941984 h 1978172"/>
              <a:gd name="connsiteX46-4359" fmla="*/ 8407128 w 10768629"/>
              <a:gd name="connsiteY46-4360" fmla="*/ 961344 h 1978172"/>
              <a:gd name="connsiteX47-4361" fmla="*/ 8380548 w 10768629"/>
              <a:gd name="connsiteY47-4362" fmla="*/ 987916 h 1978172"/>
              <a:gd name="connsiteX48-4363" fmla="*/ 8379462 w 10768629"/>
              <a:gd name="connsiteY48-4364" fmla="*/ 987106 h 1978172"/>
              <a:gd name="connsiteX49-4365" fmla="*/ 8369725 w 10768629"/>
              <a:gd name="connsiteY49-4366" fmla="*/ 989186 h 1978172"/>
              <a:gd name="connsiteX50-4367" fmla="*/ 8304438 w 10768629"/>
              <a:gd name="connsiteY50-4368" fmla="*/ 996739 h 1978172"/>
              <a:gd name="connsiteX51-4369" fmla="*/ 8280929 w 10768629"/>
              <a:gd name="connsiteY51-4370" fmla="*/ 1023089 h 1978172"/>
              <a:gd name="connsiteX52-4371" fmla="*/ 8275760 w 10768629"/>
              <a:gd name="connsiteY52-4372" fmla="*/ 1027772 h 1978172"/>
              <a:gd name="connsiteX53-4373" fmla="*/ 8275478 w 10768629"/>
              <a:gd name="connsiteY53-4374" fmla="*/ 1027605 h 1978172"/>
              <a:gd name="connsiteX54-4375" fmla="*/ 8269666 w 10768629"/>
              <a:gd name="connsiteY54-4376" fmla="*/ 1032033 h 1978172"/>
              <a:gd name="connsiteX55-4377" fmla="*/ 8203836 w 10768629"/>
              <a:gd name="connsiteY55-4378" fmla="*/ 1037347 h 1978172"/>
              <a:gd name="connsiteX56-4379" fmla="*/ 8122936 w 10768629"/>
              <a:gd name="connsiteY56-4380" fmla="*/ 1063113 h 1978172"/>
              <a:gd name="connsiteX57-4381" fmla="*/ 8043658 w 10768629"/>
              <a:gd name="connsiteY57-4382" fmla="*/ 1092746 h 1978172"/>
              <a:gd name="connsiteX58-4383" fmla="*/ 8015351 w 10768629"/>
              <a:gd name="connsiteY58-4384" fmla="*/ 1105478 h 1978172"/>
              <a:gd name="connsiteX59-4385" fmla="*/ 7963145 w 10768629"/>
              <a:gd name="connsiteY59-4386" fmla="*/ 1119346 h 1978172"/>
              <a:gd name="connsiteX60-4387" fmla="*/ 7938145 w 10768629"/>
              <a:gd name="connsiteY60-4388" fmla="*/ 1120225 h 1978172"/>
              <a:gd name="connsiteX61-4389" fmla="*/ 7937238 w 10768629"/>
              <a:gd name="connsiteY61-4390" fmla="*/ 1121204 h 1978172"/>
              <a:gd name="connsiteX62-4391" fmla="*/ 7934398 w 10768629"/>
              <a:gd name="connsiteY62-4392" fmla="*/ 1118240 h 1978172"/>
              <a:gd name="connsiteX63-4393" fmla="*/ 7918248 w 10768629"/>
              <a:gd name="connsiteY63-4394" fmla="*/ 1124371 h 1978172"/>
              <a:gd name="connsiteX64-4395" fmla="*/ 7914119 w 10768629"/>
              <a:gd name="connsiteY64-4396" fmla="*/ 1127653 h 1978172"/>
              <a:gd name="connsiteX65-4397" fmla="*/ 7907658 w 10768629"/>
              <a:gd name="connsiteY65-4398" fmla="*/ 1130350 h 1978172"/>
              <a:gd name="connsiteX66-4399" fmla="*/ 7907434 w 10768629"/>
              <a:gd name="connsiteY66-4400" fmla="*/ 1130103 h 1978172"/>
              <a:gd name="connsiteX67-4401" fmla="*/ 7901508 w 10768629"/>
              <a:gd name="connsiteY67-4402" fmla="*/ 1133245 h 1978172"/>
              <a:gd name="connsiteX68-4403" fmla="*/ 7873287 w 10768629"/>
              <a:gd name="connsiteY68-4404" fmla="*/ 1152609 h 1978172"/>
              <a:gd name="connsiteX69-4405" fmla="*/ 7834833 w 10768629"/>
              <a:gd name="connsiteY69-4406" fmla="*/ 1153868 h 1978172"/>
              <a:gd name="connsiteX70-4407" fmla="*/ 7828661 w 10768629"/>
              <a:gd name="connsiteY70-4408" fmla="*/ 1139994 h 1978172"/>
              <a:gd name="connsiteX71-4409" fmla="*/ 7823966 w 10768629"/>
              <a:gd name="connsiteY71-4410" fmla="*/ 1143178 h 1978172"/>
              <a:gd name="connsiteX72-4411" fmla="*/ 7815078 w 10768629"/>
              <a:gd name="connsiteY72-4412" fmla="*/ 1151776 h 1978172"/>
              <a:gd name="connsiteX73-4413" fmla="*/ 7812026 w 10768629"/>
              <a:gd name="connsiteY73-4414" fmla="*/ 1151522 h 1978172"/>
              <a:gd name="connsiteX74-4415" fmla="*/ 7782249 w 10768629"/>
              <a:gd name="connsiteY74-4416" fmla="*/ 1160970 h 1978172"/>
              <a:gd name="connsiteX75-4417" fmla="*/ 7773476 w 10768629"/>
              <a:gd name="connsiteY75-4418" fmla="*/ 1157414 h 1978172"/>
              <a:gd name="connsiteX76-4419" fmla="*/ 7769600 w 10768629"/>
              <a:gd name="connsiteY76-4420" fmla="*/ 1157365 h 1978172"/>
              <a:gd name="connsiteX77-4421" fmla="*/ 7752631 w 10768629"/>
              <a:gd name="connsiteY77-4422" fmla="*/ 1172815 h 1978172"/>
              <a:gd name="connsiteX78-4423" fmla="*/ 7743525 w 10768629"/>
              <a:gd name="connsiteY78-4424" fmla="*/ 1179064 h 1978172"/>
              <a:gd name="connsiteX79-4425" fmla="*/ 7685942 w 10768629"/>
              <a:gd name="connsiteY79-4426" fmla="*/ 1233723 h 1978172"/>
              <a:gd name="connsiteX80-4427" fmla="*/ 7586920 w 10768629"/>
              <a:gd name="connsiteY80-4428" fmla="*/ 1261888 h 1978172"/>
              <a:gd name="connsiteX81-4429" fmla="*/ 7486100 w 10768629"/>
              <a:gd name="connsiteY81-4430" fmla="*/ 1292563 h 1978172"/>
              <a:gd name="connsiteX82-4431" fmla="*/ 7407190 w 10768629"/>
              <a:gd name="connsiteY82-4432" fmla="*/ 1314737 h 1978172"/>
              <a:gd name="connsiteX83-4433" fmla="*/ 7240698 w 10768629"/>
              <a:gd name="connsiteY83-4434" fmla="*/ 1438832 h 1978172"/>
              <a:gd name="connsiteX84-4435" fmla="*/ 7197675 w 10768629"/>
              <a:gd name="connsiteY84-4436" fmla="*/ 1447530 h 1978172"/>
              <a:gd name="connsiteX85-4437" fmla="*/ 7164788 w 10768629"/>
              <a:gd name="connsiteY85-4438" fmla="*/ 1480293 h 1978172"/>
              <a:gd name="connsiteX86-4439" fmla="*/ 7147929 w 10768629"/>
              <a:gd name="connsiteY86-4440" fmla="*/ 1477641 h 1978172"/>
              <a:gd name="connsiteX87-4441" fmla="*/ 7144965 w 10768629"/>
              <a:gd name="connsiteY87-4442" fmla="*/ 1476908 h 1978172"/>
              <a:gd name="connsiteX88-4443" fmla="*/ 7134299 w 10768629"/>
              <a:gd name="connsiteY88-4444" fmla="*/ 1479969 h 1978172"/>
              <a:gd name="connsiteX89-4445" fmla="*/ 7129809 w 10768629"/>
              <a:gd name="connsiteY89-4446" fmla="*/ 1473339 h 1978172"/>
              <a:gd name="connsiteX90-4447" fmla="*/ 7112688 w 10768629"/>
              <a:gd name="connsiteY90-4448" fmla="*/ 1472575 h 1978172"/>
              <a:gd name="connsiteX91-4449" fmla="*/ 7093470 w 10768629"/>
              <a:gd name="connsiteY91-4450" fmla="*/ 1480300 h 1978172"/>
              <a:gd name="connsiteX92-4451" fmla="*/ 7025034 w 10768629"/>
              <a:gd name="connsiteY92-4452" fmla="*/ 1506934 h 1978172"/>
              <a:gd name="connsiteX93-4453" fmla="*/ 7014783 w 10768629"/>
              <a:gd name="connsiteY93-4454" fmla="*/ 1515868 h 1978172"/>
              <a:gd name="connsiteX94-4455" fmla="*/ 6979706 w 10768629"/>
              <a:gd name="connsiteY94-4456" fmla="*/ 1523511 h 1978172"/>
              <a:gd name="connsiteX95-4457" fmla="*/ 6977890 w 10768629"/>
              <a:gd name="connsiteY95-4458" fmla="*/ 1525793 h 1978172"/>
              <a:gd name="connsiteX96-4459" fmla="*/ 6944339 w 10768629"/>
              <a:gd name="connsiteY96-4460" fmla="*/ 1536237 h 1978172"/>
              <a:gd name="connsiteX97-4461" fmla="*/ 6886996 w 10768629"/>
              <a:gd name="connsiteY97-4462" fmla="*/ 1563569 h 1978172"/>
              <a:gd name="connsiteX98-4463" fmla="*/ 6874510 w 10768629"/>
              <a:gd name="connsiteY98-4464" fmla="*/ 1558469 h 1978172"/>
              <a:gd name="connsiteX99-4465" fmla="*/ 6871943 w 10768629"/>
              <a:gd name="connsiteY99-4466" fmla="*/ 1554651 h 1978172"/>
              <a:gd name="connsiteX100-4467" fmla="*/ 6856174 w 10768629"/>
              <a:gd name="connsiteY100-4468" fmla="*/ 1562024 h 1978172"/>
              <a:gd name="connsiteX101-4469" fmla="*/ 6842321 w 10768629"/>
              <a:gd name="connsiteY101-4470" fmla="*/ 1560554 h 1978172"/>
              <a:gd name="connsiteX102-4471" fmla="*/ 6832713 w 10768629"/>
              <a:gd name="connsiteY102-4472" fmla="*/ 1569357 h 1978172"/>
              <a:gd name="connsiteX103-4473" fmla="*/ 6816351 w 10768629"/>
              <a:gd name="connsiteY103-4474" fmla="*/ 1571495 h 1978172"/>
              <a:gd name="connsiteX104-4475" fmla="*/ 6795800 w 10768629"/>
              <a:gd name="connsiteY104-4476" fmla="*/ 1572010 h 1978172"/>
              <a:gd name="connsiteX105-4477" fmla="*/ 6777546 w 10768629"/>
              <a:gd name="connsiteY105-4478" fmla="*/ 1568661 h 1978172"/>
              <a:gd name="connsiteX106-4479" fmla="*/ 6751528 w 10768629"/>
              <a:gd name="connsiteY106-4480" fmla="*/ 1574143 h 1978172"/>
              <a:gd name="connsiteX107-4481" fmla="*/ 6691966 w 10768629"/>
              <a:gd name="connsiteY107-4482" fmla="*/ 1582255 h 1978172"/>
              <a:gd name="connsiteX108-4483" fmla="*/ 6646941 w 10768629"/>
              <a:gd name="connsiteY108-4484" fmla="*/ 1588471 h 1978172"/>
              <a:gd name="connsiteX109-4485" fmla="*/ 6568576 w 10768629"/>
              <a:gd name="connsiteY109-4486" fmla="*/ 1606488 h 1978172"/>
              <a:gd name="connsiteX110-4487" fmla="*/ 6554358 w 10768629"/>
              <a:gd name="connsiteY110-4488" fmla="*/ 1621701 h 1978172"/>
              <a:gd name="connsiteX111-4489" fmla="*/ 6516968 w 10768629"/>
              <a:gd name="connsiteY111-4490" fmla="*/ 1617195 h 1978172"/>
              <a:gd name="connsiteX112-4491" fmla="*/ 6506479 w 10768629"/>
              <a:gd name="connsiteY112-4492" fmla="*/ 1602227 h 1978172"/>
              <a:gd name="connsiteX113-4493" fmla="*/ 6458436 w 10768629"/>
              <a:gd name="connsiteY113-4494" fmla="*/ 1607332 h 1978172"/>
              <a:gd name="connsiteX114-4495" fmla="*/ 6414786 w 10768629"/>
              <a:gd name="connsiteY114-4496" fmla="*/ 1628815 h 1978172"/>
              <a:gd name="connsiteX115-4497" fmla="*/ 6357085 w 10768629"/>
              <a:gd name="connsiteY115-4498" fmla="*/ 1640846 h 1978172"/>
              <a:gd name="connsiteX116-4499" fmla="*/ 6322636 w 10768629"/>
              <a:gd name="connsiteY116-4500" fmla="*/ 1648213 h 1978172"/>
              <a:gd name="connsiteX117-4501" fmla="*/ 6226172 w 10768629"/>
              <a:gd name="connsiteY117-4502" fmla="*/ 1654676 h 1978172"/>
              <a:gd name="connsiteX118-4503" fmla="*/ 6221217 w 10768629"/>
              <a:gd name="connsiteY118-4504" fmla="*/ 1654506 h 1978172"/>
              <a:gd name="connsiteX119-4505" fmla="*/ 6204956 w 10768629"/>
              <a:gd name="connsiteY119-4506" fmla="*/ 1664280 h 1978172"/>
              <a:gd name="connsiteX120-4507" fmla="*/ 6204270 w 10768629"/>
              <a:gd name="connsiteY120-4508" fmla="*/ 1666782 h 1978172"/>
              <a:gd name="connsiteX121-4509" fmla="*/ 6143810 w 10768629"/>
              <a:gd name="connsiteY121-4510" fmla="*/ 1661963 h 1978172"/>
              <a:gd name="connsiteX122-4511" fmla="*/ 6136560 w 10768629"/>
              <a:gd name="connsiteY122-4512" fmla="*/ 1665728 h 1978172"/>
              <a:gd name="connsiteX123-4513" fmla="*/ 6096155 w 10768629"/>
              <a:gd name="connsiteY123-4514" fmla="*/ 1656951 h 1978172"/>
              <a:gd name="connsiteX124-4515" fmla="*/ 6075812 w 10768629"/>
              <a:gd name="connsiteY124-4516" fmla="*/ 1655422 h 1978172"/>
              <a:gd name="connsiteX125-4517" fmla="*/ 6039495 w 10768629"/>
              <a:gd name="connsiteY125-4518" fmla="*/ 1649680 h 1978172"/>
              <a:gd name="connsiteX126-4519" fmla="*/ 6036523 w 10768629"/>
              <a:gd name="connsiteY126-4520" fmla="*/ 1652121 h 1978172"/>
              <a:gd name="connsiteX127-4521" fmla="*/ 6029328 w 10768629"/>
              <a:gd name="connsiteY127-4522" fmla="*/ 1649904 h 1978172"/>
              <a:gd name="connsiteX128-4523" fmla="*/ 6024075 w 10768629"/>
              <a:gd name="connsiteY128-4524" fmla="*/ 1652779 h 1978172"/>
              <a:gd name="connsiteX129-4525" fmla="*/ 6018085 w 10768629"/>
              <a:gd name="connsiteY129-4526" fmla="*/ 1652030 h 1978172"/>
              <a:gd name="connsiteX130-4527" fmla="*/ 5955513 w 10768629"/>
              <a:gd name="connsiteY130-4528" fmla="*/ 1663584 h 1978172"/>
              <a:gd name="connsiteX131-4529" fmla="*/ 5941996 w 10768629"/>
              <a:gd name="connsiteY131-4530" fmla="*/ 1661326 h 1978172"/>
              <a:gd name="connsiteX132-4531" fmla="*/ 5931789 w 10768629"/>
              <a:gd name="connsiteY132-4532" fmla="*/ 1669915 h 1978172"/>
              <a:gd name="connsiteX133-4533" fmla="*/ 5888686 w 10768629"/>
              <a:gd name="connsiteY133-4534" fmla="*/ 1672175 h 1978172"/>
              <a:gd name="connsiteX134-4535" fmla="*/ 5873794 w 10768629"/>
              <a:gd name="connsiteY134-4536" fmla="*/ 1665454 h 1978172"/>
              <a:gd name="connsiteX135-4537" fmla="*/ 5860022 w 10768629"/>
              <a:gd name="connsiteY135-4538" fmla="*/ 1660635 h 1978172"/>
              <a:gd name="connsiteX136-4539" fmla="*/ 5858237 w 10768629"/>
              <a:gd name="connsiteY136-4540" fmla="*/ 1660649 h 1978172"/>
              <a:gd name="connsiteX137-4541" fmla="*/ 5840319 w 10768629"/>
              <a:gd name="connsiteY137-4542" fmla="*/ 1660798 h 1978172"/>
              <a:gd name="connsiteX138-4543" fmla="*/ 5806984 w 10768629"/>
              <a:gd name="connsiteY138-4544" fmla="*/ 1661075 h 1978172"/>
              <a:gd name="connsiteX139-4545" fmla="*/ 5742351 w 10768629"/>
              <a:gd name="connsiteY139-4546" fmla="*/ 1667489 h 1978172"/>
              <a:gd name="connsiteX140-4547" fmla="*/ 5521171 w 10768629"/>
              <a:gd name="connsiteY140-4548" fmla="*/ 1671626 h 1978172"/>
              <a:gd name="connsiteX141-4549" fmla="*/ 5457384 w 10768629"/>
              <a:gd name="connsiteY141-4550" fmla="*/ 1683952 h 1978172"/>
              <a:gd name="connsiteX142-4551" fmla="*/ 4950070 w 10768629"/>
              <a:gd name="connsiteY142-4552" fmla="*/ 1748401 h 1978172"/>
              <a:gd name="connsiteX143-4553" fmla="*/ 4872172 w 10768629"/>
              <a:gd name="connsiteY143-4554" fmla="*/ 1757222 h 1978172"/>
              <a:gd name="connsiteX144-4555" fmla="*/ 4809524 w 10768629"/>
              <a:gd name="connsiteY144-4556" fmla="*/ 1761033 h 1978172"/>
              <a:gd name="connsiteX145-4557" fmla="*/ 4759058 w 10768629"/>
              <a:gd name="connsiteY145-4558" fmla="*/ 1766533 h 1978172"/>
              <a:gd name="connsiteX146-4559" fmla="*/ 4719749 w 10768629"/>
              <a:gd name="connsiteY146-4560" fmla="*/ 1771811 h 1978172"/>
              <a:gd name="connsiteX147-4561" fmla="*/ 4568686 w 10768629"/>
              <a:gd name="connsiteY147-4562" fmla="*/ 1786141 h 1978172"/>
              <a:gd name="connsiteX148-4563" fmla="*/ 4418751 w 10768629"/>
              <a:gd name="connsiteY148-4564" fmla="*/ 1796932 h 1978172"/>
              <a:gd name="connsiteX149-4565" fmla="*/ 4378377 w 10768629"/>
              <a:gd name="connsiteY149-4566" fmla="*/ 1815528 h 1978172"/>
              <a:gd name="connsiteX150-4567" fmla="*/ 4320575 w 10768629"/>
              <a:gd name="connsiteY150-4568" fmla="*/ 1832722 h 1978172"/>
              <a:gd name="connsiteX151-4569" fmla="*/ 4220200 w 10768629"/>
              <a:gd name="connsiteY151-4570" fmla="*/ 1873173 h 1978172"/>
              <a:gd name="connsiteX152-4571" fmla="*/ 4105361 w 10768629"/>
              <a:gd name="connsiteY152-4572" fmla="*/ 1894711 h 1978172"/>
              <a:gd name="connsiteX153-4573" fmla="*/ 3973223 w 10768629"/>
              <a:gd name="connsiteY153-4574" fmla="*/ 1881015 h 1978172"/>
              <a:gd name="connsiteX154-4575" fmla="*/ 3900992 w 10768629"/>
              <a:gd name="connsiteY154-4576" fmla="*/ 1880603 h 1978172"/>
              <a:gd name="connsiteX155-4577" fmla="*/ 3662119 w 10768629"/>
              <a:gd name="connsiteY155-4578" fmla="*/ 1876289 h 1978172"/>
              <a:gd name="connsiteX156-4579" fmla="*/ 3496919 w 10768629"/>
              <a:gd name="connsiteY156-4580" fmla="*/ 1873180 h 1978172"/>
              <a:gd name="connsiteX157-4581" fmla="*/ 3449433 w 10768629"/>
              <a:gd name="connsiteY157-4582" fmla="*/ 1889681 h 1978172"/>
              <a:gd name="connsiteX158-4583" fmla="*/ 3369766 w 10768629"/>
              <a:gd name="connsiteY158-4584" fmla="*/ 1916653 h 1978172"/>
              <a:gd name="connsiteX159-4585" fmla="*/ 3290336 w 10768629"/>
              <a:gd name="connsiteY159-4586" fmla="*/ 1925039 h 1978172"/>
              <a:gd name="connsiteX160-4587" fmla="*/ 3224897 w 10768629"/>
              <a:gd name="connsiteY160-4588" fmla="*/ 1943733 h 1978172"/>
              <a:gd name="connsiteX161-4589" fmla="*/ 3161463 w 10768629"/>
              <a:gd name="connsiteY161-4590" fmla="*/ 1946591 h 1978172"/>
              <a:gd name="connsiteX162-4591" fmla="*/ 3157504 w 10768629"/>
              <a:gd name="connsiteY162-4592" fmla="*/ 1957276 h 1978172"/>
              <a:gd name="connsiteX163-4593" fmla="*/ 3115176 w 10768629"/>
              <a:gd name="connsiteY163-4594" fmla="*/ 1943459 h 1978172"/>
              <a:gd name="connsiteX164-4595" fmla="*/ 3005773 w 10768629"/>
              <a:gd name="connsiteY164-4596" fmla="*/ 1915878 h 1978172"/>
              <a:gd name="connsiteX165-4597" fmla="*/ 2897201 w 10768629"/>
              <a:gd name="connsiteY165-4598" fmla="*/ 1926772 h 1978172"/>
              <a:gd name="connsiteX166-4599" fmla="*/ 2783891 w 10768629"/>
              <a:gd name="connsiteY166-4600" fmla="*/ 1931749 h 1978172"/>
              <a:gd name="connsiteX167-4601" fmla="*/ 2712447 w 10768629"/>
              <a:gd name="connsiteY167-4602" fmla="*/ 1933044 h 1978172"/>
              <a:gd name="connsiteX168-4603" fmla="*/ 2560151 w 10768629"/>
              <a:gd name="connsiteY168-4604" fmla="*/ 1963609 h 1978172"/>
              <a:gd name="connsiteX169-4605" fmla="*/ 2367221 w 10768629"/>
              <a:gd name="connsiteY169-4606" fmla="*/ 1971884 h 1978172"/>
              <a:gd name="connsiteX170-4607" fmla="*/ 2272130 w 10768629"/>
              <a:gd name="connsiteY170-4608" fmla="*/ 1961162 h 1978172"/>
              <a:gd name="connsiteX171-4609" fmla="*/ 2189404 w 10768629"/>
              <a:gd name="connsiteY171-4610" fmla="*/ 1978172 h 1978172"/>
              <a:gd name="connsiteX172-4611" fmla="*/ 2077704 w 10768629"/>
              <a:gd name="connsiteY172-4612" fmla="*/ 1965002 h 1978172"/>
              <a:gd name="connsiteX173-4613" fmla="*/ 2033299 w 10768629"/>
              <a:gd name="connsiteY173-4614" fmla="*/ 1969042 h 1978172"/>
              <a:gd name="connsiteX174-4615" fmla="*/ 1967996 w 10768629"/>
              <a:gd name="connsiteY174-4616" fmla="*/ 1953187 h 1978172"/>
              <a:gd name="connsiteX175-4617" fmla="*/ 1855805 w 10768629"/>
              <a:gd name="connsiteY175-4618" fmla="*/ 1926082 h 1978172"/>
              <a:gd name="connsiteX176-4619" fmla="*/ 1790957 w 10768629"/>
              <a:gd name="connsiteY176-4620" fmla="*/ 1919460 h 1978172"/>
              <a:gd name="connsiteX177-4621" fmla="*/ 1613978 w 10768629"/>
              <a:gd name="connsiteY177-4622" fmla="*/ 1891581 h 1978172"/>
              <a:gd name="connsiteX178-4623" fmla="*/ 1436831 w 10768629"/>
              <a:gd name="connsiteY178-4624" fmla="*/ 1856201 h 1978172"/>
              <a:gd name="connsiteX179-4625" fmla="*/ 1357365 w 10768629"/>
              <a:gd name="connsiteY179-4626" fmla="*/ 1832140 h 1978172"/>
              <a:gd name="connsiteX180-4627" fmla="*/ 1232341 w 10768629"/>
              <a:gd name="connsiteY180-4628" fmla="*/ 1785942 h 1978172"/>
              <a:gd name="connsiteX181-4629" fmla="*/ 1162595 w 10768629"/>
              <a:gd name="connsiteY181-4630" fmla="*/ 1758337 h 1978172"/>
              <a:gd name="connsiteX182-4631" fmla="*/ 1128523 w 10768629"/>
              <a:gd name="connsiteY182-4632" fmla="*/ 1763621 h 1978172"/>
              <a:gd name="connsiteX183-4633" fmla="*/ 991903 w 10768629"/>
              <a:gd name="connsiteY183-4634" fmla="*/ 1786741 h 1978172"/>
              <a:gd name="connsiteX184-4635" fmla="*/ 883960 w 10768629"/>
              <a:gd name="connsiteY184-4636" fmla="*/ 1822386 h 1978172"/>
              <a:gd name="connsiteX185-4637" fmla="*/ 766531 w 10768629"/>
              <a:gd name="connsiteY185-4638" fmla="*/ 1805053 h 1978172"/>
              <a:gd name="connsiteX186-4639" fmla="*/ 669779 w 10768629"/>
              <a:gd name="connsiteY186-4640" fmla="*/ 1800537 h 1978172"/>
              <a:gd name="connsiteX187-4641" fmla="*/ 523898 w 10768629"/>
              <a:gd name="connsiteY187-4642" fmla="*/ 1811085 h 1978172"/>
              <a:gd name="connsiteX188-4643" fmla="*/ 360251 w 10768629"/>
              <a:gd name="connsiteY188-4644" fmla="*/ 1830735 h 1978172"/>
              <a:gd name="connsiteX189-4645" fmla="*/ 255207 w 10768629"/>
              <a:gd name="connsiteY189-4646" fmla="*/ 1818275 h 1978172"/>
              <a:gd name="connsiteX190-4647" fmla="*/ 101803 w 10768629"/>
              <a:gd name="connsiteY190-4648" fmla="*/ 1870647 h 1978172"/>
              <a:gd name="connsiteX191-4649" fmla="*/ 25397 w 10768629"/>
              <a:gd name="connsiteY191-4650" fmla="*/ 1888443 h 1978172"/>
              <a:gd name="connsiteX192-4651" fmla="*/ 2370 w 10768629"/>
              <a:gd name="connsiteY192-4652" fmla="*/ 1878311 h 1978172"/>
              <a:gd name="connsiteX193-4653" fmla="*/ 0 w 10768629"/>
              <a:gd name="connsiteY193-4654" fmla="*/ 1878785 h 1978172"/>
              <a:gd name="connsiteX194" fmla="*/ 0 w 10768629"/>
              <a:gd name="connsiteY194" fmla="*/ 0 h 1978172"/>
              <a:gd name="connsiteX0-4655" fmla="*/ 0 w 10768629"/>
              <a:gd name="connsiteY0-4656" fmla="*/ 0 h 1978172"/>
              <a:gd name="connsiteX1-4657" fmla="*/ 10768629 w 10768629"/>
              <a:gd name="connsiteY1-4658" fmla="*/ 0 h 1978172"/>
              <a:gd name="connsiteX2-4659" fmla="*/ 10733254 w 10768629"/>
              <a:gd name="connsiteY2-4660" fmla="*/ 31439 h 1978172"/>
              <a:gd name="connsiteX3-4661" fmla="*/ 10727085 w 10768629"/>
              <a:gd name="connsiteY3-4662" fmla="*/ 37910 h 1978172"/>
              <a:gd name="connsiteX4-4663" fmla="*/ 10675953 w 10768629"/>
              <a:gd name="connsiteY4-4664" fmla="*/ 68623 h 1978172"/>
              <a:gd name="connsiteX5-4665" fmla="*/ 10637091 w 10768629"/>
              <a:gd name="connsiteY5-4666" fmla="*/ 90361 h 1978172"/>
              <a:gd name="connsiteX6-4667" fmla="*/ 10610971 w 10768629"/>
              <a:gd name="connsiteY6-4668" fmla="*/ 110764 h 1978172"/>
              <a:gd name="connsiteX7-4669" fmla="*/ 10532872 w 10768629"/>
              <a:gd name="connsiteY7-4670" fmla="*/ 138028 h 1978172"/>
              <a:gd name="connsiteX8-4671" fmla="*/ 10398558 w 10768629"/>
              <a:gd name="connsiteY8-4672" fmla="*/ 172911 h 1978172"/>
              <a:gd name="connsiteX9-4673" fmla="*/ 10371128 w 10768629"/>
              <a:gd name="connsiteY9-4674" fmla="*/ 182609 h 1978172"/>
              <a:gd name="connsiteX10-4675" fmla="*/ 10352178 w 10768629"/>
              <a:gd name="connsiteY10-4676" fmla="*/ 199976 h 1978172"/>
              <a:gd name="connsiteX11-4677" fmla="*/ 10351815 w 10768629"/>
              <a:gd name="connsiteY11-4678" fmla="*/ 211879 h 1978172"/>
              <a:gd name="connsiteX12-4679" fmla="*/ 10337471 w 10768629"/>
              <a:gd name="connsiteY12-4680" fmla="*/ 218661 h 1978172"/>
              <a:gd name="connsiteX13-4681" fmla="*/ 10334625 w 10768629"/>
              <a:gd name="connsiteY13-4682" fmla="*/ 222351 h 1978172"/>
              <a:gd name="connsiteX14-4683" fmla="*/ 10256365 w 10768629"/>
              <a:gd name="connsiteY14-4684" fmla="*/ 235917 h 1978172"/>
              <a:gd name="connsiteX15-4685" fmla="*/ 10201127 w 10768629"/>
              <a:gd name="connsiteY15-4686" fmla="*/ 267448 h 1978172"/>
              <a:gd name="connsiteX16-4687" fmla="*/ 9961218 w 10768629"/>
              <a:gd name="connsiteY16-4688" fmla="*/ 326720 h 1978172"/>
              <a:gd name="connsiteX17-4689" fmla="*/ 9859715 w 10768629"/>
              <a:gd name="connsiteY17-4690" fmla="*/ 355698 h 1978172"/>
              <a:gd name="connsiteX18-4691" fmla="*/ 9679867 w 10768629"/>
              <a:gd name="connsiteY18-4692" fmla="*/ 399081 h 1978172"/>
              <a:gd name="connsiteX19-4693" fmla="*/ 9490654 w 10768629"/>
              <a:gd name="connsiteY19-4694" fmla="*/ 455225 h 1978172"/>
              <a:gd name="connsiteX20-4695" fmla="*/ 9470837 w 10768629"/>
              <a:gd name="connsiteY20-4696" fmla="*/ 452539 h 1978172"/>
              <a:gd name="connsiteX21-4697" fmla="*/ 9469082 w 10768629"/>
              <a:gd name="connsiteY21-4698" fmla="*/ 454891 h 1978172"/>
              <a:gd name="connsiteX22-4699" fmla="*/ 9448038 w 10768629"/>
              <a:gd name="connsiteY22-4700" fmla="*/ 459733 h 1978172"/>
              <a:gd name="connsiteX23-4701" fmla="*/ 9396821 w 10768629"/>
              <a:gd name="connsiteY23-4702" fmla="*/ 455795 h 1978172"/>
              <a:gd name="connsiteX24-4703" fmla="*/ 9392197 w 10768629"/>
              <a:gd name="connsiteY24-4704" fmla="*/ 459796 h 1978172"/>
              <a:gd name="connsiteX25-4705" fmla="*/ 9347994 w 10768629"/>
              <a:gd name="connsiteY25-4706" fmla="*/ 464462 h 1978172"/>
              <a:gd name="connsiteX26-4707" fmla="*/ 9347889 w 10768629"/>
              <a:gd name="connsiteY26-4708" fmla="*/ 466539 h 1978172"/>
              <a:gd name="connsiteX27-4709" fmla="*/ 9337639 w 10768629"/>
              <a:gd name="connsiteY27-4710" fmla="*/ 476654 h 1978172"/>
              <a:gd name="connsiteX28-4711" fmla="*/ 9316893 w 10768629"/>
              <a:gd name="connsiteY28-4712" fmla="*/ 491390 h 1978172"/>
              <a:gd name="connsiteX29-4713" fmla="*/ 9229283 w 10768629"/>
              <a:gd name="connsiteY29-4714" fmla="*/ 555377 h 1978172"/>
              <a:gd name="connsiteX30-4715" fmla="*/ 9220274 w 10768629"/>
              <a:gd name="connsiteY30-4716" fmla="*/ 557502 h 1978172"/>
              <a:gd name="connsiteX31-4717" fmla="*/ 9220202 w 10768629"/>
              <a:gd name="connsiteY31-4718" fmla="*/ 558001 h 1978172"/>
              <a:gd name="connsiteX32-4719" fmla="*/ 9210908 w 10768629"/>
              <a:gd name="connsiteY32-4720" fmla="*/ 561147 h 1978172"/>
              <a:gd name="connsiteX33-4721" fmla="*/ 9186374 w 10768629"/>
              <a:gd name="connsiteY33-4722" fmla="*/ 565502 h 1978172"/>
              <a:gd name="connsiteX34-4723" fmla="*/ 9181058 w 10768629"/>
              <a:gd name="connsiteY34-4724" fmla="*/ 569943 h 1978172"/>
              <a:gd name="connsiteX35-4725" fmla="*/ 9179948 w 10768629"/>
              <a:gd name="connsiteY35-4726" fmla="*/ 576062 h 1978172"/>
              <a:gd name="connsiteX36-4727" fmla="*/ 9149110 w 10768629"/>
              <a:gd name="connsiteY36-4728" fmla="*/ 598906 h 1978172"/>
              <a:gd name="connsiteX37-4729" fmla="*/ 9078556 w 10768629"/>
              <a:gd name="connsiteY37-4730" fmla="*/ 644039 h 1978172"/>
              <a:gd name="connsiteX38-4731" fmla="*/ 8996399 w 10768629"/>
              <a:gd name="connsiteY38-4732" fmla="*/ 690055 h 1978172"/>
              <a:gd name="connsiteX39-4733" fmla="*/ 8803791 w 10768629"/>
              <a:gd name="connsiteY39-4734" fmla="*/ 813860 h 1978172"/>
              <a:gd name="connsiteX40-4735" fmla="*/ 8636202 w 10768629"/>
              <a:gd name="connsiteY40-4736" fmla="*/ 848463 h 1978172"/>
              <a:gd name="connsiteX41-4737" fmla="*/ 8555372 w 10768629"/>
              <a:gd name="connsiteY41-4738" fmla="*/ 883171 h 1978172"/>
              <a:gd name="connsiteX42-4739" fmla="*/ 8507229 w 10768629"/>
              <a:gd name="connsiteY42-4740" fmla="*/ 901665 h 1978172"/>
              <a:gd name="connsiteX43-4741" fmla="*/ 8428473 w 10768629"/>
              <a:gd name="connsiteY43-4742" fmla="*/ 927985 h 1978172"/>
              <a:gd name="connsiteX44-4743" fmla="*/ 8427914 w 10768629"/>
              <a:gd name="connsiteY44-4744" fmla="*/ 933480 h 1978172"/>
              <a:gd name="connsiteX45-4745" fmla="*/ 8420327 w 10768629"/>
              <a:gd name="connsiteY45-4746" fmla="*/ 941984 h 1978172"/>
              <a:gd name="connsiteX46-4747" fmla="*/ 8407128 w 10768629"/>
              <a:gd name="connsiteY46-4748" fmla="*/ 961344 h 1978172"/>
              <a:gd name="connsiteX47-4749" fmla="*/ 8380548 w 10768629"/>
              <a:gd name="connsiteY47-4750" fmla="*/ 987916 h 1978172"/>
              <a:gd name="connsiteX48-4751" fmla="*/ 8379462 w 10768629"/>
              <a:gd name="connsiteY48-4752" fmla="*/ 987106 h 1978172"/>
              <a:gd name="connsiteX49-4753" fmla="*/ 8369725 w 10768629"/>
              <a:gd name="connsiteY49-4754" fmla="*/ 989186 h 1978172"/>
              <a:gd name="connsiteX50-4755" fmla="*/ 8304438 w 10768629"/>
              <a:gd name="connsiteY50-4756" fmla="*/ 996739 h 1978172"/>
              <a:gd name="connsiteX51-4757" fmla="*/ 8280929 w 10768629"/>
              <a:gd name="connsiteY51-4758" fmla="*/ 1023089 h 1978172"/>
              <a:gd name="connsiteX52-4759" fmla="*/ 8275760 w 10768629"/>
              <a:gd name="connsiteY52-4760" fmla="*/ 1027772 h 1978172"/>
              <a:gd name="connsiteX53-4761" fmla="*/ 8275478 w 10768629"/>
              <a:gd name="connsiteY53-4762" fmla="*/ 1027605 h 1978172"/>
              <a:gd name="connsiteX54-4763" fmla="*/ 8269666 w 10768629"/>
              <a:gd name="connsiteY54-4764" fmla="*/ 1032033 h 1978172"/>
              <a:gd name="connsiteX55-4765" fmla="*/ 8203836 w 10768629"/>
              <a:gd name="connsiteY55-4766" fmla="*/ 1037347 h 1978172"/>
              <a:gd name="connsiteX56-4767" fmla="*/ 8122936 w 10768629"/>
              <a:gd name="connsiteY56-4768" fmla="*/ 1063113 h 1978172"/>
              <a:gd name="connsiteX57-4769" fmla="*/ 8043658 w 10768629"/>
              <a:gd name="connsiteY57-4770" fmla="*/ 1092746 h 1978172"/>
              <a:gd name="connsiteX58-4771" fmla="*/ 8015351 w 10768629"/>
              <a:gd name="connsiteY58-4772" fmla="*/ 1105478 h 1978172"/>
              <a:gd name="connsiteX59-4773" fmla="*/ 7963145 w 10768629"/>
              <a:gd name="connsiteY59-4774" fmla="*/ 1119346 h 1978172"/>
              <a:gd name="connsiteX60-4775" fmla="*/ 7938145 w 10768629"/>
              <a:gd name="connsiteY60-4776" fmla="*/ 1120225 h 1978172"/>
              <a:gd name="connsiteX61-4777" fmla="*/ 7937238 w 10768629"/>
              <a:gd name="connsiteY61-4778" fmla="*/ 1121204 h 1978172"/>
              <a:gd name="connsiteX62-4779" fmla="*/ 7934398 w 10768629"/>
              <a:gd name="connsiteY62-4780" fmla="*/ 1118240 h 1978172"/>
              <a:gd name="connsiteX63-4781" fmla="*/ 7918248 w 10768629"/>
              <a:gd name="connsiteY63-4782" fmla="*/ 1124371 h 1978172"/>
              <a:gd name="connsiteX64-4783" fmla="*/ 7914119 w 10768629"/>
              <a:gd name="connsiteY64-4784" fmla="*/ 1127653 h 1978172"/>
              <a:gd name="connsiteX65-4785" fmla="*/ 7907658 w 10768629"/>
              <a:gd name="connsiteY65-4786" fmla="*/ 1130350 h 1978172"/>
              <a:gd name="connsiteX66-4787" fmla="*/ 7907434 w 10768629"/>
              <a:gd name="connsiteY66-4788" fmla="*/ 1130103 h 1978172"/>
              <a:gd name="connsiteX67-4789" fmla="*/ 7901508 w 10768629"/>
              <a:gd name="connsiteY67-4790" fmla="*/ 1133245 h 1978172"/>
              <a:gd name="connsiteX68-4791" fmla="*/ 7873287 w 10768629"/>
              <a:gd name="connsiteY68-4792" fmla="*/ 1152609 h 1978172"/>
              <a:gd name="connsiteX69-4793" fmla="*/ 7834833 w 10768629"/>
              <a:gd name="connsiteY69-4794" fmla="*/ 1153868 h 1978172"/>
              <a:gd name="connsiteX70-4795" fmla="*/ 7828661 w 10768629"/>
              <a:gd name="connsiteY70-4796" fmla="*/ 1139994 h 1978172"/>
              <a:gd name="connsiteX71-4797" fmla="*/ 7823966 w 10768629"/>
              <a:gd name="connsiteY71-4798" fmla="*/ 1143178 h 1978172"/>
              <a:gd name="connsiteX72-4799" fmla="*/ 7815078 w 10768629"/>
              <a:gd name="connsiteY72-4800" fmla="*/ 1151776 h 1978172"/>
              <a:gd name="connsiteX73-4801" fmla="*/ 7812026 w 10768629"/>
              <a:gd name="connsiteY73-4802" fmla="*/ 1151522 h 1978172"/>
              <a:gd name="connsiteX74-4803" fmla="*/ 7782249 w 10768629"/>
              <a:gd name="connsiteY74-4804" fmla="*/ 1160970 h 1978172"/>
              <a:gd name="connsiteX75-4805" fmla="*/ 7773476 w 10768629"/>
              <a:gd name="connsiteY75-4806" fmla="*/ 1157414 h 1978172"/>
              <a:gd name="connsiteX76-4807" fmla="*/ 7769600 w 10768629"/>
              <a:gd name="connsiteY76-4808" fmla="*/ 1157365 h 1978172"/>
              <a:gd name="connsiteX77-4809" fmla="*/ 7752631 w 10768629"/>
              <a:gd name="connsiteY77-4810" fmla="*/ 1172815 h 1978172"/>
              <a:gd name="connsiteX78-4811" fmla="*/ 7743525 w 10768629"/>
              <a:gd name="connsiteY78-4812" fmla="*/ 1179064 h 1978172"/>
              <a:gd name="connsiteX79-4813" fmla="*/ 7685942 w 10768629"/>
              <a:gd name="connsiteY79-4814" fmla="*/ 1233723 h 1978172"/>
              <a:gd name="connsiteX80-4815" fmla="*/ 7586920 w 10768629"/>
              <a:gd name="connsiteY80-4816" fmla="*/ 1261888 h 1978172"/>
              <a:gd name="connsiteX81-4817" fmla="*/ 7486100 w 10768629"/>
              <a:gd name="connsiteY81-4818" fmla="*/ 1292563 h 1978172"/>
              <a:gd name="connsiteX82-4819" fmla="*/ 7407190 w 10768629"/>
              <a:gd name="connsiteY82-4820" fmla="*/ 1314737 h 1978172"/>
              <a:gd name="connsiteX83-4821" fmla="*/ 7240698 w 10768629"/>
              <a:gd name="connsiteY83-4822" fmla="*/ 1438832 h 1978172"/>
              <a:gd name="connsiteX84-4823" fmla="*/ 7197675 w 10768629"/>
              <a:gd name="connsiteY84-4824" fmla="*/ 1447530 h 1978172"/>
              <a:gd name="connsiteX85-4825" fmla="*/ 7164788 w 10768629"/>
              <a:gd name="connsiteY85-4826" fmla="*/ 1480293 h 1978172"/>
              <a:gd name="connsiteX86-4827" fmla="*/ 7147929 w 10768629"/>
              <a:gd name="connsiteY86-4828" fmla="*/ 1477641 h 1978172"/>
              <a:gd name="connsiteX87-4829" fmla="*/ 7144965 w 10768629"/>
              <a:gd name="connsiteY87-4830" fmla="*/ 1476908 h 1978172"/>
              <a:gd name="connsiteX88-4831" fmla="*/ 7134299 w 10768629"/>
              <a:gd name="connsiteY88-4832" fmla="*/ 1479969 h 1978172"/>
              <a:gd name="connsiteX89-4833" fmla="*/ 7129809 w 10768629"/>
              <a:gd name="connsiteY89-4834" fmla="*/ 1473339 h 1978172"/>
              <a:gd name="connsiteX90-4835" fmla="*/ 7112688 w 10768629"/>
              <a:gd name="connsiteY90-4836" fmla="*/ 1472575 h 1978172"/>
              <a:gd name="connsiteX91-4837" fmla="*/ 7093470 w 10768629"/>
              <a:gd name="connsiteY91-4838" fmla="*/ 1480300 h 1978172"/>
              <a:gd name="connsiteX92-4839" fmla="*/ 7025034 w 10768629"/>
              <a:gd name="connsiteY92-4840" fmla="*/ 1506934 h 1978172"/>
              <a:gd name="connsiteX93-4841" fmla="*/ 7014783 w 10768629"/>
              <a:gd name="connsiteY93-4842" fmla="*/ 1515868 h 1978172"/>
              <a:gd name="connsiteX94-4843" fmla="*/ 6979706 w 10768629"/>
              <a:gd name="connsiteY94-4844" fmla="*/ 1523511 h 1978172"/>
              <a:gd name="connsiteX95-4845" fmla="*/ 6977890 w 10768629"/>
              <a:gd name="connsiteY95-4846" fmla="*/ 1525793 h 1978172"/>
              <a:gd name="connsiteX96-4847" fmla="*/ 6944339 w 10768629"/>
              <a:gd name="connsiteY96-4848" fmla="*/ 1536237 h 1978172"/>
              <a:gd name="connsiteX97-4849" fmla="*/ 6886996 w 10768629"/>
              <a:gd name="connsiteY97-4850" fmla="*/ 1563569 h 1978172"/>
              <a:gd name="connsiteX98-4851" fmla="*/ 6874510 w 10768629"/>
              <a:gd name="connsiteY98-4852" fmla="*/ 1558469 h 1978172"/>
              <a:gd name="connsiteX99-4853" fmla="*/ 6871943 w 10768629"/>
              <a:gd name="connsiteY99-4854" fmla="*/ 1554651 h 1978172"/>
              <a:gd name="connsiteX100-4855" fmla="*/ 6856174 w 10768629"/>
              <a:gd name="connsiteY100-4856" fmla="*/ 1562024 h 1978172"/>
              <a:gd name="connsiteX101-4857" fmla="*/ 6842321 w 10768629"/>
              <a:gd name="connsiteY101-4858" fmla="*/ 1560554 h 1978172"/>
              <a:gd name="connsiteX102-4859" fmla="*/ 6832713 w 10768629"/>
              <a:gd name="connsiteY102-4860" fmla="*/ 1569357 h 1978172"/>
              <a:gd name="connsiteX103-4861" fmla="*/ 6816351 w 10768629"/>
              <a:gd name="connsiteY103-4862" fmla="*/ 1571495 h 1978172"/>
              <a:gd name="connsiteX104-4863" fmla="*/ 6795800 w 10768629"/>
              <a:gd name="connsiteY104-4864" fmla="*/ 1572010 h 1978172"/>
              <a:gd name="connsiteX105-4865" fmla="*/ 6777546 w 10768629"/>
              <a:gd name="connsiteY105-4866" fmla="*/ 1568661 h 1978172"/>
              <a:gd name="connsiteX106-4867" fmla="*/ 6751528 w 10768629"/>
              <a:gd name="connsiteY106-4868" fmla="*/ 1574143 h 1978172"/>
              <a:gd name="connsiteX107-4869" fmla="*/ 6691966 w 10768629"/>
              <a:gd name="connsiteY107-4870" fmla="*/ 1582255 h 1978172"/>
              <a:gd name="connsiteX108-4871" fmla="*/ 6646941 w 10768629"/>
              <a:gd name="connsiteY108-4872" fmla="*/ 1588471 h 1978172"/>
              <a:gd name="connsiteX109-4873" fmla="*/ 6568576 w 10768629"/>
              <a:gd name="connsiteY109-4874" fmla="*/ 1606488 h 1978172"/>
              <a:gd name="connsiteX110-4875" fmla="*/ 6554358 w 10768629"/>
              <a:gd name="connsiteY110-4876" fmla="*/ 1621701 h 1978172"/>
              <a:gd name="connsiteX111-4877" fmla="*/ 6516968 w 10768629"/>
              <a:gd name="connsiteY111-4878" fmla="*/ 1617195 h 1978172"/>
              <a:gd name="connsiteX112-4879" fmla="*/ 6506479 w 10768629"/>
              <a:gd name="connsiteY112-4880" fmla="*/ 1602227 h 1978172"/>
              <a:gd name="connsiteX113-4881" fmla="*/ 6458436 w 10768629"/>
              <a:gd name="connsiteY113-4882" fmla="*/ 1607332 h 1978172"/>
              <a:gd name="connsiteX114-4883" fmla="*/ 6414786 w 10768629"/>
              <a:gd name="connsiteY114-4884" fmla="*/ 1628815 h 1978172"/>
              <a:gd name="connsiteX115-4885" fmla="*/ 6357085 w 10768629"/>
              <a:gd name="connsiteY115-4886" fmla="*/ 1640846 h 1978172"/>
              <a:gd name="connsiteX116-4887" fmla="*/ 6322636 w 10768629"/>
              <a:gd name="connsiteY116-4888" fmla="*/ 1648213 h 1978172"/>
              <a:gd name="connsiteX117-4889" fmla="*/ 6226172 w 10768629"/>
              <a:gd name="connsiteY117-4890" fmla="*/ 1654676 h 1978172"/>
              <a:gd name="connsiteX118-4891" fmla="*/ 6221217 w 10768629"/>
              <a:gd name="connsiteY118-4892" fmla="*/ 1654506 h 1978172"/>
              <a:gd name="connsiteX119-4893" fmla="*/ 6204956 w 10768629"/>
              <a:gd name="connsiteY119-4894" fmla="*/ 1664280 h 1978172"/>
              <a:gd name="connsiteX120-4895" fmla="*/ 6204270 w 10768629"/>
              <a:gd name="connsiteY120-4896" fmla="*/ 1666782 h 1978172"/>
              <a:gd name="connsiteX121-4897" fmla="*/ 6143810 w 10768629"/>
              <a:gd name="connsiteY121-4898" fmla="*/ 1661963 h 1978172"/>
              <a:gd name="connsiteX122-4899" fmla="*/ 6136560 w 10768629"/>
              <a:gd name="connsiteY122-4900" fmla="*/ 1665728 h 1978172"/>
              <a:gd name="connsiteX123-4901" fmla="*/ 6096155 w 10768629"/>
              <a:gd name="connsiteY123-4902" fmla="*/ 1656951 h 1978172"/>
              <a:gd name="connsiteX124-4903" fmla="*/ 6075812 w 10768629"/>
              <a:gd name="connsiteY124-4904" fmla="*/ 1655422 h 1978172"/>
              <a:gd name="connsiteX125-4905" fmla="*/ 6039495 w 10768629"/>
              <a:gd name="connsiteY125-4906" fmla="*/ 1649680 h 1978172"/>
              <a:gd name="connsiteX126-4907" fmla="*/ 6036523 w 10768629"/>
              <a:gd name="connsiteY126-4908" fmla="*/ 1652121 h 1978172"/>
              <a:gd name="connsiteX127-4909" fmla="*/ 6029328 w 10768629"/>
              <a:gd name="connsiteY127-4910" fmla="*/ 1649904 h 1978172"/>
              <a:gd name="connsiteX128-4911" fmla="*/ 6024075 w 10768629"/>
              <a:gd name="connsiteY128-4912" fmla="*/ 1652779 h 1978172"/>
              <a:gd name="connsiteX129-4913" fmla="*/ 6018085 w 10768629"/>
              <a:gd name="connsiteY129-4914" fmla="*/ 1652030 h 1978172"/>
              <a:gd name="connsiteX130-4915" fmla="*/ 5955513 w 10768629"/>
              <a:gd name="connsiteY130-4916" fmla="*/ 1663584 h 1978172"/>
              <a:gd name="connsiteX131-4917" fmla="*/ 5941996 w 10768629"/>
              <a:gd name="connsiteY131-4918" fmla="*/ 1661326 h 1978172"/>
              <a:gd name="connsiteX132-4919" fmla="*/ 5931789 w 10768629"/>
              <a:gd name="connsiteY132-4920" fmla="*/ 1669915 h 1978172"/>
              <a:gd name="connsiteX133-4921" fmla="*/ 5888686 w 10768629"/>
              <a:gd name="connsiteY133-4922" fmla="*/ 1672175 h 1978172"/>
              <a:gd name="connsiteX134-4923" fmla="*/ 5873794 w 10768629"/>
              <a:gd name="connsiteY134-4924" fmla="*/ 1665454 h 1978172"/>
              <a:gd name="connsiteX135-4925" fmla="*/ 5860022 w 10768629"/>
              <a:gd name="connsiteY135-4926" fmla="*/ 1660635 h 1978172"/>
              <a:gd name="connsiteX136-4927" fmla="*/ 5858237 w 10768629"/>
              <a:gd name="connsiteY136-4928" fmla="*/ 1660649 h 1978172"/>
              <a:gd name="connsiteX137-4929" fmla="*/ 5840319 w 10768629"/>
              <a:gd name="connsiteY137-4930" fmla="*/ 1660798 h 1978172"/>
              <a:gd name="connsiteX138-4931" fmla="*/ 5806984 w 10768629"/>
              <a:gd name="connsiteY138-4932" fmla="*/ 1661075 h 1978172"/>
              <a:gd name="connsiteX139-4933" fmla="*/ 5742351 w 10768629"/>
              <a:gd name="connsiteY139-4934" fmla="*/ 1667489 h 1978172"/>
              <a:gd name="connsiteX140-4935" fmla="*/ 5521171 w 10768629"/>
              <a:gd name="connsiteY140-4936" fmla="*/ 1671626 h 1978172"/>
              <a:gd name="connsiteX141-4937" fmla="*/ 5457384 w 10768629"/>
              <a:gd name="connsiteY141-4938" fmla="*/ 1683952 h 1978172"/>
              <a:gd name="connsiteX142-4939" fmla="*/ 4950070 w 10768629"/>
              <a:gd name="connsiteY142-4940" fmla="*/ 1748401 h 1978172"/>
              <a:gd name="connsiteX143-4941" fmla="*/ 4872172 w 10768629"/>
              <a:gd name="connsiteY143-4942" fmla="*/ 1757222 h 1978172"/>
              <a:gd name="connsiteX144-4943" fmla="*/ 4809524 w 10768629"/>
              <a:gd name="connsiteY144-4944" fmla="*/ 1761033 h 1978172"/>
              <a:gd name="connsiteX145-4945" fmla="*/ 4759058 w 10768629"/>
              <a:gd name="connsiteY145-4946" fmla="*/ 1766533 h 1978172"/>
              <a:gd name="connsiteX146-4947" fmla="*/ 4719749 w 10768629"/>
              <a:gd name="connsiteY146-4948" fmla="*/ 1771811 h 1978172"/>
              <a:gd name="connsiteX147-4949" fmla="*/ 4568686 w 10768629"/>
              <a:gd name="connsiteY147-4950" fmla="*/ 1786141 h 1978172"/>
              <a:gd name="connsiteX148-4951" fmla="*/ 4418751 w 10768629"/>
              <a:gd name="connsiteY148-4952" fmla="*/ 1796932 h 1978172"/>
              <a:gd name="connsiteX149-4953" fmla="*/ 4378377 w 10768629"/>
              <a:gd name="connsiteY149-4954" fmla="*/ 1815528 h 1978172"/>
              <a:gd name="connsiteX150-4955" fmla="*/ 4320575 w 10768629"/>
              <a:gd name="connsiteY150-4956" fmla="*/ 1832722 h 1978172"/>
              <a:gd name="connsiteX151-4957" fmla="*/ 4220200 w 10768629"/>
              <a:gd name="connsiteY151-4958" fmla="*/ 1873173 h 1978172"/>
              <a:gd name="connsiteX152-4959" fmla="*/ 4105361 w 10768629"/>
              <a:gd name="connsiteY152-4960" fmla="*/ 1894711 h 1978172"/>
              <a:gd name="connsiteX153-4961" fmla="*/ 3973223 w 10768629"/>
              <a:gd name="connsiteY153-4962" fmla="*/ 1881015 h 1978172"/>
              <a:gd name="connsiteX154-4963" fmla="*/ 3900992 w 10768629"/>
              <a:gd name="connsiteY154-4964" fmla="*/ 1880603 h 1978172"/>
              <a:gd name="connsiteX155-4965" fmla="*/ 3662119 w 10768629"/>
              <a:gd name="connsiteY155-4966" fmla="*/ 1876289 h 1978172"/>
              <a:gd name="connsiteX156-4967" fmla="*/ 3496919 w 10768629"/>
              <a:gd name="connsiteY156-4968" fmla="*/ 1873180 h 1978172"/>
              <a:gd name="connsiteX157-4969" fmla="*/ 3449433 w 10768629"/>
              <a:gd name="connsiteY157-4970" fmla="*/ 1889681 h 1978172"/>
              <a:gd name="connsiteX158-4971" fmla="*/ 3369766 w 10768629"/>
              <a:gd name="connsiteY158-4972" fmla="*/ 1916653 h 1978172"/>
              <a:gd name="connsiteX159-4973" fmla="*/ 3290336 w 10768629"/>
              <a:gd name="connsiteY159-4974" fmla="*/ 1925039 h 1978172"/>
              <a:gd name="connsiteX160-4975" fmla="*/ 3224897 w 10768629"/>
              <a:gd name="connsiteY160-4976" fmla="*/ 1943733 h 1978172"/>
              <a:gd name="connsiteX161-4977" fmla="*/ 3161463 w 10768629"/>
              <a:gd name="connsiteY161-4978" fmla="*/ 1946591 h 1978172"/>
              <a:gd name="connsiteX162-4979" fmla="*/ 3157504 w 10768629"/>
              <a:gd name="connsiteY162-4980" fmla="*/ 1957276 h 1978172"/>
              <a:gd name="connsiteX163-4981" fmla="*/ 3069716 w 10768629"/>
              <a:gd name="connsiteY163-4982" fmla="*/ 1930463 h 1978172"/>
              <a:gd name="connsiteX164-4983" fmla="*/ 3005773 w 10768629"/>
              <a:gd name="connsiteY164-4984" fmla="*/ 1915878 h 1978172"/>
              <a:gd name="connsiteX165-4985" fmla="*/ 2897201 w 10768629"/>
              <a:gd name="connsiteY165-4986" fmla="*/ 1926772 h 1978172"/>
              <a:gd name="connsiteX166-4987" fmla="*/ 2783891 w 10768629"/>
              <a:gd name="connsiteY166-4988" fmla="*/ 1931749 h 1978172"/>
              <a:gd name="connsiteX167-4989" fmla="*/ 2712447 w 10768629"/>
              <a:gd name="connsiteY167-4990" fmla="*/ 1933044 h 1978172"/>
              <a:gd name="connsiteX168-4991" fmla="*/ 2560151 w 10768629"/>
              <a:gd name="connsiteY168-4992" fmla="*/ 1963609 h 1978172"/>
              <a:gd name="connsiteX169-4993" fmla="*/ 2367221 w 10768629"/>
              <a:gd name="connsiteY169-4994" fmla="*/ 1971884 h 1978172"/>
              <a:gd name="connsiteX170-4995" fmla="*/ 2272130 w 10768629"/>
              <a:gd name="connsiteY170-4996" fmla="*/ 1961162 h 1978172"/>
              <a:gd name="connsiteX171-4997" fmla="*/ 2189404 w 10768629"/>
              <a:gd name="connsiteY171-4998" fmla="*/ 1978172 h 1978172"/>
              <a:gd name="connsiteX172-4999" fmla="*/ 2077704 w 10768629"/>
              <a:gd name="connsiteY172-5000" fmla="*/ 1965002 h 1978172"/>
              <a:gd name="connsiteX173-5001" fmla="*/ 2033299 w 10768629"/>
              <a:gd name="connsiteY173-5002" fmla="*/ 1969042 h 1978172"/>
              <a:gd name="connsiteX174-5003" fmla="*/ 1967996 w 10768629"/>
              <a:gd name="connsiteY174-5004" fmla="*/ 1953187 h 1978172"/>
              <a:gd name="connsiteX175-5005" fmla="*/ 1855805 w 10768629"/>
              <a:gd name="connsiteY175-5006" fmla="*/ 1926082 h 1978172"/>
              <a:gd name="connsiteX176-5007" fmla="*/ 1790957 w 10768629"/>
              <a:gd name="connsiteY176-5008" fmla="*/ 1919460 h 1978172"/>
              <a:gd name="connsiteX177-5009" fmla="*/ 1613978 w 10768629"/>
              <a:gd name="connsiteY177-5010" fmla="*/ 1891581 h 1978172"/>
              <a:gd name="connsiteX178-5011" fmla="*/ 1436831 w 10768629"/>
              <a:gd name="connsiteY178-5012" fmla="*/ 1856201 h 1978172"/>
              <a:gd name="connsiteX179-5013" fmla="*/ 1357365 w 10768629"/>
              <a:gd name="connsiteY179-5014" fmla="*/ 1832140 h 1978172"/>
              <a:gd name="connsiteX180-5015" fmla="*/ 1232341 w 10768629"/>
              <a:gd name="connsiteY180-5016" fmla="*/ 1785942 h 1978172"/>
              <a:gd name="connsiteX181-5017" fmla="*/ 1162595 w 10768629"/>
              <a:gd name="connsiteY181-5018" fmla="*/ 1758337 h 1978172"/>
              <a:gd name="connsiteX182-5019" fmla="*/ 1128523 w 10768629"/>
              <a:gd name="connsiteY182-5020" fmla="*/ 1763621 h 1978172"/>
              <a:gd name="connsiteX183-5021" fmla="*/ 991903 w 10768629"/>
              <a:gd name="connsiteY183-5022" fmla="*/ 1786741 h 1978172"/>
              <a:gd name="connsiteX184-5023" fmla="*/ 883960 w 10768629"/>
              <a:gd name="connsiteY184-5024" fmla="*/ 1822386 h 1978172"/>
              <a:gd name="connsiteX185-5025" fmla="*/ 766531 w 10768629"/>
              <a:gd name="connsiteY185-5026" fmla="*/ 1805053 h 1978172"/>
              <a:gd name="connsiteX186-5027" fmla="*/ 669779 w 10768629"/>
              <a:gd name="connsiteY186-5028" fmla="*/ 1800537 h 1978172"/>
              <a:gd name="connsiteX187-5029" fmla="*/ 523898 w 10768629"/>
              <a:gd name="connsiteY187-5030" fmla="*/ 1811085 h 1978172"/>
              <a:gd name="connsiteX188-5031" fmla="*/ 360251 w 10768629"/>
              <a:gd name="connsiteY188-5032" fmla="*/ 1830735 h 1978172"/>
              <a:gd name="connsiteX189-5033" fmla="*/ 255207 w 10768629"/>
              <a:gd name="connsiteY189-5034" fmla="*/ 1818275 h 1978172"/>
              <a:gd name="connsiteX190-5035" fmla="*/ 101803 w 10768629"/>
              <a:gd name="connsiteY190-5036" fmla="*/ 1870647 h 1978172"/>
              <a:gd name="connsiteX191-5037" fmla="*/ 25397 w 10768629"/>
              <a:gd name="connsiteY191-5038" fmla="*/ 1888443 h 1978172"/>
              <a:gd name="connsiteX192-5039" fmla="*/ 2370 w 10768629"/>
              <a:gd name="connsiteY192-5040" fmla="*/ 1878311 h 1978172"/>
              <a:gd name="connsiteX193-5041" fmla="*/ 0 w 10768629"/>
              <a:gd name="connsiteY193-5042" fmla="*/ 1878785 h 1978172"/>
              <a:gd name="connsiteX194-5043" fmla="*/ 0 w 10768629"/>
              <a:gd name="connsiteY194-5044" fmla="*/ 0 h 1978172"/>
              <a:gd name="connsiteX0-5045" fmla="*/ 0 w 10768629"/>
              <a:gd name="connsiteY0-5046" fmla="*/ 0 h 1978172"/>
              <a:gd name="connsiteX1-5047" fmla="*/ 10768629 w 10768629"/>
              <a:gd name="connsiteY1-5048" fmla="*/ 0 h 1978172"/>
              <a:gd name="connsiteX2-5049" fmla="*/ 10733254 w 10768629"/>
              <a:gd name="connsiteY2-5050" fmla="*/ 31439 h 1978172"/>
              <a:gd name="connsiteX3-5051" fmla="*/ 10727085 w 10768629"/>
              <a:gd name="connsiteY3-5052" fmla="*/ 37910 h 1978172"/>
              <a:gd name="connsiteX4-5053" fmla="*/ 10675953 w 10768629"/>
              <a:gd name="connsiteY4-5054" fmla="*/ 68623 h 1978172"/>
              <a:gd name="connsiteX5-5055" fmla="*/ 10637091 w 10768629"/>
              <a:gd name="connsiteY5-5056" fmla="*/ 90361 h 1978172"/>
              <a:gd name="connsiteX6-5057" fmla="*/ 10610971 w 10768629"/>
              <a:gd name="connsiteY6-5058" fmla="*/ 110764 h 1978172"/>
              <a:gd name="connsiteX7-5059" fmla="*/ 10532872 w 10768629"/>
              <a:gd name="connsiteY7-5060" fmla="*/ 138028 h 1978172"/>
              <a:gd name="connsiteX8-5061" fmla="*/ 10398558 w 10768629"/>
              <a:gd name="connsiteY8-5062" fmla="*/ 172911 h 1978172"/>
              <a:gd name="connsiteX9-5063" fmla="*/ 10371128 w 10768629"/>
              <a:gd name="connsiteY9-5064" fmla="*/ 182609 h 1978172"/>
              <a:gd name="connsiteX10-5065" fmla="*/ 10352178 w 10768629"/>
              <a:gd name="connsiteY10-5066" fmla="*/ 199976 h 1978172"/>
              <a:gd name="connsiteX11-5067" fmla="*/ 10351815 w 10768629"/>
              <a:gd name="connsiteY11-5068" fmla="*/ 211879 h 1978172"/>
              <a:gd name="connsiteX12-5069" fmla="*/ 10337471 w 10768629"/>
              <a:gd name="connsiteY12-5070" fmla="*/ 218661 h 1978172"/>
              <a:gd name="connsiteX13-5071" fmla="*/ 10334625 w 10768629"/>
              <a:gd name="connsiteY13-5072" fmla="*/ 222351 h 1978172"/>
              <a:gd name="connsiteX14-5073" fmla="*/ 10256365 w 10768629"/>
              <a:gd name="connsiteY14-5074" fmla="*/ 235917 h 1978172"/>
              <a:gd name="connsiteX15-5075" fmla="*/ 10201127 w 10768629"/>
              <a:gd name="connsiteY15-5076" fmla="*/ 267448 h 1978172"/>
              <a:gd name="connsiteX16-5077" fmla="*/ 9961218 w 10768629"/>
              <a:gd name="connsiteY16-5078" fmla="*/ 326720 h 1978172"/>
              <a:gd name="connsiteX17-5079" fmla="*/ 9859715 w 10768629"/>
              <a:gd name="connsiteY17-5080" fmla="*/ 355698 h 1978172"/>
              <a:gd name="connsiteX18-5081" fmla="*/ 9679867 w 10768629"/>
              <a:gd name="connsiteY18-5082" fmla="*/ 399081 h 1978172"/>
              <a:gd name="connsiteX19-5083" fmla="*/ 9490654 w 10768629"/>
              <a:gd name="connsiteY19-5084" fmla="*/ 455225 h 1978172"/>
              <a:gd name="connsiteX20-5085" fmla="*/ 9470837 w 10768629"/>
              <a:gd name="connsiteY20-5086" fmla="*/ 452539 h 1978172"/>
              <a:gd name="connsiteX21-5087" fmla="*/ 9469082 w 10768629"/>
              <a:gd name="connsiteY21-5088" fmla="*/ 454891 h 1978172"/>
              <a:gd name="connsiteX22-5089" fmla="*/ 9448038 w 10768629"/>
              <a:gd name="connsiteY22-5090" fmla="*/ 459733 h 1978172"/>
              <a:gd name="connsiteX23-5091" fmla="*/ 9396821 w 10768629"/>
              <a:gd name="connsiteY23-5092" fmla="*/ 455795 h 1978172"/>
              <a:gd name="connsiteX24-5093" fmla="*/ 9392197 w 10768629"/>
              <a:gd name="connsiteY24-5094" fmla="*/ 459796 h 1978172"/>
              <a:gd name="connsiteX25-5095" fmla="*/ 9347994 w 10768629"/>
              <a:gd name="connsiteY25-5096" fmla="*/ 464462 h 1978172"/>
              <a:gd name="connsiteX26-5097" fmla="*/ 9347889 w 10768629"/>
              <a:gd name="connsiteY26-5098" fmla="*/ 466539 h 1978172"/>
              <a:gd name="connsiteX27-5099" fmla="*/ 9337639 w 10768629"/>
              <a:gd name="connsiteY27-5100" fmla="*/ 476654 h 1978172"/>
              <a:gd name="connsiteX28-5101" fmla="*/ 9316893 w 10768629"/>
              <a:gd name="connsiteY28-5102" fmla="*/ 491390 h 1978172"/>
              <a:gd name="connsiteX29-5103" fmla="*/ 9229283 w 10768629"/>
              <a:gd name="connsiteY29-5104" fmla="*/ 555377 h 1978172"/>
              <a:gd name="connsiteX30-5105" fmla="*/ 9220274 w 10768629"/>
              <a:gd name="connsiteY30-5106" fmla="*/ 557502 h 1978172"/>
              <a:gd name="connsiteX31-5107" fmla="*/ 9220202 w 10768629"/>
              <a:gd name="connsiteY31-5108" fmla="*/ 558001 h 1978172"/>
              <a:gd name="connsiteX32-5109" fmla="*/ 9210908 w 10768629"/>
              <a:gd name="connsiteY32-5110" fmla="*/ 561147 h 1978172"/>
              <a:gd name="connsiteX33-5111" fmla="*/ 9186374 w 10768629"/>
              <a:gd name="connsiteY33-5112" fmla="*/ 565502 h 1978172"/>
              <a:gd name="connsiteX34-5113" fmla="*/ 9181058 w 10768629"/>
              <a:gd name="connsiteY34-5114" fmla="*/ 569943 h 1978172"/>
              <a:gd name="connsiteX35-5115" fmla="*/ 9179948 w 10768629"/>
              <a:gd name="connsiteY35-5116" fmla="*/ 576062 h 1978172"/>
              <a:gd name="connsiteX36-5117" fmla="*/ 9149110 w 10768629"/>
              <a:gd name="connsiteY36-5118" fmla="*/ 598906 h 1978172"/>
              <a:gd name="connsiteX37-5119" fmla="*/ 9078556 w 10768629"/>
              <a:gd name="connsiteY37-5120" fmla="*/ 644039 h 1978172"/>
              <a:gd name="connsiteX38-5121" fmla="*/ 8996399 w 10768629"/>
              <a:gd name="connsiteY38-5122" fmla="*/ 690055 h 1978172"/>
              <a:gd name="connsiteX39-5123" fmla="*/ 8803791 w 10768629"/>
              <a:gd name="connsiteY39-5124" fmla="*/ 813860 h 1978172"/>
              <a:gd name="connsiteX40-5125" fmla="*/ 8636202 w 10768629"/>
              <a:gd name="connsiteY40-5126" fmla="*/ 848463 h 1978172"/>
              <a:gd name="connsiteX41-5127" fmla="*/ 8555372 w 10768629"/>
              <a:gd name="connsiteY41-5128" fmla="*/ 883171 h 1978172"/>
              <a:gd name="connsiteX42-5129" fmla="*/ 8507229 w 10768629"/>
              <a:gd name="connsiteY42-5130" fmla="*/ 901665 h 1978172"/>
              <a:gd name="connsiteX43-5131" fmla="*/ 8428473 w 10768629"/>
              <a:gd name="connsiteY43-5132" fmla="*/ 927985 h 1978172"/>
              <a:gd name="connsiteX44-5133" fmla="*/ 8427914 w 10768629"/>
              <a:gd name="connsiteY44-5134" fmla="*/ 933480 h 1978172"/>
              <a:gd name="connsiteX45-5135" fmla="*/ 8420327 w 10768629"/>
              <a:gd name="connsiteY45-5136" fmla="*/ 941984 h 1978172"/>
              <a:gd name="connsiteX46-5137" fmla="*/ 8407128 w 10768629"/>
              <a:gd name="connsiteY46-5138" fmla="*/ 961344 h 1978172"/>
              <a:gd name="connsiteX47-5139" fmla="*/ 8380548 w 10768629"/>
              <a:gd name="connsiteY47-5140" fmla="*/ 987916 h 1978172"/>
              <a:gd name="connsiteX48-5141" fmla="*/ 8379462 w 10768629"/>
              <a:gd name="connsiteY48-5142" fmla="*/ 987106 h 1978172"/>
              <a:gd name="connsiteX49-5143" fmla="*/ 8369725 w 10768629"/>
              <a:gd name="connsiteY49-5144" fmla="*/ 989186 h 1978172"/>
              <a:gd name="connsiteX50-5145" fmla="*/ 8304438 w 10768629"/>
              <a:gd name="connsiteY50-5146" fmla="*/ 996739 h 1978172"/>
              <a:gd name="connsiteX51-5147" fmla="*/ 8280929 w 10768629"/>
              <a:gd name="connsiteY51-5148" fmla="*/ 1023089 h 1978172"/>
              <a:gd name="connsiteX52-5149" fmla="*/ 8275760 w 10768629"/>
              <a:gd name="connsiteY52-5150" fmla="*/ 1027772 h 1978172"/>
              <a:gd name="connsiteX53-5151" fmla="*/ 8275478 w 10768629"/>
              <a:gd name="connsiteY53-5152" fmla="*/ 1027605 h 1978172"/>
              <a:gd name="connsiteX54-5153" fmla="*/ 8269666 w 10768629"/>
              <a:gd name="connsiteY54-5154" fmla="*/ 1032033 h 1978172"/>
              <a:gd name="connsiteX55-5155" fmla="*/ 8203836 w 10768629"/>
              <a:gd name="connsiteY55-5156" fmla="*/ 1037347 h 1978172"/>
              <a:gd name="connsiteX56-5157" fmla="*/ 8122936 w 10768629"/>
              <a:gd name="connsiteY56-5158" fmla="*/ 1063113 h 1978172"/>
              <a:gd name="connsiteX57-5159" fmla="*/ 8043658 w 10768629"/>
              <a:gd name="connsiteY57-5160" fmla="*/ 1092746 h 1978172"/>
              <a:gd name="connsiteX58-5161" fmla="*/ 8015351 w 10768629"/>
              <a:gd name="connsiteY58-5162" fmla="*/ 1105478 h 1978172"/>
              <a:gd name="connsiteX59-5163" fmla="*/ 7963145 w 10768629"/>
              <a:gd name="connsiteY59-5164" fmla="*/ 1119346 h 1978172"/>
              <a:gd name="connsiteX60-5165" fmla="*/ 7938145 w 10768629"/>
              <a:gd name="connsiteY60-5166" fmla="*/ 1120225 h 1978172"/>
              <a:gd name="connsiteX61-5167" fmla="*/ 7937238 w 10768629"/>
              <a:gd name="connsiteY61-5168" fmla="*/ 1121204 h 1978172"/>
              <a:gd name="connsiteX62-5169" fmla="*/ 7934398 w 10768629"/>
              <a:gd name="connsiteY62-5170" fmla="*/ 1118240 h 1978172"/>
              <a:gd name="connsiteX63-5171" fmla="*/ 7918248 w 10768629"/>
              <a:gd name="connsiteY63-5172" fmla="*/ 1124371 h 1978172"/>
              <a:gd name="connsiteX64-5173" fmla="*/ 7914119 w 10768629"/>
              <a:gd name="connsiteY64-5174" fmla="*/ 1127653 h 1978172"/>
              <a:gd name="connsiteX65-5175" fmla="*/ 7907658 w 10768629"/>
              <a:gd name="connsiteY65-5176" fmla="*/ 1130350 h 1978172"/>
              <a:gd name="connsiteX66-5177" fmla="*/ 7907434 w 10768629"/>
              <a:gd name="connsiteY66-5178" fmla="*/ 1130103 h 1978172"/>
              <a:gd name="connsiteX67-5179" fmla="*/ 7901508 w 10768629"/>
              <a:gd name="connsiteY67-5180" fmla="*/ 1133245 h 1978172"/>
              <a:gd name="connsiteX68-5181" fmla="*/ 7873287 w 10768629"/>
              <a:gd name="connsiteY68-5182" fmla="*/ 1152609 h 1978172"/>
              <a:gd name="connsiteX69-5183" fmla="*/ 7834833 w 10768629"/>
              <a:gd name="connsiteY69-5184" fmla="*/ 1153868 h 1978172"/>
              <a:gd name="connsiteX70-5185" fmla="*/ 7828661 w 10768629"/>
              <a:gd name="connsiteY70-5186" fmla="*/ 1139994 h 1978172"/>
              <a:gd name="connsiteX71-5187" fmla="*/ 7823966 w 10768629"/>
              <a:gd name="connsiteY71-5188" fmla="*/ 1143178 h 1978172"/>
              <a:gd name="connsiteX72-5189" fmla="*/ 7815078 w 10768629"/>
              <a:gd name="connsiteY72-5190" fmla="*/ 1151776 h 1978172"/>
              <a:gd name="connsiteX73-5191" fmla="*/ 7812026 w 10768629"/>
              <a:gd name="connsiteY73-5192" fmla="*/ 1151522 h 1978172"/>
              <a:gd name="connsiteX74-5193" fmla="*/ 7782249 w 10768629"/>
              <a:gd name="connsiteY74-5194" fmla="*/ 1160970 h 1978172"/>
              <a:gd name="connsiteX75-5195" fmla="*/ 7773476 w 10768629"/>
              <a:gd name="connsiteY75-5196" fmla="*/ 1157414 h 1978172"/>
              <a:gd name="connsiteX76-5197" fmla="*/ 7769600 w 10768629"/>
              <a:gd name="connsiteY76-5198" fmla="*/ 1157365 h 1978172"/>
              <a:gd name="connsiteX77-5199" fmla="*/ 7752631 w 10768629"/>
              <a:gd name="connsiteY77-5200" fmla="*/ 1172815 h 1978172"/>
              <a:gd name="connsiteX78-5201" fmla="*/ 7743525 w 10768629"/>
              <a:gd name="connsiteY78-5202" fmla="*/ 1179064 h 1978172"/>
              <a:gd name="connsiteX79-5203" fmla="*/ 7685942 w 10768629"/>
              <a:gd name="connsiteY79-5204" fmla="*/ 1233723 h 1978172"/>
              <a:gd name="connsiteX80-5205" fmla="*/ 7586920 w 10768629"/>
              <a:gd name="connsiteY80-5206" fmla="*/ 1261888 h 1978172"/>
              <a:gd name="connsiteX81-5207" fmla="*/ 7486100 w 10768629"/>
              <a:gd name="connsiteY81-5208" fmla="*/ 1292563 h 1978172"/>
              <a:gd name="connsiteX82-5209" fmla="*/ 7407190 w 10768629"/>
              <a:gd name="connsiteY82-5210" fmla="*/ 1314737 h 1978172"/>
              <a:gd name="connsiteX83-5211" fmla="*/ 7240698 w 10768629"/>
              <a:gd name="connsiteY83-5212" fmla="*/ 1438832 h 1978172"/>
              <a:gd name="connsiteX84-5213" fmla="*/ 7197675 w 10768629"/>
              <a:gd name="connsiteY84-5214" fmla="*/ 1447530 h 1978172"/>
              <a:gd name="connsiteX85-5215" fmla="*/ 7164788 w 10768629"/>
              <a:gd name="connsiteY85-5216" fmla="*/ 1480293 h 1978172"/>
              <a:gd name="connsiteX86-5217" fmla="*/ 7147929 w 10768629"/>
              <a:gd name="connsiteY86-5218" fmla="*/ 1477641 h 1978172"/>
              <a:gd name="connsiteX87-5219" fmla="*/ 7144965 w 10768629"/>
              <a:gd name="connsiteY87-5220" fmla="*/ 1476908 h 1978172"/>
              <a:gd name="connsiteX88-5221" fmla="*/ 7134299 w 10768629"/>
              <a:gd name="connsiteY88-5222" fmla="*/ 1479969 h 1978172"/>
              <a:gd name="connsiteX89-5223" fmla="*/ 7129809 w 10768629"/>
              <a:gd name="connsiteY89-5224" fmla="*/ 1473339 h 1978172"/>
              <a:gd name="connsiteX90-5225" fmla="*/ 7112688 w 10768629"/>
              <a:gd name="connsiteY90-5226" fmla="*/ 1472575 h 1978172"/>
              <a:gd name="connsiteX91-5227" fmla="*/ 7093470 w 10768629"/>
              <a:gd name="connsiteY91-5228" fmla="*/ 1480300 h 1978172"/>
              <a:gd name="connsiteX92-5229" fmla="*/ 7025034 w 10768629"/>
              <a:gd name="connsiteY92-5230" fmla="*/ 1506934 h 1978172"/>
              <a:gd name="connsiteX93-5231" fmla="*/ 7014783 w 10768629"/>
              <a:gd name="connsiteY93-5232" fmla="*/ 1515868 h 1978172"/>
              <a:gd name="connsiteX94-5233" fmla="*/ 6979706 w 10768629"/>
              <a:gd name="connsiteY94-5234" fmla="*/ 1523511 h 1978172"/>
              <a:gd name="connsiteX95-5235" fmla="*/ 6977890 w 10768629"/>
              <a:gd name="connsiteY95-5236" fmla="*/ 1525793 h 1978172"/>
              <a:gd name="connsiteX96-5237" fmla="*/ 6944339 w 10768629"/>
              <a:gd name="connsiteY96-5238" fmla="*/ 1536237 h 1978172"/>
              <a:gd name="connsiteX97-5239" fmla="*/ 6886996 w 10768629"/>
              <a:gd name="connsiteY97-5240" fmla="*/ 1563569 h 1978172"/>
              <a:gd name="connsiteX98-5241" fmla="*/ 6874510 w 10768629"/>
              <a:gd name="connsiteY98-5242" fmla="*/ 1558469 h 1978172"/>
              <a:gd name="connsiteX99-5243" fmla="*/ 6871943 w 10768629"/>
              <a:gd name="connsiteY99-5244" fmla="*/ 1554651 h 1978172"/>
              <a:gd name="connsiteX100-5245" fmla="*/ 6856174 w 10768629"/>
              <a:gd name="connsiteY100-5246" fmla="*/ 1562024 h 1978172"/>
              <a:gd name="connsiteX101-5247" fmla="*/ 6842321 w 10768629"/>
              <a:gd name="connsiteY101-5248" fmla="*/ 1560554 h 1978172"/>
              <a:gd name="connsiteX102-5249" fmla="*/ 6832713 w 10768629"/>
              <a:gd name="connsiteY102-5250" fmla="*/ 1569357 h 1978172"/>
              <a:gd name="connsiteX103-5251" fmla="*/ 6816351 w 10768629"/>
              <a:gd name="connsiteY103-5252" fmla="*/ 1571495 h 1978172"/>
              <a:gd name="connsiteX104-5253" fmla="*/ 6795800 w 10768629"/>
              <a:gd name="connsiteY104-5254" fmla="*/ 1572010 h 1978172"/>
              <a:gd name="connsiteX105-5255" fmla="*/ 6777546 w 10768629"/>
              <a:gd name="connsiteY105-5256" fmla="*/ 1568661 h 1978172"/>
              <a:gd name="connsiteX106-5257" fmla="*/ 6751528 w 10768629"/>
              <a:gd name="connsiteY106-5258" fmla="*/ 1574143 h 1978172"/>
              <a:gd name="connsiteX107-5259" fmla="*/ 6691966 w 10768629"/>
              <a:gd name="connsiteY107-5260" fmla="*/ 1582255 h 1978172"/>
              <a:gd name="connsiteX108-5261" fmla="*/ 6646941 w 10768629"/>
              <a:gd name="connsiteY108-5262" fmla="*/ 1588471 h 1978172"/>
              <a:gd name="connsiteX109-5263" fmla="*/ 6568576 w 10768629"/>
              <a:gd name="connsiteY109-5264" fmla="*/ 1606488 h 1978172"/>
              <a:gd name="connsiteX110-5265" fmla="*/ 6554358 w 10768629"/>
              <a:gd name="connsiteY110-5266" fmla="*/ 1621701 h 1978172"/>
              <a:gd name="connsiteX111-5267" fmla="*/ 6516968 w 10768629"/>
              <a:gd name="connsiteY111-5268" fmla="*/ 1617195 h 1978172"/>
              <a:gd name="connsiteX112-5269" fmla="*/ 6506479 w 10768629"/>
              <a:gd name="connsiteY112-5270" fmla="*/ 1602227 h 1978172"/>
              <a:gd name="connsiteX113-5271" fmla="*/ 6458436 w 10768629"/>
              <a:gd name="connsiteY113-5272" fmla="*/ 1607332 h 1978172"/>
              <a:gd name="connsiteX114-5273" fmla="*/ 6414786 w 10768629"/>
              <a:gd name="connsiteY114-5274" fmla="*/ 1628815 h 1978172"/>
              <a:gd name="connsiteX115-5275" fmla="*/ 6357085 w 10768629"/>
              <a:gd name="connsiteY115-5276" fmla="*/ 1640846 h 1978172"/>
              <a:gd name="connsiteX116-5277" fmla="*/ 6322636 w 10768629"/>
              <a:gd name="connsiteY116-5278" fmla="*/ 1648213 h 1978172"/>
              <a:gd name="connsiteX117-5279" fmla="*/ 6226172 w 10768629"/>
              <a:gd name="connsiteY117-5280" fmla="*/ 1654676 h 1978172"/>
              <a:gd name="connsiteX118-5281" fmla="*/ 6221217 w 10768629"/>
              <a:gd name="connsiteY118-5282" fmla="*/ 1654506 h 1978172"/>
              <a:gd name="connsiteX119-5283" fmla="*/ 6204956 w 10768629"/>
              <a:gd name="connsiteY119-5284" fmla="*/ 1664280 h 1978172"/>
              <a:gd name="connsiteX120-5285" fmla="*/ 6204270 w 10768629"/>
              <a:gd name="connsiteY120-5286" fmla="*/ 1666782 h 1978172"/>
              <a:gd name="connsiteX121-5287" fmla="*/ 6143810 w 10768629"/>
              <a:gd name="connsiteY121-5288" fmla="*/ 1661963 h 1978172"/>
              <a:gd name="connsiteX122-5289" fmla="*/ 6136560 w 10768629"/>
              <a:gd name="connsiteY122-5290" fmla="*/ 1665728 h 1978172"/>
              <a:gd name="connsiteX123-5291" fmla="*/ 6096155 w 10768629"/>
              <a:gd name="connsiteY123-5292" fmla="*/ 1656951 h 1978172"/>
              <a:gd name="connsiteX124-5293" fmla="*/ 6075812 w 10768629"/>
              <a:gd name="connsiteY124-5294" fmla="*/ 1655422 h 1978172"/>
              <a:gd name="connsiteX125-5295" fmla="*/ 6039495 w 10768629"/>
              <a:gd name="connsiteY125-5296" fmla="*/ 1649680 h 1978172"/>
              <a:gd name="connsiteX126-5297" fmla="*/ 6036523 w 10768629"/>
              <a:gd name="connsiteY126-5298" fmla="*/ 1652121 h 1978172"/>
              <a:gd name="connsiteX127-5299" fmla="*/ 6029328 w 10768629"/>
              <a:gd name="connsiteY127-5300" fmla="*/ 1649904 h 1978172"/>
              <a:gd name="connsiteX128-5301" fmla="*/ 6024075 w 10768629"/>
              <a:gd name="connsiteY128-5302" fmla="*/ 1652779 h 1978172"/>
              <a:gd name="connsiteX129-5303" fmla="*/ 6018085 w 10768629"/>
              <a:gd name="connsiteY129-5304" fmla="*/ 1652030 h 1978172"/>
              <a:gd name="connsiteX130-5305" fmla="*/ 5955513 w 10768629"/>
              <a:gd name="connsiteY130-5306" fmla="*/ 1663584 h 1978172"/>
              <a:gd name="connsiteX131-5307" fmla="*/ 5941996 w 10768629"/>
              <a:gd name="connsiteY131-5308" fmla="*/ 1661326 h 1978172"/>
              <a:gd name="connsiteX132-5309" fmla="*/ 5931789 w 10768629"/>
              <a:gd name="connsiteY132-5310" fmla="*/ 1669915 h 1978172"/>
              <a:gd name="connsiteX133-5311" fmla="*/ 5888686 w 10768629"/>
              <a:gd name="connsiteY133-5312" fmla="*/ 1672175 h 1978172"/>
              <a:gd name="connsiteX134-5313" fmla="*/ 5873794 w 10768629"/>
              <a:gd name="connsiteY134-5314" fmla="*/ 1665454 h 1978172"/>
              <a:gd name="connsiteX135-5315" fmla="*/ 5860022 w 10768629"/>
              <a:gd name="connsiteY135-5316" fmla="*/ 1660635 h 1978172"/>
              <a:gd name="connsiteX136-5317" fmla="*/ 5858237 w 10768629"/>
              <a:gd name="connsiteY136-5318" fmla="*/ 1660649 h 1978172"/>
              <a:gd name="connsiteX137-5319" fmla="*/ 5840319 w 10768629"/>
              <a:gd name="connsiteY137-5320" fmla="*/ 1660798 h 1978172"/>
              <a:gd name="connsiteX138-5321" fmla="*/ 5806984 w 10768629"/>
              <a:gd name="connsiteY138-5322" fmla="*/ 1661075 h 1978172"/>
              <a:gd name="connsiteX139-5323" fmla="*/ 5742351 w 10768629"/>
              <a:gd name="connsiteY139-5324" fmla="*/ 1667489 h 1978172"/>
              <a:gd name="connsiteX140-5325" fmla="*/ 5521171 w 10768629"/>
              <a:gd name="connsiteY140-5326" fmla="*/ 1671626 h 1978172"/>
              <a:gd name="connsiteX141-5327" fmla="*/ 5457384 w 10768629"/>
              <a:gd name="connsiteY141-5328" fmla="*/ 1683952 h 1978172"/>
              <a:gd name="connsiteX142-5329" fmla="*/ 4950070 w 10768629"/>
              <a:gd name="connsiteY142-5330" fmla="*/ 1748401 h 1978172"/>
              <a:gd name="connsiteX143-5331" fmla="*/ 4872172 w 10768629"/>
              <a:gd name="connsiteY143-5332" fmla="*/ 1757222 h 1978172"/>
              <a:gd name="connsiteX144-5333" fmla="*/ 4809524 w 10768629"/>
              <a:gd name="connsiteY144-5334" fmla="*/ 1761033 h 1978172"/>
              <a:gd name="connsiteX145-5335" fmla="*/ 4759058 w 10768629"/>
              <a:gd name="connsiteY145-5336" fmla="*/ 1766533 h 1978172"/>
              <a:gd name="connsiteX146-5337" fmla="*/ 4719749 w 10768629"/>
              <a:gd name="connsiteY146-5338" fmla="*/ 1771811 h 1978172"/>
              <a:gd name="connsiteX147-5339" fmla="*/ 4568686 w 10768629"/>
              <a:gd name="connsiteY147-5340" fmla="*/ 1786141 h 1978172"/>
              <a:gd name="connsiteX148-5341" fmla="*/ 4418751 w 10768629"/>
              <a:gd name="connsiteY148-5342" fmla="*/ 1796932 h 1978172"/>
              <a:gd name="connsiteX149-5343" fmla="*/ 4378377 w 10768629"/>
              <a:gd name="connsiteY149-5344" fmla="*/ 1815528 h 1978172"/>
              <a:gd name="connsiteX150-5345" fmla="*/ 4320575 w 10768629"/>
              <a:gd name="connsiteY150-5346" fmla="*/ 1832722 h 1978172"/>
              <a:gd name="connsiteX151-5347" fmla="*/ 4220200 w 10768629"/>
              <a:gd name="connsiteY151-5348" fmla="*/ 1873173 h 1978172"/>
              <a:gd name="connsiteX152-5349" fmla="*/ 4105361 w 10768629"/>
              <a:gd name="connsiteY152-5350" fmla="*/ 1894711 h 1978172"/>
              <a:gd name="connsiteX153-5351" fmla="*/ 3973223 w 10768629"/>
              <a:gd name="connsiteY153-5352" fmla="*/ 1881015 h 1978172"/>
              <a:gd name="connsiteX154-5353" fmla="*/ 3900992 w 10768629"/>
              <a:gd name="connsiteY154-5354" fmla="*/ 1880603 h 1978172"/>
              <a:gd name="connsiteX155-5355" fmla="*/ 3662119 w 10768629"/>
              <a:gd name="connsiteY155-5356" fmla="*/ 1876289 h 1978172"/>
              <a:gd name="connsiteX156-5357" fmla="*/ 3496919 w 10768629"/>
              <a:gd name="connsiteY156-5358" fmla="*/ 1873180 h 1978172"/>
              <a:gd name="connsiteX157-5359" fmla="*/ 3449433 w 10768629"/>
              <a:gd name="connsiteY157-5360" fmla="*/ 1889681 h 1978172"/>
              <a:gd name="connsiteX158-5361" fmla="*/ 3369766 w 10768629"/>
              <a:gd name="connsiteY158-5362" fmla="*/ 1916653 h 1978172"/>
              <a:gd name="connsiteX159-5363" fmla="*/ 3290336 w 10768629"/>
              <a:gd name="connsiteY159-5364" fmla="*/ 1925039 h 1978172"/>
              <a:gd name="connsiteX160-5365" fmla="*/ 3224897 w 10768629"/>
              <a:gd name="connsiteY160-5366" fmla="*/ 1943733 h 1978172"/>
              <a:gd name="connsiteX161-5367" fmla="*/ 3161463 w 10768629"/>
              <a:gd name="connsiteY161-5368" fmla="*/ 1946591 h 1978172"/>
              <a:gd name="connsiteX162-5369" fmla="*/ 3112044 w 10768629"/>
              <a:gd name="connsiteY162-5370" fmla="*/ 1935614 h 1978172"/>
              <a:gd name="connsiteX163-5371" fmla="*/ 3069716 w 10768629"/>
              <a:gd name="connsiteY163-5372" fmla="*/ 1930463 h 1978172"/>
              <a:gd name="connsiteX164-5373" fmla="*/ 3005773 w 10768629"/>
              <a:gd name="connsiteY164-5374" fmla="*/ 1915878 h 1978172"/>
              <a:gd name="connsiteX165-5375" fmla="*/ 2897201 w 10768629"/>
              <a:gd name="connsiteY165-5376" fmla="*/ 1926772 h 1978172"/>
              <a:gd name="connsiteX166-5377" fmla="*/ 2783891 w 10768629"/>
              <a:gd name="connsiteY166-5378" fmla="*/ 1931749 h 1978172"/>
              <a:gd name="connsiteX167-5379" fmla="*/ 2712447 w 10768629"/>
              <a:gd name="connsiteY167-5380" fmla="*/ 1933044 h 1978172"/>
              <a:gd name="connsiteX168-5381" fmla="*/ 2560151 w 10768629"/>
              <a:gd name="connsiteY168-5382" fmla="*/ 1963609 h 1978172"/>
              <a:gd name="connsiteX169-5383" fmla="*/ 2367221 w 10768629"/>
              <a:gd name="connsiteY169-5384" fmla="*/ 1971884 h 1978172"/>
              <a:gd name="connsiteX170-5385" fmla="*/ 2272130 w 10768629"/>
              <a:gd name="connsiteY170-5386" fmla="*/ 1961162 h 1978172"/>
              <a:gd name="connsiteX171-5387" fmla="*/ 2189404 w 10768629"/>
              <a:gd name="connsiteY171-5388" fmla="*/ 1978172 h 1978172"/>
              <a:gd name="connsiteX172-5389" fmla="*/ 2077704 w 10768629"/>
              <a:gd name="connsiteY172-5390" fmla="*/ 1965002 h 1978172"/>
              <a:gd name="connsiteX173-5391" fmla="*/ 2033299 w 10768629"/>
              <a:gd name="connsiteY173-5392" fmla="*/ 1969042 h 1978172"/>
              <a:gd name="connsiteX174-5393" fmla="*/ 1967996 w 10768629"/>
              <a:gd name="connsiteY174-5394" fmla="*/ 1953187 h 1978172"/>
              <a:gd name="connsiteX175-5395" fmla="*/ 1855805 w 10768629"/>
              <a:gd name="connsiteY175-5396" fmla="*/ 1926082 h 1978172"/>
              <a:gd name="connsiteX176-5397" fmla="*/ 1790957 w 10768629"/>
              <a:gd name="connsiteY176-5398" fmla="*/ 1919460 h 1978172"/>
              <a:gd name="connsiteX177-5399" fmla="*/ 1613978 w 10768629"/>
              <a:gd name="connsiteY177-5400" fmla="*/ 1891581 h 1978172"/>
              <a:gd name="connsiteX178-5401" fmla="*/ 1436831 w 10768629"/>
              <a:gd name="connsiteY178-5402" fmla="*/ 1856201 h 1978172"/>
              <a:gd name="connsiteX179-5403" fmla="*/ 1357365 w 10768629"/>
              <a:gd name="connsiteY179-5404" fmla="*/ 1832140 h 1978172"/>
              <a:gd name="connsiteX180-5405" fmla="*/ 1232341 w 10768629"/>
              <a:gd name="connsiteY180-5406" fmla="*/ 1785942 h 1978172"/>
              <a:gd name="connsiteX181-5407" fmla="*/ 1162595 w 10768629"/>
              <a:gd name="connsiteY181-5408" fmla="*/ 1758337 h 1978172"/>
              <a:gd name="connsiteX182-5409" fmla="*/ 1128523 w 10768629"/>
              <a:gd name="connsiteY182-5410" fmla="*/ 1763621 h 1978172"/>
              <a:gd name="connsiteX183-5411" fmla="*/ 991903 w 10768629"/>
              <a:gd name="connsiteY183-5412" fmla="*/ 1786741 h 1978172"/>
              <a:gd name="connsiteX184-5413" fmla="*/ 883960 w 10768629"/>
              <a:gd name="connsiteY184-5414" fmla="*/ 1822386 h 1978172"/>
              <a:gd name="connsiteX185-5415" fmla="*/ 766531 w 10768629"/>
              <a:gd name="connsiteY185-5416" fmla="*/ 1805053 h 1978172"/>
              <a:gd name="connsiteX186-5417" fmla="*/ 669779 w 10768629"/>
              <a:gd name="connsiteY186-5418" fmla="*/ 1800537 h 1978172"/>
              <a:gd name="connsiteX187-5419" fmla="*/ 523898 w 10768629"/>
              <a:gd name="connsiteY187-5420" fmla="*/ 1811085 h 1978172"/>
              <a:gd name="connsiteX188-5421" fmla="*/ 360251 w 10768629"/>
              <a:gd name="connsiteY188-5422" fmla="*/ 1830735 h 1978172"/>
              <a:gd name="connsiteX189-5423" fmla="*/ 255207 w 10768629"/>
              <a:gd name="connsiteY189-5424" fmla="*/ 1818275 h 1978172"/>
              <a:gd name="connsiteX190-5425" fmla="*/ 101803 w 10768629"/>
              <a:gd name="connsiteY190-5426" fmla="*/ 1870647 h 1978172"/>
              <a:gd name="connsiteX191-5427" fmla="*/ 25397 w 10768629"/>
              <a:gd name="connsiteY191-5428" fmla="*/ 1888443 h 1978172"/>
              <a:gd name="connsiteX192-5429" fmla="*/ 2370 w 10768629"/>
              <a:gd name="connsiteY192-5430" fmla="*/ 1878311 h 1978172"/>
              <a:gd name="connsiteX193-5431" fmla="*/ 0 w 10768629"/>
              <a:gd name="connsiteY193-5432" fmla="*/ 1878785 h 1978172"/>
              <a:gd name="connsiteX194-5433" fmla="*/ 0 w 10768629"/>
              <a:gd name="connsiteY194-5434" fmla="*/ 0 h 1978172"/>
              <a:gd name="connsiteX0-5435" fmla="*/ 0 w 10768629"/>
              <a:gd name="connsiteY0-5436" fmla="*/ 0 h 1978172"/>
              <a:gd name="connsiteX1-5437" fmla="*/ 10768629 w 10768629"/>
              <a:gd name="connsiteY1-5438" fmla="*/ 0 h 1978172"/>
              <a:gd name="connsiteX2-5439" fmla="*/ 10733254 w 10768629"/>
              <a:gd name="connsiteY2-5440" fmla="*/ 31439 h 1978172"/>
              <a:gd name="connsiteX3-5441" fmla="*/ 10727085 w 10768629"/>
              <a:gd name="connsiteY3-5442" fmla="*/ 37910 h 1978172"/>
              <a:gd name="connsiteX4-5443" fmla="*/ 10675953 w 10768629"/>
              <a:gd name="connsiteY4-5444" fmla="*/ 68623 h 1978172"/>
              <a:gd name="connsiteX5-5445" fmla="*/ 10637091 w 10768629"/>
              <a:gd name="connsiteY5-5446" fmla="*/ 90361 h 1978172"/>
              <a:gd name="connsiteX6-5447" fmla="*/ 10610971 w 10768629"/>
              <a:gd name="connsiteY6-5448" fmla="*/ 110764 h 1978172"/>
              <a:gd name="connsiteX7-5449" fmla="*/ 10532872 w 10768629"/>
              <a:gd name="connsiteY7-5450" fmla="*/ 138028 h 1978172"/>
              <a:gd name="connsiteX8-5451" fmla="*/ 10398558 w 10768629"/>
              <a:gd name="connsiteY8-5452" fmla="*/ 172911 h 1978172"/>
              <a:gd name="connsiteX9-5453" fmla="*/ 10371128 w 10768629"/>
              <a:gd name="connsiteY9-5454" fmla="*/ 182609 h 1978172"/>
              <a:gd name="connsiteX10-5455" fmla="*/ 10352178 w 10768629"/>
              <a:gd name="connsiteY10-5456" fmla="*/ 199976 h 1978172"/>
              <a:gd name="connsiteX11-5457" fmla="*/ 10351815 w 10768629"/>
              <a:gd name="connsiteY11-5458" fmla="*/ 211879 h 1978172"/>
              <a:gd name="connsiteX12-5459" fmla="*/ 10337471 w 10768629"/>
              <a:gd name="connsiteY12-5460" fmla="*/ 218661 h 1978172"/>
              <a:gd name="connsiteX13-5461" fmla="*/ 10334625 w 10768629"/>
              <a:gd name="connsiteY13-5462" fmla="*/ 222351 h 1978172"/>
              <a:gd name="connsiteX14-5463" fmla="*/ 10256365 w 10768629"/>
              <a:gd name="connsiteY14-5464" fmla="*/ 235917 h 1978172"/>
              <a:gd name="connsiteX15-5465" fmla="*/ 10201127 w 10768629"/>
              <a:gd name="connsiteY15-5466" fmla="*/ 267448 h 1978172"/>
              <a:gd name="connsiteX16-5467" fmla="*/ 9961218 w 10768629"/>
              <a:gd name="connsiteY16-5468" fmla="*/ 326720 h 1978172"/>
              <a:gd name="connsiteX17-5469" fmla="*/ 9859715 w 10768629"/>
              <a:gd name="connsiteY17-5470" fmla="*/ 355698 h 1978172"/>
              <a:gd name="connsiteX18-5471" fmla="*/ 9679867 w 10768629"/>
              <a:gd name="connsiteY18-5472" fmla="*/ 399081 h 1978172"/>
              <a:gd name="connsiteX19-5473" fmla="*/ 9490654 w 10768629"/>
              <a:gd name="connsiteY19-5474" fmla="*/ 455225 h 1978172"/>
              <a:gd name="connsiteX20-5475" fmla="*/ 9470837 w 10768629"/>
              <a:gd name="connsiteY20-5476" fmla="*/ 452539 h 1978172"/>
              <a:gd name="connsiteX21-5477" fmla="*/ 9469082 w 10768629"/>
              <a:gd name="connsiteY21-5478" fmla="*/ 454891 h 1978172"/>
              <a:gd name="connsiteX22-5479" fmla="*/ 9448038 w 10768629"/>
              <a:gd name="connsiteY22-5480" fmla="*/ 459733 h 1978172"/>
              <a:gd name="connsiteX23-5481" fmla="*/ 9396821 w 10768629"/>
              <a:gd name="connsiteY23-5482" fmla="*/ 455795 h 1978172"/>
              <a:gd name="connsiteX24-5483" fmla="*/ 9392197 w 10768629"/>
              <a:gd name="connsiteY24-5484" fmla="*/ 459796 h 1978172"/>
              <a:gd name="connsiteX25-5485" fmla="*/ 9347994 w 10768629"/>
              <a:gd name="connsiteY25-5486" fmla="*/ 464462 h 1978172"/>
              <a:gd name="connsiteX26-5487" fmla="*/ 9347889 w 10768629"/>
              <a:gd name="connsiteY26-5488" fmla="*/ 466539 h 1978172"/>
              <a:gd name="connsiteX27-5489" fmla="*/ 9337639 w 10768629"/>
              <a:gd name="connsiteY27-5490" fmla="*/ 476654 h 1978172"/>
              <a:gd name="connsiteX28-5491" fmla="*/ 9316893 w 10768629"/>
              <a:gd name="connsiteY28-5492" fmla="*/ 491390 h 1978172"/>
              <a:gd name="connsiteX29-5493" fmla="*/ 9229283 w 10768629"/>
              <a:gd name="connsiteY29-5494" fmla="*/ 555377 h 1978172"/>
              <a:gd name="connsiteX30-5495" fmla="*/ 9220274 w 10768629"/>
              <a:gd name="connsiteY30-5496" fmla="*/ 557502 h 1978172"/>
              <a:gd name="connsiteX31-5497" fmla="*/ 9220202 w 10768629"/>
              <a:gd name="connsiteY31-5498" fmla="*/ 558001 h 1978172"/>
              <a:gd name="connsiteX32-5499" fmla="*/ 9210908 w 10768629"/>
              <a:gd name="connsiteY32-5500" fmla="*/ 561147 h 1978172"/>
              <a:gd name="connsiteX33-5501" fmla="*/ 9186374 w 10768629"/>
              <a:gd name="connsiteY33-5502" fmla="*/ 565502 h 1978172"/>
              <a:gd name="connsiteX34-5503" fmla="*/ 9181058 w 10768629"/>
              <a:gd name="connsiteY34-5504" fmla="*/ 569943 h 1978172"/>
              <a:gd name="connsiteX35-5505" fmla="*/ 9179948 w 10768629"/>
              <a:gd name="connsiteY35-5506" fmla="*/ 576062 h 1978172"/>
              <a:gd name="connsiteX36-5507" fmla="*/ 9149110 w 10768629"/>
              <a:gd name="connsiteY36-5508" fmla="*/ 598906 h 1978172"/>
              <a:gd name="connsiteX37-5509" fmla="*/ 9078556 w 10768629"/>
              <a:gd name="connsiteY37-5510" fmla="*/ 644039 h 1978172"/>
              <a:gd name="connsiteX38-5511" fmla="*/ 8996399 w 10768629"/>
              <a:gd name="connsiteY38-5512" fmla="*/ 690055 h 1978172"/>
              <a:gd name="connsiteX39-5513" fmla="*/ 8803791 w 10768629"/>
              <a:gd name="connsiteY39-5514" fmla="*/ 813860 h 1978172"/>
              <a:gd name="connsiteX40-5515" fmla="*/ 8636202 w 10768629"/>
              <a:gd name="connsiteY40-5516" fmla="*/ 848463 h 1978172"/>
              <a:gd name="connsiteX41-5517" fmla="*/ 8555372 w 10768629"/>
              <a:gd name="connsiteY41-5518" fmla="*/ 883171 h 1978172"/>
              <a:gd name="connsiteX42-5519" fmla="*/ 8507229 w 10768629"/>
              <a:gd name="connsiteY42-5520" fmla="*/ 901665 h 1978172"/>
              <a:gd name="connsiteX43-5521" fmla="*/ 8428473 w 10768629"/>
              <a:gd name="connsiteY43-5522" fmla="*/ 927985 h 1978172"/>
              <a:gd name="connsiteX44-5523" fmla="*/ 8427914 w 10768629"/>
              <a:gd name="connsiteY44-5524" fmla="*/ 933480 h 1978172"/>
              <a:gd name="connsiteX45-5525" fmla="*/ 8420327 w 10768629"/>
              <a:gd name="connsiteY45-5526" fmla="*/ 941984 h 1978172"/>
              <a:gd name="connsiteX46-5527" fmla="*/ 8407128 w 10768629"/>
              <a:gd name="connsiteY46-5528" fmla="*/ 961344 h 1978172"/>
              <a:gd name="connsiteX47-5529" fmla="*/ 8380548 w 10768629"/>
              <a:gd name="connsiteY47-5530" fmla="*/ 987916 h 1978172"/>
              <a:gd name="connsiteX48-5531" fmla="*/ 8379462 w 10768629"/>
              <a:gd name="connsiteY48-5532" fmla="*/ 987106 h 1978172"/>
              <a:gd name="connsiteX49-5533" fmla="*/ 8369725 w 10768629"/>
              <a:gd name="connsiteY49-5534" fmla="*/ 989186 h 1978172"/>
              <a:gd name="connsiteX50-5535" fmla="*/ 8304438 w 10768629"/>
              <a:gd name="connsiteY50-5536" fmla="*/ 996739 h 1978172"/>
              <a:gd name="connsiteX51-5537" fmla="*/ 8280929 w 10768629"/>
              <a:gd name="connsiteY51-5538" fmla="*/ 1023089 h 1978172"/>
              <a:gd name="connsiteX52-5539" fmla="*/ 8275760 w 10768629"/>
              <a:gd name="connsiteY52-5540" fmla="*/ 1027772 h 1978172"/>
              <a:gd name="connsiteX53-5541" fmla="*/ 8275478 w 10768629"/>
              <a:gd name="connsiteY53-5542" fmla="*/ 1027605 h 1978172"/>
              <a:gd name="connsiteX54-5543" fmla="*/ 8269666 w 10768629"/>
              <a:gd name="connsiteY54-5544" fmla="*/ 1032033 h 1978172"/>
              <a:gd name="connsiteX55-5545" fmla="*/ 8203836 w 10768629"/>
              <a:gd name="connsiteY55-5546" fmla="*/ 1037347 h 1978172"/>
              <a:gd name="connsiteX56-5547" fmla="*/ 8122936 w 10768629"/>
              <a:gd name="connsiteY56-5548" fmla="*/ 1063113 h 1978172"/>
              <a:gd name="connsiteX57-5549" fmla="*/ 8043658 w 10768629"/>
              <a:gd name="connsiteY57-5550" fmla="*/ 1092746 h 1978172"/>
              <a:gd name="connsiteX58-5551" fmla="*/ 8015351 w 10768629"/>
              <a:gd name="connsiteY58-5552" fmla="*/ 1105478 h 1978172"/>
              <a:gd name="connsiteX59-5553" fmla="*/ 7963145 w 10768629"/>
              <a:gd name="connsiteY59-5554" fmla="*/ 1119346 h 1978172"/>
              <a:gd name="connsiteX60-5555" fmla="*/ 7938145 w 10768629"/>
              <a:gd name="connsiteY60-5556" fmla="*/ 1120225 h 1978172"/>
              <a:gd name="connsiteX61-5557" fmla="*/ 7937238 w 10768629"/>
              <a:gd name="connsiteY61-5558" fmla="*/ 1121204 h 1978172"/>
              <a:gd name="connsiteX62-5559" fmla="*/ 7934398 w 10768629"/>
              <a:gd name="connsiteY62-5560" fmla="*/ 1118240 h 1978172"/>
              <a:gd name="connsiteX63-5561" fmla="*/ 7918248 w 10768629"/>
              <a:gd name="connsiteY63-5562" fmla="*/ 1124371 h 1978172"/>
              <a:gd name="connsiteX64-5563" fmla="*/ 7914119 w 10768629"/>
              <a:gd name="connsiteY64-5564" fmla="*/ 1127653 h 1978172"/>
              <a:gd name="connsiteX65-5565" fmla="*/ 7907658 w 10768629"/>
              <a:gd name="connsiteY65-5566" fmla="*/ 1130350 h 1978172"/>
              <a:gd name="connsiteX66-5567" fmla="*/ 7907434 w 10768629"/>
              <a:gd name="connsiteY66-5568" fmla="*/ 1130103 h 1978172"/>
              <a:gd name="connsiteX67-5569" fmla="*/ 7901508 w 10768629"/>
              <a:gd name="connsiteY67-5570" fmla="*/ 1133245 h 1978172"/>
              <a:gd name="connsiteX68-5571" fmla="*/ 7873287 w 10768629"/>
              <a:gd name="connsiteY68-5572" fmla="*/ 1152609 h 1978172"/>
              <a:gd name="connsiteX69-5573" fmla="*/ 7834833 w 10768629"/>
              <a:gd name="connsiteY69-5574" fmla="*/ 1153868 h 1978172"/>
              <a:gd name="connsiteX70-5575" fmla="*/ 7828661 w 10768629"/>
              <a:gd name="connsiteY70-5576" fmla="*/ 1139994 h 1978172"/>
              <a:gd name="connsiteX71-5577" fmla="*/ 7823966 w 10768629"/>
              <a:gd name="connsiteY71-5578" fmla="*/ 1143178 h 1978172"/>
              <a:gd name="connsiteX72-5579" fmla="*/ 7815078 w 10768629"/>
              <a:gd name="connsiteY72-5580" fmla="*/ 1151776 h 1978172"/>
              <a:gd name="connsiteX73-5581" fmla="*/ 7812026 w 10768629"/>
              <a:gd name="connsiteY73-5582" fmla="*/ 1151522 h 1978172"/>
              <a:gd name="connsiteX74-5583" fmla="*/ 7782249 w 10768629"/>
              <a:gd name="connsiteY74-5584" fmla="*/ 1160970 h 1978172"/>
              <a:gd name="connsiteX75-5585" fmla="*/ 7773476 w 10768629"/>
              <a:gd name="connsiteY75-5586" fmla="*/ 1157414 h 1978172"/>
              <a:gd name="connsiteX76-5587" fmla="*/ 7769600 w 10768629"/>
              <a:gd name="connsiteY76-5588" fmla="*/ 1157365 h 1978172"/>
              <a:gd name="connsiteX77-5589" fmla="*/ 7752631 w 10768629"/>
              <a:gd name="connsiteY77-5590" fmla="*/ 1172815 h 1978172"/>
              <a:gd name="connsiteX78-5591" fmla="*/ 7743525 w 10768629"/>
              <a:gd name="connsiteY78-5592" fmla="*/ 1179064 h 1978172"/>
              <a:gd name="connsiteX79-5593" fmla="*/ 7685942 w 10768629"/>
              <a:gd name="connsiteY79-5594" fmla="*/ 1233723 h 1978172"/>
              <a:gd name="connsiteX80-5595" fmla="*/ 7586920 w 10768629"/>
              <a:gd name="connsiteY80-5596" fmla="*/ 1261888 h 1978172"/>
              <a:gd name="connsiteX81-5597" fmla="*/ 7486100 w 10768629"/>
              <a:gd name="connsiteY81-5598" fmla="*/ 1292563 h 1978172"/>
              <a:gd name="connsiteX82-5599" fmla="*/ 7407190 w 10768629"/>
              <a:gd name="connsiteY82-5600" fmla="*/ 1314737 h 1978172"/>
              <a:gd name="connsiteX83-5601" fmla="*/ 7240698 w 10768629"/>
              <a:gd name="connsiteY83-5602" fmla="*/ 1438832 h 1978172"/>
              <a:gd name="connsiteX84-5603" fmla="*/ 7197675 w 10768629"/>
              <a:gd name="connsiteY84-5604" fmla="*/ 1447530 h 1978172"/>
              <a:gd name="connsiteX85-5605" fmla="*/ 7164788 w 10768629"/>
              <a:gd name="connsiteY85-5606" fmla="*/ 1480293 h 1978172"/>
              <a:gd name="connsiteX86-5607" fmla="*/ 7147929 w 10768629"/>
              <a:gd name="connsiteY86-5608" fmla="*/ 1477641 h 1978172"/>
              <a:gd name="connsiteX87-5609" fmla="*/ 7144965 w 10768629"/>
              <a:gd name="connsiteY87-5610" fmla="*/ 1476908 h 1978172"/>
              <a:gd name="connsiteX88-5611" fmla="*/ 7134299 w 10768629"/>
              <a:gd name="connsiteY88-5612" fmla="*/ 1479969 h 1978172"/>
              <a:gd name="connsiteX89-5613" fmla="*/ 7129809 w 10768629"/>
              <a:gd name="connsiteY89-5614" fmla="*/ 1473339 h 1978172"/>
              <a:gd name="connsiteX90-5615" fmla="*/ 7112688 w 10768629"/>
              <a:gd name="connsiteY90-5616" fmla="*/ 1472575 h 1978172"/>
              <a:gd name="connsiteX91-5617" fmla="*/ 7093470 w 10768629"/>
              <a:gd name="connsiteY91-5618" fmla="*/ 1480300 h 1978172"/>
              <a:gd name="connsiteX92-5619" fmla="*/ 7025034 w 10768629"/>
              <a:gd name="connsiteY92-5620" fmla="*/ 1506934 h 1978172"/>
              <a:gd name="connsiteX93-5621" fmla="*/ 7014783 w 10768629"/>
              <a:gd name="connsiteY93-5622" fmla="*/ 1515868 h 1978172"/>
              <a:gd name="connsiteX94-5623" fmla="*/ 6979706 w 10768629"/>
              <a:gd name="connsiteY94-5624" fmla="*/ 1523511 h 1978172"/>
              <a:gd name="connsiteX95-5625" fmla="*/ 6977890 w 10768629"/>
              <a:gd name="connsiteY95-5626" fmla="*/ 1525793 h 1978172"/>
              <a:gd name="connsiteX96-5627" fmla="*/ 6944339 w 10768629"/>
              <a:gd name="connsiteY96-5628" fmla="*/ 1536237 h 1978172"/>
              <a:gd name="connsiteX97-5629" fmla="*/ 6886996 w 10768629"/>
              <a:gd name="connsiteY97-5630" fmla="*/ 1563569 h 1978172"/>
              <a:gd name="connsiteX98-5631" fmla="*/ 6874510 w 10768629"/>
              <a:gd name="connsiteY98-5632" fmla="*/ 1558469 h 1978172"/>
              <a:gd name="connsiteX99-5633" fmla="*/ 6871943 w 10768629"/>
              <a:gd name="connsiteY99-5634" fmla="*/ 1554651 h 1978172"/>
              <a:gd name="connsiteX100-5635" fmla="*/ 6856174 w 10768629"/>
              <a:gd name="connsiteY100-5636" fmla="*/ 1562024 h 1978172"/>
              <a:gd name="connsiteX101-5637" fmla="*/ 6842321 w 10768629"/>
              <a:gd name="connsiteY101-5638" fmla="*/ 1560554 h 1978172"/>
              <a:gd name="connsiteX102-5639" fmla="*/ 6832713 w 10768629"/>
              <a:gd name="connsiteY102-5640" fmla="*/ 1569357 h 1978172"/>
              <a:gd name="connsiteX103-5641" fmla="*/ 6816351 w 10768629"/>
              <a:gd name="connsiteY103-5642" fmla="*/ 1571495 h 1978172"/>
              <a:gd name="connsiteX104-5643" fmla="*/ 6795800 w 10768629"/>
              <a:gd name="connsiteY104-5644" fmla="*/ 1572010 h 1978172"/>
              <a:gd name="connsiteX105-5645" fmla="*/ 6777546 w 10768629"/>
              <a:gd name="connsiteY105-5646" fmla="*/ 1568661 h 1978172"/>
              <a:gd name="connsiteX106-5647" fmla="*/ 6751528 w 10768629"/>
              <a:gd name="connsiteY106-5648" fmla="*/ 1574143 h 1978172"/>
              <a:gd name="connsiteX107-5649" fmla="*/ 6691966 w 10768629"/>
              <a:gd name="connsiteY107-5650" fmla="*/ 1582255 h 1978172"/>
              <a:gd name="connsiteX108-5651" fmla="*/ 6646941 w 10768629"/>
              <a:gd name="connsiteY108-5652" fmla="*/ 1588471 h 1978172"/>
              <a:gd name="connsiteX109-5653" fmla="*/ 6568576 w 10768629"/>
              <a:gd name="connsiteY109-5654" fmla="*/ 1606488 h 1978172"/>
              <a:gd name="connsiteX110-5655" fmla="*/ 6554358 w 10768629"/>
              <a:gd name="connsiteY110-5656" fmla="*/ 1621701 h 1978172"/>
              <a:gd name="connsiteX111-5657" fmla="*/ 6516968 w 10768629"/>
              <a:gd name="connsiteY111-5658" fmla="*/ 1617195 h 1978172"/>
              <a:gd name="connsiteX112-5659" fmla="*/ 6506479 w 10768629"/>
              <a:gd name="connsiteY112-5660" fmla="*/ 1602227 h 1978172"/>
              <a:gd name="connsiteX113-5661" fmla="*/ 6458436 w 10768629"/>
              <a:gd name="connsiteY113-5662" fmla="*/ 1607332 h 1978172"/>
              <a:gd name="connsiteX114-5663" fmla="*/ 6414786 w 10768629"/>
              <a:gd name="connsiteY114-5664" fmla="*/ 1628815 h 1978172"/>
              <a:gd name="connsiteX115-5665" fmla="*/ 6357085 w 10768629"/>
              <a:gd name="connsiteY115-5666" fmla="*/ 1640846 h 1978172"/>
              <a:gd name="connsiteX116-5667" fmla="*/ 6322636 w 10768629"/>
              <a:gd name="connsiteY116-5668" fmla="*/ 1648213 h 1978172"/>
              <a:gd name="connsiteX117-5669" fmla="*/ 6226172 w 10768629"/>
              <a:gd name="connsiteY117-5670" fmla="*/ 1654676 h 1978172"/>
              <a:gd name="connsiteX118-5671" fmla="*/ 6221217 w 10768629"/>
              <a:gd name="connsiteY118-5672" fmla="*/ 1654506 h 1978172"/>
              <a:gd name="connsiteX119-5673" fmla="*/ 6204956 w 10768629"/>
              <a:gd name="connsiteY119-5674" fmla="*/ 1664280 h 1978172"/>
              <a:gd name="connsiteX120-5675" fmla="*/ 6204270 w 10768629"/>
              <a:gd name="connsiteY120-5676" fmla="*/ 1666782 h 1978172"/>
              <a:gd name="connsiteX121-5677" fmla="*/ 6143810 w 10768629"/>
              <a:gd name="connsiteY121-5678" fmla="*/ 1661963 h 1978172"/>
              <a:gd name="connsiteX122-5679" fmla="*/ 6136560 w 10768629"/>
              <a:gd name="connsiteY122-5680" fmla="*/ 1665728 h 1978172"/>
              <a:gd name="connsiteX123-5681" fmla="*/ 6096155 w 10768629"/>
              <a:gd name="connsiteY123-5682" fmla="*/ 1656951 h 1978172"/>
              <a:gd name="connsiteX124-5683" fmla="*/ 6075812 w 10768629"/>
              <a:gd name="connsiteY124-5684" fmla="*/ 1655422 h 1978172"/>
              <a:gd name="connsiteX125-5685" fmla="*/ 6039495 w 10768629"/>
              <a:gd name="connsiteY125-5686" fmla="*/ 1649680 h 1978172"/>
              <a:gd name="connsiteX126-5687" fmla="*/ 6036523 w 10768629"/>
              <a:gd name="connsiteY126-5688" fmla="*/ 1652121 h 1978172"/>
              <a:gd name="connsiteX127-5689" fmla="*/ 6029328 w 10768629"/>
              <a:gd name="connsiteY127-5690" fmla="*/ 1649904 h 1978172"/>
              <a:gd name="connsiteX128-5691" fmla="*/ 6024075 w 10768629"/>
              <a:gd name="connsiteY128-5692" fmla="*/ 1652779 h 1978172"/>
              <a:gd name="connsiteX129-5693" fmla="*/ 6018085 w 10768629"/>
              <a:gd name="connsiteY129-5694" fmla="*/ 1652030 h 1978172"/>
              <a:gd name="connsiteX130-5695" fmla="*/ 5955513 w 10768629"/>
              <a:gd name="connsiteY130-5696" fmla="*/ 1663584 h 1978172"/>
              <a:gd name="connsiteX131-5697" fmla="*/ 5941996 w 10768629"/>
              <a:gd name="connsiteY131-5698" fmla="*/ 1661326 h 1978172"/>
              <a:gd name="connsiteX132-5699" fmla="*/ 5931789 w 10768629"/>
              <a:gd name="connsiteY132-5700" fmla="*/ 1669915 h 1978172"/>
              <a:gd name="connsiteX133-5701" fmla="*/ 5888686 w 10768629"/>
              <a:gd name="connsiteY133-5702" fmla="*/ 1672175 h 1978172"/>
              <a:gd name="connsiteX134-5703" fmla="*/ 5873794 w 10768629"/>
              <a:gd name="connsiteY134-5704" fmla="*/ 1665454 h 1978172"/>
              <a:gd name="connsiteX135-5705" fmla="*/ 5860022 w 10768629"/>
              <a:gd name="connsiteY135-5706" fmla="*/ 1660635 h 1978172"/>
              <a:gd name="connsiteX136-5707" fmla="*/ 5858237 w 10768629"/>
              <a:gd name="connsiteY136-5708" fmla="*/ 1660649 h 1978172"/>
              <a:gd name="connsiteX137-5709" fmla="*/ 5840319 w 10768629"/>
              <a:gd name="connsiteY137-5710" fmla="*/ 1660798 h 1978172"/>
              <a:gd name="connsiteX138-5711" fmla="*/ 5806984 w 10768629"/>
              <a:gd name="connsiteY138-5712" fmla="*/ 1661075 h 1978172"/>
              <a:gd name="connsiteX139-5713" fmla="*/ 5742351 w 10768629"/>
              <a:gd name="connsiteY139-5714" fmla="*/ 1667489 h 1978172"/>
              <a:gd name="connsiteX140-5715" fmla="*/ 5521171 w 10768629"/>
              <a:gd name="connsiteY140-5716" fmla="*/ 1671626 h 1978172"/>
              <a:gd name="connsiteX141-5717" fmla="*/ 5457384 w 10768629"/>
              <a:gd name="connsiteY141-5718" fmla="*/ 1683952 h 1978172"/>
              <a:gd name="connsiteX142-5719" fmla="*/ 4950070 w 10768629"/>
              <a:gd name="connsiteY142-5720" fmla="*/ 1748401 h 1978172"/>
              <a:gd name="connsiteX143-5721" fmla="*/ 4872172 w 10768629"/>
              <a:gd name="connsiteY143-5722" fmla="*/ 1757222 h 1978172"/>
              <a:gd name="connsiteX144-5723" fmla="*/ 4809524 w 10768629"/>
              <a:gd name="connsiteY144-5724" fmla="*/ 1761033 h 1978172"/>
              <a:gd name="connsiteX145-5725" fmla="*/ 4759058 w 10768629"/>
              <a:gd name="connsiteY145-5726" fmla="*/ 1766533 h 1978172"/>
              <a:gd name="connsiteX146-5727" fmla="*/ 4719749 w 10768629"/>
              <a:gd name="connsiteY146-5728" fmla="*/ 1771811 h 1978172"/>
              <a:gd name="connsiteX147-5729" fmla="*/ 4568686 w 10768629"/>
              <a:gd name="connsiteY147-5730" fmla="*/ 1786141 h 1978172"/>
              <a:gd name="connsiteX148-5731" fmla="*/ 4418751 w 10768629"/>
              <a:gd name="connsiteY148-5732" fmla="*/ 1796932 h 1978172"/>
              <a:gd name="connsiteX149-5733" fmla="*/ 4378377 w 10768629"/>
              <a:gd name="connsiteY149-5734" fmla="*/ 1815528 h 1978172"/>
              <a:gd name="connsiteX150-5735" fmla="*/ 4320575 w 10768629"/>
              <a:gd name="connsiteY150-5736" fmla="*/ 1832722 h 1978172"/>
              <a:gd name="connsiteX151-5737" fmla="*/ 4220200 w 10768629"/>
              <a:gd name="connsiteY151-5738" fmla="*/ 1873173 h 1978172"/>
              <a:gd name="connsiteX152-5739" fmla="*/ 4105361 w 10768629"/>
              <a:gd name="connsiteY152-5740" fmla="*/ 1894711 h 1978172"/>
              <a:gd name="connsiteX153-5741" fmla="*/ 3973223 w 10768629"/>
              <a:gd name="connsiteY153-5742" fmla="*/ 1881015 h 1978172"/>
              <a:gd name="connsiteX154-5743" fmla="*/ 3900992 w 10768629"/>
              <a:gd name="connsiteY154-5744" fmla="*/ 1880603 h 1978172"/>
              <a:gd name="connsiteX155-5745" fmla="*/ 3662119 w 10768629"/>
              <a:gd name="connsiteY155-5746" fmla="*/ 1876289 h 1978172"/>
              <a:gd name="connsiteX156-5747" fmla="*/ 3496919 w 10768629"/>
              <a:gd name="connsiteY156-5748" fmla="*/ 1873180 h 1978172"/>
              <a:gd name="connsiteX157-5749" fmla="*/ 3449433 w 10768629"/>
              <a:gd name="connsiteY157-5750" fmla="*/ 1889681 h 1978172"/>
              <a:gd name="connsiteX158-5751" fmla="*/ 3369766 w 10768629"/>
              <a:gd name="connsiteY158-5752" fmla="*/ 1916653 h 1978172"/>
              <a:gd name="connsiteX159-5753" fmla="*/ 3269672 w 10768629"/>
              <a:gd name="connsiteY159-5754" fmla="*/ 1938036 h 1978172"/>
              <a:gd name="connsiteX160-5755" fmla="*/ 3224897 w 10768629"/>
              <a:gd name="connsiteY160-5756" fmla="*/ 1943733 h 1978172"/>
              <a:gd name="connsiteX161-5757" fmla="*/ 3161463 w 10768629"/>
              <a:gd name="connsiteY161-5758" fmla="*/ 1946591 h 1978172"/>
              <a:gd name="connsiteX162-5759" fmla="*/ 3112044 w 10768629"/>
              <a:gd name="connsiteY162-5760" fmla="*/ 1935614 h 1978172"/>
              <a:gd name="connsiteX163-5761" fmla="*/ 3069716 w 10768629"/>
              <a:gd name="connsiteY163-5762" fmla="*/ 1930463 h 1978172"/>
              <a:gd name="connsiteX164-5763" fmla="*/ 3005773 w 10768629"/>
              <a:gd name="connsiteY164-5764" fmla="*/ 1915878 h 1978172"/>
              <a:gd name="connsiteX165-5765" fmla="*/ 2897201 w 10768629"/>
              <a:gd name="connsiteY165-5766" fmla="*/ 1926772 h 1978172"/>
              <a:gd name="connsiteX166-5767" fmla="*/ 2783891 w 10768629"/>
              <a:gd name="connsiteY166-5768" fmla="*/ 1931749 h 1978172"/>
              <a:gd name="connsiteX167-5769" fmla="*/ 2712447 w 10768629"/>
              <a:gd name="connsiteY167-5770" fmla="*/ 1933044 h 1978172"/>
              <a:gd name="connsiteX168-5771" fmla="*/ 2560151 w 10768629"/>
              <a:gd name="connsiteY168-5772" fmla="*/ 1963609 h 1978172"/>
              <a:gd name="connsiteX169-5773" fmla="*/ 2367221 w 10768629"/>
              <a:gd name="connsiteY169-5774" fmla="*/ 1971884 h 1978172"/>
              <a:gd name="connsiteX170-5775" fmla="*/ 2272130 w 10768629"/>
              <a:gd name="connsiteY170-5776" fmla="*/ 1961162 h 1978172"/>
              <a:gd name="connsiteX171-5777" fmla="*/ 2189404 w 10768629"/>
              <a:gd name="connsiteY171-5778" fmla="*/ 1978172 h 1978172"/>
              <a:gd name="connsiteX172-5779" fmla="*/ 2077704 w 10768629"/>
              <a:gd name="connsiteY172-5780" fmla="*/ 1965002 h 1978172"/>
              <a:gd name="connsiteX173-5781" fmla="*/ 2033299 w 10768629"/>
              <a:gd name="connsiteY173-5782" fmla="*/ 1969042 h 1978172"/>
              <a:gd name="connsiteX174-5783" fmla="*/ 1967996 w 10768629"/>
              <a:gd name="connsiteY174-5784" fmla="*/ 1953187 h 1978172"/>
              <a:gd name="connsiteX175-5785" fmla="*/ 1855805 w 10768629"/>
              <a:gd name="connsiteY175-5786" fmla="*/ 1926082 h 1978172"/>
              <a:gd name="connsiteX176-5787" fmla="*/ 1790957 w 10768629"/>
              <a:gd name="connsiteY176-5788" fmla="*/ 1919460 h 1978172"/>
              <a:gd name="connsiteX177-5789" fmla="*/ 1613978 w 10768629"/>
              <a:gd name="connsiteY177-5790" fmla="*/ 1891581 h 1978172"/>
              <a:gd name="connsiteX178-5791" fmla="*/ 1436831 w 10768629"/>
              <a:gd name="connsiteY178-5792" fmla="*/ 1856201 h 1978172"/>
              <a:gd name="connsiteX179-5793" fmla="*/ 1357365 w 10768629"/>
              <a:gd name="connsiteY179-5794" fmla="*/ 1832140 h 1978172"/>
              <a:gd name="connsiteX180-5795" fmla="*/ 1232341 w 10768629"/>
              <a:gd name="connsiteY180-5796" fmla="*/ 1785942 h 1978172"/>
              <a:gd name="connsiteX181-5797" fmla="*/ 1162595 w 10768629"/>
              <a:gd name="connsiteY181-5798" fmla="*/ 1758337 h 1978172"/>
              <a:gd name="connsiteX182-5799" fmla="*/ 1128523 w 10768629"/>
              <a:gd name="connsiteY182-5800" fmla="*/ 1763621 h 1978172"/>
              <a:gd name="connsiteX183-5801" fmla="*/ 991903 w 10768629"/>
              <a:gd name="connsiteY183-5802" fmla="*/ 1786741 h 1978172"/>
              <a:gd name="connsiteX184-5803" fmla="*/ 883960 w 10768629"/>
              <a:gd name="connsiteY184-5804" fmla="*/ 1822386 h 1978172"/>
              <a:gd name="connsiteX185-5805" fmla="*/ 766531 w 10768629"/>
              <a:gd name="connsiteY185-5806" fmla="*/ 1805053 h 1978172"/>
              <a:gd name="connsiteX186-5807" fmla="*/ 669779 w 10768629"/>
              <a:gd name="connsiteY186-5808" fmla="*/ 1800537 h 1978172"/>
              <a:gd name="connsiteX187-5809" fmla="*/ 523898 w 10768629"/>
              <a:gd name="connsiteY187-5810" fmla="*/ 1811085 h 1978172"/>
              <a:gd name="connsiteX188-5811" fmla="*/ 360251 w 10768629"/>
              <a:gd name="connsiteY188-5812" fmla="*/ 1830735 h 1978172"/>
              <a:gd name="connsiteX189-5813" fmla="*/ 255207 w 10768629"/>
              <a:gd name="connsiteY189-5814" fmla="*/ 1818275 h 1978172"/>
              <a:gd name="connsiteX190-5815" fmla="*/ 101803 w 10768629"/>
              <a:gd name="connsiteY190-5816" fmla="*/ 1870647 h 1978172"/>
              <a:gd name="connsiteX191-5817" fmla="*/ 25397 w 10768629"/>
              <a:gd name="connsiteY191-5818" fmla="*/ 1888443 h 1978172"/>
              <a:gd name="connsiteX192-5819" fmla="*/ 2370 w 10768629"/>
              <a:gd name="connsiteY192-5820" fmla="*/ 1878311 h 1978172"/>
              <a:gd name="connsiteX193-5821" fmla="*/ 0 w 10768629"/>
              <a:gd name="connsiteY193-5822" fmla="*/ 1878785 h 1978172"/>
              <a:gd name="connsiteX194-5823" fmla="*/ 0 w 10768629"/>
              <a:gd name="connsiteY194-5824" fmla="*/ 0 h 1978172"/>
              <a:gd name="connsiteX0-5825" fmla="*/ 0 w 10768629"/>
              <a:gd name="connsiteY0-5826" fmla="*/ 0 h 1978172"/>
              <a:gd name="connsiteX1-5827" fmla="*/ 10768629 w 10768629"/>
              <a:gd name="connsiteY1-5828" fmla="*/ 0 h 1978172"/>
              <a:gd name="connsiteX2-5829" fmla="*/ 10733254 w 10768629"/>
              <a:gd name="connsiteY2-5830" fmla="*/ 31439 h 1978172"/>
              <a:gd name="connsiteX3-5831" fmla="*/ 10727085 w 10768629"/>
              <a:gd name="connsiteY3-5832" fmla="*/ 37910 h 1978172"/>
              <a:gd name="connsiteX4-5833" fmla="*/ 10675953 w 10768629"/>
              <a:gd name="connsiteY4-5834" fmla="*/ 68623 h 1978172"/>
              <a:gd name="connsiteX5-5835" fmla="*/ 10637091 w 10768629"/>
              <a:gd name="connsiteY5-5836" fmla="*/ 90361 h 1978172"/>
              <a:gd name="connsiteX6-5837" fmla="*/ 10610971 w 10768629"/>
              <a:gd name="connsiteY6-5838" fmla="*/ 110764 h 1978172"/>
              <a:gd name="connsiteX7-5839" fmla="*/ 10532872 w 10768629"/>
              <a:gd name="connsiteY7-5840" fmla="*/ 138028 h 1978172"/>
              <a:gd name="connsiteX8-5841" fmla="*/ 10398558 w 10768629"/>
              <a:gd name="connsiteY8-5842" fmla="*/ 172911 h 1978172"/>
              <a:gd name="connsiteX9-5843" fmla="*/ 10371128 w 10768629"/>
              <a:gd name="connsiteY9-5844" fmla="*/ 182609 h 1978172"/>
              <a:gd name="connsiteX10-5845" fmla="*/ 10352178 w 10768629"/>
              <a:gd name="connsiteY10-5846" fmla="*/ 199976 h 1978172"/>
              <a:gd name="connsiteX11-5847" fmla="*/ 10351815 w 10768629"/>
              <a:gd name="connsiteY11-5848" fmla="*/ 211879 h 1978172"/>
              <a:gd name="connsiteX12-5849" fmla="*/ 10337471 w 10768629"/>
              <a:gd name="connsiteY12-5850" fmla="*/ 218661 h 1978172"/>
              <a:gd name="connsiteX13-5851" fmla="*/ 10334625 w 10768629"/>
              <a:gd name="connsiteY13-5852" fmla="*/ 222351 h 1978172"/>
              <a:gd name="connsiteX14-5853" fmla="*/ 10256365 w 10768629"/>
              <a:gd name="connsiteY14-5854" fmla="*/ 235917 h 1978172"/>
              <a:gd name="connsiteX15-5855" fmla="*/ 10201127 w 10768629"/>
              <a:gd name="connsiteY15-5856" fmla="*/ 267448 h 1978172"/>
              <a:gd name="connsiteX16-5857" fmla="*/ 9961218 w 10768629"/>
              <a:gd name="connsiteY16-5858" fmla="*/ 326720 h 1978172"/>
              <a:gd name="connsiteX17-5859" fmla="*/ 9859715 w 10768629"/>
              <a:gd name="connsiteY17-5860" fmla="*/ 355698 h 1978172"/>
              <a:gd name="connsiteX18-5861" fmla="*/ 9679867 w 10768629"/>
              <a:gd name="connsiteY18-5862" fmla="*/ 399081 h 1978172"/>
              <a:gd name="connsiteX19-5863" fmla="*/ 9490654 w 10768629"/>
              <a:gd name="connsiteY19-5864" fmla="*/ 455225 h 1978172"/>
              <a:gd name="connsiteX20-5865" fmla="*/ 9470837 w 10768629"/>
              <a:gd name="connsiteY20-5866" fmla="*/ 452539 h 1978172"/>
              <a:gd name="connsiteX21-5867" fmla="*/ 9469082 w 10768629"/>
              <a:gd name="connsiteY21-5868" fmla="*/ 454891 h 1978172"/>
              <a:gd name="connsiteX22-5869" fmla="*/ 9448038 w 10768629"/>
              <a:gd name="connsiteY22-5870" fmla="*/ 459733 h 1978172"/>
              <a:gd name="connsiteX23-5871" fmla="*/ 9396821 w 10768629"/>
              <a:gd name="connsiteY23-5872" fmla="*/ 455795 h 1978172"/>
              <a:gd name="connsiteX24-5873" fmla="*/ 9392197 w 10768629"/>
              <a:gd name="connsiteY24-5874" fmla="*/ 459796 h 1978172"/>
              <a:gd name="connsiteX25-5875" fmla="*/ 9347994 w 10768629"/>
              <a:gd name="connsiteY25-5876" fmla="*/ 464462 h 1978172"/>
              <a:gd name="connsiteX26-5877" fmla="*/ 9347889 w 10768629"/>
              <a:gd name="connsiteY26-5878" fmla="*/ 466539 h 1978172"/>
              <a:gd name="connsiteX27-5879" fmla="*/ 9337639 w 10768629"/>
              <a:gd name="connsiteY27-5880" fmla="*/ 476654 h 1978172"/>
              <a:gd name="connsiteX28-5881" fmla="*/ 9316893 w 10768629"/>
              <a:gd name="connsiteY28-5882" fmla="*/ 491390 h 1978172"/>
              <a:gd name="connsiteX29-5883" fmla="*/ 9229283 w 10768629"/>
              <a:gd name="connsiteY29-5884" fmla="*/ 555377 h 1978172"/>
              <a:gd name="connsiteX30-5885" fmla="*/ 9220274 w 10768629"/>
              <a:gd name="connsiteY30-5886" fmla="*/ 557502 h 1978172"/>
              <a:gd name="connsiteX31-5887" fmla="*/ 9220202 w 10768629"/>
              <a:gd name="connsiteY31-5888" fmla="*/ 558001 h 1978172"/>
              <a:gd name="connsiteX32-5889" fmla="*/ 9210908 w 10768629"/>
              <a:gd name="connsiteY32-5890" fmla="*/ 561147 h 1978172"/>
              <a:gd name="connsiteX33-5891" fmla="*/ 9186374 w 10768629"/>
              <a:gd name="connsiteY33-5892" fmla="*/ 565502 h 1978172"/>
              <a:gd name="connsiteX34-5893" fmla="*/ 9181058 w 10768629"/>
              <a:gd name="connsiteY34-5894" fmla="*/ 569943 h 1978172"/>
              <a:gd name="connsiteX35-5895" fmla="*/ 9179948 w 10768629"/>
              <a:gd name="connsiteY35-5896" fmla="*/ 576062 h 1978172"/>
              <a:gd name="connsiteX36-5897" fmla="*/ 9149110 w 10768629"/>
              <a:gd name="connsiteY36-5898" fmla="*/ 598906 h 1978172"/>
              <a:gd name="connsiteX37-5899" fmla="*/ 9078556 w 10768629"/>
              <a:gd name="connsiteY37-5900" fmla="*/ 644039 h 1978172"/>
              <a:gd name="connsiteX38-5901" fmla="*/ 8996399 w 10768629"/>
              <a:gd name="connsiteY38-5902" fmla="*/ 690055 h 1978172"/>
              <a:gd name="connsiteX39-5903" fmla="*/ 8803791 w 10768629"/>
              <a:gd name="connsiteY39-5904" fmla="*/ 813860 h 1978172"/>
              <a:gd name="connsiteX40-5905" fmla="*/ 8636202 w 10768629"/>
              <a:gd name="connsiteY40-5906" fmla="*/ 848463 h 1978172"/>
              <a:gd name="connsiteX41-5907" fmla="*/ 8555372 w 10768629"/>
              <a:gd name="connsiteY41-5908" fmla="*/ 883171 h 1978172"/>
              <a:gd name="connsiteX42-5909" fmla="*/ 8507229 w 10768629"/>
              <a:gd name="connsiteY42-5910" fmla="*/ 901665 h 1978172"/>
              <a:gd name="connsiteX43-5911" fmla="*/ 8428473 w 10768629"/>
              <a:gd name="connsiteY43-5912" fmla="*/ 927985 h 1978172"/>
              <a:gd name="connsiteX44-5913" fmla="*/ 8427914 w 10768629"/>
              <a:gd name="connsiteY44-5914" fmla="*/ 933480 h 1978172"/>
              <a:gd name="connsiteX45-5915" fmla="*/ 8420327 w 10768629"/>
              <a:gd name="connsiteY45-5916" fmla="*/ 941984 h 1978172"/>
              <a:gd name="connsiteX46-5917" fmla="*/ 8407128 w 10768629"/>
              <a:gd name="connsiteY46-5918" fmla="*/ 961344 h 1978172"/>
              <a:gd name="connsiteX47-5919" fmla="*/ 8380548 w 10768629"/>
              <a:gd name="connsiteY47-5920" fmla="*/ 987916 h 1978172"/>
              <a:gd name="connsiteX48-5921" fmla="*/ 8379462 w 10768629"/>
              <a:gd name="connsiteY48-5922" fmla="*/ 987106 h 1978172"/>
              <a:gd name="connsiteX49-5923" fmla="*/ 8369725 w 10768629"/>
              <a:gd name="connsiteY49-5924" fmla="*/ 989186 h 1978172"/>
              <a:gd name="connsiteX50-5925" fmla="*/ 8304438 w 10768629"/>
              <a:gd name="connsiteY50-5926" fmla="*/ 996739 h 1978172"/>
              <a:gd name="connsiteX51-5927" fmla="*/ 8280929 w 10768629"/>
              <a:gd name="connsiteY51-5928" fmla="*/ 1023089 h 1978172"/>
              <a:gd name="connsiteX52-5929" fmla="*/ 8275760 w 10768629"/>
              <a:gd name="connsiteY52-5930" fmla="*/ 1027772 h 1978172"/>
              <a:gd name="connsiteX53-5931" fmla="*/ 8275478 w 10768629"/>
              <a:gd name="connsiteY53-5932" fmla="*/ 1027605 h 1978172"/>
              <a:gd name="connsiteX54-5933" fmla="*/ 8269666 w 10768629"/>
              <a:gd name="connsiteY54-5934" fmla="*/ 1032033 h 1978172"/>
              <a:gd name="connsiteX55-5935" fmla="*/ 8203836 w 10768629"/>
              <a:gd name="connsiteY55-5936" fmla="*/ 1037347 h 1978172"/>
              <a:gd name="connsiteX56-5937" fmla="*/ 8122936 w 10768629"/>
              <a:gd name="connsiteY56-5938" fmla="*/ 1063113 h 1978172"/>
              <a:gd name="connsiteX57-5939" fmla="*/ 8043658 w 10768629"/>
              <a:gd name="connsiteY57-5940" fmla="*/ 1092746 h 1978172"/>
              <a:gd name="connsiteX58-5941" fmla="*/ 8015351 w 10768629"/>
              <a:gd name="connsiteY58-5942" fmla="*/ 1105478 h 1978172"/>
              <a:gd name="connsiteX59-5943" fmla="*/ 7963145 w 10768629"/>
              <a:gd name="connsiteY59-5944" fmla="*/ 1119346 h 1978172"/>
              <a:gd name="connsiteX60-5945" fmla="*/ 7938145 w 10768629"/>
              <a:gd name="connsiteY60-5946" fmla="*/ 1120225 h 1978172"/>
              <a:gd name="connsiteX61-5947" fmla="*/ 7937238 w 10768629"/>
              <a:gd name="connsiteY61-5948" fmla="*/ 1121204 h 1978172"/>
              <a:gd name="connsiteX62-5949" fmla="*/ 7934398 w 10768629"/>
              <a:gd name="connsiteY62-5950" fmla="*/ 1118240 h 1978172"/>
              <a:gd name="connsiteX63-5951" fmla="*/ 7918248 w 10768629"/>
              <a:gd name="connsiteY63-5952" fmla="*/ 1124371 h 1978172"/>
              <a:gd name="connsiteX64-5953" fmla="*/ 7914119 w 10768629"/>
              <a:gd name="connsiteY64-5954" fmla="*/ 1127653 h 1978172"/>
              <a:gd name="connsiteX65-5955" fmla="*/ 7907658 w 10768629"/>
              <a:gd name="connsiteY65-5956" fmla="*/ 1130350 h 1978172"/>
              <a:gd name="connsiteX66-5957" fmla="*/ 7907434 w 10768629"/>
              <a:gd name="connsiteY66-5958" fmla="*/ 1130103 h 1978172"/>
              <a:gd name="connsiteX67-5959" fmla="*/ 7901508 w 10768629"/>
              <a:gd name="connsiteY67-5960" fmla="*/ 1133245 h 1978172"/>
              <a:gd name="connsiteX68-5961" fmla="*/ 7873287 w 10768629"/>
              <a:gd name="connsiteY68-5962" fmla="*/ 1152609 h 1978172"/>
              <a:gd name="connsiteX69-5963" fmla="*/ 7834833 w 10768629"/>
              <a:gd name="connsiteY69-5964" fmla="*/ 1153868 h 1978172"/>
              <a:gd name="connsiteX70-5965" fmla="*/ 7828661 w 10768629"/>
              <a:gd name="connsiteY70-5966" fmla="*/ 1139994 h 1978172"/>
              <a:gd name="connsiteX71-5967" fmla="*/ 7823966 w 10768629"/>
              <a:gd name="connsiteY71-5968" fmla="*/ 1143178 h 1978172"/>
              <a:gd name="connsiteX72-5969" fmla="*/ 7815078 w 10768629"/>
              <a:gd name="connsiteY72-5970" fmla="*/ 1151776 h 1978172"/>
              <a:gd name="connsiteX73-5971" fmla="*/ 7812026 w 10768629"/>
              <a:gd name="connsiteY73-5972" fmla="*/ 1151522 h 1978172"/>
              <a:gd name="connsiteX74-5973" fmla="*/ 7782249 w 10768629"/>
              <a:gd name="connsiteY74-5974" fmla="*/ 1160970 h 1978172"/>
              <a:gd name="connsiteX75-5975" fmla="*/ 7773476 w 10768629"/>
              <a:gd name="connsiteY75-5976" fmla="*/ 1157414 h 1978172"/>
              <a:gd name="connsiteX76-5977" fmla="*/ 7769600 w 10768629"/>
              <a:gd name="connsiteY76-5978" fmla="*/ 1157365 h 1978172"/>
              <a:gd name="connsiteX77-5979" fmla="*/ 7752631 w 10768629"/>
              <a:gd name="connsiteY77-5980" fmla="*/ 1172815 h 1978172"/>
              <a:gd name="connsiteX78-5981" fmla="*/ 7743525 w 10768629"/>
              <a:gd name="connsiteY78-5982" fmla="*/ 1179064 h 1978172"/>
              <a:gd name="connsiteX79-5983" fmla="*/ 7685942 w 10768629"/>
              <a:gd name="connsiteY79-5984" fmla="*/ 1233723 h 1978172"/>
              <a:gd name="connsiteX80-5985" fmla="*/ 7586920 w 10768629"/>
              <a:gd name="connsiteY80-5986" fmla="*/ 1261888 h 1978172"/>
              <a:gd name="connsiteX81-5987" fmla="*/ 7486100 w 10768629"/>
              <a:gd name="connsiteY81-5988" fmla="*/ 1292563 h 1978172"/>
              <a:gd name="connsiteX82-5989" fmla="*/ 7407190 w 10768629"/>
              <a:gd name="connsiteY82-5990" fmla="*/ 1314737 h 1978172"/>
              <a:gd name="connsiteX83-5991" fmla="*/ 7240698 w 10768629"/>
              <a:gd name="connsiteY83-5992" fmla="*/ 1438832 h 1978172"/>
              <a:gd name="connsiteX84-5993" fmla="*/ 7197675 w 10768629"/>
              <a:gd name="connsiteY84-5994" fmla="*/ 1447530 h 1978172"/>
              <a:gd name="connsiteX85-5995" fmla="*/ 7164788 w 10768629"/>
              <a:gd name="connsiteY85-5996" fmla="*/ 1480293 h 1978172"/>
              <a:gd name="connsiteX86-5997" fmla="*/ 7147929 w 10768629"/>
              <a:gd name="connsiteY86-5998" fmla="*/ 1477641 h 1978172"/>
              <a:gd name="connsiteX87-5999" fmla="*/ 7144965 w 10768629"/>
              <a:gd name="connsiteY87-6000" fmla="*/ 1476908 h 1978172"/>
              <a:gd name="connsiteX88-6001" fmla="*/ 7134299 w 10768629"/>
              <a:gd name="connsiteY88-6002" fmla="*/ 1479969 h 1978172"/>
              <a:gd name="connsiteX89-6003" fmla="*/ 7129809 w 10768629"/>
              <a:gd name="connsiteY89-6004" fmla="*/ 1473339 h 1978172"/>
              <a:gd name="connsiteX90-6005" fmla="*/ 7112688 w 10768629"/>
              <a:gd name="connsiteY90-6006" fmla="*/ 1472575 h 1978172"/>
              <a:gd name="connsiteX91-6007" fmla="*/ 7093470 w 10768629"/>
              <a:gd name="connsiteY91-6008" fmla="*/ 1480300 h 1978172"/>
              <a:gd name="connsiteX92-6009" fmla="*/ 7025034 w 10768629"/>
              <a:gd name="connsiteY92-6010" fmla="*/ 1506934 h 1978172"/>
              <a:gd name="connsiteX93-6011" fmla="*/ 7014783 w 10768629"/>
              <a:gd name="connsiteY93-6012" fmla="*/ 1515868 h 1978172"/>
              <a:gd name="connsiteX94-6013" fmla="*/ 6979706 w 10768629"/>
              <a:gd name="connsiteY94-6014" fmla="*/ 1523511 h 1978172"/>
              <a:gd name="connsiteX95-6015" fmla="*/ 6977890 w 10768629"/>
              <a:gd name="connsiteY95-6016" fmla="*/ 1525793 h 1978172"/>
              <a:gd name="connsiteX96-6017" fmla="*/ 6944339 w 10768629"/>
              <a:gd name="connsiteY96-6018" fmla="*/ 1536237 h 1978172"/>
              <a:gd name="connsiteX97-6019" fmla="*/ 6886996 w 10768629"/>
              <a:gd name="connsiteY97-6020" fmla="*/ 1563569 h 1978172"/>
              <a:gd name="connsiteX98-6021" fmla="*/ 6874510 w 10768629"/>
              <a:gd name="connsiteY98-6022" fmla="*/ 1558469 h 1978172"/>
              <a:gd name="connsiteX99-6023" fmla="*/ 6871943 w 10768629"/>
              <a:gd name="connsiteY99-6024" fmla="*/ 1554651 h 1978172"/>
              <a:gd name="connsiteX100-6025" fmla="*/ 6856174 w 10768629"/>
              <a:gd name="connsiteY100-6026" fmla="*/ 1562024 h 1978172"/>
              <a:gd name="connsiteX101-6027" fmla="*/ 6842321 w 10768629"/>
              <a:gd name="connsiteY101-6028" fmla="*/ 1560554 h 1978172"/>
              <a:gd name="connsiteX102-6029" fmla="*/ 6832713 w 10768629"/>
              <a:gd name="connsiteY102-6030" fmla="*/ 1569357 h 1978172"/>
              <a:gd name="connsiteX103-6031" fmla="*/ 6816351 w 10768629"/>
              <a:gd name="connsiteY103-6032" fmla="*/ 1571495 h 1978172"/>
              <a:gd name="connsiteX104-6033" fmla="*/ 6795800 w 10768629"/>
              <a:gd name="connsiteY104-6034" fmla="*/ 1572010 h 1978172"/>
              <a:gd name="connsiteX105-6035" fmla="*/ 6777546 w 10768629"/>
              <a:gd name="connsiteY105-6036" fmla="*/ 1568661 h 1978172"/>
              <a:gd name="connsiteX106-6037" fmla="*/ 6751528 w 10768629"/>
              <a:gd name="connsiteY106-6038" fmla="*/ 1574143 h 1978172"/>
              <a:gd name="connsiteX107-6039" fmla="*/ 6691966 w 10768629"/>
              <a:gd name="connsiteY107-6040" fmla="*/ 1582255 h 1978172"/>
              <a:gd name="connsiteX108-6041" fmla="*/ 6646941 w 10768629"/>
              <a:gd name="connsiteY108-6042" fmla="*/ 1588471 h 1978172"/>
              <a:gd name="connsiteX109-6043" fmla="*/ 6568576 w 10768629"/>
              <a:gd name="connsiteY109-6044" fmla="*/ 1606488 h 1978172"/>
              <a:gd name="connsiteX110-6045" fmla="*/ 6554358 w 10768629"/>
              <a:gd name="connsiteY110-6046" fmla="*/ 1621701 h 1978172"/>
              <a:gd name="connsiteX111-6047" fmla="*/ 6516968 w 10768629"/>
              <a:gd name="connsiteY111-6048" fmla="*/ 1617195 h 1978172"/>
              <a:gd name="connsiteX112-6049" fmla="*/ 6506479 w 10768629"/>
              <a:gd name="connsiteY112-6050" fmla="*/ 1602227 h 1978172"/>
              <a:gd name="connsiteX113-6051" fmla="*/ 6458436 w 10768629"/>
              <a:gd name="connsiteY113-6052" fmla="*/ 1607332 h 1978172"/>
              <a:gd name="connsiteX114-6053" fmla="*/ 6414786 w 10768629"/>
              <a:gd name="connsiteY114-6054" fmla="*/ 1628815 h 1978172"/>
              <a:gd name="connsiteX115-6055" fmla="*/ 6357085 w 10768629"/>
              <a:gd name="connsiteY115-6056" fmla="*/ 1640846 h 1978172"/>
              <a:gd name="connsiteX116-6057" fmla="*/ 6322636 w 10768629"/>
              <a:gd name="connsiteY116-6058" fmla="*/ 1648213 h 1978172"/>
              <a:gd name="connsiteX117-6059" fmla="*/ 6226172 w 10768629"/>
              <a:gd name="connsiteY117-6060" fmla="*/ 1654676 h 1978172"/>
              <a:gd name="connsiteX118-6061" fmla="*/ 6221217 w 10768629"/>
              <a:gd name="connsiteY118-6062" fmla="*/ 1654506 h 1978172"/>
              <a:gd name="connsiteX119-6063" fmla="*/ 6204956 w 10768629"/>
              <a:gd name="connsiteY119-6064" fmla="*/ 1664280 h 1978172"/>
              <a:gd name="connsiteX120-6065" fmla="*/ 6204270 w 10768629"/>
              <a:gd name="connsiteY120-6066" fmla="*/ 1666782 h 1978172"/>
              <a:gd name="connsiteX121-6067" fmla="*/ 6143810 w 10768629"/>
              <a:gd name="connsiteY121-6068" fmla="*/ 1661963 h 1978172"/>
              <a:gd name="connsiteX122-6069" fmla="*/ 6136560 w 10768629"/>
              <a:gd name="connsiteY122-6070" fmla="*/ 1665728 h 1978172"/>
              <a:gd name="connsiteX123-6071" fmla="*/ 6096155 w 10768629"/>
              <a:gd name="connsiteY123-6072" fmla="*/ 1656951 h 1978172"/>
              <a:gd name="connsiteX124-6073" fmla="*/ 6075812 w 10768629"/>
              <a:gd name="connsiteY124-6074" fmla="*/ 1655422 h 1978172"/>
              <a:gd name="connsiteX125-6075" fmla="*/ 6039495 w 10768629"/>
              <a:gd name="connsiteY125-6076" fmla="*/ 1649680 h 1978172"/>
              <a:gd name="connsiteX126-6077" fmla="*/ 6036523 w 10768629"/>
              <a:gd name="connsiteY126-6078" fmla="*/ 1652121 h 1978172"/>
              <a:gd name="connsiteX127-6079" fmla="*/ 6029328 w 10768629"/>
              <a:gd name="connsiteY127-6080" fmla="*/ 1649904 h 1978172"/>
              <a:gd name="connsiteX128-6081" fmla="*/ 6024075 w 10768629"/>
              <a:gd name="connsiteY128-6082" fmla="*/ 1652779 h 1978172"/>
              <a:gd name="connsiteX129-6083" fmla="*/ 6018085 w 10768629"/>
              <a:gd name="connsiteY129-6084" fmla="*/ 1652030 h 1978172"/>
              <a:gd name="connsiteX130-6085" fmla="*/ 5955513 w 10768629"/>
              <a:gd name="connsiteY130-6086" fmla="*/ 1663584 h 1978172"/>
              <a:gd name="connsiteX131-6087" fmla="*/ 5941996 w 10768629"/>
              <a:gd name="connsiteY131-6088" fmla="*/ 1661326 h 1978172"/>
              <a:gd name="connsiteX132-6089" fmla="*/ 5931789 w 10768629"/>
              <a:gd name="connsiteY132-6090" fmla="*/ 1669915 h 1978172"/>
              <a:gd name="connsiteX133-6091" fmla="*/ 5888686 w 10768629"/>
              <a:gd name="connsiteY133-6092" fmla="*/ 1672175 h 1978172"/>
              <a:gd name="connsiteX134-6093" fmla="*/ 5873794 w 10768629"/>
              <a:gd name="connsiteY134-6094" fmla="*/ 1665454 h 1978172"/>
              <a:gd name="connsiteX135-6095" fmla="*/ 5860022 w 10768629"/>
              <a:gd name="connsiteY135-6096" fmla="*/ 1660635 h 1978172"/>
              <a:gd name="connsiteX136-6097" fmla="*/ 5858237 w 10768629"/>
              <a:gd name="connsiteY136-6098" fmla="*/ 1660649 h 1978172"/>
              <a:gd name="connsiteX137-6099" fmla="*/ 5840319 w 10768629"/>
              <a:gd name="connsiteY137-6100" fmla="*/ 1660798 h 1978172"/>
              <a:gd name="connsiteX138-6101" fmla="*/ 5806984 w 10768629"/>
              <a:gd name="connsiteY138-6102" fmla="*/ 1661075 h 1978172"/>
              <a:gd name="connsiteX139-6103" fmla="*/ 5742351 w 10768629"/>
              <a:gd name="connsiteY139-6104" fmla="*/ 1667489 h 1978172"/>
              <a:gd name="connsiteX140-6105" fmla="*/ 5521171 w 10768629"/>
              <a:gd name="connsiteY140-6106" fmla="*/ 1671626 h 1978172"/>
              <a:gd name="connsiteX141-6107" fmla="*/ 5457384 w 10768629"/>
              <a:gd name="connsiteY141-6108" fmla="*/ 1683952 h 1978172"/>
              <a:gd name="connsiteX142-6109" fmla="*/ 4950070 w 10768629"/>
              <a:gd name="connsiteY142-6110" fmla="*/ 1748401 h 1978172"/>
              <a:gd name="connsiteX143-6111" fmla="*/ 4872172 w 10768629"/>
              <a:gd name="connsiteY143-6112" fmla="*/ 1757222 h 1978172"/>
              <a:gd name="connsiteX144-6113" fmla="*/ 4809524 w 10768629"/>
              <a:gd name="connsiteY144-6114" fmla="*/ 1761033 h 1978172"/>
              <a:gd name="connsiteX145-6115" fmla="*/ 4759058 w 10768629"/>
              <a:gd name="connsiteY145-6116" fmla="*/ 1766533 h 1978172"/>
              <a:gd name="connsiteX146-6117" fmla="*/ 4719749 w 10768629"/>
              <a:gd name="connsiteY146-6118" fmla="*/ 1771811 h 1978172"/>
              <a:gd name="connsiteX147-6119" fmla="*/ 4568686 w 10768629"/>
              <a:gd name="connsiteY147-6120" fmla="*/ 1786141 h 1978172"/>
              <a:gd name="connsiteX148-6121" fmla="*/ 4418751 w 10768629"/>
              <a:gd name="connsiteY148-6122" fmla="*/ 1796932 h 1978172"/>
              <a:gd name="connsiteX149-6123" fmla="*/ 4378377 w 10768629"/>
              <a:gd name="connsiteY149-6124" fmla="*/ 1815528 h 1978172"/>
              <a:gd name="connsiteX150-6125" fmla="*/ 4320575 w 10768629"/>
              <a:gd name="connsiteY150-6126" fmla="*/ 1832722 h 1978172"/>
              <a:gd name="connsiteX151-6127" fmla="*/ 4220200 w 10768629"/>
              <a:gd name="connsiteY151-6128" fmla="*/ 1873173 h 1978172"/>
              <a:gd name="connsiteX152-6129" fmla="*/ 4105361 w 10768629"/>
              <a:gd name="connsiteY152-6130" fmla="*/ 1894711 h 1978172"/>
              <a:gd name="connsiteX153-6131" fmla="*/ 3973223 w 10768629"/>
              <a:gd name="connsiteY153-6132" fmla="*/ 1881015 h 1978172"/>
              <a:gd name="connsiteX154-6133" fmla="*/ 3900992 w 10768629"/>
              <a:gd name="connsiteY154-6134" fmla="*/ 1880603 h 1978172"/>
              <a:gd name="connsiteX155-6135" fmla="*/ 3662119 w 10768629"/>
              <a:gd name="connsiteY155-6136" fmla="*/ 1876289 h 1978172"/>
              <a:gd name="connsiteX156-6137" fmla="*/ 3496919 w 10768629"/>
              <a:gd name="connsiteY156-6138" fmla="*/ 1873180 h 1978172"/>
              <a:gd name="connsiteX157-6139" fmla="*/ 3449433 w 10768629"/>
              <a:gd name="connsiteY157-6140" fmla="*/ 1889681 h 1978172"/>
              <a:gd name="connsiteX158-6141" fmla="*/ 3369766 w 10768629"/>
              <a:gd name="connsiteY158-6142" fmla="*/ 1916653 h 1978172"/>
              <a:gd name="connsiteX159-6143" fmla="*/ 3269672 w 10768629"/>
              <a:gd name="connsiteY159-6144" fmla="*/ 1938036 h 1978172"/>
              <a:gd name="connsiteX160-6145" fmla="*/ 3224897 w 10768629"/>
              <a:gd name="connsiteY160-6146" fmla="*/ 1943733 h 1978172"/>
              <a:gd name="connsiteX161-6147" fmla="*/ 3161463 w 10768629"/>
              <a:gd name="connsiteY161-6148" fmla="*/ 1946591 h 1978172"/>
              <a:gd name="connsiteX162-6149" fmla="*/ 3112044 w 10768629"/>
              <a:gd name="connsiteY162-6150" fmla="*/ 1935614 h 1978172"/>
              <a:gd name="connsiteX163-6151" fmla="*/ 3069716 w 10768629"/>
              <a:gd name="connsiteY163-6152" fmla="*/ 1930463 h 1978172"/>
              <a:gd name="connsiteX164-6153" fmla="*/ 3005773 w 10768629"/>
              <a:gd name="connsiteY164-6154" fmla="*/ 1915878 h 1978172"/>
              <a:gd name="connsiteX165-6155" fmla="*/ 2897201 w 10768629"/>
              <a:gd name="connsiteY165-6156" fmla="*/ 1926772 h 1978172"/>
              <a:gd name="connsiteX166-6157" fmla="*/ 2783891 w 10768629"/>
              <a:gd name="connsiteY166-6158" fmla="*/ 1931749 h 1978172"/>
              <a:gd name="connsiteX167-6159" fmla="*/ 2712447 w 10768629"/>
              <a:gd name="connsiteY167-6160" fmla="*/ 1933044 h 1978172"/>
              <a:gd name="connsiteX168-6161" fmla="*/ 2560151 w 10768629"/>
              <a:gd name="connsiteY168-6162" fmla="*/ 1963609 h 1978172"/>
              <a:gd name="connsiteX169-6163" fmla="*/ 2367221 w 10768629"/>
              <a:gd name="connsiteY169-6164" fmla="*/ 1971884 h 1978172"/>
              <a:gd name="connsiteX170-6165" fmla="*/ 2272130 w 10768629"/>
              <a:gd name="connsiteY170-6166" fmla="*/ 1961162 h 1978172"/>
              <a:gd name="connsiteX171-6167" fmla="*/ 2189404 w 10768629"/>
              <a:gd name="connsiteY171-6168" fmla="*/ 1978172 h 1978172"/>
              <a:gd name="connsiteX172-6169" fmla="*/ 2077704 w 10768629"/>
              <a:gd name="connsiteY172-6170" fmla="*/ 1965002 h 1978172"/>
              <a:gd name="connsiteX173-6171" fmla="*/ 2033299 w 10768629"/>
              <a:gd name="connsiteY173-6172" fmla="*/ 1969042 h 1978172"/>
              <a:gd name="connsiteX174-6173" fmla="*/ 1967996 w 10768629"/>
              <a:gd name="connsiteY174-6174" fmla="*/ 1953187 h 1978172"/>
              <a:gd name="connsiteX175-6175" fmla="*/ 1855805 w 10768629"/>
              <a:gd name="connsiteY175-6176" fmla="*/ 1926082 h 1978172"/>
              <a:gd name="connsiteX176-6177" fmla="*/ 1790957 w 10768629"/>
              <a:gd name="connsiteY176-6178" fmla="*/ 1919460 h 1978172"/>
              <a:gd name="connsiteX177-6179" fmla="*/ 1613978 w 10768629"/>
              <a:gd name="connsiteY177-6180" fmla="*/ 1891581 h 1978172"/>
              <a:gd name="connsiteX178-6181" fmla="*/ 1436831 w 10768629"/>
              <a:gd name="connsiteY178-6182" fmla="*/ 1856201 h 1978172"/>
              <a:gd name="connsiteX179-6183" fmla="*/ 1357365 w 10768629"/>
              <a:gd name="connsiteY179-6184" fmla="*/ 1832140 h 1978172"/>
              <a:gd name="connsiteX180-6185" fmla="*/ 1232341 w 10768629"/>
              <a:gd name="connsiteY180-6186" fmla="*/ 1785942 h 1978172"/>
              <a:gd name="connsiteX181-6187" fmla="*/ 1162595 w 10768629"/>
              <a:gd name="connsiteY181-6188" fmla="*/ 1758337 h 1978172"/>
              <a:gd name="connsiteX182-6189" fmla="*/ 1128523 w 10768629"/>
              <a:gd name="connsiteY182-6190" fmla="*/ 1763621 h 1978172"/>
              <a:gd name="connsiteX183-6191" fmla="*/ 991903 w 10768629"/>
              <a:gd name="connsiteY183-6192" fmla="*/ 1786741 h 1978172"/>
              <a:gd name="connsiteX184-6193" fmla="*/ 883960 w 10768629"/>
              <a:gd name="connsiteY184-6194" fmla="*/ 1822386 h 1978172"/>
              <a:gd name="connsiteX185-6195" fmla="*/ 766531 w 10768629"/>
              <a:gd name="connsiteY185-6196" fmla="*/ 1805053 h 1978172"/>
              <a:gd name="connsiteX186-6197" fmla="*/ 669779 w 10768629"/>
              <a:gd name="connsiteY186-6198" fmla="*/ 1800537 h 1978172"/>
              <a:gd name="connsiteX187-6199" fmla="*/ 523898 w 10768629"/>
              <a:gd name="connsiteY187-6200" fmla="*/ 1811085 h 1978172"/>
              <a:gd name="connsiteX188-6201" fmla="*/ 360251 w 10768629"/>
              <a:gd name="connsiteY188-6202" fmla="*/ 1830735 h 1978172"/>
              <a:gd name="connsiteX189-6203" fmla="*/ 255207 w 10768629"/>
              <a:gd name="connsiteY189-6204" fmla="*/ 1818275 h 1978172"/>
              <a:gd name="connsiteX190-6205" fmla="*/ 101803 w 10768629"/>
              <a:gd name="connsiteY190-6206" fmla="*/ 1870647 h 1978172"/>
              <a:gd name="connsiteX191-6207" fmla="*/ 25397 w 10768629"/>
              <a:gd name="connsiteY191-6208" fmla="*/ 1888443 h 1978172"/>
              <a:gd name="connsiteX192-6209" fmla="*/ 2370 w 10768629"/>
              <a:gd name="connsiteY192-6210" fmla="*/ 1878311 h 1978172"/>
              <a:gd name="connsiteX193-6211" fmla="*/ 0 w 10768629"/>
              <a:gd name="connsiteY193-6212" fmla="*/ 1878785 h 1978172"/>
              <a:gd name="connsiteX194-6213" fmla="*/ 0 w 10768629"/>
              <a:gd name="connsiteY194-6214" fmla="*/ 0 h 1978172"/>
              <a:gd name="connsiteX0-6215" fmla="*/ 0 w 10768629"/>
              <a:gd name="connsiteY0-6216" fmla="*/ 0 h 1978172"/>
              <a:gd name="connsiteX1-6217" fmla="*/ 10768629 w 10768629"/>
              <a:gd name="connsiteY1-6218" fmla="*/ 0 h 1978172"/>
              <a:gd name="connsiteX2-6219" fmla="*/ 10733254 w 10768629"/>
              <a:gd name="connsiteY2-6220" fmla="*/ 31439 h 1978172"/>
              <a:gd name="connsiteX3-6221" fmla="*/ 10727085 w 10768629"/>
              <a:gd name="connsiteY3-6222" fmla="*/ 37910 h 1978172"/>
              <a:gd name="connsiteX4-6223" fmla="*/ 10675953 w 10768629"/>
              <a:gd name="connsiteY4-6224" fmla="*/ 68623 h 1978172"/>
              <a:gd name="connsiteX5-6225" fmla="*/ 10637091 w 10768629"/>
              <a:gd name="connsiteY5-6226" fmla="*/ 90361 h 1978172"/>
              <a:gd name="connsiteX6-6227" fmla="*/ 10610971 w 10768629"/>
              <a:gd name="connsiteY6-6228" fmla="*/ 110764 h 1978172"/>
              <a:gd name="connsiteX7-6229" fmla="*/ 10532872 w 10768629"/>
              <a:gd name="connsiteY7-6230" fmla="*/ 138028 h 1978172"/>
              <a:gd name="connsiteX8-6231" fmla="*/ 10398558 w 10768629"/>
              <a:gd name="connsiteY8-6232" fmla="*/ 172911 h 1978172"/>
              <a:gd name="connsiteX9-6233" fmla="*/ 10371128 w 10768629"/>
              <a:gd name="connsiteY9-6234" fmla="*/ 182609 h 1978172"/>
              <a:gd name="connsiteX10-6235" fmla="*/ 10352178 w 10768629"/>
              <a:gd name="connsiteY10-6236" fmla="*/ 199976 h 1978172"/>
              <a:gd name="connsiteX11-6237" fmla="*/ 10351815 w 10768629"/>
              <a:gd name="connsiteY11-6238" fmla="*/ 211879 h 1978172"/>
              <a:gd name="connsiteX12-6239" fmla="*/ 10337471 w 10768629"/>
              <a:gd name="connsiteY12-6240" fmla="*/ 218661 h 1978172"/>
              <a:gd name="connsiteX13-6241" fmla="*/ 10334625 w 10768629"/>
              <a:gd name="connsiteY13-6242" fmla="*/ 222351 h 1978172"/>
              <a:gd name="connsiteX14-6243" fmla="*/ 10256365 w 10768629"/>
              <a:gd name="connsiteY14-6244" fmla="*/ 235917 h 1978172"/>
              <a:gd name="connsiteX15-6245" fmla="*/ 10201127 w 10768629"/>
              <a:gd name="connsiteY15-6246" fmla="*/ 267448 h 1978172"/>
              <a:gd name="connsiteX16-6247" fmla="*/ 9961218 w 10768629"/>
              <a:gd name="connsiteY16-6248" fmla="*/ 326720 h 1978172"/>
              <a:gd name="connsiteX17-6249" fmla="*/ 9859715 w 10768629"/>
              <a:gd name="connsiteY17-6250" fmla="*/ 355698 h 1978172"/>
              <a:gd name="connsiteX18-6251" fmla="*/ 9679867 w 10768629"/>
              <a:gd name="connsiteY18-6252" fmla="*/ 399081 h 1978172"/>
              <a:gd name="connsiteX19-6253" fmla="*/ 9490654 w 10768629"/>
              <a:gd name="connsiteY19-6254" fmla="*/ 455225 h 1978172"/>
              <a:gd name="connsiteX20-6255" fmla="*/ 9470837 w 10768629"/>
              <a:gd name="connsiteY20-6256" fmla="*/ 452539 h 1978172"/>
              <a:gd name="connsiteX21-6257" fmla="*/ 9469082 w 10768629"/>
              <a:gd name="connsiteY21-6258" fmla="*/ 454891 h 1978172"/>
              <a:gd name="connsiteX22-6259" fmla="*/ 9448038 w 10768629"/>
              <a:gd name="connsiteY22-6260" fmla="*/ 459733 h 1978172"/>
              <a:gd name="connsiteX23-6261" fmla="*/ 9396821 w 10768629"/>
              <a:gd name="connsiteY23-6262" fmla="*/ 455795 h 1978172"/>
              <a:gd name="connsiteX24-6263" fmla="*/ 9392197 w 10768629"/>
              <a:gd name="connsiteY24-6264" fmla="*/ 459796 h 1978172"/>
              <a:gd name="connsiteX25-6265" fmla="*/ 9347994 w 10768629"/>
              <a:gd name="connsiteY25-6266" fmla="*/ 464462 h 1978172"/>
              <a:gd name="connsiteX26-6267" fmla="*/ 9347889 w 10768629"/>
              <a:gd name="connsiteY26-6268" fmla="*/ 466539 h 1978172"/>
              <a:gd name="connsiteX27-6269" fmla="*/ 9337639 w 10768629"/>
              <a:gd name="connsiteY27-6270" fmla="*/ 476654 h 1978172"/>
              <a:gd name="connsiteX28-6271" fmla="*/ 9316893 w 10768629"/>
              <a:gd name="connsiteY28-6272" fmla="*/ 491390 h 1978172"/>
              <a:gd name="connsiteX29-6273" fmla="*/ 9229283 w 10768629"/>
              <a:gd name="connsiteY29-6274" fmla="*/ 555377 h 1978172"/>
              <a:gd name="connsiteX30-6275" fmla="*/ 9220274 w 10768629"/>
              <a:gd name="connsiteY30-6276" fmla="*/ 557502 h 1978172"/>
              <a:gd name="connsiteX31-6277" fmla="*/ 9220202 w 10768629"/>
              <a:gd name="connsiteY31-6278" fmla="*/ 558001 h 1978172"/>
              <a:gd name="connsiteX32-6279" fmla="*/ 9210908 w 10768629"/>
              <a:gd name="connsiteY32-6280" fmla="*/ 561147 h 1978172"/>
              <a:gd name="connsiteX33-6281" fmla="*/ 9186374 w 10768629"/>
              <a:gd name="connsiteY33-6282" fmla="*/ 565502 h 1978172"/>
              <a:gd name="connsiteX34-6283" fmla="*/ 9181058 w 10768629"/>
              <a:gd name="connsiteY34-6284" fmla="*/ 569943 h 1978172"/>
              <a:gd name="connsiteX35-6285" fmla="*/ 9179948 w 10768629"/>
              <a:gd name="connsiteY35-6286" fmla="*/ 576062 h 1978172"/>
              <a:gd name="connsiteX36-6287" fmla="*/ 9149110 w 10768629"/>
              <a:gd name="connsiteY36-6288" fmla="*/ 598906 h 1978172"/>
              <a:gd name="connsiteX37-6289" fmla="*/ 9078556 w 10768629"/>
              <a:gd name="connsiteY37-6290" fmla="*/ 644039 h 1978172"/>
              <a:gd name="connsiteX38-6291" fmla="*/ 8996399 w 10768629"/>
              <a:gd name="connsiteY38-6292" fmla="*/ 690055 h 1978172"/>
              <a:gd name="connsiteX39-6293" fmla="*/ 8803791 w 10768629"/>
              <a:gd name="connsiteY39-6294" fmla="*/ 813860 h 1978172"/>
              <a:gd name="connsiteX40-6295" fmla="*/ 8636202 w 10768629"/>
              <a:gd name="connsiteY40-6296" fmla="*/ 848463 h 1978172"/>
              <a:gd name="connsiteX41-6297" fmla="*/ 8555372 w 10768629"/>
              <a:gd name="connsiteY41-6298" fmla="*/ 883171 h 1978172"/>
              <a:gd name="connsiteX42-6299" fmla="*/ 8507229 w 10768629"/>
              <a:gd name="connsiteY42-6300" fmla="*/ 901665 h 1978172"/>
              <a:gd name="connsiteX43-6301" fmla="*/ 8428473 w 10768629"/>
              <a:gd name="connsiteY43-6302" fmla="*/ 927985 h 1978172"/>
              <a:gd name="connsiteX44-6303" fmla="*/ 8427914 w 10768629"/>
              <a:gd name="connsiteY44-6304" fmla="*/ 933480 h 1978172"/>
              <a:gd name="connsiteX45-6305" fmla="*/ 8420327 w 10768629"/>
              <a:gd name="connsiteY45-6306" fmla="*/ 941984 h 1978172"/>
              <a:gd name="connsiteX46-6307" fmla="*/ 8407128 w 10768629"/>
              <a:gd name="connsiteY46-6308" fmla="*/ 961344 h 1978172"/>
              <a:gd name="connsiteX47-6309" fmla="*/ 8380548 w 10768629"/>
              <a:gd name="connsiteY47-6310" fmla="*/ 987916 h 1978172"/>
              <a:gd name="connsiteX48-6311" fmla="*/ 8379462 w 10768629"/>
              <a:gd name="connsiteY48-6312" fmla="*/ 987106 h 1978172"/>
              <a:gd name="connsiteX49-6313" fmla="*/ 8369725 w 10768629"/>
              <a:gd name="connsiteY49-6314" fmla="*/ 989186 h 1978172"/>
              <a:gd name="connsiteX50-6315" fmla="*/ 8304438 w 10768629"/>
              <a:gd name="connsiteY50-6316" fmla="*/ 996739 h 1978172"/>
              <a:gd name="connsiteX51-6317" fmla="*/ 8280929 w 10768629"/>
              <a:gd name="connsiteY51-6318" fmla="*/ 1023089 h 1978172"/>
              <a:gd name="connsiteX52-6319" fmla="*/ 8275760 w 10768629"/>
              <a:gd name="connsiteY52-6320" fmla="*/ 1027772 h 1978172"/>
              <a:gd name="connsiteX53-6321" fmla="*/ 8275478 w 10768629"/>
              <a:gd name="connsiteY53-6322" fmla="*/ 1027605 h 1978172"/>
              <a:gd name="connsiteX54-6323" fmla="*/ 8269666 w 10768629"/>
              <a:gd name="connsiteY54-6324" fmla="*/ 1032033 h 1978172"/>
              <a:gd name="connsiteX55-6325" fmla="*/ 8203836 w 10768629"/>
              <a:gd name="connsiteY55-6326" fmla="*/ 1037347 h 1978172"/>
              <a:gd name="connsiteX56-6327" fmla="*/ 8122936 w 10768629"/>
              <a:gd name="connsiteY56-6328" fmla="*/ 1063113 h 1978172"/>
              <a:gd name="connsiteX57-6329" fmla="*/ 8043658 w 10768629"/>
              <a:gd name="connsiteY57-6330" fmla="*/ 1092746 h 1978172"/>
              <a:gd name="connsiteX58-6331" fmla="*/ 8015351 w 10768629"/>
              <a:gd name="connsiteY58-6332" fmla="*/ 1105478 h 1978172"/>
              <a:gd name="connsiteX59-6333" fmla="*/ 7963145 w 10768629"/>
              <a:gd name="connsiteY59-6334" fmla="*/ 1119346 h 1978172"/>
              <a:gd name="connsiteX60-6335" fmla="*/ 7938145 w 10768629"/>
              <a:gd name="connsiteY60-6336" fmla="*/ 1120225 h 1978172"/>
              <a:gd name="connsiteX61-6337" fmla="*/ 7937238 w 10768629"/>
              <a:gd name="connsiteY61-6338" fmla="*/ 1121204 h 1978172"/>
              <a:gd name="connsiteX62-6339" fmla="*/ 7934398 w 10768629"/>
              <a:gd name="connsiteY62-6340" fmla="*/ 1118240 h 1978172"/>
              <a:gd name="connsiteX63-6341" fmla="*/ 7918248 w 10768629"/>
              <a:gd name="connsiteY63-6342" fmla="*/ 1124371 h 1978172"/>
              <a:gd name="connsiteX64-6343" fmla="*/ 7914119 w 10768629"/>
              <a:gd name="connsiteY64-6344" fmla="*/ 1127653 h 1978172"/>
              <a:gd name="connsiteX65-6345" fmla="*/ 7907658 w 10768629"/>
              <a:gd name="connsiteY65-6346" fmla="*/ 1130350 h 1978172"/>
              <a:gd name="connsiteX66-6347" fmla="*/ 7907434 w 10768629"/>
              <a:gd name="connsiteY66-6348" fmla="*/ 1130103 h 1978172"/>
              <a:gd name="connsiteX67-6349" fmla="*/ 7901508 w 10768629"/>
              <a:gd name="connsiteY67-6350" fmla="*/ 1133245 h 1978172"/>
              <a:gd name="connsiteX68-6351" fmla="*/ 7873287 w 10768629"/>
              <a:gd name="connsiteY68-6352" fmla="*/ 1152609 h 1978172"/>
              <a:gd name="connsiteX69-6353" fmla="*/ 7834833 w 10768629"/>
              <a:gd name="connsiteY69-6354" fmla="*/ 1153868 h 1978172"/>
              <a:gd name="connsiteX70-6355" fmla="*/ 7828661 w 10768629"/>
              <a:gd name="connsiteY70-6356" fmla="*/ 1139994 h 1978172"/>
              <a:gd name="connsiteX71-6357" fmla="*/ 7823966 w 10768629"/>
              <a:gd name="connsiteY71-6358" fmla="*/ 1143178 h 1978172"/>
              <a:gd name="connsiteX72-6359" fmla="*/ 7815078 w 10768629"/>
              <a:gd name="connsiteY72-6360" fmla="*/ 1151776 h 1978172"/>
              <a:gd name="connsiteX73-6361" fmla="*/ 7812026 w 10768629"/>
              <a:gd name="connsiteY73-6362" fmla="*/ 1151522 h 1978172"/>
              <a:gd name="connsiteX74-6363" fmla="*/ 7782249 w 10768629"/>
              <a:gd name="connsiteY74-6364" fmla="*/ 1160970 h 1978172"/>
              <a:gd name="connsiteX75-6365" fmla="*/ 7773476 w 10768629"/>
              <a:gd name="connsiteY75-6366" fmla="*/ 1157414 h 1978172"/>
              <a:gd name="connsiteX76-6367" fmla="*/ 7769600 w 10768629"/>
              <a:gd name="connsiteY76-6368" fmla="*/ 1157365 h 1978172"/>
              <a:gd name="connsiteX77-6369" fmla="*/ 7752631 w 10768629"/>
              <a:gd name="connsiteY77-6370" fmla="*/ 1172815 h 1978172"/>
              <a:gd name="connsiteX78-6371" fmla="*/ 7743525 w 10768629"/>
              <a:gd name="connsiteY78-6372" fmla="*/ 1179064 h 1978172"/>
              <a:gd name="connsiteX79-6373" fmla="*/ 7685942 w 10768629"/>
              <a:gd name="connsiteY79-6374" fmla="*/ 1233723 h 1978172"/>
              <a:gd name="connsiteX80-6375" fmla="*/ 7586920 w 10768629"/>
              <a:gd name="connsiteY80-6376" fmla="*/ 1261888 h 1978172"/>
              <a:gd name="connsiteX81-6377" fmla="*/ 7486100 w 10768629"/>
              <a:gd name="connsiteY81-6378" fmla="*/ 1292563 h 1978172"/>
              <a:gd name="connsiteX82-6379" fmla="*/ 7407190 w 10768629"/>
              <a:gd name="connsiteY82-6380" fmla="*/ 1314737 h 1978172"/>
              <a:gd name="connsiteX83-6381" fmla="*/ 7240698 w 10768629"/>
              <a:gd name="connsiteY83-6382" fmla="*/ 1438832 h 1978172"/>
              <a:gd name="connsiteX84-6383" fmla="*/ 7197675 w 10768629"/>
              <a:gd name="connsiteY84-6384" fmla="*/ 1447530 h 1978172"/>
              <a:gd name="connsiteX85-6385" fmla="*/ 7164788 w 10768629"/>
              <a:gd name="connsiteY85-6386" fmla="*/ 1480293 h 1978172"/>
              <a:gd name="connsiteX86-6387" fmla="*/ 7147929 w 10768629"/>
              <a:gd name="connsiteY86-6388" fmla="*/ 1477641 h 1978172"/>
              <a:gd name="connsiteX87-6389" fmla="*/ 7144965 w 10768629"/>
              <a:gd name="connsiteY87-6390" fmla="*/ 1476908 h 1978172"/>
              <a:gd name="connsiteX88-6391" fmla="*/ 7134299 w 10768629"/>
              <a:gd name="connsiteY88-6392" fmla="*/ 1479969 h 1978172"/>
              <a:gd name="connsiteX89-6393" fmla="*/ 7129809 w 10768629"/>
              <a:gd name="connsiteY89-6394" fmla="*/ 1473339 h 1978172"/>
              <a:gd name="connsiteX90-6395" fmla="*/ 7112688 w 10768629"/>
              <a:gd name="connsiteY90-6396" fmla="*/ 1472575 h 1978172"/>
              <a:gd name="connsiteX91-6397" fmla="*/ 7093470 w 10768629"/>
              <a:gd name="connsiteY91-6398" fmla="*/ 1480300 h 1978172"/>
              <a:gd name="connsiteX92-6399" fmla="*/ 7025034 w 10768629"/>
              <a:gd name="connsiteY92-6400" fmla="*/ 1506934 h 1978172"/>
              <a:gd name="connsiteX93-6401" fmla="*/ 7014783 w 10768629"/>
              <a:gd name="connsiteY93-6402" fmla="*/ 1515868 h 1978172"/>
              <a:gd name="connsiteX94-6403" fmla="*/ 6979706 w 10768629"/>
              <a:gd name="connsiteY94-6404" fmla="*/ 1523511 h 1978172"/>
              <a:gd name="connsiteX95-6405" fmla="*/ 6977890 w 10768629"/>
              <a:gd name="connsiteY95-6406" fmla="*/ 1525793 h 1978172"/>
              <a:gd name="connsiteX96-6407" fmla="*/ 6944339 w 10768629"/>
              <a:gd name="connsiteY96-6408" fmla="*/ 1536237 h 1978172"/>
              <a:gd name="connsiteX97-6409" fmla="*/ 6886996 w 10768629"/>
              <a:gd name="connsiteY97-6410" fmla="*/ 1563569 h 1978172"/>
              <a:gd name="connsiteX98-6411" fmla="*/ 6874510 w 10768629"/>
              <a:gd name="connsiteY98-6412" fmla="*/ 1558469 h 1978172"/>
              <a:gd name="connsiteX99-6413" fmla="*/ 6871943 w 10768629"/>
              <a:gd name="connsiteY99-6414" fmla="*/ 1554651 h 1978172"/>
              <a:gd name="connsiteX100-6415" fmla="*/ 6856174 w 10768629"/>
              <a:gd name="connsiteY100-6416" fmla="*/ 1562024 h 1978172"/>
              <a:gd name="connsiteX101-6417" fmla="*/ 6842321 w 10768629"/>
              <a:gd name="connsiteY101-6418" fmla="*/ 1560554 h 1978172"/>
              <a:gd name="connsiteX102-6419" fmla="*/ 6832713 w 10768629"/>
              <a:gd name="connsiteY102-6420" fmla="*/ 1569357 h 1978172"/>
              <a:gd name="connsiteX103-6421" fmla="*/ 6816351 w 10768629"/>
              <a:gd name="connsiteY103-6422" fmla="*/ 1571495 h 1978172"/>
              <a:gd name="connsiteX104-6423" fmla="*/ 6795800 w 10768629"/>
              <a:gd name="connsiteY104-6424" fmla="*/ 1572010 h 1978172"/>
              <a:gd name="connsiteX105-6425" fmla="*/ 6777546 w 10768629"/>
              <a:gd name="connsiteY105-6426" fmla="*/ 1568661 h 1978172"/>
              <a:gd name="connsiteX106-6427" fmla="*/ 6751528 w 10768629"/>
              <a:gd name="connsiteY106-6428" fmla="*/ 1574143 h 1978172"/>
              <a:gd name="connsiteX107-6429" fmla="*/ 6691966 w 10768629"/>
              <a:gd name="connsiteY107-6430" fmla="*/ 1582255 h 1978172"/>
              <a:gd name="connsiteX108-6431" fmla="*/ 6646941 w 10768629"/>
              <a:gd name="connsiteY108-6432" fmla="*/ 1588471 h 1978172"/>
              <a:gd name="connsiteX109-6433" fmla="*/ 6568576 w 10768629"/>
              <a:gd name="connsiteY109-6434" fmla="*/ 1606488 h 1978172"/>
              <a:gd name="connsiteX110-6435" fmla="*/ 6554358 w 10768629"/>
              <a:gd name="connsiteY110-6436" fmla="*/ 1621701 h 1978172"/>
              <a:gd name="connsiteX111-6437" fmla="*/ 6516968 w 10768629"/>
              <a:gd name="connsiteY111-6438" fmla="*/ 1617195 h 1978172"/>
              <a:gd name="connsiteX112-6439" fmla="*/ 6506479 w 10768629"/>
              <a:gd name="connsiteY112-6440" fmla="*/ 1602227 h 1978172"/>
              <a:gd name="connsiteX113-6441" fmla="*/ 6458436 w 10768629"/>
              <a:gd name="connsiteY113-6442" fmla="*/ 1607332 h 1978172"/>
              <a:gd name="connsiteX114-6443" fmla="*/ 6414786 w 10768629"/>
              <a:gd name="connsiteY114-6444" fmla="*/ 1628815 h 1978172"/>
              <a:gd name="connsiteX115-6445" fmla="*/ 6357085 w 10768629"/>
              <a:gd name="connsiteY115-6446" fmla="*/ 1640846 h 1978172"/>
              <a:gd name="connsiteX116-6447" fmla="*/ 6322636 w 10768629"/>
              <a:gd name="connsiteY116-6448" fmla="*/ 1648213 h 1978172"/>
              <a:gd name="connsiteX117-6449" fmla="*/ 6226172 w 10768629"/>
              <a:gd name="connsiteY117-6450" fmla="*/ 1654676 h 1978172"/>
              <a:gd name="connsiteX118-6451" fmla="*/ 6221217 w 10768629"/>
              <a:gd name="connsiteY118-6452" fmla="*/ 1654506 h 1978172"/>
              <a:gd name="connsiteX119-6453" fmla="*/ 6204956 w 10768629"/>
              <a:gd name="connsiteY119-6454" fmla="*/ 1664280 h 1978172"/>
              <a:gd name="connsiteX120-6455" fmla="*/ 6204270 w 10768629"/>
              <a:gd name="connsiteY120-6456" fmla="*/ 1666782 h 1978172"/>
              <a:gd name="connsiteX121-6457" fmla="*/ 6143810 w 10768629"/>
              <a:gd name="connsiteY121-6458" fmla="*/ 1661963 h 1978172"/>
              <a:gd name="connsiteX122-6459" fmla="*/ 6136560 w 10768629"/>
              <a:gd name="connsiteY122-6460" fmla="*/ 1665728 h 1978172"/>
              <a:gd name="connsiteX123-6461" fmla="*/ 6096155 w 10768629"/>
              <a:gd name="connsiteY123-6462" fmla="*/ 1656951 h 1978172"/>
              <a:gd name="connsiteX124-6463" fmla="*/ 6075812 w 10768629"/>
              <a:gd name="connsiteY124-6464" fmla="*/ 1655422 h 1978172"/>
              <a:gd name="connsiteX125-6465" fmla="*/ 6039495 w 10768629"/>
              <a:gd name="connsiteY125-6466" fmla="*/ 1649680 h 1978172"/>
              <a:gd name="connsiteX126-6467" fmla="*/ 6036523 w 10768629"/>
              <a:gd name="connsiteY126-6468" fmla="*/ 1652121 h 1978172"/>
              <a:gd name="connsiteX127-6469" fmla="*/ 6029328 w 10768629"/>
              <a:gd name="connsiteY127-6470" fmla="*/ 1649904 h 1978172"/>
              <a:gd name="connsiteX128-6471" fmla="*/ 6024075 w 10768629"/>
              <a:gd name="connsiteY128-6472" fmla="*/ 1652779 h 1978172"/>
              <a:gd name="connsiteX129-6473" fmla="*/ 6018085 w 10768629"/>
              <a:gd name="connsiteY129-6474" fmla="*/ 1652030 h 1978172"/>
              <a:gd name="connsiteX130-6475" fmla="*/ 5955513 w 10768629"/>
              <a:gd name="connsiteY130-6476" fmla="*/ 1663584 h 1978172"/>
              <a:gd name="connsiteX131-6477" fmla="*/ 5941996 w 10768629"/>
              <a:gd name="connsiteY131-6478" fmla="*/ 1661326 h 1978172"/>
              <a:gd name="connsiteX132-6479" fmla="*/ 5931789 w 10768629"/>
              <a:gd name="connsiteY132-6480" fmla="*/ 1669915 h 1978172"/>
              <a:gd name="connsiteX133-6481" fmla="*/ 5888686 w 10768629"/>
              <a:gd name="connsiteY133-6482" fmla="*/ 1672175 h 1978172"/>
              <a:gd name="connsiteX134-6483" fmla="*/ 5873794 w 10768629"/>
              <a:gd name="connsiteY134-6484" fmla="*/ 1665454 h 1978172"/>
              <a:gd name="connsiteX135-6485" fmla="*/ 5860022 w 10768629"/>
              <a:gd name="connsiteY135-6486" fmla="*/ 1660635 h 1978172"/>
              <a:gd name="connsiteX136-6487" fmla="*/ 5858237 w 10768629"/>
              <a:gd name="connsiteY136-6488" fmla="*/ 1660649 h 1978172"/>
              <a:gd name="connsiteX137-6489" fmla="*/ 5840319 w 10768629"/>
              <a:gd name="connsiteY137-6490" fmla="*/ 1660798 h 1978172"/>
              <a:gd name="connsiteX138-6491" fmla="*/ 5806984 w 10768629"/>
              <a:gd name="connsiteY138-6492" fmla="*/ 1661075 h 1978172"/>
              <a:gd name="connsiteX139-6493" fmla="*/ 5742351 w 10768629"/>
              <a:gd name="connsiteY139-6494" fmla="*/ 1667489 h 1978172"/>
              <a:gd name="connsiteX140-6495" fmla="*/ 5521171 w 10768629"/>
              <a:gd name="connsiteY140-6496" fmla="*/ 1671626 h 1978172"/>
              <a:gd name="connsiteX141-6497" fmla="*/ 5457384 w 10768629"/>
              <a:gd name="connsiteY141-6498" fmla="*/ 1683952 h 1978172"/>
              <a:gd name="connsiteX142-6499" fmla="*/ 4950070 w 10768629"/>
              <a:gd name="connsiteY142-6500" fmla="*/ 1748401 h 1978172"/>
              <a:gd name="connsiteX143-6501" fmla="*/ 4872172 w 10768629"/>
              <a:gd name="connsiteY143-6502" fmla="*/ 1757222 h 1978172"/>
              <a:gd name="connsiteX144-6503" fmla="*/ 4809524 w 10768629"/>
              <a:gd name="connsiteY144-6504" fmla="*/ 1761033 h 1978172"/>
              <a:gd name="connsiteX145-6505" fmla="*/ 4759058 w 10768629"/>
              <a:gd name="connsiteY145-6506" fmla="*/ 1766533 h 1978172"/>
              <a:gd name="connsiteX146-6507" fmla="*/ 4719749 w 10768629"/>
              <a:gd name="connsiteY146-6508" fmla="*/ 1771811 h 1978172"/>
              <a:gd name="connsiteX147-6509" fmla="*/ 4568686 w 10768629"/>
              <a:gd name="connsiteY147-6510" fmla="*/ 1786141 h 1978172"/>
              <a:gd name="connsiteX148-6511" fmla="*/ 4418751 w 10768629"/>
              <a:gd name="connsiteY148-6512" fmla="*/ 1796932 h 1978172"/>
              <a:gd name="connsiteX149-6513" fmla="*/ 4378377 w 10768629"/>
              <a:gd name="connsiteY149-6514" fmla="*/ 1815528 h 1978172"/>
              <a:gd name="connsiteX150-6515" fmla="*/ 4320575 w 10768629"/>
              <a:gd name="connsiteY150-6516" fmla="*/ 1832722 h 1978172"/>
              <a:gd name="connsiteX151-6517" fmla="*/ 4220200 w 10768629"/>
              <a:gd name="connsiteY151-6518" fmla="*/ 1873173 h 1978172"/>
              <a:gd name="connsiteX152-6519" fmla="*/ 4105361 w 10768629"/>
              <a:gd name="connsiteY152-6520" fmla="*/ 1894711 h 1978172"/>
              <a:gd name="connsiteX153-6521" fmla="*/ 3973223 w 10768629"/>
              <a:gd name="connsiteY153-6522" fmla="*/ 1881015 h 1978172"/>
              <a:gd name="connsiteX154-6523" fmla="*/ 3900992 w 10768629"/>
              <a:gd name="connsiteY154-6524" fmla="*/ 1880603 h 1978172"/>
              <a:gd name="connsiteX155-6525" fmla="*/ 3662119 w 10768629"/>
              <a:gd name="connsiteY155-6526" fmla="*/ 1876289 h 1978172"/>
              <a:gd name="connsiteX156-6527" fmla="*/ 3496919 w 10768629"/>
              <a:gd name="connsiteY156-6528" fmla="*/ 1873180 h 1978172"/>
              <a:gd name="connsiteX157-6529" fmla="*/ 3449433 w 10768629"/>
              <a:gd name="connsiteY157-6530" fmla="*/ 1889681 h 1978172"/>
              <a:gd name="connsiteX158-6531" fmla="*/ 3369766 w 10768629"/>
              <a:gd name="connsiteY158-6532" fmla="*/ 1916653 h 1978172"/>
              <a:gd name="connsiteX159-6533" fmla="*/ 3269672 w 10768629"/>
              <a:gd name="connsiteY159-6534" fmla="*/ 1938036 h 1978172"/>
              <a:gd name="connsiteX160-6535" fmla="*/ 3224897 w 10768629"/>
              <a:gd name="connsiteY160-6536" fmla="*/ 1943733 h 1978172"/>
              <a:gd name="connsiteX161-6537" fmla="*/ 3161463 w 10768629"/>
              <a:gd name="connsiteY161-6538" fmla="*/ 1946591 h 1978172"/>
              <a:gd name="connsiteX162-6539" fmla="*/ 3112044 w 10768629"/>
              <a:gd name="connsiteY162-6540" fmla="*/ 1935614 h 1978172"/>
              <a:gd name="connsiteX163-6541" fmla="*/ 3069716 w 10768629"/>
              <a:gd name="connsiteY163-6542" fmla="*/ 1930463 h 1978172"/>
              <a:gd name="connsiteX164-6543" fmla="*/ 3005773 w 10768629"/>
              <a:gd name="connsiteY164-6544" fmla="*/ 1915878 h 1978172"/>
              <a:gd name="connsiteX165-6545" fmla="*/ 2897201 w 10768629"/>
              <a:gd name="connsiteY165-6546" fmla="*/ 1926772 h 1978172"/>
              <a:gd name="connsiteX166-6547" fmla="*/ 2783891 w 10768629"/>
              <a:gd name="connsiteY166-6548" fmla="*/ 1931749 h 1978172"/>
              <a:gd name="connsiteX167-6549" fmla="*/ 2712447 w 10768629"/>
              <a:gd name="connsiteY167-6550" fmla="*/ 1933044 h 1978172"/>
              <a:gd name="connsiteX168-6551" fmla="*/ 2560151 w 10768629"/>
              <a:gd name="connsiteY168-6552" fmla="*/ 1963609 h 1978172"/>
              <a:gd name="connsiteX169-6553" fmla="*/ 2367221 w 10768629"/>
              <a:gd name="connsiteY169-6554" fmla="*/ 1971884 h 1978172"/>
              <a:gd name="connsiteX170-6555" fmla="*/ 2272130 w 10768629"/>
              <a:gd name="connsiteY170-6556" fmla="*/ 1961162 h 1978172"/>
              <a:gd name="connsiteX171-6557" fmla="*/ 2189404 w 10768629"/>
              <a:gd name="connsiteY171-6558" fmla="*/ 1978172 h 1978172"/>
              <a:gd name="connsiteX172-6559" fmla="*/ 2077704 w 10768629"/>
              <a:gd name="connsiteY172-6560" fmla="*/ 1965002 h 1978172"/>
              <a:gd name="connsiteX173-6561" fmla="*/ 2033299 w 10768629"/>
              <a:gd name="connsiteY173-6562" fmla="*/ 1969042 h 1978172"/>
              <a:gd name="connsiteX174-6563" fmla="*/ 1967996 w 10768629"/>
              <a:gd name="connsiteY174-6564" fmla="*/ 1953187 h 1978172"/>
              <a:gd name="connsiteX175-6565" fmla="*/ 1855805 w 10768629"/>
              <a:gd name="connsiteY175-6566" fmla="*/ 1926082 h 1978172"/>
              <a:gd name="connsiteX176-6567" fmla="*/ 1790957 w 10768629"/>
              <a:gd name="connsiteY176-6568" fmla="*/ 1919460 h 1978172"/>
              <a:gd name="connsiteX177-6569" fmla="*/ 1613978 w 10768629"/>
              <a:gd name="connsiteY177-6570" fmla="*/ 1891581 h 1978172"/>
              <a:gd name="connsiteX178-6571" fmla="*/ 1436831 w 10768629"/>
              <a:gd name="connsiteY178-6572" fmla="*/ 1856201 h 1978172"/>
              <a:gd name="connsiteX179-6573" fmla="*/ 1357365 w 10768629"/>
              <a:gd name="connsiteY179-6574" fmla="*/ 1832140 h 1978172"/>
              <a:gd name="connsiteX180-6575" fmla="*/ 1232341 w 10768629"/>
              <a:gd name="connsiteY180-6576" fmla="*/ 1785942 h 1978172"/>
              <a:gd name="connsiteX181-6577" fmla="*/ 1162595 w 10768629"/>
              <a:gd name="connsiteY181-6578" fmla="*/ 1758337 h 1978172"/>
              <a:gd name="connsiteX182-6579" fmla="*/ 1128523 w 10768629"/>
              <a:gd name="connsiteY182-6580" fmla="*/ 1763621 h 1978172"/>
              <a:gd name="connsiteX183-6581" fmla="*/ 991903 w 10768629"/>
              <a:gd name="connsiteY183-6582" fmla="*/ 1786741 h 1978172"/>
              <a:gd name="connsiteX184-6583" fmla="*/ 883960 w 10768629"/>
              <a:gd name="connsiteY184-6584" fmla="*/ 1822386 h 1978172"/>
              <a:gd name="connsiteX185-6585" fmla="*/ 766531 w 10768629"/>
              <a:gd name="connsiteY185-6586" fmla="*/ 1805053 h 1978172"/>
              <a:gd name="connsiteX186-6587" fmla="*/ 669779 w 10768629"/>
              <a:gd name="connsiteY186-6588" fmla="*/ 1800537 h 1978172"/>
              <a:gd name="connsiteX187-6589" fmla="*/ 523898 w 10768629"/>
              <a:gd name="connsiteY187-6590" fmla="*/ 1811085 h 1978172"/>
              <a:gd name="connsiteX188-6591" fmla="*/ 360251 w 10768629"/>
              <a:gd name="connsiteY188-6592" fmla="*/ 1830735 h 1978172"/>
              <a:gd name="connsiteX189-6593" fmla="*/ 255207 w 10768629"/>
              <a:gd name="connsiteY189-6594" fmla="*/ 1818275 h 1978172"/>
              <a:gd name="connsiteX190-6595" fmla="*/ 101803 w 10768629"/>
              <a:gd name="connsiteY190-6596" fmla="*/ 1870647 h 1978172"/>
              <a:gd name="connsiteX191-6597" fmla="*/ 25397 w 10768629"/>
              <a:gd name="connsiteY191-6598" fmla="*/ 1888443 h 1978172"/>
              <a:gd name="connsiteX192-6599" fmla="*/ 2370 w 10768629"/>
              <a:gd name="connsiteY192-6600" fmla="*/ 1878311 h 1978172"/>
              <a:gd name="connsiteX193-6601" fmla="*/ 0 w 10768629"/>
              <a:gd name="connsiteY193-6602" fmla="*/ 1878785 h 1978172"/>
              <a:gd name="connsiteX194-6603" fmla="*/ 0 w 10768629"/>
              <a:gd name="connsiteY194-6604" fmla="*/ 0 h 1978172"/>
              <a:gd name="connsiteX0-6605" fmla="*/ 0 w 10768629"/>
              <a:gd name="connsiteY0-6606" fmla="*/ 0 h 1978172"/>
              <a:gd name="connsiteX1-6607" fmla="*/ 10768629 w 10768629"/>
              <a:gd name="connsiteY1-6608" fmla="*/ 0 h 1978172"/>
              <a:gd name="connsiteX2-6609" fmla="*/ 10733254 w 10768629"/>
              <a:gd name="connsiteY2-6610" fmla="*/ 31439 h 1978172"/>
              <a:gd name="connsiteX3-6611" fmla="*/ 10727085 w 10768629"/>
              <a:gd name="connsiteY3-6612" fmla="*/ 37910 h 1978172"/>
              <a:gd name="connsiteX4-6613" fmla="*/ 10675953 w 10768629"/>
              <a:gd name="connsiteY4-6614" fmla="*/ 68623 h 1978172"/>
              <a:gd name="connsiteX5-6615" fmla="*/ 10637091 w 10768629"/>
              <a:gd name="connsiteY5-6616" fmla="*/ 90361 h 1978172"/>
              <a:gd name="connsiteX6-6617" fmla="*/ 10610971 w 10768629"/>
              <a:gd name="connsiteY6-6618" fmla="*/ 110764 h 1978172"/>
              <a:gd name="connsiteX7-6619" fmla="*/ 10532872 w 10768629"/>
              <a:gd name="connsiteY7-6620" fmla="*/ 138028 h 1978172"/>
              <a:gd name="connsiteX8-6621" fmla="*/ 10398558 w 10768629"/>
              <a:gd name="connsiteY8-6622" fmla="*/ 172911 h 1978172"/>
              <a:gd name="connsiteX9-6623" fmla="*/ 10371128 w 10768629"/>
              <a:gd name="connsiteY9-6624" fmla="*/ 182609 h 1978172"/>
              <a:gd name="connsiteX10-6625" fmla="*/ 10352178 w 10768629"/>
              <a:gd name="connsiteY10-6626" fmla="*/ 199976 h 1978172"/>
              <a:gd name="connsiteX11-6627" fmla="*/ 10351815 w 10768629"/>
              <a:gd name="connsiteY11-6628" fmla="*/ 211879 h 1978172"/>
              <a:gd name="connsiteX12-6629" fmla="*/ 10337471 w 10768629"/>
              <a:gd name="connsiteY12-6630" fmla="*/ 218661 h 1978172"/>
              <a:gd name="connsiteX13-6631" fmla="*/ 10334625 w 10768629"/>
              <a:gd name="connsiteY13-6632" fmla="*/ 222351 h 1978172"/>
              <a:gd name="connsiteX14-6633" fmla="*/ 10256365 w 10768629"/>
              <a:gd name="connsiteY14-6634" fmla="*/ 235917 h 1978172"/>
              <a:gd name="connsiteX15-6635" fmla="*/ 10201127 w 10768629"/>
              <a:gd name="connsiteY15-6636" fmla="*/ 267448 h 1978172"/>
              <a:gd name="connsiteX16-6637" fmla="*/ 9961218 w 10768629"/>
              <a:gd name="connsiteY16-6638" fmla="*/ 326720 h 1978172"/>
              <a:gd name="connsiteX17-6639" fmla="*/ 9859715 w 10768629"/>
              <a:gd name="connsiteY17-6640" fmla="*/ 355698 h 1978172"/>
              <a:gd name="connsiteX18-6641" fmla="*/ 9679867 w 10768629"/>
              <a:gd name="connsiteY18-6642" fmla="*/ 399081 h 1978172"/>
              <a:gd name="connsiteX19-6643" fmla="*/ 9490654 w 10768629"/>
              <a:gd name="connsiteY19-6644" fmla="*/ 455225 h 1978172"/>
              <a:gd name="connsiteX20-6645" fmla="*/ 9470837 w 10768629"/>
              <a:gd name="connsiteY20-6646" fmla="*/ 452539 h 1978172"/>
              <a:gd name="connsiteX21-6647" fmla="*/ 9469082 w 10768629"/>
              <a:gd name="connsiteY21-6648" fmla="*/ 454891 h 1978172"/>
              <a:gd name="connsiteX22-6649" fmla="*/ 9448038 w 10768629"/>
              <a:gd name="connsiteY22-6650" fmla="*/ 459733 h 1978172"/>
              <a:gd name="connsiteX23-6651" fmla="*/ 9396821 w 10768629"/>
              <a:gd name="connsiteY23-6652" fmla="*/ 455795 h 1978172"/>
              <a:gd name="connsiteX24-6653" fmla="*/ 9392197 w 10768629"/>
              <a:gd name="connsiteY24-6654" fmla="*/ 459796 h 1978172"/>
              <a:gd name="connsiteX25-6655" fmla="*/ 9347994 w 10768629"/>
              <a:gd name="connsiteY25-6656" fmla="*/ 464462 h 1978172"/>
              <a:gd name="connsiteX26-6657" fmla="*/ 9347889 w 10768629"/>
              <a:gd name="connsiteY26-6658" fmla="*/ 466539 h 1978172"/>
              <a:gd name="connsiteX27-6659" fmla="*/ 9337639 w 10768629"/>
              <a:gd name="connsiteY27-6660" fmla="*/ 476654 h 1978172"/>
              <a:gd name="connsiteX28-6661" fmla="*/ 9316893 w 10768629"/>
              <a:gd name="connsiteY28-6662" fmla="*/ 491390 h 1978172"/>
              <a:gd name="connsiteX29-6663" fmla="*/ 9229283 w 10768629"/>
              <a:gd name="connsiteY29-6664" fmla="*/ 555377 h 1978172"/>
              <a:gd name="connsiteX30-6665" fmla="*/ 9220274 w 10768629"/>
              <a:gd name="connsiteY30-6666" fmla="*/ 557502 h 1978172"/>
              <a:gd name="connsiteX31-6667" fmla="*/ 9220202 w 10768629"/>
              <a:gd name="connsiteY31-6668" fmla="*/ 558001 h 1978172"/>
              <a:gd name="connsiteX32-6669" fmla="*/ 9210908 w 10768629"/>
              <a:gd name="connsiteY32-6670" fmla="*/ 561147 h 1978172"/>
              <a:gd name="connsiteX33-6671" fmla="*/ 9186374 w 10768629"/>
              <a:gd name="connsiteY33-6672" fmla="*/ 565502 h 1978172"/>
              <a:gd name="connsiteX34-6673" fmla="*/ 9181058 w 10768629"/>
              <a:gd name="connsiteY34-6674" fmla="*/ 569943 h 1978172"/>
              <a:gd name="connsiteX35-6675" fmla="*/ 9179948 w 10768629"/>
              <a:gd name="connsiteY35-6676" fmla="*/ 576062 h 1978172"/>
              <a:gd name="connsiteX36-6677" fmla="*/ 9149110 w 10768629"/>
              <a:gd name="connsiteY36-6678" fmla="*/ 598906 h 1978172"/>
              <a:gd name="connsiteX37-6679" fmla="*/ 9078556 w 10768629"/>
              <a:gd name="connsiteY37-6680" fmla="*/ 644039 h 1978172"/>
              <a:gd name="connsiteX38-6681" fmla="*/ 8996399 w 10768629"/>
              <a:gd name="connsiteY38-6682" fmla="*/ 690055 h 1978172"/>
              <a:gd name="connsiteX39-6683" fmla="*/ 8803791 w 10768629"/>
              <a:gd name="connsiteY39-6684" fmla="*/ 813860 h 1978172"/>
              <a:gd name="connsiteX40-6685" fmla="*/ 8636202 w 10768629"/>
              <a:gd name="connsiteY40-6686" fmla="*/ 848463 h 1978172"/>
              <a:gd name="connsiteX41-6687" fmla="*/ 8555372 w 10768629"/>
              <a:gd name="connsiteY41-6688" fmla="*/ 883171 h 1978172"/>
              <a:gd name="connsiteX42-6689" fmla="*/ 8507229 w 10768629"/>
              <a:gd name="connsiteY42-6690" fmla="*/ 901665 h 1978172"/>
              <a:gd name="connsiteX43-6691" fmla="*/ 8428473 w 10768629"/>
              <a:gd name="connsiteY43-6692" fmla="*/ 927985 h 1978172"/>
              <a:gd name="connsiteX44-6693" fmla="*/ 8427914 w 10768629"/>
              <a:gd name="connsiteY44-6694" fmla="*/ 933480 h 1978172"/>
              <a:gd name="connsiteX45-6695" fmla="*/ 8420327 w 10768629"/>
              <a:gd name="connsiteY45-6696" fmla="*/ 941984 h 1978172"/>
              <a:gd name="connsiteX46-6697" fmla="*/ 8407128 w 10768629"/>
              <a:gd name="connsiteY46-6698" fmla="*/ 961344 h 1978172"/>
              <a:gd name="connsiteX47-6699" fmla="*/ 8380548 w 10768629"/>
              <a:gd name="connsiteY47-6700" fmla="*/ 987916 h 1978172"/>
              <a:gd name="connsiteX48-6701" fmla="*/ 8379462 w 10768629"/>
              <a:gd name="connsiteY48-6702" fmla="*/ 987106 h 1978172"/>
              <a:gd name="connsiteX49-6703" fmla="*/ 8369725 w 10768629"/>
              <a:gd name="connsiteY49-6704" fmla="*/ 989186 h 1978172"/>
              <a:gd name="connsiteX50-6705" fmla="*/ 8304438 w 10768629"/>
              <a:gd name="connsiteY50-6706" fmla="*/ 996739 h 1978172"/>
              <a:gd name="connsiteX51-6707" fmla="*/ 8280929 w 10768629"/>
              <a:gd name="connsiteY51-6708" fmla="*/ 1023089 h 1978172"/>
              <a:gd name="connsiteX52-6709" fmla="*/ 8275760 w 10768629"/>
              <a:gd name="connsiteY52-6710" fmla="*/ 1027772 h 1978172"/>
              <a:gd name="connsiteX53-6711" fmla="*/ 8275478 w 10768629"/>
              <a:gd name="connsiteY53-6712" fmla="*/ 1027605 h 1978172"/>
              <a:gd name="connsiteX54-6713" fmla="*/ 8269666 w 10768629"/>
              <a:gd name="connsiteY54-6714" fmla="*/ 1032033 h 1978172"/>
              <a:gd name="connsiteX55-6715" fmla="*/ 8203836 w 10768629"/>
              <a:gd name="connsiteY55-6716" fmla="*/ 1037347 h 1978172"/>
              <a:gd name="connsiteX56-6717" fmla="*/ 8122936 w 10768629"/>
              <a:gd name="connsiteY56-6718" fmla="*/ 1063113 h 1978172"/>
              <a:gd name="connsiteX57-6719" fmla="*/ 8043658 w 10768629"/>
              <a:gd name="connsiteY57-6720" fmla="*/ 1092746 h 1978172"/>
              <a:gd name="connsiteX58-6721" fmla="*/ 8015351 w 10768629"/>
              <a:gd name="connsiteY58-6722" fmla="*/ 1105478 h 1978172"/>
              <a:gd name="connsiteX59-6723" fmla="*/ 7963145 w 10768629"/>
              <a:gd name="connsiteY59-6724" fmla="*/ 1119346 h 1978172"/>
              <a:gd name="connsiteX60-6725" fmla="*/ 7938145 w 10768629"/>
              <a:gd name="connsiteY60-6726" fmla="*/ 1120225 h 1978172"/>
              <a:gd name="connsiteX61-6727" fmla="*/ 7937238 w 10768629"/>
              <a:gd name="connsiteY61-6728" fmla="*/ 1121204 h 1978172"/>
              <a:gd name="connsiteX62-6729" fmla="*/ 7934398 w 10768629"/>
              <a:gd name="connsiteY62-6730" fmla="*/ 1118240 h 1978172"/>
              <a:gd name="connsiteX63-6731" fmla="*/ 7918248 w 10768629"/>
              <a:gd name="connsiteY63-6732" fmla="*/ 1124371 h 1978172"/>
              <a:gd name="connsiteX64-6733" fmla="*/ 7914119 w 10768629"/>
              <a:gd name="connsiteY64-6734" fmla="*/ 1127653 h 1978172"/>
              <a:gd name="connsiteX65-6735" fmla="*/ 7907658 w 10768629"/>
              <a:gd name="connsiteY65-6736" fmla="*/ 1130350 h 1978172"/>
              <a:gd name="connsiteX66-6737" fmla="*/ 7907434 w 10768629"/>
              <a:gd name="connsiteY66-6738" fmla="*/ 1130103 h 1978172"/>
              <a:gd name="connsiteX67-6739" fmla="*/ 7901508 w 10768629"/>
              <a:gd name="connsiteY67-6740" fmla="*/ 1133245 h 1978172"/>
              <a:gd name="connsiteX68-6741" fmla="*/ 7873287 w 10768629"/>
              <a:gd name="connsiteY68-6742" fmla="*/ 1152609 h 1978172"/>
              <a:gd name="connsiteX69-6743" fmla="*/ 7834833 w 10768629"/>
              <a:gd name="connsiteY69-6744" fmla="*/ 1153868 h 1978172"/>
              <a:gd name="connsiteX70-6745" fmla="*/ 7828661 w 10768629"/>
              <a:gd name="connsiteY70-6746" fmla="*/ 1139994 h 1978172"/>
              <a:gd name="connsiteX71-6747" fmla="*/ 7823966 w 10768629"/>
              <a:gd name="connsiteY71-6748" fmla="*/ 1143178 h 1978172"/>
              <a:gd name="connsiteX72-6749" fmla="*/ 7815078 w 10768629"/>
              <a:gd name="connsiteY72-6750" fmla="*/ 1151776 h 1978172"/>
              <a:gd name="connsiteX73-6751" fmla="*/ 7812026 w 10768629"/>
              <a:gd name="connsiteY73-6752" fmla="*/ 1151522 h 1978172"/>
              <a:gd name="connsiteX74-6753" fmla="*/ 7782249 w 10768629"/>
              <a:gd name="connsiteY74-6754" fmla="*/ 1160970 h 1978172"/>
              <a:gd name="connsiteX75-6755" fmla="*/ 7773476 w 10768629"/>
              <a:gd name="connsiteY75-6756" fmla="*/ 1157414 h 1978172"/>
              <a:gd name="connsiteX76-6757" fmla="*/ 7769600 w 10768629"/>
              <a:gd name="connsiteY76-6758" fmla="*/ 1157365 h 1978172"/>
              <a:gd name="connsiteX77-6759" fmla="*/ 7752631 w 10768629"/>
              <a:gd name="connsiteY77-6760" fmla="*/ 1172815 h 1978172"/>
              <a:gd name="connsiteX78-6761" fmla="*/ 7743525 w 10768629"/>
              <a:gd name="connsiteY78-6762" fmla="*/ 1179064 h 1978172"/>
              <a:gd name="connsiteX79-6763" fmla="*/ 7685942 w 10768629"/>
              <a:gd name="connsiteY79-6764" fmla="*/ 1233723 h 1978172"/>
              <a:gd name="connsiteX80-6765" fmla="*/ 7586920 w 10768629"/>
              <a:gd name="connsiteY80-6766" fmla="*/ 1261888 h 1978172"/>
              <a:gd name="connsiteX81-6767" fmla="*/ 7486100 w 10768629"/>
              <a:gd name="connsiteY81-6768" fmla="*/ 1292563 h 1978172"/>
              <a:gd name="connsiteX82-6769" fmla="*/ 7407190 w 10768629"/>
              <a:gd name="connsiteY82-6770" fmla="*/ 1314737 h 1978172"/>
              <a:gd name="connsiteX83-6771" fmla="*/ 7240698 w 10768629"/>
              <a:gd name="connsiteY83-6772" fmla="*/ 1438832 h 1978172"/>
              <a:gd name="connsiteX84-6773" fmla="*/ 7197675 w 10768629"/>
              <a:gd name="connsiteY84-6774" fmla="*/ 1447530 h 1978172"/>
              <a:gd name="connsiteX85-6775" fmla="*/ 7164788 w 10768629"/>
              <a:gd name="connsiteY85-6776" fmla="*/ 1480293 h 1978172"/>
              <a:gd name="connsiteX86-6777" fmla="*/ 7147929 w 10768629"/>
              <a:gd name="connsiteY86-6778" fmla="*/ 1477641 h 1978172"/>
              <a:gd name="connsiteX87-6779" fmla="*/ 7144965 w 10768629"/>
              <a:gd name="connsiteY87-6780" fmla="*/ 1476908 h 1978172"/>
              <a:gd name="connsiteX88-6781" fmla="*/ 7134299 w 10768629"/>
              <a:gd name="connsiteY88-6782" fmla="*/ 1479969 h 1978172"/>
              <a:gd name="connsiteX89-6783" fmla="*/ 7129809 w 10768629"/>
              <a:gd name="connsiteY89-6784" fmla="*/ 1473339 h 1978172"/>
              <a:gd name="connsiteX90-6785" fmla="*/ 7112688 w 10768629"/>
              <a:gd name="connsiteY90-6786" fmla="*/ 1472575 h 1978172"/>
              <a:gd name="connsiteX91-6787" fmla="*/ 7093470 w 10768629"/>
              <a:gd name="connsiteY91-6788" fmla="*/ 1480300 h 1978172"/>
              <a:gd name="connsiteX92-6789" fmla="*/ 7025034 w 10768629"/>
              <a:gd name="connsiteY92-6790" fmla="*/ 1506934 h 1978172"/>
              <a:gd name="connsiteX93-6791" fmla="*/ 7014783 w 10768629"/>
              <a:gd name="connsiteY93-6792" fmla="*/ 1515868 h 1978172"/>
              <a:gd name="connsiteX94-6793" fmla="*/ 6979706 w 10768629"/>
              <a:gd name="connsiteY94-6794" fmla="*/ 1523511 h 1978172"/>
              <a:gd name="connsiteX95-6795" fmla="*/ 6977890 w 10768629"/>
              <a:gd name="connsiteY95-6796" fmla="*/ 1525793 h 1978172"/>
              <a:gd name="connsiteX96-6797" fmla="*/ 6944339 w 10768629"/>
              <a:gd name="connsiteY96-6798" fmla="*/ 1536237 h 1978172"/>
              <a:gd name="connsiteX97-6799" fmla="*/ 6886996 w 10768629"/>
              <a:gd name="connsiteY97-6800" fmla="*/ 1563569 h 1978172"/>
              <a:gd name="connsiteX98-6801" fmla="*/ 6874510 w 10768629"/>
              <a:gd name="connsiteY98-6802" fmla="*/ 1558469 h 1978172"/>
              <a:gd name="connsiteX99-6803" fmla="*/ 6871943 w 10768629"/>
              <a:gd name="connsiteY99-6804" fmla="*/ 1554651 h 1978172"/>
              <a:gd name="connsiteX100-6805" fmla="*/ 6856174 w 10768629"/>
              <a:gd name="connsiteY100-6806" fmla="*/ 1562024 h 1978172"/>
              <a:gd name="connsiteX101-6807" fmla="*/ 6842321 w 10768629"/>
              <a:gd name="connsiteY101-6808" fmla="*/ 1560554 h 1978172"/>
              <a:gd name="connsiteX102-6809" fmla="*/ 6832713 w 10768629"/>
              <a:gd name="connsiteY102-6810" fmla="*/ 1569357 h 1978172"/>
              <a:gd name="connsiteX103-6811" fmla="*/ 6816351 w 10768629"/>
              <a:gd name="connsiteY103-6812" fmla="*/ 1571495 h 1978172"/>
              <a:gd name="connsiteX104-6813" fmla="*/ 6795800 w 10768629"/>
              <a:gd name="connsiteY104-6814" fmla="*/ 1572010 h 1978172"/>
              <a:gd name="connsiteX105-6815" fmla="*/ 6777546 w 10768629"/>
              <a:gd name="connsiteY105-6816" fmla="*/ 1568661 h 1978172"/>
              <a:gd name="connsiteX106-6817" fmla="*/ 6751528 w 10768629"/>
              <a:gd name="connsiteY106-6818" fmla="*/ 1574143 h 1978172"/>
              <a:gd name="connsiteX107-6819" fmla="*/ 6691966 w 10768629"/>
              <a:gd name="connsiteY107-6820" fmla="*/ 1582255 h 1978172"/>
              <a:gd name="connsiteX108-6821" fmla="*/ 6646941 w 10768629"/>
              <a:gd name="connsiteY108-6822" fmla="*/ 1588471 h 1978172"/>
              <a:gd name="connsiteX109-6823" fmla="*/ 6568576 w 10768629"/>
              <a:gd name="connsiteY109-6824" fmla="*/ 1606488 h 1978172"/>
              <a:gd name="connsiteX110-6825" fmla="*/ 6554358 w 10768629"/>
              <a:gd name="connsiteY110-6826" fmla="*/ 1621701 h 1978172"/>
              <a:gd name="connsiteX111-6827" fmla="*/ 6516968 w 10768629"/>
              <a:gd name="connsiteY111-6828" fmla="*/ 1617195 h 1978172"/>
              <a:gd name="connsiteX112-6829" fmla="*/ 6506479 w 10768629"/>
              <a:gd name="connsiteY112-6830" fmla="*/ 1602227 h 1978172"/>
              <a:gd name="connsiteX113-6831" fmla="*/ 6458436 w 10768629"/>
              <a:gd name="connsiteY113-6832" fmla="*/ 1607332 h 1978172"/>
              <a:gd name="connsiteX114-6833" fmla="*/ 6414786 w 10768629"/>
              <a:gd name="connsiteY114-6834" fmla="*/ 1628815 h 1978172"/>
              <a:gd name="connsiteX115-6835" fmla="*/ 6357085 w 10768629"/>
              <a:gd name="connsiteY115-6836" fmla="*/ 1640846 h 1978172"/>
              <a:gd name="connsiteX116-6837" fmla="*/ 6322636 w 10768629"/>
              <a:gd name="connsiteY116-6838" fmla="*/ 1648213 h 1978172"/>
              <a:gd name="connsiteX117-6839" fmla="*/ 6226172 w 10768629"/>
              <a:gd name="connsiteY117-6840" fmla="*/ 1654676 h 1978172"/>
              <a:gd name="connsiteX118-6841" fmla="*/ 6221217 w 10768629"/>
              <a:gd name="connsiteY118-6842" fmla="*/ 1654506 h 1978172"/>
              <a:gd name="connsiteX119-6843" fmla="*/ 6204956 w 10768629"/>
              <a:gd name="connsiteY119-6844" fmla="*/ 1664280 h 1978172"/>
              <a:gd name="connsiteX120-6845" fmla="*/ 6204270 w 10768629"/>
              <a:gd name="connsiteY120-6846" fmla="*/ 1666782 h 1978172"/>
              <a:gd name="connsiteX121-6847" fmla="*/ 6143810 w 10768629"/>
              <a:gd name="connsiteY121-6848" fmla="*/ 1661963 h 1978172"/>
              <a:gd name="connsiteX122-6849" fmla="*/ 6136560 w 10768629"/>
              <a:gd name="connsiteY122-6850" fmla="*/ 1665728 h 1978172"/>
              <a:gd name="connsiteX123-6851" fmla="*/ 6096155 w 10768629"/>
              <a:gd name="connsiteY123-6852" fmla="*/ 1656951 h 1978172"/>
              <a:gd name="connsiteX124-6853" fmla="*/ 6075812 w 10768629"/>
              <a:gd name="connsiteY124-6854" fmla="*/ 1655422 h 1978172"/>
              <a:gd name="connsiteX125-6855" fmla="*/ 6039495 w 10768629"/>
              <a:gd name="connsiteY125-6856" fmla="*/ 1649680 h 1978172"/>
              <a:gd name="connsiteX126-6857" fmla="*/ 6036523 w 10768629"/>
              <a:gd name="connsiteY126-6858" fmla="*/ 1652121 h 1978172"/>
              <a:gd name="connsiteX127-6859" fmla="*/ 6029328 w 10768629"/>
              <a:gd name="connsiteY127-6860" fmla="*/ 1649904 h 1978172"/>
              <a:gd name="connsiteX128-6861" fmla="*/ 6024075 w 10768629"/>
              <a:gd name="connsiteY128-6862" fmla="*/ 1652779 h 1978172"/>
              <a:gd name="connsiteX129-6863" fmla="*/ 6018085 w 10768629"/>
              <a:gd name="connsiteY129-6864" fmla="*/ 1652030 h 1978172"/>
              <a:gd name="connsiteX130-6865" fmla="*/ 5955513 w 10768629"/>
              <a:gd name="connsiteY130-6866" fmla="*/ 1663584 h 1978172"/>
              <a:gd name="connsiteX131-6867" fmla="*/ 5941996 w 10768629"/>
              <a:gd name="connsiteY131-6868" fmla="*/ 1661326 h 1978172"/>
              <a:gd name="connsiteX132-6869" fmla="*/ 5931789 w 10768629"/>
              <a:gd name="connsiteY132-6870" fmla="*/ 1669915 h 1978172"/>
              <a:gd name="connsiteX133-6871" fmla="*/ 5888686 w 10768629"/>
              <a:gd name="connsiteY133-6872" fmla="*/ 1672175 h 1978172"/>
              <a:gd name="connsiteX134-6873" fmla="*/ 5873794 w 10768629"/>
              <a:gd name="connsiteY134-6874" fmla="*/ 1665454 h 1978172"/>
              <a:gd name="connsiteX135-6875" fmla="*/ 5860022 w 10768629"/>
              <a:gd name="connsiteY135-6876" fmla="*/ 1660635 h 1978172"/>
              <a:gd name="connsiteX136-6877" fmla="*/ 5858237 w 10768629"/>
              <a:gd name="connsiteY136-6878" fmla="*/ 1660649 h 1978172"/>
              <a:gd name="connsiteX137-6879" fmla="*/ 5840319 w 10768629"/>
              <a:gd name="connsiteY137-6880" fmla="*/ 1660798 h 1978172"/>
              <a:gd name="connsiteX138-6881" fmla="*/ 5806984 w 10768629"/>
              <a:gd name="connsiteY138-6882" fmla="*/ 1661075 h 1978172"/>
              <a:gd name="connsiteX139-6883" fmla="*/ 5742351 w 10768629"/>
              <a:gd name="connsiteY139-6884" fmla="*/ 1667489 h 1978172"/>
              <a:gd name="connsiteX140-6885" fmla="*/ 5521171 w 10768629"/>
              <a:gd name="connsiteY140-6886" fmla="*/ 1671626 h 1978172"/>
              <a:gd name="connsiteX141-6887" fmla="*/ 5457384 w 10768629"/>
              <a:gd name="connsiteY141-6888" fmla="*/ 1683952 h 1978172"/>
              <a:gd name="connsiteX142-6889" fmla="*/ 4950070 w 10768629"/>
              <a:gd name="connsiteY142-6890" fmla="*/ 1748401 h 1978172"/>
              <a:gd name="connsiteX143-6891" fmla="*/ 4872172 w 10768629"/>
              <a:gd name="connsiteY143-6892" fmla="*/ 1757222 h 1978172"/>
              <a:gd name="connsiteX144-6893" fmla="*/ 4809524 w 10768629"/>
              <a:gd name="connsiteY144-6894" fmla="*/ 1761033 h 1978172"/>
              <a:gd name="connsiteX145-6895" fmla="*/ 4759058 w 10768629"/>
              <a:gd name="connsiteY145-6896" fmla="*/ 1766533 h 1978172"/>
              <a:gd name="connsiteX146-6897" fmla="*/ 4719749 w 10768629"/>
              <a:gd name="connsiteY146-6898" fmla="*/ 1771811 h 1978172"/>
              <a:gd name="connsiteX147-6899" fmla="*/ 4568686 w 10768629"/>
              <a:gd name="connsiteY147-6900" fmla="*/ 1786141 h 1978172"/>
              <a:gd name="connsiteX148-6901" fmla="*/ 4418751 w 10768629"/>
              <a:gd name="connsiteY148-6902" fmla="*/ 1796932 h 1978172"/>
              <a:gd name="connsiteX149-6903" fmla="*/ 4378377 w 10768629"/>
              <a:gd name="connsiteY149-6904" fmla="*/ 1815528 h 1978172"/>
              <a:gd name="connsiteX150-6905" fmla="*/ 4320575 w 10768629"/>
              <a:gd name="connsiteY150-6906" fmla="*/ 1832722 h 1978172"/>
              <a:gd name="connsiteX151-6907" fmla="*/ 4220200 w 10768629"/>
              <a:gd name="connsiteY151-6908" fmla="*/ 1873173 h 1978172"/>
              <a:gd name="connsiteX152-6909" fmla="*/ 4105361 w 10768629"/>
              <a:gd name="connsiteY152-6910" fmla="*/ 1894711 h 1978172"/>
              <a:gd name="connsiteX153-6911" fmla="*/ 3973223 w 10768629"/>
              <a:gd name="connsiteY153-6912" fmla="*/ 1881015 h 1978172"/>
              <a:gd name="connsiteX154-6913" fmla="*/ 3900992 w 10768629"/>
              <a:gd name="connsiteY154-6914" fmla="*/ 1880603 h 1978172"/>
              <a:gd name="connsiteX155-6915" fmla="*/ 3662119 w 10768629"/>
              <a:gd name="connsiteY155-6916" fmla="*/ 1889285 h 1978172"/>
              <a:gd name="connsiteX156-6917" fmla="*/ 3496919 w 10768629"/>
              <a:gd name="connsiteY156-6918" fmla="*/ 1873180 h 1978172"/>
              <a:gd name="connsiteX157-6919" fmla="*/ 3449433 w 10768629"/>
              <a:gd name="connsiteY157-6920" fmla="*/ 1889681 h 1978172"/>
              <a:gd name="connsiteX158-6921" fmla="*/ 3369766 w 10768629"/>
              <a:gd name="connsiteY158-6922" fmla="*/ 1916653 h 1978172"/>
              <a:gd name="connsiteX159-6923" fmla="*/ 3269672 w 10768629"/>
              <a:gd name="connsiteY159-6924" fmla="*/ 1938036 h 1978172"/>
              <a:gd name="connsiteX160-6925" fmla="*/ 3224897 w 10768629"/>
              <a:gd name="connsiteY160-6926" fmla="*/ 1943733 h 1978172"/>
              <a:gd name="connsiteX161-6927" fmla="*/ 3161463 w 10768629"/>
              <a:gd name="connsiteY161-6928" fmla="*/ 1946591 h 1978172"/>
              <a:gd name="connsiteX162-6929" fmla="*/ 3112044 w 10768629"/>
              <a:gd name="connsiteY162-6930" fmla="*/ 1935614 h 1978172"/>
              <a:gd name="connsiteX163-6931" fmla="*/ 3069716 w 10768629"/>
              <a:gd name="connsiteY163-6932" fmla="*/ 1930463 h 1978172"/>
              <a:gd name="connsiteX164-6933" fmla="*/ 3005773 w 10768629"/>
              <a:gd name="connsiteY164-6934" fmla="*/ 1915878 h 1978172"/>
              <a:gd name="connsiteX165-6935" fmla="*/ 2897201 w 10768629"/>
              <a:gd name="connsiteY165-6936" fmla="*/ 1926772 h 1978172"/>
              <a:gd name="connsiteX166-6937" fmla="*/ 2783891 w 10768629"/>
              <a:gd name="connsiteY166-6938" fmla="*/ 1931749 h 1978172"/>
              <a:gd name="connsiteX167-6939" fmla="*/ 2712447 w 10768629"/>
              <a:gd name="connsiteY167-6940" fmla="*/ 1933044 h 1978172"/>
              <a:gd name="connsiteX168-6941" fmla="*/ 2560151 w 10768629"/>
              <a:gd name="connsiteY168-6942" fmla="*/ 1963609 h 1978172"/>
              <a:gd name="connsiteX169-6943" fmla="*/ 2367221 w 10768629"/>
              <a:gd name="connsiteY169-6944" fmla="*/ 1971884 h 1978172"/>
              <a:gd name="connsiteX170-6945" fmla="*/ 2272130 w 10768629"/>
              <a:gd name="connsiteY170-6946" fmla="*/ 1961162 h 1978172"/>
              <a:gd name="connsiteX171-6947" fmla="*/ 2189404 w 10768629"/>
              <a:gd name="connsiteY171-6948" fmla="*/ 1978172 h 1978172"/>
              <a:gd name="connsiteX172-6949" fmla="*/ 2077704 w 10768629"/>
              <a:gd name="connsiteY172-6950" fmla="*/ 1965002 h 1978172"/>
              <a:gd name="connsiteX173-6951" fmla="*/ 2033299 w 10768629"/>
              <a:gd name="connsiteY173-6952" fmla="*/ 1969042 h 1978172"/>
              <a:gd name="connsiteX174-6953" fmla="*/ 1967996 w 10768629"/>
              <a:gd name="connsiteY174-6954" fmla="*/ 1953187 h 1978172"/>
              <a:gd name="connsiteX175-6955" fmla="*/ 1855805 w 10768629"/>
              <a:gd name="connsiteY175-6956" fmla="*/ 1926082 h 1978172"/>
              <a:gd name="connsiteX176-6957" fmla="*/ 1790957 w 10768629"/>
              <a:gd name="connsiteY176-6958" fmla="*/ 1919460 h 1978172"/>
              <a:gd name="connsiteX177-6959" fmla="*/ 1613978 w 10768629"/>
              <a:gd name="connsiteY177-6960" fmla="*/ 1891581 h 1978172"/>
              <a:gd name="connsiteX178-6961" fmla="*/ 1436831 w 10768629"/>
              <a:gd name="connsiteY178-6962" fmla="*/ 1856201 h 1978172"/>
              <a:gd name="connsiteX179-6963" fmla="*/ 1357365 w 10768629"/>
              <a:gd name="connsiteY179-6964" fmla="*/ 1832140 h 1978172"/>
              <a:gd name="connsiteX180-6965" fmla="*/ 1232341 w 10768629"/>
              <a:gd name="connsiteY180-6966" fmla="*/ 1785942 h 1978172"/>
              <a:gd name="connsiteX181-6967" fmla="*/ 1162595 w 10768629"/>
              <a:gd name="connsiteY181-6968" fmla="*/ 1758337 h 1978172"/>
              <a:gd name="connsiteX182-6969" fmla="*/ 1128523 w 10768629"/>
              <a:gd name="connsiteY182-6970" fmla="*/ 1763621 h 1978172"/>
              <a:gd name="connsiteX183-6971" fmla="*/ 991903 w 10768629"/>
              <a:gd name="connsiteY183-6972" fmla="*/ 1786741 h 1978172"/>
              <a:gd name="connsiteX184-6973" fmla="*/ 883960 w 10768629"/>
              <a:gd name="connsiteY184-6974" fmla="*/ 1822386 h 1978172"/>
              <a:gd name="connsiteX185-6975" fmla="*/ 766531 w 10768629"/>
              <a:gd name="connsiteY185-6976" fmla="*/ 1805053 h 1978172"/>
              <a:gd name="connsiteX186-6977" fmla="*/ 669779 w 10768629"/>
              <a:gd name="connsiteY186-6978" fmla="*/ 1800537 h 1978172"/>
              <a:gd name="connsiteX187-6979" fmla="*/ 523898 w 10768629"/>
              <a:gd name="connsiteY187-6980" fmla="*/ 1811085 h 1978172"/>
              <a:gd name="connsiteX188-6981" fmla="*/ 360251 w 10768629"/>
              <a:gd name="connsiteY188-6982" fmla="*/ 1830735 h 1978172"/>
              <a:gd name="connsiteX189-6983" fmla="*/ 255207 w 10768629"/>
              <a:gd name="connsiteY189-6984" fmla="*/ 1818275 h 1978172"/>
              <a:gd name="connsiteX190-6985" fmla="*/ 101803 w 10768629"/>
              <a:gd name="connsiteY190-6986" fmla="*/ 1870647 h 1978172"/>
              <a:gd name="connsiteX191-6987" fmla="*/ 25397 w 10768629"/>
              <a:gd name="connsiteY191-6988" fmla="*/ 1888443 h 1978172"/>
              <a:gd name="connsiteX192-6989" fmla="*/ 2370 w 10768629"/>
              <a:gd name="connsiteY192-6990" fmla="*/ 1878311 h 1978172"/>
              <a:gd name="connsiteX193-6991" fmla="*/ 0 w 10768629"/>
              <a:gd name="connsiteY193-6992" fmla="*/ 1878785 h 1978172"/>
              <a:gd name="connsiteX194-6993" fmla="*/ 0 w 10768629"/>
              <a:gd name="connsiteY194-6994" fmla="*/ 0 h 1978172"/>
              <a:gd name="connsiteX0-6995" fmla="*/ 0 w 10768629"/>
              <a:gd name="connsiteY0-6996" fmla="*/ 0 h 1978172"/>
              <a:gd name="connsiteX1-6997" fmla="*/ 10768629 w 10768629"/>
              <a:gd name="connsiteY1-6998" fmla="*/ 0 h 1978172"/>
              <a:gd name="connsiteX2-6999" fmla="*/ 10733254 w 10768629"/>
              <a:gd name="connsiteY2-7000" fmla="*/ 31439 h 1978172"/>
              <a:gd name="connsiteX3-7001" fmla="*/ 10727085 w 10768629"/>
              <a:gd name="connsiteY3-7002" fmla="*/ 37910 h 1978172"/>
              <a:gd name="connsiteX4-7003" fmla="*/ 10675953 w 10768629"/>
              <a:gd name="connsiteY4-7004" fmla="*/ 68623 h 1978172"/>
              <a:gd name="connsiteX5-7005" fmla="*/ 10637091 w 10768629"/>
              <a:gd name="connsiteY5-7006" fmla="*/ 90361 h 1978172"/>
              <a:gd name="connsiteX6-7007" fmla="*/ 10610971 w 10768629"/>
              <a:gd name="connsiteY6-7008" fmla="*/ 110764 h 1978172"/>
              <a:gd name="connsiteX7-7009" fmla="*/ 10532872 w 10768629"/>
              <a:gd name="connsiteY7-7010" fmla="*/ 138028 h 1978172"/>
              <a:gd name="connsiteX8-7011" fmla="*/ 10398558 w 10768629"/>
              <a:gd name="connsiteY8-7012" fmla="*/ 172911 h 1978172"/>
              <a:gd name="connsiteX9-7013" fmla="*/ 10371128 w 10768629"/>
              <a:gd name="connsiteY9-7014" fmla="*/ 182609 h 1978172"/>
              <a:gd name="connsiteX10-7015" fmla="*/ 10352178 w 10768629"/>
              <a:gd name="connsiteY10-7016" fmla="*/ 199976 h 1978172"/>
              <a:gd name="connsiteX11-7017" fmla="*/ 10351815 w 10768629"/>
              <a:gd name="connsiteY11-7018" fmla="*/ 211879 h 1978172"/>
              <a:gd name="connsiteX12-7019" fmla="*/ 10337471 w 10768629"/>
              <a:gd name="connsiteY12-7020" fmla="*/ 218661 h 1978172"/>
              <a:gd name="connsiteX13-7021" fmla="*/ 10334625 w 10768629"/>
              <a:gd name="connsiteY13-7022" fmla="*/ 222351 h 1978172"/>
              <a:gd name="connsiteX14-7023" fmla="*/ 10256365 w 10768629"/>
              <a:gd name="connsiteY14-7024" fmla="*/ 235917 h 1978172"/>
              <a:gd name="connsiteX15-7025" fmla="*/ 10201127 w 10768629"/>
              <a:gd name="connsiteY15-7026" fmla="*/ 267448 h 1978172"/>
              <a:gd name="connsiteX16-7027" fmla="*/ 9961218 w 10768629"/>
              <a:gd name="connsiteY16-7028" fmla="*/ 326720 h 1978172"/>
              <a:gd name="connsiteX17-7029" fmla="*/ 9859715 w 10768629"/>
              <a:gd name="connsiteY17-7030" fmla="*/ 355698 h 1978172"/>
              <a:gd name="connsiteX18-7031" fmla="*/ 9679867 w 10768629"/>
              <a:gd name="connsiteY18-7032" fmla="*/ 399081 h 1978172"/>
              <a:gd name="connsiteX19-7033" fmla="*/ 9490654 w 10768629"/>
              <a:gd name="connsiteY19-7034" fmla="*/ 455225 h 1978172"/>
              <a:gd name="connsiteX20-7035" fmla="*/ 9470837 w 10768629"/>
              <a:gd name="connsiteY20-7036" fmla="*/ 452539 h 1978172"/>
              <a:gd name="connsiteX21-7037" fmla="*/ 9469082 w 10768629"/>
              <a:gd name="connsiteY21-7038" fmla="*/ 454891 h 1978172"/>
              <a:gd name="connsiteX22-7039" fmla="*/ 9448038 w 10768629"/>
              <a:gd name="connsiteY22-7040" fmla="*/ 459733 h 1978172"/>
              <a:gd name="connsiteX23-7041" fmla="*/ 9396821 w 10768629"/>
              <a:gd name="connsiteY23-7042" fmla="*/ 455795 h 1978172"/>
              <a:gd name="connsiteX24-7043" fmla="*/ 9392197 w 10768629"/>
              <a:gd name="connsiteY24-7044" fmla="*/ 459796 h 1978172"/>
              <a:gd name="connsiteX25-7045" fmla="*/ 9347994 w 10768629"/>
              <a:gd name="connsiteY25-7046" fmla="*/ 464462 h 1978172"/>
              <a:gd name="connsiteX26-7047" fmla="*/ 9347889 w 10768629"/>
              <a:gd name="connsiteY26-7048" fmla="*/ 466539 h 1978172"/>
              <a:gd name="connsiteX27-7049" fmla="*/ 9337639 w 10768629"/>
              <a:gd name="connsiteY27-7050" fmla="*/ 476654 h 1978172"/>
              <a:gd name="connsiteX28-7051" fmla="*/ 9316893 w 10768629"/>
              <a:gd name="connsiteY28-7052" fmla="*/ 491390 h 1978172"/>
              <a:gd name="connsiteX29-7053" fmla="*/ 9229283 w 10768629"/>
              <a:gd name="connsiteY29-7054" fmla="*/ 555377 h 1978172"/>
              <a:gd name="connsiteX30-7055" fmla="*/ 9220274 w 10768629"/>
              <a:gd name="connsiteY30-7056" fmla="*/ 557502 h 1978172"/>
              <a:gd name="connsiteX31-7057" fmla="*/ 9220202 w 10768629"/>
              <a:gd name="connsiteY31-7058" fmla="*/ 558001 h 1978172"/>
              <a:gd name="connsiteX32-7059" fmla="*/ 9210908 w 10768629"/>
              <a:gd name="connsiteY32-7060" fmla="*/ 561147 h 1978172"/>
              <a:gd name="connsiteX33-7061" fmla="*/ 9186374 w 10768629"/>
              <a:gd name="connsiteY33-7062" fmla="*/ 565502 h 1978172"/>
              <a:gd name="connsiteX34-7063" fmla="*/ 9181058 w 10768629"/>
              <a:gd name="connsiteY34-7064" fmla="*/ 569943 h 1978172"/>
              <a:gd name="connsiteX35-7065" fmla="*/ 9179948 w 10768629"/>
              <a:gd name="connsiteY35-7066" fmla="*/ 576062 h 1978172"/>
              <a:gd name="connsiteX36-7067" fmla="*/ 9149110 w 10768629"/>
              <a:gd name="connsiteY36-7068" fmla="*/ 598906 h 1978172"/>
              <a:gd name="connsiteX37-7069" fmla="*/ 9078556 w 10768629"/>
              <a:gd name="connsiteY37-7070" fmla="*/ 644039 h 1978172"/>
              <a:gd name="connsiteX38-7071" fmla="*/ 8996399 w 10768629"/>
              <a:gd name="connsiteY38-7072" fmla="*/ 690055 h 1978172"/>
              <a:gd name="connsiteX39-7073" fmla="*/ 8803791 w 10768629"/>
              <a:gd name="connsiteY39-7074" fmla="*/ 813860 h 1978172"/>
              <a:gd name="connsiteX40-7075" fmla="*/ 8636202 w 10768629"/>
              <a:gd name="connsiteY40-7076" fmla="*/ 848463 h 1978172"/>
              <a:gd name="connsiteX41-7077" fmla="*/ 8555372 w 10768629"/>
              <a:gd name="connsiteY41-7078" fmla="*/ 883171 h 1978172"/>
              <a:gd name="connsiteX42-7079" fmla="*/ 8507229 w 10768629"/>
              <a:gd name="connsiteY42-7080" fmla="*/ 901665 h 1978172"/>
              <a:gd name="connsiteX43-7081" fmla="*/ 8428473 w 10768629"/>
              <a:gd name="connsiteY43-7082" fmla="*/ 927985 h 1978172"/>
              <a:gd name="connsiteX44-7083" fmla="*/ 8427914 w 10768629"/>
              <a:gd name="connsiteY44-7084" fmla="*/ 933480 h 1978172"/>
              <a:gd name="connsiteX45-7085" fmla="*/ 8420327 w 10768629"/>
              <a:gd name="connsiteY45-7086" fmla="*/ 941984 h 1978172"/>
              <a:gd name="connsiteX46-7087" fmla="*/ 8407128 w 10768629"/>
              <a:gd name="connsiteY46-7088" fmla="*/ 961344 h 1978172"/>
              <a:gd name="connsiteX47-7089" fmla="*/ 8380548 w 10768629"/>
              <a:gd name="connsiteY47-7090" fmla="*/ 987916 h 1978172"/>
              <a:gd name="connsiteX48-7091" fmla="*/ 8379462 w 10768629"/>
              <a:gd name="connsiteY48-7092" fmla="*/ 987106 h 1978172"/>
              <a:gd name="connsiteX49-7093" fmla="*/ 8369725 w 10768629"/>
              <a:gd name="connsiteY49-7094" fmla="*/ 989186 h 1978172"/>
              <a:gd name="connsiteX50-7095" fmla="*/ 8304438 w 10768629"/>
              <a:gd name="connsiteY50-7096" fmla="*/ 996739 h 1978172"/>
              <a:gd name="connsiteX51-7097" fmla="*/ 8280929 w 10768629"/>
              <a:gd name="connsiteY51-7098" fmla="*/ 1023089 h 1978172"/>
              <a:gd name="connsiteX52-7099" fmla="*/ 8275760 w 10768629"/>
              <a:gd name="connsiteY52-7100" fmla="*/ 1027772 h 1978172"/>
              <a:gd name="connsiteX53-7101" fmla="*/ 8275478 w 10768629"/>
              <a:gd name="connsiteY53-7102" fmla="*/ 1027605 h 1978172"/>
              <a:gd name="connsiteX54-7103" fmla="*/ 8269666 w 10768629"/>
              <a:gd name="connsiteY54-7104" fmla="*/ 1032033 h 1978172"/>
              <a:gd name="connsiteX55-7105" fmla="*/ 8203836 w 10768629"/>
              <a:gd name="connsiteY55-7106" fmla="*/ 1037347 h 1978172"/>
              <a:gd name="connsiteX56-7107" fmla="*/ 8122936 w 10768629"/>
              <a:gd name="connsiteY56-7108" fmla="*/ 1063113 h 1978172"/>
              <a:gd name="connsiteX57-7109" fmla="*/ 8043658 w 10768629"/>
              <a:gd name="connsiteY57-7110" fmla="*/ 1092746 h 1978172"/>
              <a:gd name="connsiteX58-7111" fmla="*/ 8015351 w 10768629"/>
              <a:gd name="connsiteY58-7112" fmla="*/ 1105478 h 1978172"/>
              <a:gd name="connsiteX59-7113" fmla="*/ 7963145 w 10768629"/>
              <a:gd name="connsiteY59-7114" fmla="*/ 1119346 h 1978172"/>
              <a:gd name="connsiteX60-7115" fmla="*/ 7938145 w 10768629"/>
              <a:gd name="connsiteY60-7116" fmla="*/ 1120225 h 1978172"/>
              <a:gd name="connsiteX61-7117" fmla="*/ 7937238 w 10768629"/>
              <a:gd name="connsiteY61-7118" fmla="*/ 1121204 h 1978172"/>
              <a:gd name="connsiteX62-7119" fmla="*/ 7934398 w 10768629"/>
              <a:gd name="connsiteY62-7120" fmla="*/ 1118240 h 1978172"/>
              <a:gd name="connsiteX63-7121" fmla="*/ 7918248 w 10768629"/>
              <a:gd name="connsiteY63-7122" fmla="*/ 1124371 h 1978172"/>
              <a:gd name="connsiteX64-7123" fmla="*/ 7914119 w 10768629"/>
              <a:gd name="connsiteY64-7124" fmla="*/ 1127653 h 1978172"/>
              <a:gd name="connsiteX65-7125" fmla="*/ 7907658 w 10768629"/>
              <a:gd name="connsiteY65-7126" fmla="*/ 1130350 h 1978172"/>
              <a:gd name="connsiteX66-7127" fmla="*/ 7907434 w 10768629"/>
              <a:gd name="connsiteY66-7128" fmla="*/ 1130103 h 1978172"/>
              <a:gd name="connsiteX67-7129" fmla="*/ 7901508 w 10768629"/>
              <a:gd name="connsiteY67-7130" fmla="*/ 1133245 h 1978172"/>
              <a:gd name="connsiteX68-7131" fmla="*/ 7873287 w 10768629"/>
              <a:gd name="connsiteY68-7132" fmla="*/ 1152609 h 1978172"/>
              <a:gd name="connsiteX69-7133" fmla="*/ 7834833 w 10768629"/>
              <a:gd name="connsiteY69-7134" fmla="*/ 1153868 h 1978172"/>
              <a:gd name="connsiteX70-7135" fmla="*/ 7828661 w 10768629"/>
              <a:gd name="connsiteY70-7136" fmla="*/ 1139994 h 1978172"/>
              <a:gd name="connsiteX71-7137" fmla="*/ 7823966 w 10768629"/>
              <a:gd name="connsiteY71-7138" fmla="*/ 1143178 h 1978172"/>
              <a:gd name="connsiteX72-7139" fmla="*/ 7815078 w 10768629"/>
              <a:gd name="connsiteY72-7140" fmla="*/ 1151776 h 1978172"/>
              <a:gd name="connsiteX73-7141" fmla="*/ 7812026 w 10768629"/>
              <a:gd name="connsiteY73-7142" fmla="*/ 1151522 h 1978172"/>
              <a:gd name="connsiteX74-7143" fmla="*/ 7782249 w 10768629"/>
              <a:gd name="connsiteY74-7144" fmla="*/ 1160970 h 1978172"/>
              <a:gd name="connsiteX75-7145" fmla="*/ 7773476 w 10768629"/>
              <a:gd name="connsiteY75-7146" fmla="*/ 1157414 h 1978172"/>
              <a:gd name="connsiteX76-7147" fmla="*/ 7769600 w 10768629"/>
              <a:gd name="connsiteY76-7148" fmla="*/ 1157365 h 1978172"/>
              <a:gd name="connsiteX77-7149" fmla="*/ 7752631 w 10768629"/>
              <a:gd name="connsiteY77-7150" fmla="*/ 1172815 h 1978172"/>
              <a:gd name="connsiteX78-7151" fmla="*/ 7743525 w 10768629"/>
              <a:gd name="connsiteY78-7152" fmla="*/ 1179064 h 1978172"/>
              <a:gd name="connsiteX79-7153" fmla="*/ 7685942 w 10768629"/>
              <a:gd name="connsiteY79-7154" fmla="*/ 1233723 h 1978172"/>
              <a:gd name="connsiteX80-7155" fmla="*/ 7586920 w 10768629"/>
              <a:gd name="connsiteY80-7156" fmla="*/ 1261888 h 1978172"/>
              <a:gd name="connsiteX81-7157" fmla="*/ 7486100 w 10768629"/>
              <a:gd name="connsiteY81-7158" fmla="*/ 1292563 h 1978172"/>
              <a:gd name="connsiteX82-7159" fmla="*/ 7407190 w 10768629"/>
              <a:gd name="connsiteY82-7160" fmla="*/ 1314737 h 1978172"/>
              <a:gd name="connsiteX83-7161" fmla="*/ 7240698 w 10768629"/>
              <a:gd name="connsiteY83-7162" fmla="*/ 1438832 h 1978172"/>
              <a:gd name="connsiteX84-7163" fmla="*/ 7197675 w 10768629"/>
              <a:gd name="connsiteY84-7164" fmla="*/ 1447530 h 1978172"/>
              <a:gd name="connsiteX85-7165" fmla="*/ 7164788 w 10768629"/>
              <a:gd name="connsiteY85-7166" fmla="*/ 1480293 h 1978172"/>
              <a:gd name="connsiteX86-7167" fmla="*/ 7147929 w 10768629"/>
              <a:gd name="connsiteY86-7168" fmla="*/ 1477641 h 1978172"/>
              <a:gd name="connsiteX87-7169" fmla="*/ 7144965 w 10768629"/>
              <a:gd name="connsiteY87-7170" fmla="*/ 1476908 h 1978172"/>
              <a:gd name="connsiteX88-7171" fmla="*/ 7134299 w 10768629"/>
              <a:gd name="connsiteY88-7172" fmla="*/ 1479969 h 1978172"/>
              <a:gd name="connsiteX89-7173" fmla="*/ 7129809 w 10768629"/>
              <a:gd name="connsiteY89-7174" fmla="*/ 1473339 h 1978172"/>
              <a:gd name="connsiteX90-7175" fmla="*/ 7112688 w 10768629"/>
              <a:gd name="connsiteY90-7176" fmla="*/ 1472575 h 1978172"/>
              <a:gd name="connsiteX91-7177" fmla="*/ 7093470 w 10768629"/>
              <a:gd name="connsiteY91-7178" fmla="*/ 1480300 h 1978172"/>
              <a:gd name="connsiteX92-7179" fmla="*/ 7025034 w 10768629"/>
              <a:gd name="connsiteY92-7180" fmla="*/ 1506934 h 1978172"/>
              <a:gd name="connsiteX93-7181" fmla="*/ 7014783 w 10768629"/>
              <a:gd name="connsiteY93-7182" fmla="*/ 1515868 h 1978172"/>
              <a:gd name="connsiteX94-7183" fmla="*/ 6979706 w 10768629"/>
              <a:gd name="connsiteY94-7184" fmla="*/ 1523511 h 1978172"/>
              <a:gd name="connsiteX95-7185" fmla="*/ 6977890 w 10768629"/>
              <a:gd name="connsiteY95-7186" fmla="*/ 1525793 h 1978172"/>
              <a:gd name="connsiteX96-7187" fmla="*/ 6944339 w 10768629"/>
              <a:gd name="connsiteY96-7188" fmla="*/ 1536237 h 1978172"/>
              <a:gd name="connsiteX97-7189" fmla="*/ 6886996 w 10768629"/>
              <a:gd name="connsiteY97-7190" fmla="*/ 1563569 h 1978172"/>
              <a:gd name="connsiteX98-7191" fmla="*/ 6874510 w 10768629"/>
              <a:gd name="connsiteY98-7192" fmla="*/ 1558469 h 1978172"/>
              <a:gd name="connsiteX99-7193" fmla="*/ 6871943 w 10768629"/>
              <a:gd name="connsiteY99-7194" fmla="*/ 1554651 h 1978172"/>
              <a:gd name="connsiteX100-7195" fmla="*/ 6856174 w 10768629"/>
              <a:gd name="connsiteY100-7196" fmla="*/ 1562024 h 1978172"/>
              <a:gd name="connsiteX101-7197" fmla="*/ 6842321 w 10768629"/>
              <a:gd name="connsiteY101-7198" fmla="*/ 1560554 h 1978172"/>
              <a:gd name="connsiteX102-7199" fmla="*/ 6832713 w 10768629"/>
              <a:gd name="connsiteY102-7200" fmla="*/ 1569357 h 1978172"/>
              <a:gd name="connsiteX103-7201" fmla="*/ 6816351 w 10768629"/>
              <a:gd name="connsiteY103-7202" fmla="*/ 1571495 h 1978172"/>
              <a:gd name="connsiteX104-7203" fmla="*/ 6795800 w 10768629"/>
              <a:gd name="connsiteY104-7204" fmla="*/ 1572010 h 1978172"/>
              <a:gd name="connsiteX105-7205" fmla="*/ 6777546 w 10768629"/>
              <a:gd name="connsiteY105-7206" fmla="*/ 1568661 h 1978172"/>
              <a:gd name="connsiteX106-7207" fmla="*/ 6751528 w 10768629"/>
              <a:gd name="connsiteY106-7208" fmla="*/ 1574143 h 1978172"/>
              <a:gd name="connsiteX107-7209" fmla="*/ 6691966 w 10768629"/>
              <a:gd name="connsiteY107-7210" fmla="*/ 1582255 h 1978172"/>
              <a:gd name="connsiteX108-7211" fmla="*/ 6646941 w 10768629"/>
              <a:gd name="connsiteY108-7212" fmla="*/ 1588471 h 1978172"/>
              <a:gd name="connsiteX109-7213" fmla="*/ 6568576 w 10768629"/>
              <a:gd name="connsiteY109-7214" fmla="*/ 1606488 h 1978172"/>
              <a:gd name="connsiteX110-7215" fmla="*/ 6554358 w 10768629"/>
              <a:gd name="connsiteY110-7216" fmla="*/ 1621701 h 1978172"/>
              <a:gd name="connsiteX111-7217" fmla="*/ 6516968 w 10768629"/>
              <a:gd name="connsiteY111-7218" fmla="*/ 1617195 h 1978172"/>
              <a:gd name="connsiteX112-7219" fmla="*/ 6506479 w 10768629"/>
              <a:gd name="connsiteY112-7220" fmla="*/ 1602227 h 1978172"/>
              <a:gd name="connsiteX113-7221" fmla="*/ 6458436 w 10768629"/>
              <a:gd name="connsiteY113-7222" fmla="*/ 1607332 h 1978172"/>
              <a:gd name="connsiteX114-7223" fmla="*/ 6414786 w 10768629"/>
              <a:gd name="connsiteY114-7224" fmla="*/ 1628815 h 1978172"/>
              <a:gd name="connsiteX115-7225" fmla="*/ 6357085 w 10768629"/>
              <a:gd name="connsiteY115-7226" fmla="*/ 1640846 h 1978172"/>
              <a:gd name="connsiteX116-7227" fmla="*/ 6322636 w 10768629"/>
              <a:gd name="connsiteY116-7228" fmla="*/ 1648213 h 1978172"/>
              <a:gd name="connsiteX117-7229" fmla="*/ 6226172 w 10768629"/>
              <a:gd name="connsiteY117-7230" fmla="*/ 1654676 h 1978172"/>
              <a:gd name="connsiteX118-7231" fmla="*/ 6221217 w 10768629"/>
              <a:gd name="connsiteY118-7232" fmla="*/ 1654506 h 1978172"/>
              <a:gd name="connsiteX119-7233" fmla="*/ 6204956 w 10768629"/>
              <a:gd name="connsiteY119-7234" fmla="*/ 1664280 h 1978172"/>
              <a:gd name="connsiteX120-7235" fmla="*/ 6204270 w 10768629"/>
              <a:gd name="connsiteY120-7236" fmla="*/ 1666782 h 1978172"/>
              <a:gd name="connsiteX121-7237" fmla="*/ 6143810 w 10768629"/>
              <a:gd name="connsiteY121-7238" fmla="*/ 1661963 h 1978172"/>
              <a:gd name="connsiteX122-7239" fmla="*/ 6136560 w 10768629"/>
              <a:gd name="connsiteY122-7240" fmla="*/ 1665728 h 1978172"/>
              <a:gd name="connsiteX123-7241" fmla="*/ 6096155 w 10768629"/>
              <a:gd name="connsiteY123-7242" fmla="*/ 1656951 h 1978172"/>
              <a:gd name="connsiteX124-7243" fmla="*/ 6075812 w 10768629"/>
              <a:gd name="connsiteY124-7244" fmla="*/ 1655422 h 1978172"/>
              <a:gd name="connsiteX125-7245" fmla="*/ 6039495 w 10768629"/>
              <a:gd name="connsiteY125-7246" fmla="*/ 1649680 h 1978172"/>
              <a:gd name="connsiteX126-7247" fmla="*/ 6036523 w 10768629"/>
              <a:gd name="connsiteY126-7248" fmla="*/ 1652121 h 1978172"/>
              <a:gd name="connsiteX127-7249" fmla="*/ 6029328 w 10768629"/>
              <a:gd name="connsiteY127-7250" fmla="*/ 1649904 h 1978172"/>
              <a:gd name="connsiteX128-7251" fmla="*/ 6024075 w 10768629"/>
              <a:gd name="connsiteY128-7252" fmla="*/ 1652779 h 1978172"/>
              <a:gd name="connsiteX129-7253" fmla="*/ 6018085 w 10768629"/>
              <a:gd name="connsiteY129-7254" fmla="*/ 1652030 h 1978172"/>
              <a:gd name="connsiteX130-7255" fmla="*/ 5955513 w 10768629"/>
              <a:gd name="connsiteY130-7256" fmla="*/ 1663584 h 1978172"/>
              <a:gd name="connsiteX131-7257" fmla="*/ 5941996 w 10768629"/>
              <a:gd name="connsiteY131-7258" fmla="*/ 1661326 h 1978172"/>
              <a:gd name="connsiteX132-7259" fmla="*/ 5931789 w 10768629"/>
              <a:gd name="connsiteY132-7260" fmla="*/ 1669915 h 1978172"/>
              <a:gd name="connsiteX133-7261" fmla="*/ 5888686 w 10768629"/>
              <a:gd name="connsiteY133-7262" fmla="*/ 1672175 h 1978172"/>
              <a:gd name="connsiteX134-7263" fmla="*/ 5873794 w 10768629"/>
              <a:gd name="connsiteY134-7264" fmla="*/ 1665454 h 1978172"/>
              <a:gd name="connsiteX135-7265" fmla="*/ 5860022 w 10768629"/>
              <a:gd name="connsiteY135-7266" fmla="*/ 1660635 h 1978172"/>
              <a:gd name="connsiteX136-7267" fmla="*/ 5858237 w 10768629"/>
              <a:gd name="connsiteY136-7268" fmla="*/ 1660649 h 1978172"/>
              <a:gd name="connsiteX137-7269" fmla="*/ 5840319 w 10768629"/>
              <a:gd name="connsiteY137-7270" fmla="*/ 1660798 h 1978172"/>
              <a:gd name="connsiteX138-7271" fmla="*/ 5806984 w 10768629"/>
              <a:gd name="connsiteY138-7272" fmla="*/ 1661075 h 1978172"/>
              <a:gd name="connsiteX139-7273" fmla="*/ 5742351 w 10768629"/>
              <a:gd name="connsiteY139-7274" fmla="*/ 1667489 h 1978172"/>
              <a:gd name="connsiteX140-7275" fmla="*/ 5521171 w 10768629"/>
              <a:gd name="connsiteY140-7276" fmla="*/ 1671626 h 1978172"/>
              <a:gd name="connsiteX141-7277" fmla="*/ 5457384 w 10768629"/>
              <a:gd name="connsiteY141-7278" fmla="*/ 1683952 h 1978172"/>
              <a:gd name="connsiteX142-7279" fmla="*/ 4950070 w 10768629"/>
              <a:gd name="connsiteY142-7280" fmla="*/ 1748401 h 1978172"/>
              <a:gd name="connsiteX143-7281" fmla="*/ 4872172 w 10768629"/>
              <a:gd name="connsiteY143-7282" fmla="*/ 1757222 h 1978172"/>
              <a:gd name="connsiteX144-7283" fmla="*/ 4809524 w 10768629"/>
              <a:gd name="connsiteY144-7284" fmla="*/ 1761033 h 1978172"/>
              <a:gd name="connsiteX145-7285" fmla="*/ 4759058 w 10768629"/>
              <a:gd name="connsiteY145-7286" fmla="*/ 1766533 h 1978172"/>
              <a:gd name="connsiteX146-7287" fmla="*/ 4719749 w 10768629"/>
              <a:gd name="connsiteY146-7288" fmla="*/ 1771811 h 1978172"/>
              <a:gd name="connsiteX147-7289" fmla="*/ 4568686 w 10768629"/>
              <a:gd name="connsiteY147-7290" fmla="*/ 1786141 h 1978172"/>
              <a:gd name="connsiteX148-7291" fmla="*/ 4418751 w 10768629"/>
              <a:gd name="connsiteY148-7292" fmla="*/ 1796932 h 1978172"/>
              <a:gd name="connsiteX149-7293" fmla="*/ 4378377 w 10768629"/>
              <a:gd name="connsiteY149-7294" fmla="*/ 1815528 h 1978172"/>
              <a:gd name="connsiteX150-7295" fmla="*/ 4320575 w 10768629"/>
              <a:gd name="connsiteY150-7296" fmla="*/ 1832722 h 1978172"/>
              <a:gd name="connsiteX151-7297" fmla="*/ 4220200 w 10768629"/>
              <a:gd name="connsiteY151-7298" fmla="*/ 1873173 h 1978172"/>
              <a:gd name="connsiteX152-7299" fmla="*/ 4105361 w 10768629"/>
              <a:gd name="connsiteY152-7300" fmla="*/ 1894711 h 1978172"/>
              <a:gd name="connsiteX153-7301" fmla="*/ 3973223 w 10768629"/>
              <a:gd name="connsiteY153-7302" fmla="*/ 1881015 h 1978172"/>
              <a:gd name="connsiteX154-7303" fmla="*/ 3900992 w 10768629"/>
              <a:gd name="connsiteY154-7304" fmla="*/ 1880603 h 1978172"/>
              <a:gd name="connsiteX155-7305" fmla="*/ 3662119 w 10768629"/>
              <a:gd name="connsiteY155-7306" fmla="*/ 1889285 h 1978172"/>
              <a:gd name="connsiteX156-7307" fmla="*/ 3496919 w 10768629"/>
              <a:gd name="connsiteY156-7308" fmla="*/ 1873180 h 1978172"/>
              <a:gd name="connsiteX157-7309" fmla="*/ 3449433 w 10768629"/>
              <a:gd name="connsiteY157-7310" fmla="*/ 1889681 h 1978172"/>
              <a:gd name="connsiteX158-7311" fmla="*/ 3369766 w 10768629"/>
              <a:gd name="connsiteY158-7312" fmla="*/ 1916653 h 1978172"/>
              <a:gd name="connsiteX159-7313" fmla="*/ 3269672 w 10768629"/>
              <a:gd name="connsiteY159-7314" fmla="*/ 1938036 h 1978172"/>
              <a:gd name="connsiteX160-7315" fmla="*/ 3224897 w 10768629"/>
              <a:gd name="connsiteY160-7316" fmla="*/ 1943733 h 1978172"/>
              <a:gd name="connsiteX161-7317" fmla="*/ 3161463 w 10768629"/>
              <a:gd name="connsiteY161-7318" fmla="*/ 1946591 h 1978172"/>
              <a:gd name="connsiteX162-7319" fmla="*/ 3112044 w 10768629"/>
              <a:gd name="connsiteY162-7320" fmla="*/ 1935614 h 1978172"/>
              <a:gd name="connsiteX163-7321" fmla="*/ 3069716 w 10768629"/>
              <a:gd name="connsiteY163-7322" fmla="*/ 1930463 h 1978172"/>
              <a:gd name="connsiteX164-7323" fmla="*/ 3005773 w 10768629"/>
              <a:gd name="connsiteY164-7324" fmla="*/ 1915878 h 1978172"/>
              <a:gd name="connsiteX165-7325" fmla="*/ 2897201 w 10768629"/>
              <a:gd name="connsiteY165-7326" fmla="*/ 1926772 h 1978172"/>
              <a:gd name="connsiteX166-7327" fmla="*/ 2783891 w 10768629"/>
              <a:gd name="connsiteY166-7328" fmla="*/ 1931749 h 1978172"/>
              <a:gd name="connsiteX167-7329" fmla="*/ 2712447 w 10768629"/>
              <a:gd name="connsiteY167-7330" fmla="*/ 1933044 h 1978172"/>
              <a:gd name="connsiteX168-7331" fmla="*/ 2560151 w 10768629"/>
              <a:gd name="connsiteY168-7332" fmla="*/ 1963609 h 1978172"/>
              <a:gd name="connsiteX169-7333" fmla="*/ 2367221 w 10768629"/>
              <a:gd name="connsiteY169-7334" fmla="*/ 1971884 h 1978172"/>
              <a:gd name="connsiteX170-7335" fmla="*/ 2272130 w 10768629"/>
              <a:gd name="connsiteY170-7336" fmla="*/ 1961162 h 1978172"/>
              <a:gd name="connsiteX171-7337" fmla="*/ 2189404 w 10768629"/>
              <a:gd name="connsiteY171-7338" fmla="*/ 1978172 h 1978172"/>
              <a:gd name="connsiteX172-7339" fmla="*/ 2077704 w 10768629"/>
              <a:gd name="connsiteY172-7340" fmla="*/ 1965002 h 1978172"/>
              <a:gd name="connsiteX173-7341" fmla="*/ 2033299 w 10768629"/>
              <a:gd name="connsiteY173-7342" fmla="*/ 1969042 h 1978172"/>
              <a:gd name="connsiteX174-7343" fmla="*/ 1967996 w 10768629"/>
              <a:gd name="connsiteY174-7344" fmla="*/ 1953187 h 1978172"/>
              <a:gd name="connsiteX175-7345" fmla="*/ 1855805 w 10768629"/>
              <a:gd name="connsiteY175-7346" fmla="*/ 1926082 h 1978172"/>
              <a:gd name="connsiteX176-7347" fmla="*/ 1790957 w 10768629"/>
              <a:gd name="connsiteY176-7348" fmla="*/ 1919460 h 1978172"/>
              <a:gd name="connsiteX177-7349" fmla="*/ 1613978 w 10768629"/>
              <a:gd name="connsiteY177-7350" fmla="*/ 1891581 h 1978172"/>
              <a:gd name="connsiteX178-7351" fmla="*/ 1436831 w 10768629"/>
              <a:gd name="connsiteY178-7352" fmla="*/ 1856201 h 1978172"/>
              <a:gd name="connsiteX179-7353" fmla="*/ 1357365 w 10768629"/>
              <a:gd name="connsiteY179-7354" fmla="*/ 1832140 h 1978172"/>
              <a:gd name="connsiteX180-7355" fmla="*/ 1232341 w 10768629"/>
              <a:gd name="connsiteY180-7356" fmla="*/ 1785942 h 1978172"/>
              <a:gd name="connsiteX181-7357" fmla="*/ 1162595 w 10768629"/>
              <a:gd name="connsiteY181-7358" fmla="*/ 1758337 h 1978172"/>
              <a:gd name="connsiteX182-7359" fmla="*/ 1128523 w 10768629"/>
              <a:gd name="connsiteY182-7360" fmla="*/ 1763621 h 1978172"/>
              <a:gd name="connsiteX183-7361" fmla="*/ 991903 w 10768629"/>
              <a:gd name="connsiteY183-7362" fmla="*/ 1786741 h 1978172"/>
              <a:gd name="connsiteX184-7363" fmla="*/ 883960 w 10768629"/>
              <a:gd name="connsiteY184-7364" fmla="*/ 1822386 h 1978172"/>
              <a:gd name="connsiteX185-7365" fmla="*/ 766531 w 10768629"/>
              <a:gd name="connsiteY185-7366" fmla="*/ 1805053 h 1978172"/>
              <a:gd name="connsiteX186-7367" fmla="*/ 669779 w 10768629"/>
              <a:gd name="connsiteY186-7368" fmla="*/ 1800537 h 1978172"/>
              <a:gd name="connsiteX187-7369" fmla="*/ 523898 w 10768629"/>
              <a:gd name="connsiteY187-7370" fmla="*/ 1811085 h 1978172"/>
              <a:gd name="connsiteX188-7371" fmla="*/ 360251 w 10768629"/>
              <a:gd name="connsiteY188-7372" fmla="*/ 1830735 h 1978172"/>
              <a:gd name="connsiteX189-7373" fmla="*/ 255207 w 10768629"/>
              <a:gd name="connsiteY189-7374" fmla="*/ 1818275 h 1978172"/>
              <a:gd name="connsiteX190-7375" fmla="*/ 101803 w 10768629"/>
              <a:gd name="connsiteY190-7376" fmla="*/ 1870647 h 1978172"/>
              <a:gd name="connsiteX191-7377" fmla="*/ 25397 w 10768629"/>
              <a:gd name="connsiteY191-7378" fmla="*/ 1888443 h 1978172"/>
              <a:gd name="connsiteX192-7379" fmla="*/ 2370 w 10768629"/>
              <a:gd name="connsiteY192-7380" fmla="*/ 1878311 h 1978172"/>
              <a:gd name="connsiteX193-7381" fmla="*/ 0 w 10768629"/>
              <a:gd name="connsiteY193-7382" fmla="*/ 1878785 h 1978172"/>
              <a:gd name="connsiteX194-7383" fmla="*/ 0 w 10768629"/>
              <a:gd name="connsiteY194-7384" fmla="*/ 0 h 1978172"/>
              <a:gd name="connsiteX0-7385" fmla="*/ 0 w 10768629"/>
              <a:gd name="connsiteY0-7386" fmla="*/ 0 h 1978172"/>
              <a:gd name="connsiteX1-7387" fmla="*/ 10768629 w 10768629"/>
              <a:gd name="connsiteY1-7388" fmla="*/ 0 h 1978172"/>
              <a:gd name="connsiteX2-7389" fmla="*/ 10733254 w 10768629"/>
              <a:gd name="connsiteY2-7390" fmla="*/ 31439 h 1978172"/>
              <a:gd name="connsiteX3-7391" fmla="*/ 10727085 w 10768629"/>
              <a:gd name="connsiteY3-7392" fmla="*/ 37910 h 1978172"/>
              <a:gd name="connsiteX4-7393" fmla="*/ 10675953 w 10768629"/>
              <a:gd name="connsiteY4-7394" fmla="*/ 68623 h 1978172"/>
              <a:gd name="connsiteX5-7395" fmla="*/ 10637091 w 10768629"/>
              <a:gd name="connsiteY5-7396" fmla="*/ 90361 h 1978172"/>
              <a:gd name="connsiteX6-7397" fmla="*/ 10610971 w 10768629"/>
              <a:gd name="connsiteY6-7398" fmla="*/ 110764 h 1978172"/>
              <a:gd name="connsiteX7-7399" fmla="*/ 10532872 w 10768629"/>
              <a:gd name="connsiteY7-7400" fmla="*/ 138028 h 1978172"/>
              <a:gd name="connsiteX8-7401" fmla="*/ 10398558 w 10768629"/>
              <a:gd name="connsiteY8-7402" fmla="*/ 172911 h 1978172"/>
              <a:gd name="connsiteX9-7403" fmla="*/ 10371128 w 10768629"/>
              <a:gd name="connsiteY9-7404" fmla="*/ 182609 h 1978172"/>
              <a:gd name="connsiteX10-7405" fmla="*/ 10352178 w 10768629"/>
              <a:gd name="connsiteY10-7406" fmla="*/ 199976 h 1978172"/>
              <a:gd name="connsiteX11-7407" fmla="*/ 10351815 w 10768629"/>
              <a:gd name="connsiteY11-7408" fmla="*/ 211879 h 1978172"/>
              <a:gd name="connsiteX12-7409" fmla="*/ 10337471 w 10768629"/>
              <a:gd name="connsiteY12-7410" fmla="*/ 218661 h 1978172"/>
              <a:gd name="connsiteX13-7411" fmla="*/ 10334625 w 10768629"/>
              <a:gd name="connsiteY13-7412" fmla="*/ 222351 h 1978172"/>
              <a:gd name="connsiteX14-7413" fmla="*/ 10256365 w 10768629"/>
              <a:gd name="connsiteY14-7414" fmla="*/ 235917 h 1978172"/>
              <a:gd name="connsiteX15-7415" fmla="*/ 10201127 w 10768629"/>
              <a:gd name="connsiteY15-7416" fmla="*/ 267448 h 1978172"/>
              <a:gd name="connsiteX16-7417" fmla="*/ 9961218 w 10768629"/>
              <a:gd name="connsiteY16-7418" fmla="*/ 326720 h 1978172"/>
              <a:gd name="connsiteX17-7419" fmla="*/ 9859715 w 10768629"/>
              <a:gd name="connsiteY17-7420" fmla="*/ 355698 h 1978172"/>
              <a:gd name="connsiteX18-7421" fmla="*/ 9679867 w 10768629"/>
              <a:gd name="connsiteY18-7422" fmla="*/ 399081 h 1978172"/>
              <a:gd name="connsiteX19-7423" fmla="*/ 9490654 w 10768629"/>
              <a:gd name="connsiteY19-7424" fmla="*/ 455225 h 1978172"/>
              <a:gd name="connsiteX20-7425" fmla="*/ 9470837 w 10768629"/>
              <a:gd name="connsiteY20-7426" fmla="*/ 452539 h 1978172"/>
              <a:gd name="connsiteX21-7427" fmla="*/ 9469082 w 10768629"/>
              <a:gd name="connsiteY21-7428" fmla="*/ 454891 h 1978172"/>
              <a:gd name="connsiteX22-7429" fmla="*/ 9448038 w 10768629"/>
              <a:gd name="connsiteY22-7430" fmla="*/ 459733 h 1978172"/>
              <a:gd name="connsiteX23-7431" fmla="*/ 9396821 w 10768629"/>
              <a:gd name="connsiteY23-7432" fmla="*/ 455795 h 1978172"/>
              <a:gd name="connsiteX24-7433" fmla="*/ 9392197 w 10768629"/>
              <a:gd name="connsiteY24-7434" fmla="*/ 459796 h 1978172"/>
              <a:gd name="connsiteX25-7435" fmla="*/ 9347994 w 10768629"/>
              <a:gd name="connsiteY25-7436" fmla="*/ 464462 h 1978172"/>
              <a:gd name="connsiteX26-7437" fmla="*/ 9347889 w 10768629"/>
              <a:gd name="connsiteY26-7438" fmla="*/ 466539 h 1978172"/>
              <a:gd name="connsiteX27-7439" fmla="*/ 9337639 w 10768629"/>
              <a:gd name="connsiteY27-7440" fmla="*/ 476654 h 1978172"/>
              <a:gd name="connsiteX28-7441" fmla="*/ 9316893 w 10768629"/>
              <a:gd name="connsiteY28-7442" fmla="*/ 491390 h 1978172"/>
              <a:gd name="connsiteX29-7443" fmla="*/ 9229283 w 10768629"/>
              <a:gd name="connsiteY29-7444" fmla="*/ 555377 h 1978172"/>
              <a:gd name="connsiteX30-7445" fmla="*/ 9220274 w 10768629"/>
              <a:gd name="connsiteY30-7446" fmla="*/ 557502 h 1978172"/>
              <a:gd name="connsiteX31-7447" fmla="*/ 9220202 w 10768629"/>
              <a:gd name="connsiteY31-7448" fmla="*/ 558001 h 1978172"/>
              <a:gd name="connsiteX32-7449" fmla="*/ 9210908 w 10768629"/>
              <a:gd name="connsiteY32-7450" fmla="*/ 561147 h 1978172"/>
              <a:gd name="connsiteX33-7451" fmla="*/ 9186374 w 10768629"/>
              <a:gd name="connsiteY33-7452" fmla="*/ 565502 h 1978172"/>
              <a:gd name="connsiteX34-7453" fmla="*/ 9181058 w 10768629"/>
              <a:gd name="connsiteY34-7454" fmla="*/ 569943 h 1978172"/>
              <a:gd name="connsiteX35-7455" fmla="*/ 9179948 w 10768629"/>
              <a:gd name="connsiteY35-7456" fmla="*/ 576062 h 1978172"/>
              <a:gd name="connsiteX36-7457" fmla="*/ 9149110 w 10768629"/>
              <a:gd name="connsiteY36-7458" fmla="*/ 598906 h 1978172"/>
              <a:gd name="connsiteX37-7459" fmla="*/ 9078556 w 10768629"/>
              <a:gd name="connsiteY37-7460" fmla="*/ 644039 h 1978172"/>
              <a:gd name="connsiteX38-7461" fmla="*/ 8996399 w 10768629"/>
              <a:gd name="connsiteY38-7462" fmla="*/ 690055 h 1978172"/>
              <a:gd name="connsiteX39-7463" fmla="*/ 8803791 w 10768629"/>
              <a:gd name="connsiteY39-7464" fmla="*/ 813860 h 1978172"/>
              <a:gd name="connsiteX40-7465" fmla="*/ 8636202 w 10768629"/>
              <a:gd name="connsiteY40-7466" fmla="*/ 848463 h 1978172"/>
              <a:gd name="connsiteX41-7467" fmla="*/ 8555372 w 10768629"/>
              <a:gd name="connsiteY41-7468" fmla="*/ 883171 h 1978172"/>
              <a:gd name="connsiteX42-7469" fmla="*/ 8507229 w 10768629"/>
              <a:gd name="connsiteY42-7470" fmla="*/ 901665 h 1978172"/>
              <a:gd name="connsiteX43-7471" fmla="*/ 8428473 w 10768629"/>
              <a:gd name="connsiteY43-7472" fmla="*/ 927985 h 1978172"/>
              <a:gd name="connsiteX44-7473" fmla="*/ 8427914 w 10768629"/>
              <a:gd name="connsiteY44-7474" fmla="*/ 933480 h 1978172"/>
              <a:gd name="connsiteX45-7475" fmla="*/ 8420327 w 10768629"/>
              <a:gd name="connsiteY45-7476" fmla="*/ 941984 h 1978172"/>
              <a:gd name="connsiteX46-7477" fmla="*/ 8407128 w 10768629"/>
              <a:gd name="connsiteY46-7478" fmla="*/ 961344 h 1978172"/>
              <a:gd name="connsiteX47-7479" fmla="*/ 8380548 w 10768629"/>
              <a:gd name="connsiteY47-7480" fmla="*/ 987916 h 1978172"/>
              <a:gd name="connsiteX48-7481" fmla="*/ 8379462 w 10768629"/>
              <a:gd name="connsiteY48-7482" fmla="*/ 987106 h 1978172"/>
              <a:gd name="connsiteX49-7483" fmla="*/ 8369725 w 10768629"/>
              <a:gd name="connsiteY49-7484" fmla="*/ 989186 h 1978172"/>
              <a:gd name="connsiteX50-7485" fmla="*/ 8304438 w 10768629"/>
              <a:gd name="connsiteY50-7486" fmla="*/ 996739 h 1978172"/>
              <a:gd name="connsiteX51-7487" fmla="*/ 8280929 w 10768629"/>
              <a:gd name="connsiteY51-7488" fmla="*/ 1023089 h 1978172"/>
              <a:gd name="connsiteX52-7489" fmla="*/ 8275760 w 10768629"/>
              <a:gd name="connsiteY52-7490" fmla="*/ 1027772 h 1978172"/>
              <a:gd name="connsiteX53-7491" fmla="*/ 8275478 w 10768629"/>
              <a:gd name="connsiteY53-7492" fmla="*/ 1027605 h 1978172"/>
              <a:gd name="connsiteX54-7493" fmla="*/ 8269666 w 10768629"/>
              <a:gd name="connsiteY54-7494" fmla="*/ 1032033 h 1978172"/>
              <a:gd name="connsiteX55-7495" fmla="*/ 8203836 w 10768629"/>
              <a:gd name="connsiteY55-7496" fmla="*/ 1037347 h 1978172"/>
              <a:gd name="connsiteX56-7497" fmla="*/ 8122936 w 10768629"/>
              <a:gd name="connsiteY56-7498" fmla="*/ 1063113 h 1978172"/>
              <a:gd name="connsiteX57-7499" fmla="*/ 8043658 w 10768629"/>
              <a:gd name="connsiteY57-7500" fmla="*/ 1092746 h 1978172"/>
              <a:gd name="connsiteX58-7501" fmla="*/ 8015351 w 10768629"/>
              <a:gd name="connsiteY58-7502" fmla="*/ 1105478 h 1978172"/>
              <a:gd name="connsiteX59-7503" fmla="*/ 7963145 w 10768629"/>
              <a:gd name="connsiteY59-7504" fmla="*/ 1119346 h 1978172"/>
              <a:gd name="connsiteX60-7505" fmla="*/ 7938145 w 10768629"/>
              <a:gd name="connsiteY60-7506" fmla="*/ 1120225 h 1978172"/>
              <a:gd name="connsiteX61-7507" fmla="*/ 7937238 w 10768629"/>
              <a:gd name="connsiteY61-7508" fmla="*/ 1121204 h 1978172"/>
              <a:gd name="connsiteX62-7509" fmla="*/ 7934398 w 10768629"/>
              <a:gd name="connsiteY62-7510" fmla="*/ 1118240 h 1978172"/>
              <a:gd name="connsiteX63-7511" fmla="*/ 7918248 w 10768629"/>
              <a:gd name="connsiteY63-7512" fmla="*/ 1124371 h 1978172"/>
              <a:gd name="connsiteX64-7513" fmla="*/ 7914119 w 10768629"/>
              <a:gd name="connsiteY64-7514" fmla="*/ 1127653 h 1978172"/>
              <a:gd name="connsiteX65-7515" fmla="*/ 7907658 w 10768629"/>
              <a:gd name="connsiteY65-7516" fmla="*/ 1130350 h 1978172"/>
              <a:gd name="connsiteX66-7517" fmla="*/ 7907434 w 10768629"/>
              <a:gd name="connsiteY66-7518" fmla="*/ 1130103 h 1978172"/>
              <a:gd name="connsiteX67-7519" fmla="*/ 7901508 w 10768629"/>
              <a:gd name="connsiteY67-7520" fmla="*/ 1133245 h 1978172"/>
              <a:gd name="connsiteX68-7521" fmla="*/ 7873287 w 10768629"/>
              <a:gd name="connsiteY68-7522" fmla="*/ 1152609 h 1978172"/>
              <a:gd name="connsiteX69-7523" fmla="*/ 7834833 w 10768629"/>
              <a:gd name="connsiteY69-7524" fmla="*/ 1153868 h 1978172"/>
              <a:gd name="connsiteX70-7525" fmla="*/ 7828661 w 10768629"/>
              <a:gd name="connsiteY70-7526" fmla="*/ 1139994 h 1978172"/>
              <a:gd name="connsiteX71-7527" fmla="*/ 7823966 w 10768629"/>
              <a:gd name="connsiteY71-7528" fmla="*/ 1143178 h 1978172"/>
              <a:gd name="connsiteX72-7529" fmla="*/ 7815078 w 10768629"/>
              <a:gd name="connsiteY72-7530" fmla="*/ 1151776 h 1978172"/>
              <a:gd name="connsiteX73-7531" fmla="*/ 7812026 w 10768629"/>
              <a:gd name="connsiteY73-7532" fmla="*/ 1151522 h 1978172"/>
              <a:gd name="connsiteX74-7533" fmla="*/ 7782249 w 10768629"/>
              <a:gd name="connsiteY74-7534" fmla="*/ 1160970 h 1978172"/>
              <a:gd name="connsiteX75-7535" fmla="*/ 7773476 w 10768629"/>
              <a:gd name="connsiteY75-7536" fmla="*/ 1157414 h 1978172"/>
              <a:gd name="connsiteX76-7537" fmla="*/ 7769600 w 10768629"/>
              <a:gd name="connsiteY76-7538" fmla="*/ 1157365 h 1978172"/>
              <a:gd name="connsiteX77-7539" fmla="*/ 7752631 w 10768629"/>
              <a:gd name="connsiteY77-7540" fmla="*/ 1172815 h 1978172"/>
              <a:gd name="connsiteX78-7541" fmla="*/ 7743525 w 10768629"/>
              <a:gd name="connsiteY78-7542" fmla="*/ 1179064 h 1978172"/>
              <a:gd name="connsiteX79-7543" fmla="*/ 7685942 w 10768629"/>
              <a:gd name="connsiteY79-7544" fmla="*/ 1233723 h 1978172"/>
              <a:gd name="connsiteX80-7545" fmla="*/ 7586920 w 10768629"/>
              <a:gd name="connsiteY80-7546" fmla="*/ 1261888 h 1978172"/>
              <a:gd name="connsiteX81-7547" fmla="*/ 7486100 w 10768629"/>
              <a:gd name="connsiteY81-7548" fmla="*/ 1292563 h 1978172"/>
              <a:gd name="connsiteX82-7549" fmla="*/ 7407190 w 10768629"/>
              <a:gd name="connsiteY82-7550" fmla="*/ 1314737 h 1978172"/>
              <a:gd name="connsiteX83-7551" fmla="*/ 7240698 w 10768629"/>
              <a:gd name="connsiteY83-7552" fmla="*/ 1438832 h 1978172"/>
              <a:gd name="connsiteX84-7553" fmla="*/ 7197675 w 10768629"/>
              <a:gd name="connsiteY84-7554" fmla="*/ 1447530 h 1978172"/>
              <a:gd name="connsiteX85-7555" fmla="*/ 7164788 w 10768629"/>
              <a:gd name="connsiteY85-7556" fmla="*/ 1480293 h 1978172"/>
              <a:gd name="connsiteX86-7557" fmla="*/ 7147929 w 10768629"/>
              <a:gd name="connsiteY86-7558" fmla="*/ 1477641 h 1978172"/>
              <a:gd name="connsiteX87-7559" fmla="*/ 7144965 w 10768629"/>
              <a:gd name="connsiteY87-7560" fmla="*/ 1476908 h 1978172"/>
              <a:gd name="connsiteX88-7561" fmla="*/ 7134299 w 10768629"/>
              <a:gd name="connsiteY88-7562" fmla="*/ 1479969 h 1978172"/>
              <a:gd name="connsiteX89-7563" fmla="*/ 7129809 w 10768629"/>
              <a:gd name="connsiteY89-7564" fmla="*/ 1473339 h 1978172"/>
              <a:gd name="connsiteX90-7565" fmla="*/ 7112688 w 10768629"/>
              <a:gd name="connsiteY90-7566" fmla="*/ 1472575 h 1978172"/>
              <a:gd name="connsiteX91-7567" fmla="*/ 7093470 w 10768629"/>
              <a:gd name="connsiteY91-7568" fmla="*/ 1480300 h 1978172"/>
              <a:gd name="connsiteX92-7569" fmla="*/ 7025034 w 10768629"/>
              <a:gd name="connsiteY92-7570" fmla="*/ 1506934 h 1978172"/>
              <a:gd name="connsiteX93-7571" fmla="*/ 7014783 w 10768629"/>
              <a:gd name="connsiteY93-7572" fmla="*/ 1515868 h 1978172"/>
              <a:gd name="connsiteX94-7573" fmla="*/ 6979706 w 10768629"/>
              <a:gd name="connsiteY94-7574" fmla="*/ 1523511 h 1978172"/>
              <a:gd name="connsiteX95-7575" fmla="*/ 6977890 w 10768629"/>
              <a:gd name="connsiteY95-7576" fmla="*/ 1525793 h 1978172"/>
              <a:gd name="connsiteX96-7577" fmla="*/ 6944339 w 10768629"/>
              <a:gd name="connsiteY96-7578" fmla="*/ 1536237 h 1978172"/>
              <a:gd name="connsiteX97-7579" fmla="*/ 6886996 w 10768629"/>
              <a:gd name="connsiteY97-7580" fmla="*/ 1563569 h 1978172"/>
              <a:gd name="connsiteX98-7581" fmla="*/ 6874510 w 10768629"/>
              <a:gd name="connsiteY98-7582" fmla="*/ 1558469 h 1978172"/>
              <a:gd name="connsiteX99-7583" fmla="*/ 6871943 w 10768629"/>
              <a:gd name="connsiteY99-7584" fmla="*/ 1554651 h 1978172"/>
              <a:gd name="connsiteX100-7585" fmla="*/ 6856174 w 10768629"/>
              <a:gd name="connsiteY100-7586" fmla="*/ 1562024 h 1978172"/>
              <a:gd name="connsiteX101-7587" fmla="*/ 6842321 w 10768629"/>
              <a:gd name="connsiteY101-7588" fmla="*/ 1560554 h 1978172"/>
              <a:gd name="connsiteX102-7589" fmla="*/ 6832713 w 10768629"/>
              <a:gd name="connsiteY102-7590" fmla="*/ 1569357 h 1978172"/>
              <a:gd name="connsiteX103-7591" fmla="*/ 6816351 w 10768629"/>
              <a:gd name="connsiteY103-7592" fmla="*/ 1571495 h 1978172"/>
              <a:gd name="connsiteX104-7593" fmla="*/ 6795800 w 10768629"/>
              <a:gd name="connsiteY104-7594" fmla="*/ 1572010 h 1978172"/>
              <a:gd name="connsiteX105-7595" fmla="*/ 6777546 w 10768629"/>
              <a:gd name="connsiteY105-7596" fmla="*/ 1568661 h 1978172"/>
              <a:gd name="connsiteX106-7597" fmla="*/ 6751528 w 10768629"/>
              <a:gd name="connsiteY106-7598" fmla="*/ 1574143 h 1978172"/>
              <a:gd name="connsiteX107-7599" fmla="*/ 6691966 w 10768629"/>
              <a:gd name="connsiteY107-7600" fmla="*/ 1582255 h 1978172"/>
              <a:gd name="connsiteX108-7601" fmla="*/ 6646941 w 10768629"/>
              <a:gd name="connsiteY108-7602" fmla="*/ 1588471 h 1978172"/>
              <a:gd name="connsiteX109-7603" fmla="*/ 6568576 w 10768629"/>
              <a:gd name="connsiteY109-7604" fmla="*/ 1606488 h 1978172"/>
              <a:gd name="connsiteX110-7605" fmla="*/ 6554358 w 10768629"/>
              <a:gd name="connsiteY110-7606" fmla="*/ 1621701 h 1978172"/>
              <a:gd name="connsiteX111-7607" fmla="*/ 6516968 w 10768629"/>
              <a:gd name="connsiteY111-7608" fmla="*/ 1617195 h 1978172"/>
              <a:gd name="connsiteX112-7609" fmla="*/ 6506479 w 10768629"/>
              <a:gd name="connsiteY112-7610" fmla="*/ 1602227 h 1978172"/>
              <a:gd name="connsiteX113-7611" fmla="*/ 6458436 w 10768629"/>
              <a:gd name="connsiteY113-7612" fmla="*/ 1607332 h 1978172"/>
              <a:gd name="connsiteX114-7613" fmla="*/ 6414786 w 10768629"/>
              <a:gd name="connsiteY114-7614" fmla="*/ 1628815 h 1978172"/>
              <a:gd name="connsiteX115-7615" fmla="*/ 6357085 w 10768629"/>
              <a:gd name="connsiteY115-7616" fmla="*/ 1640846 h 1978172"/>
              <a:gd name="connsiteX116-7617" fmla="*/ 6322636 w 10768629"/>
              <a:gd name="connsiteY116-7618" fmla="*/ 1648213 h 1978172"/>
              <a:gd name="connsiteX117-7619" fmla="*/ 6226172 w 10768629"/>
              <a:gd name="connsiteY117-7620" fmla="*/ 1654676 h 1978172"/>
              <a:gd name="connsiteX118-7621" fmla="*/ 6221217 w 10768629"/>
              <a:gd name="connsiteY118-7622" fmla="*/ 1654506 h 1978172"/>
              <a:gd name="connsiteX119-7623" fmla="*/ 6204956 w 10768629"/>
              <a:gd name="connsiteY119-7624" fmla="*/ 1664280 h 1978172"/>
              <a:gd name="connsiteX120-7625" fmla="*/ 6204270 w 10768629"/>
              <a:gd name="connsiteY120-7626" fmla="*/ 1666782 h 1978172"/>
              <a:gd name="connsiteX121-7627" fmla="*/ 6143810 w 10768629"/>
              <a:gd name="connsiteY121-7628" fmla="*/ 1661963 h 1978172"/>
              <a:gd name="connsiteX122-7629" fmla="*/ 6136560 w 10768629"/>
              <a:gd name="connsiteY122-7630" fmla="*/ 1665728 h 1978172"/>
              <a:gd name="connsiteX123-7631" fmla="*/ 6096155 w 10768629"/>
              <a:gd name="connsiteY123-7632" fmla="*/ 1656951 h 1978172"/>
              <a:gd name="connsiteX124-7633" fmla="*/ 6075812 w 10768629"/>
              <a:gd name="connsiteY124-7634" fmla="*/ 1655422 h 1978172"/>
              <a:gd name="connsiteX125-7635" fmla="*/ 6039495 w 10768629"/>
              <a:gd name="connsiteY125-7636" fmla="*/ 1649680 h 1978172"/>
              <a:gd name="connsiteX126-7637" fmla="*/ 6036523 w 10768629"/>
              <a:gd name="connsiteY126-7638" fmla="*/ 1652121 h 1978172"/>
              <a:gd name="connsiteX127-7639" fmla="*/ 6029328 w 10768629"/>
              <a:gd name="connsiteY127-7640" fmla="*/ 1649904 h 1978172"/>
              <a:gd name="connsiteX128-7641" fmla="*/ 6024075 w 10768629"/>
              <a:gd name="connsiteY128-7642" fmla="*/ 1652779 h 1978172"/>
              <a:gd name="connsiteX129-7643" fmla="*/ 6018085 w 10768629"/>
              <a:gd name="connsiteY129-7644" fmla="*/ 1652030 h 1978172"/>
              <a:gd name="connsiteX130-7645" fmla="*/ 5955513 w 10768629"/>
              <a:gd name="connsiteY130-7646" fmla="*/ 1663584 h 1978172"/>
              <a:gd name="connsiteX131-7647" fmla="*/ 5941996 w 10768629"/>
              <a:gd name="connsiteY131-7648" fmla="*/ 1661326 h 1978172"/>
              <a:gd name="connsiteX132-7649" fmla="*/ 5931789 w 10768629"/>
              <a:gd name="connsiteY132-7650" fmla="*/ 1669915 h 1978172"/>
              <a:gd name="connsiteX133-7651" fmla="*/ 5888686 w 10768629"/>
              <a:gd name="connsiteY133-7652" fmla="*/ 1672175 h 1978172"/>
              <a:gd name="connsiteX134-7653" fmla="*/ 5873794 w 10768629"/>
              <a:gd name="connsiteY134-7654" fmla="*/ 1665454 h 1978172"/>
              <a:gd name="connsiteX135-7655" fmla="*/ 5860022 w 10768629"/>
              <a:gd name="connsiteY135-7656" fmla="*/ 1660635 h 1978172"/>
              <a:gd name="connsiteX136-7657" fmla="*/ 5858237 w 10768629"/>
              <a:gd name="connsiteY136-7658" fmla="*/ 1660649 h 1978172"/>
              <a:gd name="connsiteX137-7659" fmla="*/ 5840319 w 10768629"/>
              <a:gd name="connsiteY137-7660" fmla="*/ 1660798 h 1978172"/>
              <a:gd name="connsiteX138-7661" fmla="*/ 5806984 w 10768629"/>
              <a:gd name="connsiteY138-7662" fmla="*/ 1661075 h 1978172"/>
              <a:gd name="connsiteX139-7663" fmla="*/ 5742351 w 10768629"/>
              <a:gd name="connsiteY139-7664" fmla="*/ 1667489 h 1978172"/>
              <a:gd name="connsiteX140-7665" fmla="*/ 5521171 w 10768629"/>
              <a:gd name="connsiteY140-7666" fmla="*/ 1671626 h 1978172"/>
              <a:gd name="connsiteX141-7667" fmla="*/ 5457384 w 10768629"/>
              <a:gd name="connsiteY141-7668" fmla="*/ 1683952 h 1978172"/>
              <a:gd name="connsiteX142-7669" fmla="*/ 4950070 w 10768629"/>
              <a:gd name="connsiteY142-7670" fmla="*/ 1748401 h 1978172"/>
              <a:gd name="connsiteX143-7671" fmla="*/ 4872172 w 10768629"/>
              <a:gd name="connsiteY143-7672" fmla="*/ 1757222 h 1978172"/>
              <a:gd name="connsiteX144-7673" fmla="*/ 4809524 w 10768629"/>
              <a:gd name="connsiteY144-7674" fmla="*/ 1761033 h 1978172"/>
              <a:gd name="connsiteX145-7675" fmla="*/ 4759058 w 10768629"/>
              <a:gd name="connsiteY145-7676" fmla="*/ 1766533 h 1978172"/>
              <a:gd name="connsiteX146-7677" fmla="*/ 4719749 w 10768629"/>
              <a:gd name="connsiteY146-7678" fmla="*/ 1771811 h 1978172"/>
              <a:gd name="connsiteX147-7679" fmla="*/ 4568686 w 10768629"/>
              <a:gd name="connsiteY147-7680" fmla="*/ 1786141 h 1978172"/>
              <a:gd name="connsiteX148-7681" fmla="*/ 4418751 w 10768629"/>
              <a:gd name="connsiteY148-7682" fmla="*/ 1796932 h 1978172"/>
              <a:gd name="connsiteX149-7683" fmla="*/ 4378377 w 10768629"/>
              <a:gd name="connsiteY149-7684" fmla="*/ 1815528 h 1978172"/>
              <a:gd name="connsiteX150-7685" fmla="*/ 4320575 w 10768629"/>
              <a:gd name="connsiteY150-7686" fmla="*/ 1832722 h 1978172"/>
              <a:gd name="connsiteX151-7687" fmla="*/ 4220200 w 10768629"/>
              <a:gd name="connsiteY151-7688" fmla="*/ 1873173 h 1978172"/>
              <a:gd name="connsiteX152-7689" fmla="*/ 4105361 w 10768629"/>
              <a:gd name="connsiteY152-7690" fmla="*/ 1894711 h 1978172"/>
              <a:gd name="connsiteX153-7691" fmla="*/ 3973223 w 10768629"/>
              <a:gd name="connsiteY153-7692" fmla="*/ 1881015 h 1978172"/>
              <a:gd name="connsiteX154-7693" fmla="*/ 3900992 w 10768629"/>
              <a:gd name="connsiteY154-7694" fmla="*/ 1880603 h 1978172"/>
              <a:gd name="connsiteX155-7695" fmla="*/ 3662119 w 10768629"/>
              <a:gd name="connsiteY155-7696" fmla="*/ 1889285 h 1978172"/>
              <a:gd name="connsiteX156-7697" fmla="*/ 3496919 w 10768629"/>
              <a:gd name="connsiteY156-7698" fmla="*/ 1873180 h 1978172"/>
              <a:gd name="connsiteX157-7699" fmla="*/ 3449433 w 10768629"/>
              <a:gd name="connsiteY157-7700" fmla="*/ 1889681 h 1978172"/>
              <a:gd name="connsiteX158-7701" fmla="*/ 3369766 w 10768629"/>
              <a:gd name="connsiteY158-7702" fmla="*/ 1916653 h 1978172"/>
              <a:gd name="connsiteX159-7703" fmla="*/ 3269672 w 10768629"/>
              <a:gd name="connsiteY159-7704" fmla="*/ 1938036 h 1978172"/>
              <a:gd name="connsiteX160-7705" fmla="*/ 3224897 w 10768629"/>
              <a:gd name="connsiteY160-7706" fmla="*/ 1943733 h 1978172"/>
              <a:gd name="connsiteX161-7707" fmla="*/ 3161463 w 10768629"/>
              <a:gd name="connsiteY161-7708" fmla="*/ 1946591 h 1978172"/>
              <a:gd name="connsiteX162-7709" fmla="*/ 3112044 w 10768629"/>
              <a:gd name="connsiteY162-7710" fmla="*/ 1935614 h 1978172"/>
              <a:gd name="connsiteX163-7711" fmla="*/ 3069716 w 10768629"/>
              <a:gd name="connsiteY163-7712" fmla="*/ 1930463 h 1978172"/>
              <a:gd name="connsiteX164-7713" fmla="*/ 3005773 w 10768629"/>
              <a:gd name="connsiteY164-7714" fmla="*/ 1915878 h 1978172"/>
              <a:gd name="connsiteX165-7715" fmla="*/ 2897201 w 10768629"/>
              <a:gd name="connsiteY165-7716" fmla="*/ 1926772 h 1978172"/>
              <a:gd name="connsiteX166-7717" fmla="*/ 2783891 w 10768629"/>
              <a:gd name="connsiteY166-7718" fmla="*/ 1931749 h 1978172"/>
              <a:gd name="connsiteX167-7719" fmla="*/ 2712447 w 10768629"/>
              <a:gd name="connsiteY167-7720" fmla="*/ 1933044 h 1978172"/>
              <a:gd name="connsiteX168-7721" fmla="*/ 2560151 w 10768629"/>
              <a:gd name="connsiteY168-7722" fmla="*/ 1963609 h 1978172"/>
              <a:gd name="connsiteX169-7723" fmla="*/ 2367221 w 10768629"/>
              <a:gd name="connsiteY169-7724" fmla="*/ 1971884 h 1978172"/>
              <a:gd name="connsiteX170-7725" fmla="*/ 2272130 w 10768629"/>
              <a:gd name="connsiteY170-7726" fmla="*/ 1961162 h 1978172"/>
              <a:gd name="connsiteX171-7727" fmla="*/ 2189404 w 10768629"/>
              <a:gd name="connsiteY171-7728" fmla="*/ 1978172 h 1978172"/>
              <a:gd name="connsiteX172-7729" fmla="*/ 2077704 w 10768629"/>
              <a:gd name="connsiteY172-7730" fmla="*/ 1965002 h 1978172"/>
              <a:gd name="connsiteX173-7731" fmla="*/ 2033299 w 10768629"/>
              <a:gd name="connsiteY173-7732" fmla="*/ 1969042 h 1978172"/>
              <a:gd name="connsiteX174-7733" fmla="*/ 1967996 w 10768629"/>
              <a:gd name="connsiteY174-7734" fmla="*/ 1953187 h 1978172"/>
              <a:gd name="connsiteX175-7735" fmla="*/ 1855805 w 10768629"/>
              <a:gd name="connsiteY175-7736" fmla="*/ 1926082 h 1978172"/>
              <a:gd name="connsiteX176-7737" fmla="*/ 1790957 w 10768629"/>
              <a:gd name="connsiteY176-7738" fmla="*/ 1919460 h 1978172"/>
              <a:gd name="connsiteX177-7739" fmla="*/ 1613978 w 10768629"/>
              <a:gd name="connsiteY177-7740" fmla="*/ 1891581 h 1978172"/>
              <a:gd name="connsiteX178-7741" fmla="*/ 1436831 w 10768629"/>
              <a:gd name="connsiteY178-7742" fmla="*/ 1856201 h 1978172"/>
              <a:gd name="connsiteX179-7743" fmla="*/ 1357365 w 10768629"/>
              <a:gd name="connsiteY179-7744" fmla="*/ 1832140 h 1978172"/>
              <a:gd name="connsiteX180-7745" fmla="*/ 1232341 w 10768629"/>
              <a:gd name="connsiteY180-7746" fmla="*/ 1785942 h 1978172"/>
              <a:gd name="connsiteX181-7747" fmla="*/ 1162595 w 10768629"/>
              <a:gd name="connsiteY181-7748" fmla="*/ 1758337 h 1978172"/>
              <a:gd name="connsiteX182-7749" fmla="*/ 1128523 w 10768629"/>
              <a:gd name="connsiteY182-7750" fmla="*/ 1763621 h 1978172"/>
              <a:gd name="connsiteX183-7751" fmla="*/ 991903 w 10768629"/>
              <a:gd name="connsiteY183-7752" fmla="*/ 1786741 h 1978172"/>
              <a:gd name="connsiteX184-7753" fmla="*/ 883960 w 10768629"/>
              <a:gd name="connsiteY184-7754" fmla="*/ 1822386 h 1978172"/>
              <a:gd name="connsiteX185-7755" fmla="*/ 766531 w 10768629"/>
              <a:gd name="connsiteY185-7756" fmla="*/ 1805053 h 1978172"/>
              <a:gd name="connsiteX186-7757" fmla="*/ 669779 w 10768629"/>
              <a:gd name="connsiteY186-7758" fmla="*/ 1800537 h 1978172"/>
              <a:gd name="connsiteX187-7759" fmla="*/ 523898 w 10768629"/>
              <a:gd name="connsiteY187-7760" fmla="*/ 1811085 h 1978172"/>
              <a:gd name="connsiteX188-7761" fmla="*/ 360251 w 10768629"/>
              <a:gd name="connsiteY188-7762" fmla="*/ 1830735 h 1978172"/>
              <a:gd name="connsiteX189-7763" fmla="*/ 255207 w 10768629"/>
              <a:gd name="connsiteY189-7764" fmla="*/ 1818275 h 1978172"/>
              <a:gd name="connsiteX190-7765" fmla="*/ 101803 w 10768629"/>
              <a:gd name="connsiteY190-7766" fmla="*/ 1870647 h 1978172"/>
              <a:gd name="connsiteX191-7767" fmla="*/ 25397 w 10768629"/>
              <a:gd name="connsiteY191-7768" fmla="*/ 1888443 h 1978172"/>
              <a:gd name="connsiteX192-7769" fmla="*/ 2370 w 10768629"/>
              <a:gd name="connsiteY192-7770" fmla="*/ 1878311 h 1978172"/>
              <a:gd name="connsiteX193-7771" fmla="*/ 0 w 10768629"/>
              <a:gd name="connsiteY193-7772" fmla="*/ 1878785 h 1978172"/>
              <a:gd name="connsiteX194-7773" fmla="*/ 0 w 10768629"/>
              <a:gd name="connsiteY194-7774" fmla="*/ 0 h 1978172"/>
              <a:gd name="connsiteX0-7775" fmla="*/ 0 w 10768629"/>
              <a:gd name="connsiteY0-7776" fmla="*/ 0 h 1978172"/>
              <a:gd name="connsiteX1-7777" fmla="*/ 10768629 w 10768629"/>
              <a:gd name="connsiteY1-7778" fmla="*/ 0 h 1978172"/>
              <a:gd name="connsiteX2-7779" fmla="*/ 10733254 w 10768629"/>
              <a:gd name="connsiteY2-7780" fmla="*/ 31439 h 1978172"/>
              <a:gd name="connsiteX3-7781" fmla="*/ 10727085 w 10768629"/>
              <a:gd name="connsiteY3-7782" fmla="*/ 37910 h 1978172"/>
              <a:gd name="connsiteX4-7783" fmla="*/ 10675953 w 10768629"/>
              <a:gd name="connsiteY4-7784" fmla="*/ 68623 h 1978172"/>
              <a:gd name="connsiteX5-7785" fmla="*/ 10637091 w 10768629"/>
              <a:gd name="connsiteY5-7786" fmla="*/ 90361 h 1978172"/>
              <a:gd name="connsiteX6-7787" fmla="*/ 10610971 w 10768629"/>
              <a:gd name="connsiteY6-7788" fmla="*/ 110764 h 1978172"/>
              <a:gd name="connsiteX7-7789" fmla="*/ 10532872 w 10768629"/>
              <a:gd name="connsiteY7-7790" fmla="*/ 138028 h 1978172"/>
              <a:gd name="connsiteX8-7791" fmla="*/ 10398558 w 10768629"/>
              <a:gd name="connsiteY8-7792" fmla="*/ 172911 h 1978172"/>
              <a:gd name="connsiteX9-7793" fmla="*/ 10371128 w 10768629"/>
              <a:gd name="connsiteY9-7794" fmla="*/ 182609 h 1978172"/>
              <a:gd name="connsiteX10-7795" fmla="*/ 10352178 w 10768629"/>
              <a:gd name="connsiteY10-7796" fmla="*/ 199976 h 1978172"/>
              <a:gd name="connsiteX11-7797" fmla="*/ 10351815 w 10768629"/>
              <a:gd name="connsiteY11-7798" fmla="*/ 211879 h 1978172"/>
              <a:gd name="connsiteX12-7799" fmla="*/ 10337471 w 10768629"/>
              <a:gd name="connsiteY12-7800" fmla="*/ 218661 h 1978172"/>
              <a:gd name="connsiteX13-7801" fmla="*/ 10334625 w 10768629"/>
              <a:gd name="connsiteY13-7802" fmla="*/ 222351 h 1978172"/>
              <a:gd name="connsiteX14-7803" fmla="*/ 10256365 w 10768629"/>
              <a:gd name="connsiteY14-7804" fmla="*/ 235917 h 1978172"/>
              <a:gd name="connsiteX15-7805" fmla="*/ 10201127 w 10768629"/>
              <a:gd name="connsiteY15-7806" fmla="*/ 267448 h 1978172"/>
              <a:gd name="connsiteX16-7807" fmla="*/ 9961218 w 10768629"/>
              <a:gd name="connsiteY16-7808" fmla="*/ 326720 h 1978172"/>
              <a:gd name="connsiteX17-7809" fmla="*/ 9859715 w 10768629"/>
              <a:gd name="connsiteY17-7810" fmla="*/ 355698 h 1978172"/>
              <a:gd name="connsiteX18-7811" fmla="*/ 9679867 w 10768629"/>
              <a:gd name="connsiteY18-7812" fmla="*/ 399081 h 1978172"/>
              <a:gd name="connsiteX19-7813" fmla="*/ 9490654 w 10768629"/>
              <a:gd name="connsiteY19-7814" fmla="*/ 455225 h 1978172"/>
              <a:gd name="connsiteX20-7815" fmla="*/ 9470837 w 10768629"/>
              <a:gd name="connsiteY20-7816" fmla="*/ 452539 h 1978172"/>
              <a:gd name="connsiteX21-7817" fmla="*/ 9469082 w 10768629"/>
              <a:gd name="connsiteY21-7818" fmla="*/ 454891 h 1978172"/>
              <a:gd name="connsiteX22-7819" fmla="*/ 9448038 w 10768629"/>
              <a:gd name="connsiteY22-7820" fmla="*/ 459733 h 1978172"/>
              <a:gd name="connsiteX23-7821" fmla="*/ 9396821 w 10768629"/>
              <a:gd name="connsiteY23-7822" fmla="*/ 455795 h 1978172"/>
              <a:gd name="connsiteX24-7823" fmla="*/ 9392197 w 10768629"/>
              <a:gd name="connsiteY24-7824" fmla="*/ 459796 h 1978172"/>
              <a:gd name="connsiteX25-7825" fmla="*/ 9347994 w 10768629"/>
              <a:gd name="connsiteY25-7826" fmla="*/ 464462 h 1978172"/>
              <a:gd name="connsiteX26-7827" fmla="*/ 9347889 w 10768629"/>
              <a:gd name="connsiteY26-7828" fmla="*/ 466539 h 1978172"/>
              <a:gd name="connsiteX27-7829" fmla="*/ 9337639 w 10768629"/>
              <a:gd name="connsiteY27-7830" fmla="*/ 476654 h 1978172"/>
              <a:gd name="connsiteX28-7831" fmla="*/ 9316893 w 10768629"/>
              <a:gd name="connsiteY28-7832" fmla="*/ 491390 h 1978172"/>
              <a:gd name="connsiteX29-7833" fmla="*/ 9229283 w 10768629"/>
              <a:gd name="connsiteY29-7834" fmla="*/ 555377 h 1978172"/>
              <a:gd name="connsiteX30-7835" fmla="*/ 9220274 w 10768629"/>
              <a:gd name="connsiteY30-7836" fmla="*/ 557502 h 1978172"/>
              <a:gd name="connsiteX31-7837" fmla="*/ 9220202 w 10768629"/>
              <a:gd name="connsiteY31-7838" fmla="*/ 558001 h 1978172"/>
              <a:gd name="connsiteX32-7839" fmla="*/ 9210908 w 10768629"/>
              <a:gd name="connsiteY32-7840" fmla="*/ 561147 h 1978172"/>
              <a:gd name="connsiteX33-7841" fmla="*/ 9186374 w 10768629"/>
              <a:gd name="connsiteY33-7842" fmla="*/ 565502 h 1978172"/>
              <a:gd name="connsiteX34-7843" fmla="*/ 9181058 w 10768629"/>
              <a:gd name="connsiteY34-7844" fmla="*/ 569943 h 1978172"/>
              <a:gd name="connsiteX35-7845" fmla="*/ 9179948 w 10768629"/>
              <a:gd name="connsiteY35-7846" fmla="*/ 576062 h 1978172"/>
              <a:gd name="connsiteX36-7847" fmla="*/ 9149110 w 10768629"/>
              <a:gd name="connsiteY36-7848" fmla="*/ 598906 h 1978172"/>
              <a:gd name="connsiteX37-7849" fmla="*/ 9078556 w 10768629"/>
              <a:gd name="connsiteY37-7850" fmla="*/ 644039 h 1978172"/>
              <a:gd name="connsiteX38-7851" fmla="*/ 8996399 w 10768629"/>
              <a:gd name="connsiteY38-7852" fmla="*/ 690055 h 1978172"/>
              <a:gd name="connsiteX39-7853" fmla="*/ 8803791 w 10768629"/>
              <a:gd name="connsiteY39-7854" fmla="*/ 813860 h 1978172"/>
              <a:gd name="connsiteX40-7855" fmla="*/ 8636202 w 10768629"/>
              <a:gd name="connsiteY40-7856" fmla="*/ 848463 h 1978172"/>
              <a:gd name="connsiteX41-7857" fmla="*/ 8555372 w 10768629"/>
              <a:gd name="connsiteY41-7858" fmla="*/ 883171 h 1978172"/>
              <a:gd name="connsiteX42-7859" fmla="*/ 8507229 w 10768629"/>
              <a:gd name="connsiteY42-7860" fmla="*/ 901665 h 1978172"/>
              <a:gd name="connsiteX43-7861" fmla="*/ 8428473 w 10768629"/>
              <a:gd name="connsiteY43-7862" fmla="*/ 927985 h 1978172"/>
              <a:gd name="connsiteX44-7863" fmla="*/ 8427914 w 10768629"/>
              <a:gd name="connsiteY44-7864" fmla="*/ 933480 h 1978172"/>
              <a:gd name="connsiteX45-7865" fmla="*/ 8420327 w 10768629"/>
              <a:gd name="connsiteY45-7866" fmla="*/ 941984 h 1978172"/>
              <a:gd name="connsiteX46-7867" fmla="*/ 8407128 w 10768629"/>
              <a:gd name="connsiteY46-7868" fmla="*/ 961344 h 1978172"/>
              <a:gd name="connsiteX47-7869" fmla="*/ 8380548 w 10768629"/>
              <a:gd name="connsiteY47-7870" fmla="*/ 987916 h 1978172"/>
              <a:gd name="connsiteX48-7871" fmla="*/ 8379462 w 10768629"/>
              <a:gd name="connsiteY48-7872" fmla="*/ 987106 h 1978172"/>
              <a:gd name="connsiteX49-7873" fmla="*/ 8369725 w 10768629"/>
              <a:gd name="connsiteY49-7874" fmla="*/ 989186 h 1978172"/>
              <a:gd name="connsiteX50-7875" fmla="*/ 8304438 w 10768629"/>
              <a:gd name="connsiteY50-7876" fmla="*/ 996739 h 1978172"/>
              <a:gd name="connsiteX51-7877" fmla="*/ 8280929 w 10768629"/>
              <a:gd name="connsiteY51-7878" fmla="*/ 1023089 h 1978172"/>
              <a:gd name="connsiteX52-7879" fmla="*/ 8275760 w 10768629"/>
              <a:gd name="connsiteY52-7880" fmla="*/ 1027772 h 1978172"/>
              <a:gd name="connsiteX53-7881" fmla="*/ 8275478 w 10768629"/>
              <a:gd name="connsiteY53-7882" fmla="*/ 1027605 h 1978172"/>
              <a:gd name="connsiteX54-7883" fmla="*/ 8269666 w 10768629"/>
              <a:gd name="connsiteY54-7884" fmla="*/ 1032033 h 1978172"/>
              <a:gd name="connsiteX55-7885" fmla="*/ 8203836 w 10768629"/>
              <a:gd name="connsiteY55-7886" fmla="*/ 1037347 h 1978172"/>
              <a:gd name="connsiteX56-7887" fmla="*/ 8122936 w 10768629"/>
              <a:gd name="connsiteY56-7888" fmla="*/ 1063113 h 1978172"/>
              <a:gd name="connsiteX57-7889" fmla="*/ 8043658 w 10768629"/>
              <a:gd name="connsiteY57-7890" fmla="*/ 1092746 h 1978172"/>
              <a:gd name="connsiteX58-7891" fmla="*/ 8015351 w 10768629"/>
              <a:gd name="connsiteY58-7892" fmla="*/ 1105478 h 1978172"/>
              <a:gd name="connsiteX59-7893" fmla="*/ 7963145 w 10768629"/>
              <a:gd name="connsiteY59-7894" fmla="*/ 1119346 h 1978172"/>
              <a:gd name="connsiteX60-7895" fmla="*/ 7938145 w 10768629"/>
              <a:gd name="connsiteY60-7896" fmla="*/ 1120225 h 1978172"/>
              <a:gd name="connsiteX61-7897" fmla="*/ 7937238 w 10768629"/>
              <a:gd name="connsiteY61-7898" fmla="*/ 1121204 h 1978172"/>
              <a:gd name="connsiteX62-7899" fmla="*/ 7934398 w 10768629"/>
              <a:gd name="connsiteY62-7900" fmla="*/ 1118240 h 1978172"/>
              <a:gd name="connsiteX63-7901" fmla="*/ 7918248 w 10768629"/>
              <a:gd name="connsiteY63-7902" fmla="*/ 1124371 h 1978172"/>
              <a:gd name="connsiteX64-7903" fmla="*/ 7914119 w 10768629"/>
              <a:gd name="connsiteY64-7904" fmla="*/ 1127653 h 1978172"/>
              <a:gd name="connsiteX65-7905" fmla="*/ 7907658 w 10768629"/>
              <a:gd name="connsiteY65-7906" fmla="*/ 1130350 h 1978172"/>
              <a:gd name="connsiteX66-7907" fmla="*/ 7907434 w 10768629"/>
              <a:gd name="connsiteY66-7908" fmla="*/ 1130103 h 1978172"/>
              <a:gd name="connsiteX67-7909" fmla="*/ 7901508 w 10768629"/>
              <a:gd name="connsiteY67-7910" fmla="*/ 1133245 h 1978172"/>
              <a:gd name="connsiteX68-7911" fmla="*/ 7873287 w 10768629"/>
              <a:gd name="connsiteY68-7912" fmla="*/ 1152609 h 1978172"/>
              <a:gd name="connsiteX69-7913" fmla="*/ 7834833 w 10768629"/>
              <a:gd name="connsiteY69-7914" fmla="*/ 1153868 h 1978172"/>
              <a:gd name="connsiteX70-7915" fmla="*/ 7828661 w 10768629"/>
              <a:gd name="connsiteY70-7916" fmla="*/ 1139994 h 1978172"/>
              <a:gd name="connsiteX71-7917" fmla="*/ 7823966 w 10768629"/>
              <a:gd name="connsiteY71-7918" fmla="*/ 1143178 h 1978172"/>
              <a:gd name="connsiteX72-7919" fmla="*/ 7815078 w 10768629"/>
              <a:gd name="connsiteY72-7920" fmla="*/ 1151776 h 1978172"/>
              <a:gd name="connsiteX73-7921" fmla="*/ 7812026 w 10768629"/>
              <a:gd name="connsiteY73-7922" fmla="*/ 1151522 h 1978172"/>
              <a:gd name="connsiteX74-7923" fmla="*/ 7782249 w 10768629"/>
              <a:gd name="connsiteY74-7924" fmla="*/ 1160970 h 1978172"/>
              <a:gd name="connsiteX75-7925" fmla="*/ 7773476 w 10768629"/>
              <a:gd name="connsiteY75-7926" fmla="*/ 1157414 h 1978172"/>
              <a:gd name="connsiteX76-7927" fmla="*/ 7769600 w 10768629"/>
              <a:gd name="connsiteY76-7928" fmla="*/ 1157365 h 1978172"/>
              <a:gd name="connsiteX77-7929" fmla="*/ 7752631 w 10768629"/>
              <a:gd name="connsiteY77-7930" fmla="*/ 1172815 h 1978172"/>
              <a:gd name="connsiteX78-7931" fmla="*/ 7743525 w 10768629"/>
              <a:gd name="connsiteY78-7932" fmla="*/ 1179064 h 1978172"/>
              <a:gd name="connsiteX79-7933" fmla="*/ 7685942 w 10768629"/>
              <a:gd name="connsiteY79-7934" fmla="*/ 1233723 h 1978172"/>
              <a:gd name="connsiteX80-7935" fmla="*/ 7586920 w 10768629"/>
              <a:gd name="connsiteY80-7936" fmla="*/ 1261888 h 1978172"/>
              <a:gd name="connsiteX81-7937" fmla="*/ 7486100 w 10768629"/>
              <a:gd name="connsiteY81-7938" fmla="*/ 1292563 h 1978172"/>
              <a:gd name="connsiteX82-7939" fmla="*/ 7407190 w 10768629"/>
              <a:gd name="connsiteY82-7940" fmla="*/ 1314737 h 1978172"/>
              <a:gd name="connsiteX83-7941" fmla="*/ 7240698 w 10768629"/>
              <a:gd name="connsiteY83-7942" fmla="*/ 1438832 h 1978172"/>
              <a:gd name="connsiteX84-7943" fmla="*/ 7197675 w 10768629"/>
              <a:gd name="connsiteY84-7944" fmla="*/ 1447530 h 1978172"/>
              <a:gd name="connsiteX85-7945" fmla="*/ 7164788 w 10768629"/>
              <a:gd name="connsiteY85-7946" fmla="*/ 1480293 h 1978172"/>
              <a:gd name="connsiteX86-7947" fmla="*/ 7147929 w 10768629"/>
              <a:gd name="connsiteY86-7948" fmla="*/ 1477641 h 1978172"/>
              <a:gd name="connsiteX87-7949" fmla="*/ 7144965 w 10768629"/>
              <a:gd name="connsiteY87-7950" fmla="*/ 1476908 h 1978172"/>
              <a:gd name="connsiteX88-7951" fmla="*/ 7134299 w 10768629"/>
              <a:gd name="connsiteY88-7952" fmla="*/ 1479969 h 1978172"/>
              <a:gd name="connsiteX89-7953" fmla="*/ 7129809 w 10768629"/>
              <a:gd name="connsiteY89-7954" fmla="*/ 1473339 h 1978172"/>
              <a:gd name="connsiteX90-7955" fmla="*/ 7112688 w 10768629"/>
              <a:gd name="connsiteY90-7956" fmla="*/ 1472575 h 1978172"/>
              <a:gd name="connsiteX91-7957" fmla="*/ 7093470 w 10768629"/>
              <a:gd name="connsiteY91-7958" fmla="*/ 1480300 h 1978172"/>
              <a:gd name="connsiteX92-7959" fmla="*/ 7025034 w 10768629"/>
              <a:gd name="connsiteY92-7960" fmla="*/ 1506934 h 1978172"/>
              <a:gd name="connsiteX93-7961" fmla="*/ 7014783 w 10768629"/>
              <a:gd name="connsiteY93-7962" fmla="*/ 1515868 h 1978172"/>
              <a:gd name="connsiteX94-7963" fmla="*/ 6979706 w 10768629"/>
              <a:gd name="connsiteY94-7964" fmla="*/ 1523511 h 1978172"/>
              <a:gd name="connsiteX95-7965" fmla="*/ 6977890 w 10768629"/>
              <a:gd name="connsiteY95-7966" fmla="*/ 1525793 h 1978172"/>
              <a:gd name="connsiteX96-7967" fmla="*/ 6944339 w 10768629"/>
              <a:gd name="connsiteY96-7968" fmla="*/ 1536237 h 1978172"/>
              <a:gd name="connsiteX97-7969" fmla="*/ 6886996 w 10768629"/>
              <a:gd name="connsiteY97-7970" fmla="*/ 1563569 h 1978172"/>
              <a:gd name="connsiteX98-7971" fmla="*/ 6874510 w 10768629"/>
              <a:gd name="connsiteY98-7972" fmla="*/ 1558469 h 1978172"/>
              <a:gd name="connsiteX99-7973" fmla="*/ 6871943 w 10768629"/>
              <a:gd name="connsiteY99-7974" fmla="*/ 1554651 h 1978172"/>
              <a:gd name="connsiteX100-7975" fmla="*/ 6856174 w 10768629"/>
              <a:gd name="connsiteY100-7976" fmla="*/ 1562024 h 1978172"/>
              <a:gd name="connsiteX101-7977" fmla="*/ 6842321 w 10768629"/>
              <a:gd name="connsiteY101-7978" fmla="*/ 1560554 h 1978172"/>
              <a:gd name="connsiteX102-7979" fmla="*/ 6832713 w 10768629"/>
              <a:gd name="connsiteY102-7980" fmla="*/ 1569357 h 1978172"/>
              <a:gd name="connsiteX103-7981" fmla="*/ 6816351 w 10768629"/>
              <a:gd name="connsiteY103-7982" fmla="*/ 1571495 h 1978172"/>
              <a:gd name="connsiteX104-7983" fmla="*/ 6795800 w 10768629"/>
              <a:gd name="connsiteY104-7984" fmla="*/ 1572010 h 1978172"/>
              <a:gd name="connsiteX105-7985" fmla="*/ 6777546 w 10768629"/>
              <a:gd name="connsiteY105-7986" fmla="*/ 1568661 h 1978172"/>
              <a:gd name="connsiteX106-7987" fmla="*/ 6751528 w 10768629"/>
              <a:gd name="connsiteY106-7988" fmla="*/ 1574143 h 1978172"/>
              <a:gd name="connsiteX107-7989" fmla="*/ 6691966 w 10768629"/>
              <a:gd name="connsiteY107-7990" fmla="*/ 1582255 h 1978172"/>
              <a:gd name="connsiteX108-7991" fmla="*/ 6646941 w 10768629"/>
              <a:gd name="connsiteY108-7992" fmla="*/ 1588471 h 1978172"/>
              <a:gd name="connsiteX109-7993" fmla="*/ 6568576 w 10768629"/>
              <a:gd name="connsiteY109-7994" fmla="*/ 1606488 h 1978172"/>
              <a:gd name="connsiteX110-7995" fmla="*/ 6554358 w 10768629"/>
              <a:gd name="connsiteY110-7996" fmla="*/ 1621701 h 1978172"/>
              <a:gd name="connsiteX111-7997" fmla="*/ 6516968 w 10768629"/>
              <a:gd name="connsiteY111-7998" fmla="*/ 1617195 h 1978172"/>
              <a:gd name="connsiteX112-7999" fmla="*/ 6506479 w 10768629"/>
              <a:gd name="connsiteY112-8000" fmla="*/ 1602227 h 1978172"/>
              <a:gd name="connsiteX113-8001" fmla="*/ 6458436 w 10768629"/>
              <a:gd name="connsiteY113-8002" fmla="*/ 1607332 h 1978172"/>
              <a:gd name="connsiteX114-8003" fmla="*/ 6414786 w 10768629"/>
              <a:gd name="connsiteY114-8004" fmla="*/ 1628815 h 1978172"/>
              <a:gd name="connsiteX115-8005" fmla="*/ 6357085 w 10768629"/>
              <a:gd name="connsiteY115-8006" fmla="*/ 1640846 h 1978172"/>
              <a:gd name="connsiteX116-8007" fmla="*/ 6322636 w 10768629"/>
              <a:gd name="connsiteY116-8008" fmla="*/ 1648213 h 1978172"/>
              <a:gd name="connsiteX117-8009" fmla="*/ 6226172 w 10768629"/>
              <a:gd name="connsiteY117-8010" fmla="*/ 1654676 h 1978172"/>
              <a:gd name="connsiteX118-8011" fmla="*/ 6221217 w 10768629"/>
              <a:gd name="connsiteY118-8012" fmla="*/ 1654506 h 1978172"/>
              <a:gd name="connsiteX119-8013" fmla="*/ 6204956 w 10768629"/>
              <a:gd name="connsiteY119-8014" fmla="*/ 1664280 h 1978172"/>
              <a:gd name="connsiteX120-8015" fmla="*/ 6204270 w 10768629"/>
              <a:gd name="connsiteY120-8016" fmla="*/ 1666782 h 1978172"/>
              <a:gd name="connsiteX121-8017" fmla="*/ 6143810 w 10768629"/>
              <a:gd name="connsiteY121-8018" fmla="*/ 1661963 h 1978172"/>
              <a:gd name="connsiteX122-8019" fmla="*/ 6136560 w 10768629"/>
              <a:gd name="connsiteY122-8020" fmla="*/ 1665728 h 1978172"/>
              <a:gd name="connsiteX123-8021" fmla="*/ 6096155 w 10768629"/>
              <a:gd name="connsiteY123-8022" fmla="*/ 1656951 h 1978172"/>
              <a:gd name="connsiteX124-8023" fmla="*/ 6075812 w 10768629"/>
              <a:gd name="connsiteY124-8024" fmla="*/ 1655422 h 1978172"/>
              <a:gd name="connsiteX125-8025" fmla="*/ 6039495 w 10768629"/>
              <a:gd name="connsiteY125-8026" fmla="*/ 1649680 h 1978172"/>
              <a:gd name="connsiteX126-8027" fmla="*/ 6036523 w 10768629"/>
              <a:gd name="connsiteY126-8028" fmla="*/ 1652121 h 1978172"/>
              <a:gd name="connsiteX127-8029" fmla="*/ 6029328 w 10768629"/>
              <a:gd name="connsiteY127-8030" fmla="*/ 1649904 h 1978172"/>
              <a:gd name="connsiteX128-8031" fmla="*/ 6024075 w 10768629"/>
              <a:gd name="connsiteY128-8032" fmla="*/ 1652779 h 1978172"/>
              <a:gd name="connsiteX129-8033" fmla="*/ 6018085 w 10768629"/>
              <a:gd name="connsiteY129-8034" fmla="*/ 1652030 h 1978172"/>
              <a:gd name="connsiteX130-8035" fmla="*/ 5955513 w 10768629"/>
              <a:gd name="connsiteY130-8036" fmla="*/ 1663584 h 1978172"/>
              <a:gd name="connsiteX131-8037" fmla="*/ 5941996 w 10768629"/>
              <a:gd name="connsiteY131-8038" fmla="*/ 1661326 h 1978172"/>
              <a:gd name="connsiteX132-8039" fmla="*/ 5931789 w 10768629"/>
              <a:gd name="connsiteY132-8040" fmla="*/ 1669915 h 1978172"/>
              <a:gd name="connsiteX133-8041" fmla="*/ 5888686 w 10768629"/>
              <a:gd name="connsiteY133-8042" fmla="*/ 1672175 h 1978172"/>
              <a:gd name="connsiteX134-8043" fmla="*/ 5873794 w 10768629"/>
              <a:gd name="connsiteY134-8044" fmla="*/ 1665454 h 1978172"/>
              <a:gd name="connsiteX135-8045" fmla="*/ 5860022 w 10768629"/>
              <a:gd name="connsiteY135-8046" fmla="*/ 1660635 h 1978172"/>
              <a:gd name="connsiteX136-8047" fmla="*/ 5858237 w 10768629"/>
              <a:gd name="connsiteY136-8048" fmla="*/ 1660649 h 1978172"/>
              <a:gd name="connsiteX137-8049" fmla="*/ 5840319 w 10768629"/>
              <a:gd name="connsiteY137-8050" fmla="*/ 1660798 h 1978172"/>
              <a:gd name="connsiteX138-8051" fmla="*/ 5806984 w 10768629"/>
              <a:gd name="connsiteY138-8052" fmla="*/ 1661075 h 1978172"/>
              <a:gd name="connsiteX139-8053" fmla="*/ 5742351 w 10768629"/>
              <a:gd name="connsiteY139-8054" fmla="*/ 1667489 h 1978172"/>
              <a:gd name="connsiteX140-8055" fmla="*/ 5521171 w 10768629"/>
              <a:gd name="connsiteY140-8056" fmla="*/ 1671626 h 1978172"/>
              <a:gd name="connsiteX141-8057" fmla="*/ 5457384 w 10768629"/>
              <a:gd name="connsiteY141-8058" fmla="*/ 1683952 h 1978172"/>
              <a:gd name="connsiteX142-8059" fmla="*/ 4950070 w 10768629"/>
              <a:gd name="connsiteY142-8060" fmla="*/ 1748401 h 1978172"/>
              <a:gd name="connsiteX143-8061" fmla="*/ 4872172 w 10768629"/>
              <a:gd name="connsiteY143-8062" fmla="*/ 1757222 h 1978172"/>
              <a:gd name="connsiteX144-8063" fmla="*/ 4809524 w 10768629"/>
              <a:gd name="connsiteY144-8064" fmla="*/ 1761033 h 1978172"/>
              <a:gd name="connsiteX145-8065" fmla="*/ 4759058 w 10768629"/>
              <a:gd name="connsiteY145-8066" fmla="*/ 1766533 h 1978172"/>
              <a:gd name="connsiteX146-8067" fmla="*/ 4719749 w 10768629"/>
              <a:gd name="connsiteY146-8068" fmla="*/ 1771811 h 1978172"/>
              <a:gd name="connsiteX147-8069" fmla="*/ 4568686 w 10768629"/>
              <a:gd name="connsiteY147-8070" fmla="*/ 1786141 h 1978172"/>
              <a:gd name="connsiteX148-8071" fmla="*/ 4418751 w 10768629"/>
              <a:gd name="connsiteY148-8072" fmla="*/ 1796932 h 1978172"/>
              <a:gd name="connsiteX149-8073" fmla="*/ 4378377 w 10768629"/>
              <a:gd name="connsiteY149-8074" fmla="*/ 1815528 h 1978172"/>
              <a:gd name="connsiteX150-8075" fmla="*/ 4320575 w 10768629"/>
              <a:gd name="connsiteY150-8076" fmla="*/ 1832722 h 1978172"/>
              <a:gd name="connsiteX151-8077" fmla="*/ 4220200 w 10768629"/>
              <a:gd name="connsiteY151-8078" fmla="*/ 1873173 h 1978172"/>
              <a:gd name="connsiteX152-8079" fmla="*/ 4105361 w 10768629"/>
              <a:gd name="connsiteY152-8080" fmla="*/ 1894711 h 1978172"/>
              <a:gd name="connsiteX153-8081" fmla="*/ 3973223 w 10768629"/>
              <a:gd name="connsiteY153-8082" fmla="*/ 1881015 h 1978172"/>
              <a:gd name="connsiteX154-8083" fmla="*/ 3900992 w 10768629"/>
              <a:gd name="connsiteY154-8084" fmla="*/ 1880603 h 1978172"/>
              <a:gd name="connsiteX155-8085" fmla="*/ 3662119 w 10768629"/>
              <a:gd name="connsiteY155-8086" fmla="*/ 1889285 h 1978172"/>
              <a:gd name="connsiteX156-8087" fmla="*/ 3496919 w 10768629"/>
              <a:gd name="connsiteY156-8088" fmla="*/ 1873180 h 1978172"/>
              <a:gd name="connsiteX157-8089" fmla="*/ 3449433 w 10768629"/>
              <a:gd name="connsiteY157-8090" fmla="*/ 1889681 h 1978172"/>
              <a:gd name="connsiteX158-8091" fmla="*/ 3369766 w 10768629"/>
              <a:gd name="connsiteY158-8092" fmla="*/ 1916653 h 1978172"/>
              <a:gd name="connsiteX159-8093" fmla="*/ 3269672 w 10768629"/>
              <a:gd name="connsiteY159-8094" fmla="*/ 1938036 h 1978172"/>
              <a:gd name="connsiteX160-8095" fmla="*/ 3224897 w 10768629"/>
              <a:gd name="connsiteY160-8096" fmla="*/ 1943733 h 1978172"/>
              <a:gd name="connsiteX161-8097" fmla="*/ 3161463 w 10768629"/>
              <a:gd name="connsiteY161-8098" fmla="*/ 1946591 h 1978172"/>
              <a:gd name="connsiteX162-8099" fmla="*/ 3112044 w 10768629"/>
              <a:gd name="connsiteY162-8100" fmla="*/ 1935614 h 1978172"/>
              <a:gd name="connsiteX163-8101" fmla="*/ 3069716 w 10768629"/>
              <a:gd name="connsiteY163-8102" fmla="*/ 1930463 h 1978172"/>
              <a:gd name="connsiteX164-8103" fmla="*/ 3005773 w 10768629"/>
              <a:gd name="connsiteY164-8104" fmla="*/ 1915878 h 1978172"/>
              <a:gd name="connsiteX165-8105" fmla="*/ 2897201 w 10768629"/>
              <a:gd name="connsiteY165-8106" fmla="*/ 1926772 h 1978172"/>
              <a:gd name="connsiteX166-8107" fmla="*/ 2783891 w 10768629"/>
              <a:gd name="connsiteY166-8108" fmla="*/ 1931749 h 1978172"/>
              <a:gd name="connsiteX167-8109" fmla="*/ 2712447 w 10768629"/>
              <a:gd name="connsiteY167-8110" fmla="*/ 1933044 h 1978172"/>
              <a:gd name="connsiteX168-8111" fmla="*/ 2560151 w 10768629"/>
              <a:gd name="connsiteY168-8112" fmla="*/ 1963609 h 1978172"/>
              <a:gd name="connsiteX169-8113" fmla="*/ 2367221 w 10768629"/>
              <a:gd name="connsiteY169-8114" fmla="*/ 1971884 h 1978172"/>
              <a:gd name="connsiteX170-8115" fmla="*/ 2272130 w 10768629"/>
              <a:gd name="connsiteY170-8116" fmla="*/ 1961162 h 1978172"/>
              <a:gd name="connsiteX171-8117" fmla="*/ 2189404 w 10768629"/>
              <a:gd name="connsiteY171-8118" fmla="*/ 1978172 h 1978172"/>
              <a:gd name="connsiteX172-8119" fmla="*/ 2077704 w 10768629"/>
              <a:gd name="connsiteY172-8120" fmla="*/ 1965002 h 1978172"/>
              <a:gd name="connsiteX173-8121" fmla="*/ 2033299 w 10768629"/>
              <a:gd name="connsiteY173-8122" fmla="*/ 1969042 h 1978172"/>
              <a:gd name="connsiteX174-8123" fmla="*/ 1967996 w 10768629"/>
              <a:gd name="connsiteY174-8124" fmla="*/ 1953187 h 1978172"/>
              <a:gd name="connsiteX175-8125" fmla="*/ 1855805 w 10768629"/>
              <a:gd name="connsiteY175-8126" fmla="*/ 1926082 h 1978172"/>
              <a:gd name="connsiteX176-8127" fmla="*/ 1790957 w 10768629"/>
              <a:gd name="connsiteY176-8128" fmla="*/ 1919460 h 1978172"/>
              <a:gd name="connsiteX177-8129" fmla="*/ 1613978 w 10768629"/>
              <a:gd name="connsiteY177-8130" fmla="*/ 1891581 h 1978172"/>
              <a:gd name="connsiteX178-8131" fmla="*/ 1436831 w 10768629"/>
              <a:gd name="connsiteY178-8132" fmla="*/ 1856201 h 1978172"/>
              <a:gd name="connsiteX179-8133" fmla="*/ 1357365 w 10768629"/>
              <a:gd name="connsiteY179-8134" fmla="*/ 1832140 h 1978172"/>
              <a:gd name="connsiteX180-8135" fmla="*/ 1232341 w 10768629"/>
              <a:gd name="connsiteY180-8136" fmla="*/ 1785942 h 1978172"/>
              <a:gd name="connsiteX181-8137" fmla="*/ 1162595 w 10768629"/>
              <a:gd name="connsiteY181-8138" fmla="*/ 1758337 h 1978172"/>
              <a:gd name="connsiteX182-8139" fmla="*/ 1128523 w 10768629"/>
              <a:gd name="connsiteY182-8140" fmla="*/ 1763621 h 1978172"/>
              <a:gd name="connsiteX183-8141" fmla="*/ 991903 w 10768629"/>
              <a:gd name="connsiteY183-8142" fmla="*/ 1786741 h 1978172"/>
              <a:gd name="connsiteX184-8143" fmla="*/ 883960 w 10768629"/>
              <a:gd name="connsiteY184-8144" fmla="*/ 1822386 h 1978172"/>
              <a:gd name="connsiteX185-8145" fmla="*/ 766531 w 10768629"/>
              <a:gd name="connsiteY185-8146" fmla="*/ 1805053 h 1978172"/>
              <a:gd name="connsiteX186-8147" fmla="*/ 669779 w 10768629"/>
              <a:gd name="connsiteY186-8148" fmla="*/ 1800537 h 1978172"/>
              <a:gd name="connsiteX187-8149" fmla="*/ 523898 w 10768629"/>
              <a:gd name="connsiteY187-8150" fmla="*/ 1811085 h 1978172"/>
              <a:gd name="connsiteX188-8151" fmla="*/ 360251 w 10768629"/>
              <a:gd name="connsiteY188-8152" fmla="*/ 1830735 h 1978172"/>
              <a:gd name="connsiteX189-8153" fmla="*/ 255207 w 10768629"/>
              <a:gd name="connsiteY189-8154" fmla="*/ 1818275 h 1978172"/>
              <a:gd name="connsiteX190-8155" fmla="*/ 101803 w 10768629"/>
              <a:gd name="connsiteY190-8156" fmla="*/ 1870647 h 1978172"/>
              <a:gd name="connsiteX191-8157" fmla="*/ 25397 w 10768629"/>
              <a:gd name="connsiteY191-8158" fmla="*/ 1888443 h 1978172"/>
              <a:gd name="connsiteX192-8159" fmla="*/ 2370 w 10768629"/>
              <a:gd name="connsiteY192-8160" fmla="*/ 1878311 h 1978172"/>
              <a:gd name="connsiteX193-8161" fmla="*/ 0 w 10768629"/>
              <a:gd name="connsiteY193-8162" fmla="*/ 1878785 h 1978172"/>
              <a:gd name="connsiteX194-8163" fmla="*/ 0 w 10768629"/>
              <a:gd name="connsiteY194-8164" fmla="*/ 0 h 1978172"/>
              <a:gd name="connsiteX0-8165" fmla="*/ 0 w 10768629"/>
              <a:gd name="connsiteY0-8166" fmla="*/ 0 h 1978172"/>
              <a:gd name="connsiteX1-8167" fmla="*/ 10768629 w 10768629"/>
              <a:gd name="connsiteY1-8168" fmla="*/ 0 h 1978172"/>
              <a:gd name="connsiteX2-8169" fmla="*/ 10733254 w 10768629"/>
              <a:gd name="connsiteY2-8170" fmla="*/ 31439 h 1978172"/>
              <a:gd name="connsiteX3-8171" fmla="*/ 10727085 w 10768629"/>
              <a:gd name="connsiteY3-8172" fmla="*/ 37910 h 1978172"/>
              <a:gd name="connsiteX4-8173" fmla="*/ 10675953 w 10768629"/>
              <a:gd name="connsiteY4-8174" fmla="*/ 68623 h 1978172"/>
              <a:gd name="connsiteX5-8175" fmla="*/ 10637091 w 10768629"/>
              <a:gd name="connsiteY5-8176" fmla="*/ 90361 h 1978172"/>
              <a:gd name="connsiteX6-8177" fmla="*/ 10610971 w 10768629"/>
              <a:gd name="connsiteY6-8178" fmla="*/ 110764 h 1978172"/>
              <a:gd name="connsiteX7-8179" fmla="*/ 10532872 w 10768629"/>
              <a:gd name="connsiteY7-8180" fmla="*/ 138028 h 1978172"/>
              <a:gd name="connsiteX8-8181" fmla="*/ 10398558 w 10768629"/>
              <a:gd name="connsiteY8-8182" fmla="*/ 172911 h 1978172"/>
              <a:gd name="connsiteX9-8183" fmla="*/ 10371128 w 10768629"/>
              <a:gd name="connsiteY9-8184" fmla="*/ 182609 h 1978172"/>
              <a:gd name="connsiteX10-8185" fmla="*/ 10352178 w 10768629"/>
              <a:gd name="connsiteY10-8186" fmla="*/ 199976 h 1978172"/>
              <a:gd name="connsiteX11-8187" fmla="*/ 10351815 w 10768629"/>
              <a:gd name="connsiteY11-8188" fmla="*/ 211879 h 1978172"/>
              <a:gd name="connsiteX12-8189" fmla="*/ 10337471 w 10768629"/>
              <a:gd name="connsiteY12-8190" fmla="*/ 218661 h 1978172"/>
              <a:gd name="connsiteX13-8191" fmla="*/ 10334625 w 10768629"/>
              <a:gd name="connsiteY13-8192" fmla="*/ 222351 h 1978172"/>
              <a:gd name="connsiteX14-8193" fmla="*/ 10256365 w 10768629"/>
              <a:gd name="connsiteY14-8194" fmla="*/ 235917 h 1978172"/>
              <a:gd name="connsiteX15-8195" fmla="*/ 10201127 w 10768629"/>
              <a:gd name="connsiteY15-8196" fmla="*/ 267448 h 1978172"/>
              <a:gd name="connsiteX16-8197" fmla="*/ 9961218 w 10768629"/>
              <a:gd name="connsiteY16-8198" fmla="*/ 326720 h 1978172"/>
              <a:gd name="connsiteX17-8199" fmla="*/ 9859715 w 10768629"/>
              <a:gd name="connsiteY17-8200" fmla="*/ 355698 h 1978172"/>
              <a:gd name="connsiteX18-8201" fmla="*/ 9679867 w 10768629"/>
              <a:gd name="connsiteY18-8202" fmla="*/ 399081 h 1978172"/>
              <a:gd name="connsiteX19-8203" fmla="*/ 9490654 w 10768629"/>
              <a:gd name="connsiteY19-8204" fmla="*/ 455225 h 1978172"/>
              <a:gd name="connsiteX20-8205" fmla="*/ 9470837 w 10768629"/>
              <a:gd name="connsiteY20-8206" fmla="*/ 452539 h 1978172"/>
              <a:gd name="connsiteX21-8207" fmla="*/ 9469082 w 10768629"/>
              <a:gd name="connsiteY21-8208" fmla="*/ 454891 h 1978172"/>
              <a:gd name="connsiteX22-8209" fmla="*/ 9448038 w 10768629"/>
              <a:gd name="connsiteY22-8210" fmla="*/ 459733 h 1978172"/>
              <a:gd name="connsiteX23-8211" fmla="*/ 9396821 w 10768629"/>
              <a:gd name="connsiteY23-8212" fmla="*/ 455795 h 1978172"/>
              <a:gd name="connsiteX24-8213" fmla="*/ 9392197 w 10768629"/>
              <a:gd name="connsiteY24-8214" fmla="*/ 459796 h 1978172"/>
              <a:gd name="connsiteX25-8215" fmla="*/ 9347994 w 10768629"/>
              <a:gd name="connsiteY25-8216" fmla="*/ 464462 h 1978172"/>
              <a:gd name="connsiteX26-8217" fmla="*/ 9347889 w 10768629"/>
              <a:gd name="connsiteY26-8218" fmla="*/ 466539 h 1978172"/>
              <a:gd name="connsiteX27-8219" fmla="*/ 9337639 w 10768629"/>
              <a:gd name="connsiteY27-8220" fmla="*/ 476654 h 1978172"/>
              <a:gd name="connsiteX28-8221" fmla="*/ 9316893 w 10768629"/>
              <a:gd name="connsiteY28-8222" fmla="*/ 491390 h 1978172"/>
              <a:gd name="connsiteX29-8223" fmla="*/ 9229283 w 10768629"/>
              <a:gd name="connsiteY29-8224" fmla="*/ 555377 h 1978172"/>
              <a:gd name="connsiteX30-8225" fmla="*/ 9220274 w 10768629"/>
              <a:gd name="connsiteY30-8226" fmla="*/ 557502 h 1978172"/>
              <a:gd name="connsiteX31-8227" fmla="*/ 9220202 w 10768629"/>
              <a:gd name="connsiteY31-8228" fmla="*/ 558001 h 1978172"/>
              <a:gd name="connsiteX32-8229" fmla="*/ 9210908 w 10768629"/>
              <a:gd name="connsiteY32-8230" fmla="*/ 561147 h 1978172"/>
              <a:gd name="connsiteX33-8231" fmla="*/ 9186374 w 10768629"/>
              <a:gd name="connsiteY33-8232" fmla="*/ 565502 h 1978172"/>
              <a:gd name="connsiteX34-8233" fmla="*/ 9181058 w 10768629"/>
              <a:gd name="connsiteY34-8234" fmla="*/ 569943 h 1978172"/>
              <a:gd name="connsiteX35-8235" fmla="*/ 9179948 w 10768629"/>
              <a:gd name="connsiteY35-8236" fmla="*/ 576062 h 1978172"/>
              <a:gd name="connsiteX36-8237" fmla="*/ 9149110 w 10768629"/>
              <a:gd name="connsiteY36-8238" fmla="*/ 598906 h 1978172"/>
              <a:gd name="connsiteX37-8239" fmla="*/ 9078556 w 10768629"/>
              <a:gd name="connsiteY37-8240" fmla="*/ 644039 h 1978172"/>
              <a:gd name="connsiteX38-8241" fmla="*/ 8996399 w 10768629"/>
              <a:gd name="connsiteY38-8242" fmla="*/ 690055 h 1978172"/>
              <a:gd name="connsiteX39-8243" fmla="*/ 8803791 w 10768629"/>
              <a:gd name="connsiteY39-8244" fmla="*/ 813860 h 1978172"/>
              <a:gd name="connsiteX40-8245" fmla="*/ 8636202 w 10768629"/>
              <a:gd name="connsiteY40-8246" fmla="*/ 848463 h 1978172"/>
              <a:gd name="connsiteX41-8247" fmla="*/ 8555372 w 10768629"/>
              <a:gd name="connsiteY41-8248" fmla="*/ 883171 h 1978172"/>
              <a:gd name="connsiteX42-8249" fmla="*/ 8507229 w 10768629"/>
              <a:gd name="connsiteY42-8250" fmla="*/ 901665 h 1978172"/>
              <a:gd name="connsiteX43-8251" fmla="*/ 8428473 w 10768629"/>
              <a:gd name="connsiteY43-8252" fmla="*/ 927985 h 1978172"/>
              <a:gd name="connsiteX44-8253" fmla="*/ 8427914 w 10768629"/>
              <a:gd name="connsiteY44-8254" fmla="*/ 933480 h 1978172"/>
              <a:gd name="connsiteX45-8255" fmla="*/ 8420327 w 10768629"/>
              <a:gd name="connsiteY45-8256" fmla="*/ 941984 h 1978172"/>
              <a:gd name="connsiteX46-8257" fmla="*/ 8407128 w 10768629"/>
              <a:gd name="connsiteY46-8258" fmla="*/ 961344 h 1978172"/>
              <a:gd name="connsiteX47-8259" fmla="*/ 8380548 w 10768629"/>
              <a:gd name="connsiteY47-8260" fmla="*/ 987916 h 1978172"/>
              <a:gd name="connsiteX48-8261" fmla="*/ 8379462 w 10768629"/>
              <a:gd name="connsiteY48-8262" fmla="*/ 987106 h 1978172"/>
              <a:gd name="connsiteX49-8263" fmla="*/ 8369725 w 10768629"/>
              <a:gd name="connsiteY49-8264" fmla="*/ 989186 h 1978172"/>
              <a:gd name="connsiteX50-8265" fmla="*/ 8304438 w 10768629"/>
              <a:gd name="connsiteY50-8266" fmla="*/ 996739 h 1978172"/>
              <a:gd name="connsiteX51-8267" fmla="*/ 8280929 w 10768629"/>
              <a:gd name="connsiteY51-8268" fmla="*/ 1023089 h 1978172"/>
              <a:gd name="connsiteX52-8269" fmla="*/ 8275760 w 10768629"/>
              <a:gd name="connsiteY52-8270" fmla="*/ 1027772 h 1978172"/>
              <a:gd name="connsiteX53-8271" fmla="*/ 8275478 w 10768629"/>
              <a:gd name="connsiteY53-8272" fmla="*/ 1027605 h 1978172"/>
              <a:gd name="connsiteX54-8273" fmla="*/ 8269666 w 10768629"/>
              <a:gd name="connsiteY54-8274" fmla="*/ 1032033 h 1978172"/>
              <a:gd name="connsiteX55-8275" fmla="*/ 8203836 w 10768629"/>
              <a:gd name="connsiteY55-8276" fmla="*/ 1037347 h 1978172"/>
              <a:gd name="connsiteX56-8277" fmla="*/ 8122936 w 10768629"/>
              <a:gd name="connsiteY56-8278" fmla="*/ 1063113 h 1978172"/>
              <a:gd name="connsiteX57-8279" fmla="*/ 8043658 w 10768629"/>
              <a:gd name="connsiteY57-8280" fmla="*/ 1092746 h 1978172"/>
              <a:gd name="connsiteX58-8281" fmla="*/ 8015351 w 10768629"/>
              <a:gd name="connsiteY58-8282" fmla="*/ 1105478 h 1978172"/>
              <a:gd name="connsiteX59-8283" fmla="*/ 7963145 w 10768629"/>
              <a:gd name="connsiteY59-8284" fmla="*/ 1119346 h 1978172"/>
              <a:gd name="connsiteX60-8285" fmla="*/ 7938145 w 10768629"/>
              <a:gd name="connsiteY60-8286" fmla="*/ 1120225 h 1978172"/>
              <a:gd name="connsiteX61-8287" fmla="*/ 7937238 w 10768629"/>
              <a:gd name="connsiteY61-8288" fmla="*/ 1121204 h 1978172"/>
              <a:gd name="connsiteX62-8289" fmla="*/ 7934398 w 10768629"/>
              <a:gd name="connsiteY62-8290" fmla="*/ 1118240 h 1978172"/>
              <a:gd name="connsiteX63-8291" fmla="*/ 7918248 w 10768629"/>
              <a:gd name="connsiteY63-8292" fmla="*/ 1124371 h 1978172"/>
              <a:gd name="connsiteX64-8293" fmla="*/ 7914119 w 10768629"/>
              <a:gd name="connsiteY64-8294" fmla="*/ 1127653 h 1978172"/>
              <a:gd name="connsiteX65-8295" fmla="*/ 7907658 w 10768629"/>
              <a:gd name="connsiteY65-8296" fmla="*/ 1130350 h 1978172"/>
              <a:gd name="connsiteX66-8297" fmla="*/ 7907434 w 10768629"/>
              <a:gd name="connsiteY66-8298" fmla="*/ 1130103 h 1978172"/>
              <a:gd name="connsiteX67-8299" fmla="*/ 7901508 w 10768629"/>
              <a:gd name="connsiteY67-8300" fmla="*/ 1133245 h 1978172"/>
              <a:gd name="connsiteX68-8301" fmla="*/ 7873287 w 10768629"/>
              <a:gd name="connsiteY68-8302" fmla="*/ 1152609 h 1978172"/>
              <a:gd name="connsiteX69-8303" fmla="*/ 7834833 w 10768629"/>
              <a:gd name="connsiteY69-8304" fmla="*/ 1153868 h 1978172"/>
              <a:gd name="connsiteX70-8305" fmla="*/ 7828661 w 10768629"/>
              <a:gd name="connsiteY70-8306" fmla="*/ 1139994 h 1978172"/>
              <a:gd name="connsiteX71-8307" fmla="*/ 7823966 w 10768629"/>
              <a:gd name="connsiteY71-8308" fmla="*/ 1143178 h 1978172"/>
              <a:gd name="connsiteX72-8309" fmla="*/ 7815078 w 10768629"/>
              <a:gd name="connsiteY72-8310" fmla="*/ 1151776 h 1978172"/>
              <a:gd name="connsiteX73-8311" fmla="*/ 7812026 w 10768629"/>
              <a:gd name="connsiteY73-8312" fmla="*/ 1151522 h 1978172"/>
              <a:gd name="connsiteX74-8313" fmla="*/ 7782249 w 10768629"/>
              <a:gd name="connsiteY74-8314" fmla="*/ 1160970 h 1978172"/>
              <a:gd name="connsiteX75-8315" fmla="*/ 7773476 w 10768629"/>
              <a:gd name="connsiteY75-8316" fmla="*/ 1157414 h 1978172"/>
              <a:gd name="connsiteX76-8317" fmla="*/ 7769600 w 10768629"/>
              <a:gd name="connsiteY76-8318" fmla="*/ 1157365 h 1978172"/>
              <a:gd name="connsiteX77-8319" fmla="*/ 7752631 w 10768629"/>
              <a:gd name="connsiteY77-8320" fmla="*/ 1172815 h 1978172"/>
              <a:gd name="connsiteX78-8321" fmla="*/ 7743525 w 10768629"/>
              <a:gd name="connsiteY78-8322" fmla="*/ 1179064 h 1978172"/>
              <a:gd name="connsiteX79-8323" fmla="*/ 7685942 w 10768629"/>
              <a:gd name="connsiteY79-8324" fmla="*/ 1233723 h 1978172"/>
              <a:gd name="connsiteX80-8325" fmla="*/ 7586920 w 10768629"/>
              <a:gd name="connsiteY80-8326" fmla="*/ 1261888 h 1978172"/>
              <a:gd name="connsiteX81-8327" fmla="*/ 7486100 w 10768629"/>
              <a:gd name="connsiteY81-8328" fmla="*/ 1292563 h 1978172"/>
              <a:gd name="connsiteX82-8329" fmla="*/ 7407190 w 10768629"/>
              <a:gd name="connsiteY82-8330" fmla="*/ 1314737 h 1978172"/>
              <a:gd name="connsiteX83-8331" fmla="*/ 7240698 w 10768629"/>
              <a:gd name="connsiteY83-8332" fmla="*/ 1438832 h 1978172"/>
              <a:gd name="connsiteX84-8333" fmla="*/ 7197675 w 10768629"/>
              <a:gd name="connsiteY84-8334" fmla="*/ 1447530 h 1978172"/>
              <a:gd name="connsiteX85-8335" fmla="*/ 7164788 w 10768629"/>
              <a:gd name="connsiteY85-8336" fmla="*/ 1480293 h 1978172"/>
              <a:gd name="connsiteX86-8337" fmla="*/ 7147929 w 10768629"/>
              <a:gd name="connsiteY86-8338" fmla="*/ 1477641 h 1978172"/>
              <a:gd name="connsiteX87-8339" fmla="*/ 7144965 w 10768629"/>
              <a:gd name="connsiteY87-8340" fmla="*/ 1476908 h 1978172"/>
              <a:gd name="connsiteX88-8341" fmla="*/ 7134299 w 10768629"/>
              <a:gd name="connsiteY88-8342" fmla="*/ 1479969 h 1978172"/>
              <a:gd name="connsiteX89-8343" fmla="*/ 7129809 w 10768629"/>
              <a:gd name="connsiteY89-8344" fmla="*/ 1473339 h 1978172"/>
              <a:gd name="connsiteX90-8345" fmla="*/ 7112688 w 10768629"/>
              <a:gd name="connsiteY90-8346" fmla="*/ 1472575 h 1978172"/>
              <a:gd name="connsiteX91-8347" fmla="*/ 7093470 w 10768629"/>
              <a:gd name="connsiteY91-8348" fmla="*/ 1480300 h 1978172"/>
              <a:gd name="connsiteX92-8349" fmla="*/ 7025034 w 10768629"/>
              <a:gd name="connsiteY92-8350" fmla="*/ 1506934 h 1978172"/>
              <a:gd name="connsiteX93-8351" fmla="*/ 7014783 w 10768629"/>
              <a:gd name="connsiteY93-8352" fmla="*/ 1515868 h 1978172"/>
              <a:gd name="connsiteX94-8353" fmla="*/ 6979706 w 10768629"/>
              <a:gd name="connsiteY94-8354" fmla="*/ 1523511 h 1978172"/>
              <a:gd name="connsiteX95-8355" fmla="*/ 6977890 w 10768629"/>
              <a:gd name="connsiteY95-8356" fmla="*/ 1525793 h 1978172"/>
              <a:gd name="connsiteX96-8357" fmla="*/ 6944339 w 10768629"/>
              <a:gd name="connsiteY96-8358" fmla="*/ 1536237 h 1978172"/>
              <a:gd name="connsiteX97-8359" fmla="*/ 6886996 w 10768629"/>
              <a:gd name="connsiteY97-8360" fmla="*/ 1563569 h 1978172"/>
              <a:gd name="connsiteX98-8361" fmla="*/ 6874510 w 10768629"/>
              <a:gd name="connsiteY98-8362" fmla="*/ 1558469 h 1978172"/>
              <a:gd name="connsiteX99-8363" fmla="*/ 6871943 w 10768629"/>
              <a:gd name="connsiteY99-8364" fmla="*/ 1554651 h 1978172"/>
              <a:gd name="connsiteX100-8365" fmla="*/ 6856174 w 10768629"/>
              <a:gd name="connsiteY100-8366" fmla="*/ 1562024 h 1978172"/>
              <a:gd name="connsiteX101-8367" fmla="*/ 6842321 w 10768629"/>
              <a:gd name="connsiteY101-8368" fmla="*/ 1560554 h 1978172"/>
              <a:gd name="connsiteX102-8369" fmla="*/ 6832713 w 10768629"/>
              <a:gd name="connsiteY102-8370" fmla="*/ 1569357 h 1978172"/>
              <a:gd name="connsiteX103-8371" fmla="*/ 6816351 w 10768629"/>
              <a:gd name="connsiteY103-8372" fmla="*/ 1571495 h 1978172"/>
              <a:gd name="connsiteX104-8373" fmla="*/ 6795800 w 10768629"/>
              <a:gd name="connsiteY104-8374" fmla="*/ 1572010 h 1978172"/>
              <a:gd name="connsiteX105-8375" fmla="*/ 6777546 w 10768629"/>
              <a:gd name="connsiteY105-8376" fmla="*/ 1568661 h 1978172"/>
              <a:gd name="connsiteX106-8377" fmla="*/ 6751528 w 10768629"/>
              <a:gd name="connsiteY106-8378" fmla="*/ 1574143 h 1978172"/>
              <a:gd name="connsiteX107-8379" fmla="*/ 6691966 w 10768629"/>
              <a:gd name="connsiteY107-8380" fmla="*/ 1582255 h 1978172"/>
              <a:gd name="connsiteX108-8381" fmla="*/ 6646941 w 10768629"/>
              <a:gd name="connsiteY108-8382" fmla="*/ 1588471 h 1978172"/>
              <a:gd name="connsiteX109-8383" fmla="*/ 6568576 w 10768629"/>
              <a:gd name="connsiteY109-8384" fmla="*/ 1606488 h 1978172"/>
              <a:gd name="connsiteX110-8385" fmla="*/ 6554358 w 10768629"/>
              <a:gd name="connsiteY110-8386" fmla="*/ 1621701 h 1978172"/>
              <a:gd name="connsiteX111-8387" fmla="*/ 6516968 w 10768629"/>
              <a:gd name="connsiteY111-8388" fmla="*/ 1617195 h 1978172"/>
              <a:gd name="connsiteX112-8389" fmla="*/ 6506479 w 10768629"/>
              <a:gd name="connsiteY112-8390" fmla="*/ 1602227 h 1978172"/>
              <a:gd name="connsiteX113-8391" fmla="*/ 6458436 w 10768629"/>
              <a:gd name="connsiteY113-8392" fmla="*/ 1607332 h 1978172"/>
              <a:gd name="connsiteX114-8393" fmla="*/ 6414786 w 10768629"/>
              <a:gd name="connsiteY114-8394" fmla="*/ 1628815 h 1978172"/>
              <a:gd name="connsiteX115-8395" fmla="*/ 6357085 w 10768629"/>
              <a:gd name="connsiteY115-8396" fmla="*/ 1640846 h 1978172"/>
              <a:gd name="connsiteX116-8397" fmla="*/ 6322636 w 10768629"/>
              <a:gd name="connsiteY116-8398" fmla="*/ 1648213 h 1978172"/>
              <a:gd name="connsiteX117-8399" fmla="*/ 6226172 w 10768629"/>
              <a:gd name="connsiteY117-8400" fmla="*/ 1654676 h 1978172"/>
              <a:gd name="connsiteX118-8401" fmla="*/ 6221217 w 10768629"/>
              <a:gd name="connsiteY118-8402" fmla="*/ 1654506 h 1978172"/>
              <a:gd name="connsiteX119-8403" fmla="*/ 6204956 w 10768629"/>
              <a:gd name="connsiteY119-8404" fmla="*/ 1664280 h 1978172"/>
              <a:gd name="connsiteX120-8405" fmla="*/ 6204270 w 10768629"/>
              <a:gd name="connsiteY120-8406" fmla="*/ 1666782 h 1978172"/>
              <a:gd name="connsiteX121-8407" fmla="*/ 6143810 w 10768629"/>
              <a:gd name="connsiteY121-8408" fmla="*/ 1661963 h 1978172"/>
              <a:gd name="connsiteX122-8409" fmla="*/ 6136560 w 10768629"/>
              <a:gd name="connsiteY122-8410" fmla="*/ 1665728 h 1978172"/>
              <a:gd name="connsiteX123-8411" fmla="*/ 6096155 w 10768629"/>
              <a:gd name="connsiteY123-8412" fmla="*/ 1656951 h 1978172"/>
              <a:gd name="connsiteX124-8413" fmla="*/ 6075812 w 10768629"/>
              <a:gd name="connsiteY124-8414" fmla="*/ 1655422 h 1978172"/>
              <a:gd name="connsiteX125-8415" fmla="*/ 6039495 w 10768629"/>
              <a:gd name="connsiteY125-8416" fmla="*/ 1649680 h 1978172"/>
              <a:gd name="connsiteX126-8417" fmla="*/ 6036523 w 10768629"/>
              <a:gd name="connsiteY126-8418" fmla="*/ 1652121 h 1978172"/>
              <a:gd name="connsiteX127-8419" fmla="*/ 6029328 w 10768629"/>
              <a:gd name="connsiteY127-8420" fmla="*/ 1649904 h 1978172"/>
              <a:gd name="connsiteX128-8421" fmla="*/ 6024075 w 10768629"/>
              <a:gd name="connsiteY128-8422" fmla="*/ 1652779 h 1978172"/>
              <a:gd name="connsiteX129-8423" fmla="*/ 6018085 w 10768629"/>
              <a:gd name="connsiteY129-8424" fmla="*/ 1652030 h 1978172"/>
              <a:gd name="connsiteX130-8425" fmla="*/ 5955513 w 10768629"/>
              <a:gd name="connsiteY130-8426" fmla="*/ 1663584 h 1978172"/>
              <a:gd name="connsiteX131-8427" fmla="*/ 5941996 w 10768629"/>
              <a:gd name="connsiteY131-8428" fmla="*/ 1661326 h 1978172"/>
              <a:gd name="connsiteX132-8429" fmla="*/ 5931789 w 10768629"/>
              <a:gd name="connsiteY132-8430" fmla="*/ 1669915 h 1978172"/>
              <a:gd name="connsiteX133-8431" fmla="*/ 5888686 w 10768629"/>
              <a:gd name="connsiteY133-8432" fmla="*/ 1672175 h 1978172"/>
              <a:gd name="connsiteX134-8433" fmla="*/ 5873794 w 10768629"/>
              <a:gd name="connsiteY134-8434" fmla="*/ 1665454 h 1978172"/>
              <a:gd name="connsiteX135-8435" fmla="*/ 5860022 w 10768629"/>
              <a:gd name="connsiteY135-8436" fmla="*/ 1660635 h 1978172"/>
              <a:gd name="connsiteX136-8437" fmla="*/ 5858237 w 10768629"/>
              <a:gd name="connsiteY136-8438" fmla="*/ 1660649 h 1978172"/>
              <a:gd name="connsiteX137-8439" fmla="*/ 5840319 w 10768629"/>
              <a:gd name="connsiteY137-8440" fmla="*/ 1660798 h 1978172"/>
              <a:gd name="connsiteX138-8441" fmla="*/ 5806984 w 10768629"/>
              <a:gd name="connsiteY138-8442" fmla="*/ 1661075 h 1978172"/>
              <a:gd name="connsiteX139-8443" fmla="*/ 5742351 w 10768629"/>
              <a:gd name="connsiteY139-8444" fmla="*/ 1667489 h 1978172"/>
              <a:gd name="connsiteX140-8445" fmla="*/ 5521171 w 10768629"/>
              <a:gd name="connsiteY140-8446" fmla="*/ 1671626 h 1978172"/>
              <a:gd name="connsiteX141-8447" fmla="*/ 5457384 w 10768629"/>
              <a:gd name="connsiteY141-8448" fmla="*/ 1683952 h 1978172"/>
              <a:gd name="connsiteX142-8449" fmla="*/ 4950070 w 10768629"/>
              <a:gd name="connsiteY142-8450" fmla="*/ 1748401 h 1978172"/>
              <a:gd name="connsiteX143-8451" fmla="*/ 4872172 w 10768629"/>
              <a:gd name="connsiteY143-8452" fmla="*/ 1757222 h 1978172"/>
              <a:gd name="connsiteX144-8453" fmla="*/ 4809524 w 10768629"/>
              <a:gd name="connsiteY144-8454" fmla="*/ 1761033 h 1978172"/>
              <a:gd name="connsiteX145-8455" fmla="*/ 4759058 w 10768629"/>
              <a:gd name="connsiteY145-8456" fmla="*/ 1766533 h 1978172"/>
              <a:gd name="connsiteX146-8457" fmla="*/ 4719749 w 10768629"/>
              <a:gd name="connsiteY146-8458" fmla="*/ 1771811 h 1978172"/>
              <a:gd name="connsiteX147-8459" fmla="*/ 4568686 w 10768629"/>
              <a:gd name="connsiteY147-8460" fmla="*/ 1786141 h 1978172"/>
              <a:gd name="connsiteX148-8461" fmla="*/ 4418751 w 10768629"/>
              <a:gd name="connsiteY148-8462" fmla="*/ 1796932 h 1978172"/>
              <a:gd name="connsiteX149-8463" fmla="*/ 4378377 w 10768629"/>
              <a:gd name="connsiteY149-8464" fmla="*/ 1815528 h 1978172"/>
              <a:gd name="connsiteX150-8465" fmla="*/ 4320575 w 10768629"/>
              <a:gd name="connsiteY150-8466" fmla="*/ 1832722 h 1978172"/>
              <a:gd name="connsiteX151-8467" fmla="*/ 4220200 w 10768629"/>
              <a:gd name="connsiteY151-8468" fmla="*/ 1873173 h 1978172"/>
              <a:gd name="connsiteX152-8469" fmla="*/ 4105361 w 10768629"/>
              <a:gd name="connsiteY152-8470" fmla="*/ 1894711 h 1978172"/>
              <a:gd name="connsiteX153-8471" fmla="*/ 3973223 w 10768629"/>
              <a:gd name="connsiteY153-8472" fmla="*/ 1881015 h 1978172"/>
              <a:gd name="connsiteX154-8473" fmla="*/ 3900992 w 10768629"/>
              <a:gd name="connsiteY154-8474" fmla="*/ 1880603 h 1978172"/>
              <a:gd name="connsiteX155-8475" fmla="*/ 3662119 w 10768629"/>
              <a:gd name="connsiteY155-8476" fmla="*/ 1889285 h 1978172"/>
              <a:gd name="connsiteX156-8477" fmla="*/ 3496919 w 10768629"/>
              <a:gd name="connsiteY156-8478" fmla="*/ 1873180 h 1978172"/>
              <a:gd name="connsiteX157-8479" fmla="*/ 3449433 w 10768629"/>
              <a:gd name="connsiteY157-8480" fmla="*/ 1889681 h 1978172"/>
              <a:gd name="connsiteX158-8481" fmla="*/ 3369766 w 10768629"/>
              <a:gd name="connsiteY158-8482" fmla="*/ 1916653 h 1978172"/>
              <a:gd name="connsiteX159-8483" fmla="*/ 3269672 w 10768629"/>
              <a:gd name="connsiteY159-8484" fmla="*/ 1938036 h 1978172"/>
              <a:gd name="connsiteX160-8485" fmla="*/ 3224897 w 10768629"/>
              <a:gd name="connsiteY160-8486" fmla="*/ 1943733 h 1978172"/>
              <a:gd name="connsiteX161-8487" fmla="*/ 3161463 w 10768629"/>
              <a:gd name="connsiteY161-8488" fmla="*/ 1946591 h 1978172"/>
              <a:gd name="connsiteX162-8489" fmla="*/ 3112044 w 10768629"/>
              <a:gd name="connsiteY162-8490" fmla="*/ 1935614 h 1978172"/>
              <a:gd name="connsiteX163-8491" fmla="*/ 3069716 w 10768629"/>
              <a:gd name="connsiteY163-8492" fmla="*/ 1930463 h 1978172"/>
              <a:gd name="connsiteX164-8493" fmla="*/ 3005773 w 10768629"/>
              <a:gd name="connsiteY164-8494" fmla="*/ 1915878 h 1978172"/>
              <a:gd name="connsiteX165-8495" fmla="*/ 2897201 w 10768629"/>
              <a:gd name="connsiteY165-8496" fmla="*/ 1926772 h 1978172"/>
              <a:gd name="connsiteX166-8497" fmla="*/ 2783891 w 10768629"/>
              <a:gd name="connsiteY166-8498" fmla="*/ 1931749 h 1978172"/>
              <a:gd name="connsiteX167-8499" fmla="*/ 2712447 w 10768629"/>
              <a:gd name="connsiteY167-8500" fmla="*/ 1933044 h 1978172"/>
              <a:gd name="connsiteX168-8501" fmla="*/ 2560151 w 10768629"/>
              <a:gd name="connsiteY168-8502" fmla="*/ 1963609 h 1978172"/>
              <a:gd name="connsiteX169-8503" fmla="*/ 2367221 w 10768629"/>
              <a:gd name="connsiteY169-8504" fmla="*/ 1971884 h 1978172"/>
              <a:gd name="connsiteX170-8505" fmla="*/ 2272130 w 10768629"/>
              <a:gd name="connsiteY170-8506" fmla="*/ 1961162 h 1978172"/>
              <a:gd name="connsiteX171-8507" fmla="*/ 2189404 w 10768629"/>
              <a:gd name="connsiteY171-8508" fmla="*/ 1978172 h 1978172"/>
              <a:gd name="connsiteX172-8509" fmla="*/ 2077704 w 10768629"/>
              <a:gd name="connsiteY172-8510" fmla="*/ 1965002 h 1978172"/>
              <a:gd name="connsiteX173-8511" fmla="*/ 2033299 w 10768629"/>
              <a:gd name="connsiteY173-8512" fmla="*/ 1969042 h 1978172"/>
              <a:gd name="connsiteX174-8513" fmla="*/ 1967996 w 10768629"/>
              <a:gd name="connsiteY174-8514" fmla="*/ 1953187 h 1978172"/>
              <a:gd name="connsiteX175-8515" fmla="*/ 1855805 w 10768629"/>
              <a:gd name="connsiteY175-8516" fmla="*/ 1926082 h 1978172"/>
              <a:gd name="connsiteX176-8517" fmla="*/ 1790957 w 10768629"/>
              <a:gd name="connsiteY176-8518" fmla="*/ 1919460 h 1978172"/>
              <a:gd name="connsiteX177-8519" fmla="*/ 1613978 w 10768629"/>
              <a:gd name="connsiteY177-8520" fmla="*/ 1891581 h 1978172"/>
              <a:gd name="connsiteX178-8521" fmla="*/ 1436831 w 10768629"/>
              <a:gd name="connsiteY178-8522" fmla="*/ 1856201 h 1978172"/>
              <a:gd name="connsiteX179-8523" fmla="*/ 1357365 w 10768629"/>
              <a:gd name="connsiteY179-8524" fmla="*/ 1832140 h 1978172"/>
              <a:gd name="connsiteX180-8525" fmla="*/ 1232341 w 10768629"/>
              <a:gd name="connsiteY180-8526" fmla="*/ 1785942 h 1978172"/>
              <a:gd name="connsiteX181-8527" fmla="*/ 1162595 w 10768629"/>
              <a:gd name="connsiteY181-8528" fmla="*/ 1758337 h 1978172"/>
              <a:gd name="connsiteX182-8529" fmla="*/ 1128523 w 10768629"/>
              <a:gd name="connsiteY182-8530" fmla="*/ 1763621 h 1978172"/>
              <a:gd name="connsiteX183-8531" fmla="*/ 991903 w 10768629"/>
              <a:gd name="connsiteY183-8532" fmla="*/ 1786741 h 1978172"/>
              <a:gd name="connsiteX184-8533" fmla="*/ 883960 w 10768629"/>
              <a:gd name="connsiteY184-8534" fmla="*/ 1822386 h 1978172"/>
              <a:gd name="connsiteX185-8535" fmla="*/ 766531 w 10768629"/>
              <a:gd name="connsiteY185-8536" fmla="*/ 1805053 h 1978172"/>
              <a:gd name="connsiteX186-8537" fmla="*/ 669779 w 10768629"/>
              <a:gd name="connsiteY186-8538" fmla="*/ 1800537 h 1978172"/>
              <a:gd name="connsiteX187-8539" fmla="*/ 523898 w 10768629"/>
              <a:gd name="connsiteY187-8540" fmla="*/ 1811085 h 1978172"/>
              <a:gd name="connsiteX188-8541" fmla="*/ 360251 w 10768629"/>
              <a:gd name="connsiteY188-8542" fmla="*/ 1830735 h 1978172"/>
              <a:gd name="connsiteX189-8543" fmla="*/ 255207 w 10768629"/>
              <a:gd name="connsiteY189-8544" fmla="*/ 1818275 h 1978172"/>
              <a:gd name="connsiteX190-8545" fmla="*/ 101803 w 10768629"/>
              <a:gd name="connsiteY190-8546" fmla="*/ 1870647 h 1978172"/>
              <a:gd name="connsiteX191-8547" fmla="*/ 25397 w 10768629"/>
              <a:gd name="connsiteY191-8548" fmla="*/ 1888443 h 1978172"/>
              <a:gd name="connsiteX192-8549" fmla="*/ 2370 w 10768629"/>
              <a:gd name="connsiteY192-8550" fmla="*/ 1878311 h 1978172"/>
              <a:gd name="connsiteX193-8551" fmla="*/ 0 w 10768629"/>
              <a:gd name="connsiteY193-8552" fmla="*/ 1878785 h 1978172"/>
              <a:gd name="connsiteX194-8553" fmla="*/ 0 w 10768629"/>
              <a:gd name="connsiteY194-8554" fmla="*/ 0 h 1978172"/>
              <a:gd name="connsiteX0-8555" fmla="*/ 0 w 10768629"/>
              <a:gd name="connsiteY0-8556" fmla="*/ 0 h 1978172"/>
              <a:gd name="connsiteX1-8557" fmla="*/ 10768629 w 10768629"/>
              <a:gd name="connsiteY1-8558" fmla="*/ 0 h 1978172"/>
              <a:gd name="connsiteX2-8559" fmla="*/ 10733254 w 10768629"/>
              <a:gd name="connsiteY2-8560" fmla="*/ 31439 h 1978172"/>
              <a:gd name="connsiteX3-8561" fmla="*/ 10727085 w 10768629"/>
              <a:gd name="connsiteY3-8562" fmla="*/ 37910 h 1978172"/>
              <a:gd name="connsiteX4-8563" fmla="*/ 10675953 w 10768629"/>
              <a:gd name="connsiteY4-8564" fmla="*/ 68623 h 1978172"/>
              <a:gd name="connsiteX5-8565" fmla="*/ 10637091 w 10768629"/>
              <a:gd name="connsiteY5-8566" fmla="*/ 90361 h 1978172"/>
              <a:gd name="connsiteX6-8567" fmla="*/ 10610971 w 10768629"/>
              <a:gd name="connsiteY6-8568" fmla="*/ 110764 h 1978172"/>
              <a:gd name="connsiteX7-8569" fmla="*/ 10532872 w 10768629"/>
              <a:gd name="connsiteY7-8570" fmla="*/ 138028 h 1978172"/>
              <a:gd name="connsiteX8-8571" fmla="*/ 10398558 w 10768629"/>
              <a:gd name="connsiteY8-8572" fmla="*/ 172911 h 1978172"/>
              <a:gd name="connsiteX9-8573" fmla="*/ 10371128 w 10768629"/>
              <a:gd name="connsiteY9-8574" fmla="*/ 182609 h 1978172"/>
              <a:gd name="connsiteX10-8575" fmla="*/ 10352178 w 10768629"/>
              <a:gd name="connsiteY10-8576" fmla="*/ 199976 h 1978172"/>
              <a:gd name="connsiteX11-8577" fmla="*/ 10351815 w 10768629"/>
              <a:gd name="connsiteY11-8578" fmla="*/ 211879 h 1978172"/>
              <a:gd name="connsiteX12-8579" fmla="*/ 10337471 w 10768629"/>
              <a:gd name="connsiteY12-8580" fmla="*/ 218661 h 1978172"/>
              <a:gd name="connsiteX13-8581" fmla="*/ 10334625 w 10768629"/>
              <a:gd name="connsiteY13-8582" fmla="*/ 222351 h 1978172"/>
              <a:gd name="connsiteX14-8583" fmla="*/ 10256365 w 10768629"/>
              <a:gd name="connsiteY14-8584" fmla="*/ 235917 h 1978172"/>
              <a:gd name="connsiteX15-8585" fmla="*/ 10201127 w 10768629"/>
              <a:gd name="connsiteY15-8586" fmla="*/ 267448 h 1978172"/>
              <a:gd name="connsiteX16-8587" fmla="*/ 9961218 w 10768629"/>
              <a:gd name="connsiteY16-8588" fmla="*/ 326720 h 1978172"/>
              <a:gd name="connsiteX17-8589" fmla="*/ 9859715 w 10768629"/>
              <a:gd name="connsiteY17-8590" fmla="*/ 355698 h 1978172"/>
              <a:gd name="connsiteX18-8591" fmla="*/ 9679867 w 10768629"/>
              <a:gd name="connsiteY18-8592" fmla="*/ 399081 h 1978172"/>
              <a:gd name="connsiteX19-8593" fmla="*/ 9490654 w 10768629"/>
              <a:gd name="connsiteY19-8594" fmla="*/ 455225 h 1978172"/>
              <a:gd name="connsiteX20-8595" fmla="*/ 9470837 w 10768629"/>
              <a:gd name="connsiteY20-8596" fmla="*/ 452539 h 1978172"/>
              <a:gd name="connsiteX21-8597" fmla="*/ 9469082 w 10768629"/>
              <a:gd name="connsiteY21-8598" fmla="*/ 454891 h 1978172"/>
              <a:gd name="connsiteX22-8599" fmla="*/ 9448038 w 10768629"/>
              <a:gd name="connsiteY22-8600" fmla="*/ 459733 h 1978172"/>
              <a:gd name="connsiteX23-8601" fmla="*/ 9396821 w 10768629"/>
              <a:gd name="connsiteY23-8602" fmla="*/ 455795 h 1978172"/>
              <a:gd name="connsiteX24-8603" fmla="*/ 9392197 w 10768629"/>
              <a:gd name="connsiteY24-8604" fmla="*/ 459796 h 1978172"/>
              <a:gd name="connsiteX25-8605" fmla="*/ 9347994 w 10768629"/>
              <a:gd name="connsiteY25-8606" fmla="*/ 464462 h 1978172"/>
              <a:gd name="connsiteX26-8607" fmla="*/ 9347889 w 10768629"/>
              <a:gd name="connsiteY26-8608" fmla="*/ 466539 h 1978172"/>
              <a:gd name="connsiteX27-8609" fmla="*/ 9337639 w 10768629"/>
              <a:gd name="connsiteY27-8610" fmla="*/ 476654 h 1978172"/>
              <a:gd name="connsiteX28-8611" fmla="*/ 9316893 w 10768629"/>
              <a:gd name="connsiteY28-8612" fmla="*/ 491390 h 1978172"/>
              <a:gd name="connsiteX29-8613" fmla="*/ 9229283 w 10768629"/>
              <a:gd name="connsiteY29-8614" fmla="*/ 555377 h 1978172"/>
              <a:gd name="connsiteX30-8615" fmla="*/ 9220274 w 10768629"/>
              <a:gd name="connsiteY30-8616" fmla="*/ 557502 h 1978172"/>
              <a:gd name="connsiteX31-8617" fmla="*/ 9220202 w 10768629"/>
              <a:gd name="connsiteY31-8618" fmla="*/ 558001 h 1978172"/>
              <a:gd name="connsiteX32-8619" fmla="*/ 9210908 w 10768629"/>
              <a:gd name="connsiteY32-8620" fmla="*/ 561147 h 1978172"/>
              <a:gd name="connsiteX33-8621" fmla="*/ 9186374 w 10768629"/>
              <a:gd name="connsiteY33-8622" fmla="*/ 565502 h 1978172"/>
              <a:gd name="connsiteX34-8623" fmla="*/ 9181058 w 10768629"/>
              <a:gd name="connsiteY34-8624" fmla="*/ 569943 h 1978172"/>
              <a:gd name="connsiteX35-8625" fmla="*/ 9179948 w 10768629"/>
              <a:gd name="connsiteY35-8626" fmla="*/ 576062 h 1978172"/>
              <a:gd name="connsiteX36-8627" fmla="*/ 9149110 w 10768629"/>
              <a:gd name="connsiteY36-8628" fmla="*/ 598906 h 1978172"/>
              <a:gd name="connsiteX37-8629" fmla="*/ 9078556 w 10768629"/>
              <a:gd name="connsiteY37-8630" fmla="*/ 644039 h 1978172"/>
              <a:gd name="connsiteX38-8631" fmla="*/ 8996399 w 10768629"/>
              <a:gd name="connsiteY38-8632" fmla="*/ 690055 h 1978172"/>
              <a:gd name="connsiteX39-8633" fmla="*/ 8803791 w 10768629"/>
              <a:gd name="connsiteY39-8634" fmla="*/ 813860 h 1978172"/>
              <a:gd name="connsiteX40-8635" fmla="*/ 8636202 w 10768629"/>
              <a:gd name="connsiteY40-8636" fmla="*/ 848463 h 1978172"/>
              <a:gd name="connsiteX41-8637" fmla="*/ 8555372 w 10768629"/>
              <a:gd name="connsiteY41-8638" fmla="*/ 883171 h 1978172"/>
              <a:gd name="connsiteX42-8639" fmla="*/ 8507229 w 10768629"/>
              <a:gd name="connsiteY42-8640" fmla="*/ 901665 h 1978172"/>
              <a:gd name="connsiteX43-8641" fmla="*/ 8428473 w 10768629"/>
              <a:gd name="connsiteY43-8642" fmla="*/ 927985 h 1978172"/>
              <a:gd name="connsiteX44-8643" fmla="*/ 8427914 w 10768629"/>
              <a:gd name="connsiteY44-8644" fmla="*/ 933480 h 1978172"/>
              <a:gd name="connsiteX45-8645" fmla="*/ 8420327 w 10768629"/>
              <a:gd name="connsiteY45-8646" fmla="*/ 941984 h 1978172"/>
              <a:gd name="connsiteX46-8647" fmla="*/ 8407128 w 10768629"/>
              <a:gd name="connsiteY46-8648" fmla="*/ 961344 h 1978172"/>
              <a:gd name="connsiteX47-8649" fmla="*/ 8380548 w 10768629"/>
              <a:gd name="connsiteY47-8650" fmla="*/ 987916 h 1978172"/>
              <a:gd name="connsiteX48-8651" fmla="*/ 8379462 w 10768629"/>
              <a:gd name="connsiteY48-8652" fmla="*/ 987106 h 1978172"/>
              <a:gd name="connsiteX49-8653" fmla="*/ 8369725 w 10768629"/>
              <a:gd name="connsiteY49-8654" fmla="*/ 989186 h 1978172"/>
              <a:gd name="connsiteX50-8655" fmla="*/ 8304438 w 10768629"/>
              <a:gd name="connsiteY50-8656" fmla="*/ 996739 h 1978172"/>
              <a:gd name="connsiteX51-8657" fmla="*/ 8280929 w 10768629"/>
              <a:gd name="connsiteY51-8658" fmla="*/ 1023089 h 1978172"/>
              <a:gd name="connsiteX52-8659" fmla="*/ 8275760 w 10768629"/>
              <a:gd name="connsiteY52-8660" fmla="*/ 1027772 h 1978172"/>
              <a:gd name="connsiteX53-8661" fmla="*/ 8275478 w 10768629"/>
              <a:gd name="connsiteY53-8662" fmla="*/ 1027605 h 1978172"/>
              <a:gd name="connsiteX54-8663" fmla="*/ 8269666 w 10768629"/>
              <a:gd name="connsiteY54-8664" fmla="*/ 1032033 h 1978172"/>
              <a:gd name="connsiteX55-8665" fmla="*/ 8203836 w 10768629"/>
              <a:gd name="connsiteY55-8666" fmla="*/ 1037347 h 1978172"/>
              <a:gd name="connsiteX56-8667" fmla="*/ 8122936 w 10768629"/>
              <a:gd name="connsiteY56-8668" fmla="*/ 1063113 h 1978172"/>
              <a:gd name="connsiteX57-8669" fmla="*/ 8043658 w 10768629"/>
              <a:gd name="connsiteY57-8670" fmla="*/ 1092746 h 1978172"/>
              <a:gd name="connsiteX58-8671" fmla="*/ 8015351 w 10768629"/>
              <a:gd name="connsiteY58-8672" fmla="*/ 1105478 h 1978172"/>
              <a:gd name="connsiteX59-8673" fmla="*/ 7963145 w 10768629"/>
              <a:gd name="connsiteY59-8674" fmla="*/ 1119346 h 1978172"/>
              <a:gd name="connsiteX60-8675" fmla="*/ 7938145 w 10768629"/>
              <a:gd name="connsiteY60-8676" fmla="*/ 1120225 h 1978172"/>
              <a:gd name="connsiteX61-8677" fmla="*/ 7937238 w 10768629"/>
              <a:gd name="connsiteY61-8678" fmla="*/ 1121204 h 1978172"/>
              <a:gd name="connsiteX62-8679" fmla="*/ 7934398 w 10768629"/>
              <a:gd name="connsiteY62-8680" fmla="*/ 1118240 h 1978172"/>
              <a:gd name="connsiteX63-8681" fmla="*/ 7918248 w 10768629"/>
              <a:gd name="connsiteY63-8682" fmla="*/ 1124371 h 1978172"/>
              <a:gd name="connsiteX64-8683" fmla="*/ 7914119 w 10768629"/>
              <a:gd name="connsiteY64-8684" fmla="*/ 1127653 h 1978172"/>
              <a:gd name="connsiteX65-8685" fmla="*/ 7907658 w 10768629"/>
              <a:gd name="connsiteY65-8686" fmla="*/ 1130350 h 1978172"/>
              <a:gd name="connsiteX66-8687" fmla="*/ 7907434 w 10768629"/>
              <a:gd name="connsiteY66-8688" fmla="*/ 1130103 h 1978172"/>
              <a:gd name="connsiteX67-8689" fmla="*/ 7901508 w 10768629"/>
              <a:gd name="connsiteY67-8690" fmla="*/ 1133245 h 1978172"/>
              <a:gd name="connsiteX68-8691" fmla="*/ 7873287 w 10768629"/>
              <a:gd name="connsiteY68-8692" fmla="*/ 1152609 h 1978172"/>
              <a:gd name="connsiteX69-8693" fmla="*/ 7834833 w 10768629"/>
              <a:gd name="connsiteY69-8694" fmla="*/ 1153868 h 1978172"/>
              <a:gd name="connsiteX70-8695" fmla="*/ 7828661 w 10768629"/>
              <a:gd name="connsiteY70-8696" fmla="*/ 1139994 h 1978172"/>
              <a:gd name="connsiteX71-8697" fmla="*/ 7823966 w 10768629"/>
              <a:gd name="connsiteY71-8698" fmla="*/ 1143178 h 1978172"/>
              <a:gd name="connsiteX72-8699" fmla="*/ 7815078 w 10768629"/>
              <a:gd name="connsiteY72-8700" fmla="*/ 1151776 h 1978172"/>
              <a:gd name="connsiteX73-8701" fmla="*/ 7812026 w 10768629"/>
              <a:gd name="connsiteY73-8702" fmla="*/ 1151522 h 1978172"/>
              <a:gd name="connsiteX74-8703" fmla="*/ 7782249 w 10768629"/>
              <a:gd name="connsiteY74-8704" fmla="*/ 1160970 h 1978172"/>
              <a:gd name="connsiteX75-8705" fmla="*/ 7773476 w 10768629"/>
              <a:gd name="connsiteY75-8706" fmla="*/ 1157414 h 1978172"/>
              <a:gd name="connsiteX76-8707" fmla="*/ 7769600 w 10768629"/>
              <a:gd name="connsiteY76-8708" fmla="*/ 1157365 h 1978172"/>
              <a:gd name="connsiteX77-8709" fmla="*/ 7752631 w 10768629"/>
              <a:gd name="connsiteY77-8710" fmla="*/ 1172815 h 1978172"/>
              <a:gd name="connsiteX78-8711" fmla="*/ 7743525 w 10768629"/>
              <a:gd name="connsiteY78-8712" fmla="*/ 1179064 h 1978172"/>
              <a:gd name="connsiteX79-8713" fmla="*/ 7685942 w 10768629"/>
              <a:gd name="connsiteY79-8714" fmla="*/ 1233723 h 1978172"/>
              <a:gd name="connsiteX80-8715" fmla="*/ 7586920 w 10768629"/>
              <a:gd name="connsiteY80-8716" fmla="*/ 1261888 h 1978172"/>
              <a:gd name="connsiteX81-8717" fmla="*/ 7486100 w 10768629"/>
              <a:gd name="connsiteY81-8718" fmla="*/ 1292563 h 1978172"/>
              <a:gd name="connsiteX82-8719" fmla="*/ 7407190 w 10768629"/>
              <a:gd name="connsiteY82-8720" fmla="*/ 1314737 h 1978172"/>
              <a:gd name="connsiteX83-8721" fmla="*/ 7240698 w 10768629"/>
              <a:gd name="connsiteY83-8722" fmla="*/ 1438832 h 1978172"/>
              <a:gd name="connsiteX84-8723" fmla="*/ 7197675 w 10768629"/>
              <a:gd name="connsiteY84-8724" fmla="*/ 1447530 h 1978172"/>
              <a:gd name="connsiteX85-8725" fmla="*/ 7164788 w 10768629"/>
              <a:gd name="connsiteY85-8726" fmla="*/ 1480293 h 1978172"/>
              <a:gd name="connsiteX86-8727" fmla="*/ 7147929 w 10768629"/>
              <a:gd name="connsiteY86-8728" fmla="*/ 1477641 h 1978172"/>
              <a:gd name="connsiteX87-8729" fmla="*/ 7144965 w 10768629"/>
              <a:gd name="connsiteY87-8730" fmla="*/ 1476908 h 1978172"/>
              <a:gd name="connsiteX88-8731" fmla="*/ 7134299 w 10768629"/>
              <a:gd name="connsiteY88-8732" fmla="*/ 1479969 h 1978172"/>
              <a:gd name="connsiteX89-8733" fmla="*/ 7129809 w 10768629"/>
              <a:gd name="connsiteY89-8734" fmla="*/ 1473339 h 1978172"/>
              <a:gd name="connsiteX90-8735" fmla="*/ 7112688 w 10768629"/>
              <a:gd name="connsiteY90-8736" fmla="*/ 1472575 h 1978172"/>
              <a:gd name="connsiteX91-8737" fmla="*/ 7093470 w 10768629"/>
              <a:gd name="connsiteY91-8738" fmla="*/ 1480300 h 1978172"/>
              <a:gd name="connsiteX92-8739" fmla="*/ 7025034 w 10768629"/>
              <a:gd name="connsiteY92-8740" fmla="*/ 1506934 h 1978172"/>
              <a:gd name="connsiteX93-8741" fmla="*/ 7014783 w 10768629"/>
              <a:gd name="connsiteY93-8742" fmla="*/ 1515868 h 1978172"/>
              <a:gd name="connsiteX94-8743" fmla="*/ 6979706 w 10768629"/>
              <a:gd name="connsiteY94-8744" fmla="*/ 1523511 h 1978172"/>
              <a:gd name="connsiteX95-8745" fmla="*/ 6977890 w 10768629"/>
              <a:gd name="connsiteY95-8746" fmla="*/ 1525793 h 1978172"/>
              <a:gd name="connsiteX96-8747" fmla="*/ 6944339 w 10768629"/>
              <a:gd name="connsiteY96-8748" fmla="*/ 1536237 h 1978172"/>
              <a:gd name="connsiteX97-8749" fmla="*/ 6886996 w 10768629"/>
              <a:gd name="connsiteY97-8750" fmla="*/ 1563569 h 1978172"/>
              <a:gd name="connsiteX98-8751" fmla="*/ 6874510 w 10768629"/>
              <a:gd name="connsiteY98-8752" fmla="*/ 1558469 h 1978172"/>
              <a:gd name="connsiteX99-8753" fmla="*/ 6871943 w 10768629"/>
              <a:gd name="connsiteY99-8754" fmla="*/ 1554651 h 1978172"/>
              <a:gd name="connsiteX100-8755" fmla="*/ 6856174 w 10768629"/>
              <a:gd name="connsiteY100-8756" fmla="*/ 1562024 h 1978172"/>
              <a:gd name="connsiteX101-8757" fmla="*/ 6842321 w 10768629"/>
              <a:gd name="connsiteY101-8758" fmla="*/ 1560554 h 1978172"/>
              <a:gd name="connsiteX102-8759" fmla="*/ 6832713 w 10768629"/>
              <a:gd name="connsiteY102-8760" fmla="*/ 1569357 h 1978172"/>
              <a:gd name="connsiteX103-8761" fmla="*/ 6816351 w 10768629"/>
              <a:gd name="connsiteY103-8762" fmla="*/ 1571495 h 1978172"/>
              <a:gd name="connsiteX104-8763" fmla="*/ 6795800 w 10768629"/>
              <a:gd name="connsiteY104-8764" fmla="*/ 1572010 h 1978172"/>
              <a:gd name="connsiteX105-8765" fmla="*/ 6777546 w 10768629"/>
              <a:gd name="connsiteY105-8766" fmla="*/ 1568661 h 1978172"/>
              <a:gd name="connsiteX106-8767" fmla="*/ 6751528 w 10768629"/>
              <a:gd name="connsiteY106-8768" fmla="*/ 1574143 h 1978172"/>
              <a:gd name="connsiteX107-8769" fmla="*/ 6691966 w 10768629"/>
              <a:gd name="connsiteY107-8770" fmla="*/ 1582255 h 1978172"/>
              <a:gd name="connsiteX108-8771" fmla="*/ 6646941 w 10768629"/>
              <a:gd name="connsiteY108-8772" fmla="*/ 1588471 h 1978172"/>
              <a:gd name="connsiteX109-8773" fmla="*/ 6568576 w 10768629"/>
              <a:gd name="connsiteY109-8774" fmla="*/ 1606488 h 1978172"/>
              <a:gd name="connsiteX110-8775" fmla="*/ 6554358 w 10768629"/>
              <a:gd name="connsiteY110-8776" fmla="*/ 1621701 h 1978172"/>
              <a:gd name="connsiteX111-8777" fmla="*/ 6516968 w 10768629"/>
              <a:gd name="connsiteY111-8778" fmla="*/ 1617195 h 1978172"/>
              <a:gd name="connsiteX112-8779" fmla="*/ 6506479 w 10768629"/>
              <a:gd name="connsiteY112-8780" fmla="*/ 1602227 h 1978172"/>
              <a:gd name="connsiteX113-8781" fmla="*/ 6458436 w 10768629"/>
              <a:gd name="connsiteY113-8782" fmla="*/ 1607332 h 1978172"/>
              <a:gd name="connsiteX114-8783" fmla="*/ 6414786 w 10768629"/>
              <a:gd name="connsiteY114-8784" fmla="*/ 1628815 h 1978172"/>
              <a:gd name="connsiteX115-8785" fmla="*/ 6357085 w 10768629"/>
              <a:gd name="connsiteY115-8786" fmla="*/ 1640846 h 1978172"/>
              <a:gd name="connsiteX116-8787" fmla="*/ 6322636 w 10768629"/>
              <a:gd name="connsiteY116-8788" fmla="*/ 1648213 h 1978172"/>
              <a:gd name="connsiteX117-8789" fmla="*/ 6226172 w 10768629"/>
              <a:gd name="connsiteY117-8790" fmla="*/ 1654676 h 1978172"/>
              <a:gd name="connsiteX118-8791" fmla="*/ 6221217 w 10768629"/>
              <a:gd name="connsiteY118-8792" fmla="*/ 1654506 h 1978172"/>
              <a:gd name="connsiteX119-8793" fmla="*/ 6204956 w 10768629"/>
              <a:gd name="connsiteY119-8794" fmla="*/ 1664280 h 1978172"/>
              <a:gd name="connsiteX120-8795" fmla="*/ 6204270 w 10768629"/>
              <a:gd name="connsiteY120-8796" fmla="*/ 1666782 h 1978172"/>
              <a:gd name="connsiteX121-8797" fmla="*/ 6143810 w 10768629"/>
              <a:gd name="connsiteY121-8798" fmla="*/ 1661963 h 1978172"/>
              <a:gd name="connsiteX122-8799" fmla="*/ 6136560 w 10768629"/>
              <a:gd name="connsiteY122-8800" fmla="*/ 1665728 h 1978172"/>
              <a:gd name="connsiteX123-8801" fmla="*/ 6096155 w 10768629"/>
              <a:gd name="connsiteY123-8802" fmla="*/ 1656951 h 1978172"/>
              <a:gd name="connsiteX124-8803" fmla="*/ 6075812 w 10768629"/>
              <a:gd name="connsiteY124-8804" fmla="*/ 1655422 h 1978172"/>
              <a:gd name="connsiteX125-8805" fmla="*/ 6039495 w 10768629"/>
              <a:gd name="connsiteY125-8806" fmla="*/ 1649680 h 1978172"/>
              <a:gd name="connsiteX126-8807" fmla="*/ 6036523 w 10768629"/>
              <a:gd name="connsiteY126-8808" fmla="*/ 1652121 h 1978172"/>
              <a:gd name="connsiteX127-8809" fmla="*/ 6029328 w 10768629"/>
              <a:gd name="connsiteY127-8810" fmla="*/ 1649904 h 1978172"/>
              <a:gd name="connsiteX128-8811" fmla="*/ 6024075 w 10768629"/>
              <a:gd name="connsiteY128-8812" fmla="*/ 1652779 h 1978172"/>
              <a:gd name="connsiteX129-8813" fmla="*/ 6018085 w 10768629"/>
              <a:gd name="connsiteY129-8814" fmla="*/ 1652030 h 1978172"/>
              <a:gd name="connsiteX130-8815" fmla="*/ 5955513 w 10768629"/>
              <a:gd name="connsiteY130-8816" fmla="*/ 1663584 h 1978172"/>
              <a:gd name="connsiteX131-8817" fmla="*/ 5941996 w 10768629"/>
              <a:gd name="connsiteY131-8818" fmla="*/ 1661326 h 1978172"/>
              <a:gd name="connsiteX132-8819" fmla="*/ 5931789 w 10768629"/>
              <a:gd name="connsiteY132-8820" fmla="*/ 1669915 h 1978172"/>
              <a:gd name="connsiteX133-8821" fmla="*/ 5888686 w 10768629"/>
              <a:gd name="connsiteY133-8822" fmla="*/ 1672175 h 1978172"/>
              <a:gd name="connsiteX134-8823" fmla="*/ 5873794 w 10768629"/>
              <a:gd name="connsiteY134-8824" fmla="*/ 1665454 h 1978172"/>
              <a:gd name="connsiteX135-8825" fmla="*/ 5860022 w 10768629"/>
              <a:gd name="connsiteY135-8826" fmla="*/ 1660635 h 1978172"/>
              <a:gd name="connsiteX136-8827" fmla="*/ 5858237 w 10768629"/>
              <a:gd name="connsiteY136-8828" fmla="*/ 1660649 h 1978172"/>
              <a:gd name="connsiteX137-8829" fmla="*/ 5840319 w 10768629"/>
              <a:gd name="connsiteY137-8830" fmla="*/ 1660798 h 1978172"/>
              <a:gd name="connsiteX138-8831" fmla="*/ 5806984 w 10768629"/>
              <a:gd name="connsiteY138-8832" fmla="*/ 1661075 h 1978172"/>
              <a:gd name="connsiteX139-8833" fmla="*/ 5742351 w 10768629"/>
              <a:gd name="connsiteY139-8834" fmla="*/ 1667489 h 1978172"/>
              <a:gd name="connsiteX140-8835" fmla="*/ 5521171 w 10768629"/>
              <a:gd name="connsiteY140-8836" fmla="*/ 1671626 h 1978172"/>
              <a:gd name="connsiteX141-8837" fmla="*/ 5457384 w 10768629"/>
              <a:gd name="connsiteY141-8838" fmla="*/ 1683952 h 1978172"/>
              <a:gd name="connsiteX142-8839" fmla="*/ 4950070 w 10768629"/>
              <a:gd name="connsiteY142-8840" fmla="*/ 1748401 h 1978172"/>
              <a:gd name="connsiteX143-8841" fmla="*/ 4872172 w 10768629"/>
              <a:gd name="connsiteY143-8842" fmla="*/ 1757222 h 1978172"/>
              <a:gd name="connsiteX144-8843" fmla="*/ 4809524 w 10768629"/>
              <a:gd name="connsiteY144-8844" fmla="*/ 1761033 h 1978172"/>
              <a:gd name="connsiteX145-8845" fmla="*/ 4759058 w 10768629"/>
              <a:gd name="connsiteY145-8846" fmla="*/ 1766533 h 1978172"/>
              <a:gd name="connsiteX146-8847" fmla="*/ 4719749 w 10768629"/>
              <a:gd name="connsiteY146-8848" fmla="*/ 1771811 h 1978172"/>
              <a:gd name="connsiteX147-8849" fmla="*/ 4568686 w 10768629"/>
              <a:gd name="connsiteY147-8850" fmla="*/ 1786141 h 1978172"/>
              <a:gd name="connsiteX148-8851" fmla="*/ 4418751 w 10768629"/>
              <a:gd name="connsiteY148-8852" fmla="*/ 1796932 h 1978172"/>
              <a:gd name="connsiteX149-8853" fmla="*/ 4378377 w 10768629"/>
              <a:gd name="connsiteY149-8854" fmla="*/ 1815528 h 1978172"/>
              <a:gd name="connsiteX150-8855" fmla="*/ 4320575 w 10768629"/>
              <a:gd name="connsiteY150-8856" fmla="*/ 1832722 h 1978172"/>
              <a:gd name="connsiteX151-8857" fmla="*/ 4220200 w 10768629"/>
              <a:gd name="connsiteY151-8858" fmla="*/ 1873173 h 1978172"/>
              <a:gd name="connsiteX152-8859" fmla="*/ 4105361 w 10768629"/>
              <a:gd name="connsiteY152-8860" fmla="*/ 1894711 h 1978172"/>
              <a:gd name="connsiteX153-8861" fmla="*/ 3973223 w 10768629"/>
              <a:gd name="connsiteY153-8862" fmla="*/ 1881015 h 1978172"/>
              <a:gd name="connsiteX154-8863" fmla="*/ 3900992 w 10768629"/>
              <a:gd name="connsiteY154-8864" fmla="*/ 1880603 h 1978172"/>
              <a:gd name="connsiteX155-8865" fmla="*/ 3662119 w 10768629"/>
              <a:gd name="connsiteY155-8866" fmla="*/ 1889285 h 1978172"/>
              <a:gd name="connsiteX156-8867" fmla="*/ 3496919 w 10768629"/>
              <a:gd name="connsiteY156-8868" fmla="*/ 1873180 h 1978172"/>
              <a:gd name="connsiteX157-8869" fmla="*/ 3449433 w 10768629"/>
              <a:gd name="connsiteY157-8870" fmla="*/ 1889681 h 1978172"/>
              <a:gd name="connsiteX158-8871" fmla="*/ 3369766 w 10768629"/>
              <a:gd name="connsiteY158-8872" fmla="*/ 1916653 h 1978172"/>
              <a:gd name="connsiteX159-8873" fmla="*/ 3269672 w 10768629"/>
              <a:gd name="connsiteY159-8874" fmla="*/ 1938036 h 1978172"/>
              <a:gd name="connsiteX160-8875" fmla="*/ 3224897 w 10768629"/>
              <a:gd name="connsiteY160-8876" fmla="*/ 1943733 h 1978172"/>
              <a:gd name="connsiteX161-8877" fmla="*/ 3161463 w 10768629"/>
              <a:gd name="connsiteY161-8878" fmla="*/ 1946591 h 1978172"/>
              <a:gd name="connsiteX162-8879" fmla="*/ 3112044 w 10768629"/>
              <a:gd name="connsiteY162-8880" fmla="*/ 1935614 h 1978172"/>
              <a:gd name="connsiteX163-8881" fmla="*/ 3069716 w 10768629"/>
              <a:gd name="connsiteY163-8882" fmla="*/ 1930463 h 1978172"/>
              <a:gd name="connsiteX164-8883" fmla="*/ 3005773 w 10768629"/>
              <a:gd name="connsiteY164-8884" fmla="*/ 1915878 h 1978172"/>
              <a:gd name="connsiteX165-8885" fmla="*/ 2897201 w 10768629"/>
              <a:gd name="connsiteY165-8886" fmla="*/ 1926772 h 1978172"/>
              <a:gd name="connsiteX166-8887" fmla="*/ 2783891 w 10768629"/>
              <a:gd name="connsiteY166-8888" fmla="*/ 1931749 h 1978172"/>
              <a:gd name="connsiteX167-8889" fmla="*/ 2712447 w 10768629"/>
              <a:gd name="connsiteY167-8890" fmla="*/ 1933044 h 1978172"/>
              <a:gd name="connsiteX168-8891" fmla="*/ 2560151 w 10768629"/>
              <a:gd name="connsiteY168-8892" fmla="*/ 1963609 h 1978172"/>
              <a:gd name="connsiteX169-8893" fmla="*/ 2367221 w 10768629"/>
              <a:gd name="connsiteY169-8894" fmla="*/ 1971884 h 1978172"/>
              <a:gd name="connsiteX170-8895" fmla="*/ 2272130 w 10768629"/>
              <a:gd name="connsiteY170-8896" fmla="*/ 1961162 h 1978172"/>
              <a:gd name="connsiteX171-8897" fmla="*/ 2189404 w 10768629"/>
              <a:gd name="connsiteY171-8898" fmla="*/ 1978172 h 1978172"/>
              <a:gd name="connsiteX172-8899" fmla="*/ 2077704 w 10768629"/>
              <a:gd name="connsiteY172-8900" fmla="*/ 1965002 h 1978172"/>
              <a:gd name="connsiteX173-8901" fmla="*/ 2033299 w 10768629"/>
              <a:gd name="connsiteY173-8902" fmla="*/ 1969042 h 1978172"/>
              <a:gd name="connsiteX174-8903" fmla="*/ 1967996 w 10768629"/>
              <a:gd name="connsiteY174-8904" fmla="*/ 1953187 h 1978172"/>
              <a:gd name="connsiteX175-8905" fmla="*/ 1855805 w 10768629"/>
              <a:gd name="connsiteY175-8906" fmla="*/ 1926082 h 1978172"/>
              <a:gd name="connsiteX176-8907" fmla="*/ 1790957 w 10768629"/>
              <a:gd name="connsiteY176-8908" fmla="*/ 1919460 h 1978172"/>
              <a:gd name="connsiteX177-8909" fmla="*/ 1613978 w 10768629"/>
              <a:gd name="connsiteY177-8910" fmla="*/ 1891581 h 1978172"/>
              <a:gd name="connsiteX178-8911" fmla="*/ 1436831 w 10768629"/>
              <a:gd name="connsiteY178-8912" fmla="*/ 1856201 h 1978172"/>
              <a:gd name="connsiteX179-8913" fmla="*/ 1357365 w 10768629"/>
              <a:gd name="connsiteY179-8914" fmla="*/ 1832140 h 1978172"/>
              <a:gd name="connsiteX180-8915" fmla="*/ 1232341 w 10768629"/>
              <a:gd name="connsiteY180-8916" fmla="*/ 1785942 h 1978172"/>
              <a:gd name="connsiteX181-8917" fmla="*/ 1162595 w 10768629"/>
              <a:gd name="connsiteY181-8918" fmla="*/ 1758337 h 1978172"/>
              <a:gd name="connsiteX182-8919" fmla="*/ 1128523 w 10768629"/>
              <a:gd name="connsiteY182-8920" fmla="*/ 1763621 h 1978172"/>
              <a:gd name="connsiteX183-8921" fmla="*/ 991903 w 10768629"/>
              <a:gd name="connsiteY183-8922" fmla="*/ 1786741 h 1978172"/>
              <a:gd name="connsiteX184-8923" fmla="*/ 883960 w 10768629"/>
              <a:gd name="connsiteY184-8924" fmla="*/ 1822386 h 1978172"/>
              <a:gd name="connsiteX185-8925" fmla="*/ 766531 w 10768629"/>
              <a:gd name="connsiteY185-8926" fmla="*/ 1805053 h 1978172"/>
              <a:gd name="connsiteX186-8927" fmla="*/ 669779 w 10768629"/>
              <a:gd name="connsiteY186-8928" fmla="*/ 1800537 h 1978172"/>
              <a:gd name="connsiteX187-8929" fmla="*/ 523898 w 10768629"/>
              <a:gd name="connsiteY187-8930" fmla="*/ 1811085 h 1978172"/>
              <a:gd name="connsiteX188-8931" fmla="*/ 360251 w 10768629"/>
              <a:gd name="connsiteY188-8932" fmla="*/ 1830735 h 1978172"/>
              <a:gd name="connsiteX189-8933" fmla="*/ 255207 w 10768629"/>
              <a:gd name="connsiteY189-8934" fmla="*/ 1818275 h 1978172"/>
              <a:gd name="connsiteX190-8935" fmla="*/ 101803 w 10768629"/>
              <a:gd name="connsiteY190-8936" fmla="*/ 1870647 h 1978172"/>
              <a:gd name="connsiteX191-8937" fmla="*/ 25397 w 10768629"/>
              <a:gd name="connsiteY191-8938" fmla="*/ 1888443 h 1978172"/>
              <a:gd name="connsiteX192-8939" fmla="*/ 2370 w 10768629"/>
              <a:gd name="connsiteY192-8940" fmla="*/ 1878311 h 1978172"/>
              <a:gd name="connsiteX193-8941" fmla="*/ 0 w 10768629"/>
              <a:gd name="connsiteY193-8942" fmla="*/ 1878785 h 1978172"/>
              <a:gd name="connsiteX194-8943" fmla="*/ 0 w 10768629"/>
              <a:gd name="connsiteY194-8944" fmla="*/ 0 h 1978172"/>
              <a:gd name="connsiteX0-8945" fmla="*/ 0 w 10768629"/>
              <a:gd name="connsiteY0-8946" fmla="*/ 0 h 1978172"/>
              <a:gd name="connsiteX1-8947" fmla="*/ 10768629 w 10768629"/>
              <a:gd name="connsiteY1-8948" fmla="*/ 0 h 1978172"/>
              <a:gd name="connsiteX2-8949" fmla="*/ 10733254 w 10768629"/>
              <a:gd name="connsiteY2-8950" fmla="*/ 31439 h 1978172"/>
              <a:gd name="connsiteX3-8951" fmla="*/ 10727085 w 10768629"/>
              <a:gd name="connsiteY3-8952" fmla="*/ 37910 h 1978172"/>
              <a:gd name="connsiteX4-8953" fmla="*/ 10675953 w 10768629"/>
              <a:gd name="connsiteY4-8954" fmla="*/ 68623 h 1978172"/>
              <a:gd name="connsiteX5-8955" fmla="*/ 10637091 w 10768629"/>
              <a:gd name="connsiteY5-8956" fmla="*/ 90361 h 1978172"/>
              <a:gd name="connsiteX6-8957" fmla="*/ 10610971 w 10768629"/>
              <a:gd name="connsiteY6-8958" fmla="*/ 110764 h 1978172"/>
              <a:gd name="connsiteX7-8959" fmla="*/ 10532872 w 10768629"/>
              <a:gd name="connsiteY7-8960" fmla="*/ 138028 h 1978172"/>
              <a:gd name="connsiteX8-8961" fmla="*/ 10398558 w 10768629"/>
              <a:gd name="connsiteY8-8962" fmla="*/ 172911 h 1978172"/>
              <a:gd name="connsiteX9-8963" fmla="*/ 10371128 w 10768629"/>
              <a:gd name="connsiteY9-8964" fmla="*/ 182609 h 1978172"/>
              <a:gd name="connsiteX10-8965" fmla="*/ 10352178 w 10768629"/>
              <a:gd name="connsiteY10-8966" fmla="*/ 199976 h 1978172"/>
              <a:gd name="connsiteX11-8967" fmla="*/ 10351815 w 10768629"/>
              <a:gd name="connsiteY11-8968" fmla="*/ 211879 h 1978172"/>
              <a:gd name="connsiteX12-8969" fmla="*/ 10337471 w 10768629"/>
              <a:gd name="connsiteY12-8970" fmla="*/ 218661 h 1978172"/>
              <a:gd name="connsiteX13-8971" fmla="*/ 10334625 w 10768629"/>
              <a:gd name="connsiteY13-8972" fmla="*/ 222351 h 1978172"/>
              <a:gd name="connsiteX14-8973" fmla="*/ 10256365 w 10768629"/>
              <a:gd name="connsiteY14-8974" fmla="*/ 235917 h 1978172"/>
              <a:gd name="connsiteX15-8975" fmla="*/ 10201127 w 10768629"/>
              <a:gd name="connsiteY15-8976" fmla="*/ 267448 h 1978172"/>
              <a:gd name="connsiteX16-8977" fmla="*/ 9961218 w 10768629"/>
              <a:gd name="connsiteY16-8978" fmla="*/ 326720 h 1978172"/>
              <a:gd name="connsiteX17-8979" fmla="*/ 9859715 w 10768629"/>
              <a:gd name="connsiteY17-8980" fmla="*/ 355698 h 1978172"/>
              <a:gd name="connsiteX18-8981" fmla="*/ 9679867 w 10768629"/>
              <a:gd name="connsiteY18-8982" fmla="*/ 399081 h 1978172"/>
              <a:gd name="connsiteX19-8983" fmla="*/ 9490654 w 10768629"/>
              <a:gd name="connsiteY19-8984" fmla="*/ 455225 h 1978172"/>
              <a:gd name="connsiteX20-8985" fmla="*/ 9470837 w 10768629"/>
              <a:gd name="connsiteY20-8986" fmla="*/ 452539 h 1978172"/>
              <a:gd name="connsiteX21-8987" fmla="*/ 9469082 w 10768629"/>
              <a:gd name="connsiteY21-8988" fmla="*/ 454891 h 1978172"/>
              <a:gd name="connsiteX22-8989" fmla="*/ 9448038 w 10768629"/>
              <a:gd name="connsiteY22-8990" fmla="*/ 459733 h 1978172"/>
              <a:gd name="connsiteX23-8991" fmla="*/ 9396821 w 10768629"/>
              <a:gd name="connsiteY23-8992" fmla="*/ 455795 h 1978172"/>
              <a:gd name="connsiteX24-8993" fmla="*/ 9392197 w 10768629"/>
              <a:gd name="connsiteY24-8994" fmla="*/ 459796 h 1978172"/>
              <a:gd name="connsiteX25-8995" fmla="*/ 9347994 w 10768629"/>
              <a:gd name="connsiteY25-8996" fmla="*/ 464462 h 1978172"/>
              <a:gd name="connsiteX26-8997" fmla="*/ 9347889 w 10768629"/>
              <a:gd name="connsiteY26-8998" fmla="*/ 466539 h 1978172"/>
              <a:gd name="connsiteX27-8999" fmla="*/ 9337639 w 10768629"/>
              <a:gd name="connsiteY27-9000" fmla="*/ 476654 h 1978172"/>
              <a:gd name="connsiteX28-9001" fmla="*/ 9316893 w 10768629"/>
              <a:gd name="connsiteY28-9002" fmla="*/ 491390 h 1978172"/>
              <a:gd name="connsiteX29-9003" fmla="*/ 9229283 w 10768629"/>
              <a:gd name="connsiteY29-9004" fmla="*/ 555377 h 1978172"/>
              <a:gd name="connsiteX30-9005" fmla="*/ 9220274 w 10768629"/>
              <a:gd name="connsiteY30-9006" fmla="*/ 557502 h 1978172"/>
              <a:gd name="connsiteX31-9007" fmla="*/ 9220202 w 10768629"/>
              <a:gd name="connsiteY31-9008" fmla="*/ 558001 h 1978172"/>
              <a:gd name="connsiteX32-9009" fmla="*/ 9210908 w 10768629"/>
              <a:gd name="connsiteY32-9010" fmla="*/ 561147 h 1978172"/>
              <a:gd name="connsiteX33-9011" fmla="*/ 9186374 w 10768629"/>
              <a:gd name="connsiteY33-9012" fmla="*/ 565502 h 1978172"/>
              <a:gd name="connsiteX34-9013" fmla="*/ 9181058 w 10768629"/>
              <a:gd name="connsiteY34-9014" fmla="*/ 569943 h 1978172"/>
              <a:gd name="connsiteX35-9015" fmla="*/ 9179948 w 10768629"/>
              <a:gd name="connsiteY35-9016" fmla="*/ 576062 h 1978172"/>
              <a:gd name="connsiteX36-9017" fmla="*/ 9149110 w 10768629"/>
              <a:gd name="connsiteY36-9018" fmla="*/ 598906 h 1978172"/>
              <a:gd name="connsiteX37-9019" fmla="*/ 9078556 w 10768629"/>
              <a:gd name="connsiteY37-9020" fmla="*/ 644039 h 1978172"/>
              <a:gd name="connsiteX38-9021" fmla="*/ 8996399 w 10768629"/>
              <a:gd name="connsiteY38-9022" fmla="*/ 690055 h 1978172"/>
              <a:gd name="connsiteX39-9023" fmla="*/ 8803791 w 10768629"/>
              <a:gd name="connsiteY39-9024" fmla="*/ 813860 h 1978172"/>
              <a:gd name="connsiteX40-9025" fmla="*/ 8636202 w 10768629"/>
              <a:gd name="connsiteY40-9026" fmla="*/ 848463 h 1978172"/>
              <a:gd name="connsiteX41-9027" fmla="*/ 8555372 w 10768629"/>
              <a:gd name="connsiteY41-9028" fmla="*/ 883171 h 1978172"/>
              <a:gd name="connsiteX42-9029" fmla="*/ 8507229 w 10768629"/>
              <a:gd name="connsiteY42-9030" fmla="*/ 901665 h 1978172"/>
              <a:gd name="connsiteX43-9031" fmla="*/ 8428473 w 10768629"/>
              <a:gd name="connsiteY43-9032" fmla="*/ 927985 h 1978172"/>
              <a:gd name="connsiteX44-9033" fmla="*/ 8427914 w 10768629"/>
              <a:gd name="connsiteY44-9034" fmla="*/ 933480 h 1978172"/>
              <a:gd name="connsiteX45-9035" fmla="*/ 8420327 w 10768629"/>
              <a:gd name="connsiteY45-9036" fmla="*/ 941984 h 1978172"/>
              <a:gd name="connsiteX46-9037" fmla="*/ 8394729 w 10768629"/>
              <a:gd name="connsiteY46-9038" fmla="*/ 948347 h 1978172"/>
              <a:gd name="connsiteX47-9039" fmla="*/ 8380548 w 10768629"/>
              <a:gd name="connsiteY47-9040" fmla="*/ 987916 h 1978172"/>
              <a:gd name="connsiteX48-9041" fmla="*/ 8379462 w 10768629"/>
              <a:gd name="connsiteY48-9042" fmla="*/ 987106 h 1978172"/>
              <a:gd name="connsiteX49-9043" fmla="*/ 8369725 w 10768629"/>
              <a:gd name="connsiteY49-9044" fmla="*/ 989186 h 1978172"/>
              <a:gd name="connsiteX50-9045" fmla="*/ 8304438 w 10768629"/>
              <a:gd name="connsiteY50-9046" fmla="*/ 996739 h 1978172"/>
              <a:gd name="connsiteX51-9047" fmla="*/ 8280929 w 10768629"/>
              <a:gd name="connsiteY51-9048" fmla="*/ 1023089 h 1978172"/>
              <a:gd name="connsiteX52-9049" fmla="*/ 8275760 w 10768629"/>
              <a:gd name="connsiteY52-9050" fmla="*/ 1027772 h 1978172"/>
              <a:gd name="connsiteX53-9051" fmla="*/ 8275478 w 10768629"/>
              <a:gd name="connsiteY53-9052" fmla="*/ 1027605 h 1978172"/>
              <a:gd name="connsiteX54-9053" fmla="*/ 8269666 w 10768629"/>
              <a:gd name="connsiteY54-9054" fmla="*/ 1032033 h 1978172"/>
              <a:gd name="connsiteX55-9055" fmla="*/ 8203836 w 10768629"/>
              <a:gd name="connsiteY55-9056" fmla="*/ 1037347 h 1978172"/>
              <a:gd name="connsiteX56-9057" fmla="*/ 8122936 w 10768629"/>
              <a:gd name="connsiteY56-9058" fmla="*/ 1063113 h 1978172"/>
              <a:gd name="connsiteX57-9059" fmla="*/ 8043658 w 10768629"/>
              <a:gd name="connsiteY57-9060" fmla="*/ 1092746 h 1978172"/>
              <a:gd name="connsiteX58-9061" fmla="*/ 8015351 w 10768629"/>
              <a:gd name="connsiteY58-9062" fmla="*/ 1105478 h 1978172"/>
              <a:gd name="connsiteX59-9063" fmla="*/ 7963145 w 10768629"/>
              <a:gd name="connsiteY59-9064" fmla="*/ 1119346 h 1978172"/>
              <a:gd name="connsiteX60-9065" fmla="*/ 7938145 w 10768629"/>
              <a:gd name="connsiteY60-9066" fmla="*/ 1120225 h 1978172"/>
              <a:gd name="connsiteX61-9067" fmla="*/ 7937238 w 10768629"/>
              <a:gd name="connsiteY61-9068" fmla="*/ 1121204 h 1978172"/>
              <a:gd name="connsiteX62-9069" fmla="*/ 7934398 w 10768629"/>
              <a:gd name="connsiteY62-9070" fmla="*/ 1118240 h 1978172"/>
              <a:gd name="connsiteX63-9071" fmla="*/ 7918248 w 10768629"/>
              <a:gd name="connsiteY63-9072" fmla="*/ 1124371 h 1978172"/>
              <a:gd name="connsiteX64-9073" fmla="*/ 7914119 w 10768629"/>
              <a:gd name="connsiteY64-9074" fmla="*/ 1127653 h 1978172"/>
              <a:gd name="connsiteX65-9075" fmla="*/ 7907658 w 10768629"/>
              <a:gd name="connsiteY65-9076" fmla="*/ 1130350 h 1978172"/>
              <a:gd name="connsiteX66-9077" fmla="*/ 7907434 w 10768629"/>
              <a:gd name="connsiteY66-9078" fmla="*/ 1130103 h 1978172"/>
              <a:gd name="connsiteX67-9079" fmla="*/ 7901508 w 10768629"/>
              <a:gd name="connsiteY67-9080" fmla="*/ 1133245 h 1978172"/>
              <a:gd name="connsiteX68-9081" fmla="*/ 7873287 w 10768629"/>
              <a:gd name="connsiteY68-9082" fmla="*/ 1152609 h 1978172"/>
              <a:gd name="connsiteX69-9083" fmla="*/ 7834833 w 10768629"/>
              <a:gd name="connsiteY69-9084" fmla="*/ 1153868 h 1978172"/>
              <a:gd name="connsiteX70-9085" fmla="*/ 7828661 w 10768629"/>
              <a:gd name="connsiteY70-9086" fmla="*/ 1139994 h 1978172"/>
              <a:gd name="connsiteX71-9087" fmla="*/ 7823966 w 10768629"/>
              <a:gd name="connsiteY71-9088" fmla="*/ 1143178 h 1978172"/>
              <a:gd name="connsiteX72-9089" fmla="*/ 7815078 w 10768629"/>
              <a:gd name="connsiteY72-9090" fmla="*/ 1151776 h 1978172"/>
              <a:gd name="connsiteX73-9091" fmla="*/ 7812026 w 10768629"/>
              <a:gd name="connsiteY73-9092" fmla="*/ 1151522 h 1978172"/>
              <a:gd name="connsiteX74-9093" fmla="*/ 7782249 w 10768629"/>
              <a:gd name="connsiteY74-9094" fmla="*/ 1160970 h 1978172"/>
              <a:gd name="connsiteX75-9095" fmla="*/ 7773476 w 10768629"/>
              <a:gd name="connsiteY75-9096" fmla="*/ 1157414 h 1978172"/>
              <a:gd name="connsiteX76-9097" fmla="*/ 7769600 w 10768629"/>
              <a:gd name="connsiteY76-9098" fmla="*/ 1157365 h 1978172"/>
              <a:gd name="connsiteX77-9099" fmla="*/ 7752631 w 10768629"/>
              <a:gd name="connsiteY77-9100" fmla="*/ 1172815 h 1978172"/>
              <a:gd name="connsiteX78-9101" fmla="*/ 7743525 w 10768629"/>
              <a:gd name="connsiteY78-9102" fmla="*/ 1179064 h 1978172"/>
              <a:gd name="connsiteX79-9103" fmla="*/ 7685942 w 10768629"/>
              <a:gd name="connsiteY79-9104" fmla="*/ 1233723 h 1978172"/>
              <a:gd name="connsiteX80-9105" fmla="*/ 7586920 w 10768629"/>
              <a:gd name="connsiteY80-9106" fmla="*/ 1261888 h 1978172"/>
              <a:gd name="connsiteX81-9107" fmla="*/ 7486100 w 10768629"/>
              <a:gd name="connsiteY81-9108" fmla="*/ 1292563 h 1978172"/>
              <a:gd name="connsiteX82-9109" fmla="*/ 7407190 w 10768629"/>
              <a:gd name="connsiteY82-9110" fmla="*/ 1314737 h 1978172"/>
              <a:gd name="connsiteX83-9111" fmla="*/ 7240698 w 10768629"/>
              <a:gd name="connsiteY83-9112" fmla="*/ 1438832 h 1978172"/>
              <a:gd name="connsiteX84-9113" fmla="*/ 7197675 w 10768629"/>
              <a:gd name="connsiteY84-9114" fmla="*/ 1447530 h 1978172"/>
              <a:gd name="connsiteX85-9115" fmla="*/ 7164788 w 10768629"/>
              <a:gd name="connsiteY85-9116" fmla="*/ 1480293 h 1978172"/>
              <a:gd name="connsiteX86-9117" fmla="*/ 7147929 w 10768629"/>
              <a:gd name="connsiteY86-9118" fmla="*/ 1477641 h 1978172"/>
              <a:gd name="connsiteX87-9119" fmla="*/ 7144965 w 10768629"/>
              <a:gd name="connsiteY87-9120" fmla="*/ 1476908 h 1978172"/>
              <a:gd name="connsiteX88-9121" fmla="*/ 7134299 w 10768629"/>
              <a:gd name="connsiteY88-9122" fmla="*/ 1479969 h 1978172"/>
              <a:gd name="connsiteX89-9123" fmla="*/ 7129809 w 10768629"/>
              <a:gd name="connsiteY89-9124" fmla="*/ 1473339 h 1978172"/>
              <a:gd name="connsiteX90-9125" fmla="*/ 7112688 w 10768629"/>
              <a:gd name="connsiteY90-9126" fmla="*/ 1472575 h 1978172"/>
              <a:gd name="connsiteX91-9127" fmla="*/ 7093470 w 10768629"/>
              <a:gd name="connsiteY91-9128" fmla="*/ 1480300 h 1978172"/>
              <a:gd name="connsiteX92-9129" fmla="*/ 7025034 w 10768629"/>
              <a:gd name="connsiteY92-9130" fmla="*/ 1506934 h 1978172"/>
              <a:gd name="connsiteX93-9131" fmla="*/ 7014783 w 10768629"/>
              <a:gd name="connsiteY93-9132" fmla="*/ 1515868 h 1978172"/>
              <a:gd name="connsiteX94-9133" fmla="*/ 6979706 w 10768629"/>
              <a:gd name="connsiteY94-9134" fmla="*/ 1523511 h 1978172"/>
              <a:gd name="connsiteX95-9135" fmla="*/ 6977890 w 10768629"/>
              <a:gd name="connsiteY95-9136" fmla="*/ 1525793 h 1978172"/>
              <a:gd name="connsiteX96-9137" fmla="*/ 6944339 w 10768629"/>
              <a:gd name="connsiteY96-9138" fmla="*/ 1536237 h 1978172"/>
              <a:gd name="connsiteX97-9139" fmla="*/ 6886996 w 10768629"/>
              <a:gd name="connsiteY97-9140" fmla="*/ 1563569 h 1978172"/>
              <a:gd name="connsiteX98-9141" fmla="*/ 6874510 w 10768629"/>
              <a:gd name="connsiteY98-9142" fmla="*/ 1558469 h 1978172"/>
              <a:gd name="connsiteX99-9143" fmla="*/ 6871943 w 10768629"/>
              <a:gd name="connsiteY99-9144" fmla="*/ 1554651 h 1978172"/>
              <a:gd name="connsiteX100-9145" fmla="*/ 6856174 w 10768629"/>
              <a:gd name="connsiteY100-9146" fmla="*/ 1562024 h 1978172"/>
              <a:gd name="connsiteX101-9147" fmla="*/ 6842321 w 10768629"/>
              <a:gd name="connsiteY101-9148" fmla="*/ 1560554 h 1978172"/>
              <a:gd name="connsiteX102-9149" fmla="*/ 6832713 w 10768629"/>
              <a:gd name="connsiteY102-9150" fmla="*/ 1569357 h 1978172"/>
              <a:gd name="connsiteX103-9151" fmla="*/ 6816351 w 10768629"/>
              <a:gd name="connsiteY103-9152" fmla="*/ 1571495 h 1978172"/>
              <a:gd name="connsiteX104-9153" fmla="*/ 6795800 w 10768629"/>
              <a:gd name="connsiteY104-9154" fmla="*/ 1572010 h 1978172"/>
              <a:gd name="connsiteX105-9155" fmla="*/ 6777546 w 10768629"/>
              <a:gd name="connsiteY105-9156" fmla="*/ 1568661 h 1978172"/>
              <a:gd name="connsiteX106-9157" fmla="*/ 6751528 w 10768629"/>
              <a:gd name="connsiteY106-9158" fmla="*/ 1574143 h 1978172"/>
              <a:gd name="connsiteX107-9159" fmla="*/ 6691966 w 10768629"/>
              <a:gd name="connsiteY107-9160" fmla="*/ 1582255 h 1978172"/>
              <a:gd name="connsiteX108-9161" fmla="*/ 6646941 w 10768629"/>
              <a:gd name="connsiteY108-9162" fmla="*/ 1588471 h 1978172"/>
              <a:gd name="connsiteX109-9163" fmla="*/ 6568576 w 10768629"/>
              <a:gd name="connsiteY109-9164" fmla="*/ 1606488 h 1978172"/>
              <a:gd name="connsiteX110-9165" fmla="*/ 6554358 w 10768629"/>
              <a:gd name="connsiteY110-9166" fmla="*/ 1621701 h 1978172"/>
              <a:gd name="connsiteX111-9167" fmla="*/ 6516968 w 10768629"/>
              <a:gd name="connsiteY111-9168" fmla="*/ 1617195 h 1978172"/>
              <a:gd name="connsiteX112-9169" fmla="*/ 6506479 w 10768629"/>
              <a:gd name="connsiteY112-9170" fmla="*/ 1602227 h 1978172"/>
              <a:gd name="connsiteX113-9171" fmla="*/ 6458436 w 10768629"/>
              <a:gd name="connsiteY113-9172" fmla="*/ 1607332 h 1978172"/>
              <a:gd name="connsiteX114-9173" fmla="*/ 6414786 w 10768629"/>
              <a:gd name="connsiteY114-9174" fmla="*/ 1628815 h 1978172"/>
              <a:gd name="connsiteX115-9175" fmla="*/ 6357085 w 10768629"/>
              <a:gd name="connsiteY115-9176" fmla="*/ 1640846 h 1978172"/>
              <a:gd name="connsiteX116-9177" fmla="*/ 6322636 w 10768629"/>
              <a:gd name="connsiteY116-9178" fmla="*/ 1648213 h 1978172"/>
              <a:gd name="connsiteX117-9179" fmla="*/ 6226172 w 10768629"/>
              <a:gd name="connsiteY117-9180" fmla="*/ 1654676 h 1978172"/>
              <a:gd name="connsiteX118-9181" fmla="*/ 6221217 w 10768629"/>
              <a:gd name="connsiteY118-9182" fmla="*/ 1654506 h 1978172"/>
              <a:gd name="connsiteX119-9183" fmla="*/ 6204956 w 10768629"/>
              <a:gd name="connsiteY119-9184" fmla="*/ 1664280 h 1978172"/>
              <a:gd name="connsiteX120-9185" fmla="*/ 6204270 w 10768629"/>
              <a:gd name="connsiteY120-9186" fmla="*/ 1666782 h 1978172"/>
              <a:gd name="connsiteX121-9187" fmla="*/ 6143810 w 10768629"/>
              <a:gd name="connsiteY121-9188" fmla="*/ 1661963 h 1978172"/>
              <a:gd name="connsiteX122-9189" fmla="*/ 6136560 w 10768629"/>
              <a:gd name="connsiteY122-9190" fmla="*/ 1665728 h 1978172"/>
              <a:gd name="connsiteX123-9191" fmla="*/ 6096155 w 10768629"/>
              <a:gd name="connsiteY123-9192" fmla="*/ 1656951 h 1978172"/>
              <a:gd name="connsiteX124-9193" fmla="*/ 6075812 w 10768629"/>
              <a:gd name="connsiteY124-9194" fmla="*/ 1655422 h 1978172"/>
              <a:gd name="connsiteX125-9195" fmla="*/ 6039495 w 10768629"/>
              <a:gd name="connsiteY125-9196" fmla="*/ 1649680 h 1978172"/>
              <a:gd name="connsiteX126-9197" fmla="*/ 6036523 w 10768629"/>
              <a:gd name="connsiteY126-9198" fmla="*/ 1652121 h 1978172"/>
              <a:gd name="connsiteX127-9199" fmla="*/ 6029328 w 10768629"/>
              <a:gd name="connsiteY127-9200" fmla="*/ 1649904 h 1978172"/>
              <a:gd name="connsiteX128-9201" fmla="*/ 6024075 w 10768629"/>
              <a:gd name="connsiteY128-9202" fmla="*/ 1652779 h 1978172"/>
              <a:gd name="connsiteX129-9203" fmla="*/ 6018085 w 10768629"/>
              <a:gd name="connsiteY129-9204" fmla="*/ 1652030 h 1978172"/>
              <a:gd name="connsiteX130-9205" fmla="*/ 5955513 w 10768629"/>
              <a:gd name="connsiteY130-9206" fmla="*/ 1663584 h 1978172"/>
              <a:gd name="connsiteX131-9207" fmla="*/ 5941996 w 10768629"/>
              <a:gd name="connsiteY131-9208" fmla="*/ 1661326 h 1978172"/>
              <a:gd name="connsiteX132-9209" fmla="*/ 5931789 w 10768629"/>
              <a:gd name="connsiteY132-9210" fmla="*/ 1669915 h 1978172"/>
              <a:gd name="connsiteX133-9211" fmla="*/ 5888686 w 10768629"/>
              <a:gd name="connsiteY133-9212" fmla="*/ 1672175 h 1978172"/>
              <a:gd name="connsiteX134-9213" fmla="*/ 5873794 w 10768629"/>
              <a:gd name="connsiteY134-9214" fmla="*/ 1665454 h 1978172"/>
              <a:gd name="connsiteX135-9215" fmla="*/ 5860022 w 10768629"/>
              <a:gd name="connsiteY135-9216" fmla="*/ 1660635 h 1978172"/>
              <a:gd name="connsiteX136-9217" fmla="*/ 5858237 w 10768629"/>
              <a:gd name="connsiteY136-9218" fmla="*/ 1660649 h 1978172"/>
              <a:gd name="connsiteX137-9219" fmla="*/ 5840319 w 10768629"/>
              <a:gd name="connsiteY137-9220" fmla="*/ 1660798 h 1978172"/>
              <a:gd name="connsiteX138-9221" fmla="*/ 5806984 w 10768629"/>
              <a:gd name="connsiteY138-9222" fmla="*/ 1661075 h 1978172"/>
              <a:gd name="connsiteX139-9223" fmla="*/ 5742351 w 10768629"/>
              <a:gd name="connsiteY139-9224" fmla="*/ 1667489 h 1978172"/>
              <a:gd name="connsiteX140-9225" fmla="*/ 5521171 w 10768629"/>
              <a:gd name="connsiteY140-9226" fmla="*/ 1671626 h 1978172"/>
              <a:gd name="connsiteX141-9227" fmla="*/ 5457384 w 10768629"/>
              <a:gd name="connsiteY141-9228" fmla="*/ 1683952 h 1978172"/>
              <a:gd name="connsiteX142-9229" fmla="*/ 4950070 w 10768629"/>
              <a:gd name="connsiteY142-9230" fmla="*/ 1748401 h 1978172"/>
              <a:gd name="connsiteX143-9231" fmla="*/ 4872172 w 10768629"/>
              <a:gd name="connsiteY143-9232" fmla="*/ 1757222 h 1978172"/>
              <a:gd name="connsiteX144-9233" fmla="*/ 4809524 w 10768629"/>
              <a:gd name="connsiteY144-9234" fmla="*/ 1761033 h 1978172"/>
              <a:gd name="connsiteX145-9235" fmla="*/ 4759058 w 10768629"/>
              <a:gd name="connsiteY145-9236" fmla="*/ 1766533 h 1978172"/>
              <a:gd name="connsiteX146-9237" fmla="*/ 4719749 w 10768629"/>
              <a:gd name="connsiteY146-9238" fmla="*/ 1771811 h 1978172"/>
              <a:gd name="connsiteX147-9239" fmla="*/ 4568686 w 10768629"/>
              <a:gd name="connsiteY147-9240" fmla="*/ 1786141 h 1978172"/>
              <a:gd name="connsiteX148-9241" fmla="*/ 4418751 w 10768629"/>
              <a:gd name="connsiteY148-9242" fmla="*/ 1796932 h 1978172"/>
              <a:gd name="connsiteX149-9243" fmla="*/ 4378377 w 10768629"/>
              <a:gd name="connsiteY149-9244" fmla="*/ 1815528 h 1978172"/>
              <a:gd name="connsiteX150-9245" fmla="*/ 4320575 w 10768629"/>
              <a:gd name="connsiteY150-9246" fmla="*/ 1832722 h 1978172"/>
              <a:gd name="connsiteX151-9247" fmla="*/ 4220200 w 10768629"/>
              <a:gd name="connsiteY151-9248" fmla="*/ 1873173 h 1978172"/>
              <a:gd name="connsiteX152-9249" fmla="*/ 4105361 w 10768629"/>
              <a:gd name="connsiteY152-9250" fmla="*/ 1894711 h 1978172"/>
              <a:gd name="connsiteX153-9251" fmla="*/ 3973223 w 10768629"/>
              <a:gd name="connsiteY153-9252" fmla="*/ 1881015 h 1978172"/>
              <a:gd name="connsiteX154-9253" fmla="*/ 3900992 w 10768629"/>
              <a:gd name="connsiteY154-9254" fmla="*/ 1880603 h 1978172"/>
              <a:gd name="connsiteX155-9255" fmla="*/ 3662119 w 10768629"/>
              <a:gd name="connsiteY155-9256" fmla="*/ 1889285 h 1978172"/>
              <a:gd name="connsiteX156-9257" fmla="*/ 3496919 w 10768629"/>
              <a:gd name="connsiteY156-9258" fmla="*/ 1873180 h 1978172"/>
              <a:gd name="connsiteX157-9259" fmla="*/ 3449433 w 10768629"/>
              <a:gd name="connsiteY157-9260" fmla="*/ 1889681 h 1978172"/>
              <a:gd name="connsiteX158-9261" fmla="*/ 3369766 w 10768629"/>
              <a:gd name="connsiteY158-9262" fmla="*/ 1916653 h 1978172"/>
              <a:gd name="connsiteX159-9263" fmla="*/ 3269672 w 10768629"/>
              <a:gd name="connsiteY159-9264" fmla="*/ 1938036 h 1978172"/>
              <a:gd name="connsiteX160-9265" fmla="*/ 3224897 w 10768629"/>
              <a:gd name="connsiteY160-9266" fmla="*/ 1943733 h 1978172"/>
              <a:gd name="connsiteX161-9267" fmla="*/ 3161463 w 10768629"/>
              <a:gd name="connsiteY161-9268" fmla="*/ 1946591 h 1978172"/>
              <a:gd name="connsiteX162-9269" fmla="*/ 3112044 w 10768629"/>
              <a:gd name="connsiteY162-9270" fmla="*/ 1935614 h 1978172"/>
              <a:gd name="connsiteX163-9271" fmla="*/ 3069716 w 10768629"/>
              <a:gd name="connsiteY163-9272" fmla="*/ 1930463 h 1978172"/>
              <a:gd name="connsiteX164-9273" fmla="*/ 3005773 w 10768629"/>
              <a:gd name="connsiteY164-9274" fmla="*/ 1915878 h 1978172"/>
              <a:gd name="connsiteX165-9275" fmla="*/ 2897201 w 10768629"/>
              <a:gd name="connsiteY165-9276" fmla="*/ 1926772 h 1978172"/>
              <a:gd name="connsiteX166-9277" fmla="*/ 2783891 w 10768629"/>
              <a:gd name="connsiteY166-9278" fmla="*/ 1931749 h 1978172"/>
              <a:gd name="connsiteX167-9279" fmla="*/ 2712447 w 10768629"/>
              <a:gd name="connsiteY167-9280" fmla="*/ 1933044 h 1978172"/>
              <a:gd name="connsiteX168-9281" fmla="*/ 2560151 w 10768629"/>
              <a:gd name="connsiteY168-9282" fmla="*/ 1963609 h 1978172"/>
              <a:gd name="connsiteX169-9283" fmla="*/ 2367221 w 10768629"/>
              <a:gd name="connsiteY169-9284" fmla="*/ 1971884 h 1978172"/>
              <a:gd name="connsiteX170-9285" fmla="*/ 2272130 w 10768629"/>
              <a:gd name="connsiteY170-9286" fmla="*/ 1961162 h 1978172"/>
              <a:gd name="connsiteX171-9287" fmla="*/ 2189404 w 10768629"/>
              <a:gd name="connsiteY171-9288" fmla="*/ 1978172 h 1978172"/>
              <a:gd name="connsiteX172-9289" fmla="*/ 2077704 w 10768629"/>
              <a:gd name="connsiteY172-9290" fmla="*/ 1965002 h 1978172"/>
              <a:gd name="connsiteX173-9291" fmla="*/ 2033299 w 10768629"/>
              <a:gd name="connsiteY173-9292" fmla="*/ 1969042 h 1978172"/>
              <a:gd name="connsiteX174-9293" fmla="*/ 1967996 w 10768629"/>
              <a:gd name="connsiteY174-9294" fmla="*/ 1953187 h 1978172"/>
              <a:gd name="connsiteX175-9295" fmla="*/ 1855805 w 10768629"/>
              <a:gd name="connsiteY175-9296" fmla="*/ 1926082 h 1978172"/>
              <a:gd name="connsiteX176-9297" fmla="*/ 1790957 w 10768629"/>
              <a:gd name="connsiteY176-9298" fmla="*/ 1919460 h 1978172"/>
              <a:gd name="connsiteX177-9299" fmla="*/ 1613978 w 10768629"/>
              <a:gd name="connsiteY177-9300" fmla="*/ 1891581 h 1978172"/>
              <a:gd name="connsiteX178-9301" fmla="*/ 1436831 w 10768629"/>
              <a:gd name="connsiteY178-9302" fmla="*/ 1856201 h 1978172"/>
              <a:gd name="connsiteX179-9303" fmla="*/ 1357365 w 10768629"/>
              <a:gd name="connsiteY179-9304" fmla="*/ 1832140 h 1978172"/>
              <a:gd name="connsiteX180-9305" fmla="*/ 1232341 w 10768629"/>
              <a:gd name="connsiteY180-9306" fmla="*/ 1785942 h 1978172"/>
              <a:gd name="connsiteX181-9307" fmla="*/ 1162595 w 10768629"/>
              <a:gd name="connsiteY181-9308" fmla="*/ 1758337 h 1978172"/>
              <a:gd name="connsiteX182-9309" fmla="*/ 1128523 w 10768629"/>
              <a:gd name="connsiteY182-9310" fmla="*/ 1763621 h 1978172"/>
              <a:gd name="connsiteX183-9311" fmla="*/ 991903 w 10768629"/>
              <a:gd name="connsiteY183-9312" fmla="*/ 1786741 h 1978172"/>
              <a:gd name="connsiteX184-9313" fmla="*/ 883960 w 10768629"/>
              <a:gd name="connsiteY184-9314" fmla="*/ 1822386 h 1978172"/>
              <a:gd name="connsiteX185-9315" fmla="*/ 766531 w 10768629"/>
              <a:gd name="connsiteY185-9316" fmla="*/ 1805053 h 1978172"/>
              <a:gd name="connsiteX186-9317" fmla="*/ 669779 w 10768629"/>
              <a:gd name="connsiteY186-9318" fmla="*/ 1800537 h 1978172"/>
              <a:gd name="connsiteX187-9319" fmla="*/ 523898 w 10768629"/>
              <a:gd name="connsiteY187-9320" fmla="*/ 1811085 h 1978172"/>
              <a:gd name="connsiteX188-9321" fmla="*/ 360251 w 10768629"/>
              <a:gd name="connsiteY188-9322" fmla="*/ 1830735 h 1978172"/>
              <a:gd name="connsiteX189-9323" fmla="*/ 255207 w 10768629"/>
              <a:gd name="connsiteY189-9324" fmla="*/ 1818275 h 1978172"/>
              <a:gd name="connsiteX190-9325" fmla="*/ 101803 w 10768629"/>
              <a:gd name="connsiteY190-9326" fmla="*/ 1870647 h 1978172"/>
              <a:gd name="connsiteX191-9327" fmla="*/ 25397 w 10768629"/>
              <a:gd name="connsiteY191-9328" fmla="*/ 1888443 h 1978172"/>
              <a:gd name="connsiteX192-9329" fmla="*/ 2370 w 10768629"/>
              <a:gd name="connsiteY192-9330" fmla="*/ 1878311 h 1978172"/>
              <a:gd name="connsiteX193-9331" fmla="*/ 0 w 10768629"/>
              <a:gd name="connsiteY193-9332" fmla="*/ 1878785 h 1978172"/>
              <a:gd name="connsiteX194-9333" fmla="*/ 0 w 10768629"/>
              <a:gd name="connsiteY194-9334" fmla="*/ 0 h 1978172"/>
              <a:gd name="connsiteX0-9335" fmla="*/ 0 w 10768629"/>
              <a:gd name="connsiteY0-9336" fmla="*/ 0 h 1978172"/>
              <a:gd name="connsiteX1-9337" fmla="*/ 10768629 w 10768629"/>
              <a:gd name="connsiteY1-9338" fmla="*/ 0 h 1978172"/>
              <a:gd name="connsiteX2-9339" fmla="*/ 10733254 w 10768629"/>
              <a:gd name="connsiteY2-9340" fmla="*/ 31439 h 1978172"/>
              <a:gd name="connsiteX3-9341" fmla="*/ 10727085 w 10768629"/>
              <a:gd name="connsiteY3-9342" fmla="*/ 37910 h 1978172"/>
              <a:gd name="connsiteX4-9343" fmla="*/ 10675953 w 10768629"/>
              <a:gd name="connsiteY4-9344" fmla="*/ 68623 h 1978172"/>
              <a:gd name="connsiteX5-9345" fmla="*/ 10637091 w 10768629"/>
              <a:gd name="connsiteY5-9346" fmla="*/ 90361 h 1978172"/>
              <a:gd name="connsiteX6-9347" fmla="*/ 10610971 w 10768629"/>
              <a:gd name="connsiteY6-9348" fmla="*/ 110764 h 1978172"/>
              <a:gd name="connsiteX7-9349" fmla="*/ 10532872 w 10768629"/>
              <a:gd name="connsiteY7-9350" fmla="*/ 138028 h 1978172"/>
              <a:gd name="connsiteX8-9351" fmla="*/ 10398558 w 10768629"/>
              <a:gd name="connsiteY8-9352" fmla="*/ 172911 h 1978172"/>
              <a:gd name="connsiteX9-9353" fmla="*/ 10371128 w 10768629"/>
              <a:gd name="connsiteY9-9354" fmla="*/ 182609 h 1978172"/>
              <a:gd name="connsiteX10-9355" fmla="*/ 10352178 w 10768629"/>
              <a:gd name="connsiteY10-9356" fmla="*/ 199976 h 1978172"/>
              <a:gd name="connsiteX11-9357" fmla="*/ 10351815 w 10768629"/>
              <a:gd name="connsiteY11-9358" fmla="*/ 211879 h 1978172"/>
              <a:gd name="connsiteX12-9359" fmla="*/ 10337471 w 10768629"/>
              <a:gd name="connsiteY12-9360" fmla="*/ 218661 h 1978172"/>
              <a:gd name="connsiteX13-9361" fmla="*/ 10334625 w 10768629"/>
              <a:gd name="connsiteY13-9362" fmla="*/ 222351 h 1978172"/>
              <a:gd name="connsiteX14-9363" fmla="*/ 10256365 w 10768629"/>
              <a:gd name="connsiteY14-9364" fmla="*/ 235917 h 1978172"/>
              <a:gd name="connsiteX15-9365" fmla="*/ 10201127 w 10768629"/>
              <a:gd name="connsiteY15-9366" fmla="*/ 267448 h 1978172"/>
              <a:gd name="connsiteX16-9367" fmla="*/ 9961218 w 10768629"/>
              <a:gd name="connsiteY16-9368" fmla="*/ 326720 h 1978172"/>
              <a:gd name="connsiteX17-9369" fmla="*/ 9859715 w 10768629"/>
              <a:gd name="connsiteY17-9370" fmla="*/ 355698 h 1978172"/>
              <a:gd name="connsiteX18-9371" fmla="*/ 9679867 w 10768629"/>
              <a:gd name="connsiteY18-9372" fmla="*/ 399081 h 1978172"/>
              <a:gd name="connsiteX19-9373" fmla="*/ 9490654 w 10768629"/>
              <a:gd name="connsiteY19-9374" fmla="*/ 455225 h 1978172"/>
              <a:gd name="connsiteX20-9375" fmla="*/ 9470837 w 10768629"/>
              <a:gd name="connsiteY20-9376" fmla="*/ 452539 h 1978172"/>
              <a:gd name="connsiteX21-9377" fmla="*/ 9469082 w 10768629"/>
              <a:gd name="connsiteY21-9378" fmla="*/ 454891 h 1978172"/>
              <a:gd name="connsiteX22-9379" fmla="*/ 9448038 w 10768629"/>
              <a:gd name="connsiteY22-9380" fmla="*/ 459733 h 1978172"/>
              <a:gd name="connsiteX23-9381" fmla="*/ 9396821 w 10768629"/>
              <a:gd name="connsiteY23-9382" fmla="*/ 455795 h 1978172"/>
              <a:gd name="connsiteX24-9383" fmla="*/ 9392197 w 10768629"/>
              <a:gd name="connsiteY24-9384" fmla="*/ 459796 h 1978172"/>
              <a:gd name="connsiteX25-9385" fmla="*/ 9347994 w 10768629"/>
              <a:gd name="connsiteY25-9386" fmla="*/ 464462 h 1978172"/>
              <a:gd name="connsiteX26-9387" fmla="*/ 9347889 w 10768629"/>
              <a:gd name="connsiteY26-9388" fmla="*/ 466539 h 1978172"/>
              <a:gd name="connsiteX27-9389" fmla="*/ 9337639 w 10768629"/>
              <a:gd name="connsiteY27-9390" fmla="*/ 476654 h 1978172"/>
              <a:gd name="connsiteX28-9391" fmla="*/ 9316893 w 10768629"/>
              <a:gd name="connsiteY28-9392" fmla="*/ 491390 h 1978172"/>
              <a:gd name="connsiteX29-9393" fmla="*/ 9229283 w 10768629"/>
              <a:gd name="connsiteY29-9394" fmla="*/ 555377 h 1978172"/>
              <a:gd name="connsiteX30-9395" fmla="*/ 9220274 w 10768629"/>
              <a:gd name="connsiteY30-9396" fmla="*/ 557502 h 1978172"/>
              <a:gd name="connsiteX31-9397" fmla="*/ 9220202 w 10768629"/>
              <a:gd name="connsiteY31-9398" fmla="*/ 558001 h 1978172"/>
              <a:gd name="connsiteX32-9399" fmla="*/ 9210908 w 10768629"/>
              <a:gd name="connsiteY32-9400" fmla="*/ 561147 h 1978172"/>
              <a:gd name="connsiteX33-9401" fmla="*/ 9186374 w 10768629"/>
              <a:gd name="connsiteY33-9402" fmla="*/ 565502 h 1978172"/>
              <a:gd name="connsiteX34-9403" fmla="*/ 9181058 w 10768629"/>
              <a:gd name="connsiteY34-9404" fmla="*/ 569943 h 1978172"/>
              <a:gd name="connsiteX35-9405" fmla="*/ 9179948 w 10768629"/>
              <a:gd name="connsiteY35-9406" fmla="*/ 576062 h 1978172"/>
              <a:gd name="connsiteX36-9407" fmla="*/ 9149110 w 10768629"/>
              <a:gd name="connsiteY36-9408" fmla="*/ 598906 h 1978172"/>
              <a:gd name="connsiteX37-9409" fmla="*/ 9078556 w 10768629"/>
              <a:gd name="connsiteY37-9410" fmla="*/ 644039 h 1978172"/>
              <a:gd name="connsiteX38-9411" fmla="*/ 8996399 w 10768629"/>
              <a:gd name="connsiteY38-9412" fmla="*/ 690055 h 1978172"/>
              <a:gd name="connsiteX39-9413" fmla="*/ 8803791 w 10768629"/>
              <a:gd name="connsiteY39-9414" fmla="*/ 813860 h 1978172"/>
              <a:gd name="connsiteX40-9415" fmla="*/ 8636202 w 10768629"/>
              <a:gd name="connsiteY40-9416" fmla="*/ 848463 h 1978172"/>
              <a:gd name="connsiteX41-9417" fmla="*/ 8555372 w 10768629"/>
              <a:gd name="connsiteY41-9418" fmla="*/ 883171 h 1978172"/>
              <a:gd name="connsiteX42-9419" fmla="*/ 8507229 w 10768629"/>
              <a:gd name="connsiteY42-9420" fmla="*/ 901665 h 1978172"/>
              <a:gd name="connsiteX43-9421" fmla="*/ 8428473 w 10768629"/>
              <a:gd name="connsiteY43-9422" fmla="*/ 927985 h 1978172"/>
              <a:gd name="connsiteX44-9423" fmla="*/ 8427914 w 10768629"/>
              <a:gd name="connsiteY44-9424" fmla="*/ 933480 h 1978172"/>
              <a:gd name="connsiteX45-9425" fmla="*/ 8420327 w 10768629"/>
              <a:gd name="connsiteY45-9426" fmla="*/ 941984 h 1978172"/>
              <a:gd name="connsiteX46-9427" fmla="*/ 8394729 w 10768629"/>
              <a:gd name="connsiteY46-9428" fmla="*/ 948347 h 1978172"/>
              <a:gd name="connsiteX47-9429" fmla="*/ 8380548 w 10768629"/>
              <a:gd name="connsiteY47-9430" fmla="*/ 987916 h 1978172"/>
              <a:gd name="connsiteX48-9431" fmla="*/ 8379462 w 10768629"/>
              <a:gd name="connsiteY48-9432" fmla="*/ 987106 h 1978172"/>
              <a:gd name="connsiteX49-9433" fmla="*/ 8340796 w 10768629"/>
              <a:gd name="connsiteY49-9434" fmla="*/ 980522 h 1978172"/>
              <a:gd name="connsiteX50-9435" fmla="*/ 8304438 w 10768629"/>
              <a:gd name="connsiteY50-9436" fmla="*/ 996739 h 1978172"/>
              <a:gd name="connsiteX51-9437" fmla="*/ 8280929 w 10768629"/>
              <a:gd name="connsiteY51-9438" fmla="*/ 1023089 h 1978172"/>
              <a:gd name="connsiteX52-9439" fmla="*/ 8275760 w 10768629"/>
              <a:gd name="connsiteY52-9440" fmla="*/ 1027772 h 1978172"/>
              <a:gd name="connsiteX53-9441" fmla="*/ 8275478 w 10768629"/>
              <a:gd name="connsiteY53-9442" fmla="*/ 1027605 h 1978172"/>
              <a:gd name="connsiteX54-9443" fmla="*/ 8269666 w 10768629"/>
              <a:gd name="connsiteY54-9444" fmla="*/ 1032033 h 1978172"/>
              <a:gd name="connsiteX55-9445" fmla="*/ 8203836 w 10768629"/>
              <a:gd name="connsiteY55-9446" fmla="*/ 1037347 h 1978172"/>
              <a:gd name="connsiteX56-9447" fmla="*/ 8122936 w 10768629"/>
              <a:gd name="connsiteY56-9448" fmla="*/ 1063113 h 1978172"/>
              <a:gd name="connsiteX57-9449" fmla="*/ 8043658 w 10768629"/>
              <a:gd name="connsiteY57-9450" fmla="*/ 1092746 h 1978172"/>
              <a:gd name="connsiteX58-9451" fmla="*/ 8015351 w 10768629"/>
              <a:gd name="connsiteY58-9452" fmla="*/ 1105478 h 1978172"/>
              <a:gd name="connsiteX59-9453" fmla="*/ 7963145 w 10768629"/>
              <a:gd name="connsiteY59-9454" fmla="*/ 1119346 h 1978172"/>
              <a:gd name="connsiteX60-9455" fmla="*/ 7938145 w 10768629"/>
              <a:gd name="connsiteY60-9456" fmla="*/ 1120225 h 1978172"/>
              <a:gd name="connsiteX61-9457" fmla="*/ 7937238 w 10768629"/>
              <a:gd name="connsiteY61-9458" fmla="*/ 1121204 h 1978172"/>
              <a:gd name="connsiteX62-9459" fmla="*/ 7934398 w 10768629"/>
              <a:gd name="connsiteY62-9460" fmla="*/ 1118240 h 1978172"/>
              <a:gd name="connsiteX63-9461" fmla="*/ 7918248 w 10768629"/>
              <a:gd name="connsiteY63-9462" fmla="*/ 1124371 h 1978172"/>
              <a:gd name="connsiteX64-9463" fmla="*/ 7914119 w 10768629"/>
              <a:gd name="connsiteY64-9464" fmla="*/ 1127653 h 1978172"/>
              <a:gd name="connsiteX65-9465" fmla="*/ 7907658 w 10768629"/>
              <a:gd name="connsiteY65-9466" fmla="*/ 1130350 h 1978172"/>
              <a:gd name="connsiteX66-9467" fmla="*/ 7907434 w 10768629"/>
              <a:gd name="connsiteY66-9468" fmla="*/ 1130103 h 1978172"/>
              <a:gd name="connsiteX67-9469" fmla="*/ 7901508 w 10768629"/>
              <a:gd name="connsiteY67-9470" fmla="*/ 1133245 h 1978172"/>
              <a:gd name="connsiteX68-9471" fmla="*/ 7873287 w 10768629"/>
              <a:gd name="connsiteY68-9472" fmla="*/ 1152609 h 1978172"/>
              <a:gd name="connsiteX69-9473" fmla="*/ 7834833 w 10768629"/>
              <a:gd name="connsiteY69-9474" fmla="*/ 1153868 h 1978172"/>
              <a:gd name="connsiteX70-9475" fmla="*/ 7828661 w 10768629"/>
              <a:gd name="connsiteY70-9476" fmla="*/ 1139994 h 1978172"/>
              <a:gd name="connsiteX71-9477" fmla="*/ 7823966 w 10768629"/>
              <a:gd name="connsiteY71-9478" fmla="*/ 1143178 h 1978172"/>
              <a:gd name="connsiteX72-9479" fmla="*/ 7815078 w 10768629"/>
              <a:gd name="connsiteY72-9480" fmla="*/ 1151776 h 1978172"/>
              <a:gd name="connsiteX73-9481" fmla="*/ 7812026 w 10768629"/>
              <a:gd name="connsiteY73-9482" fmla="*/ 1151522 h 1978172"/>
              <a:gd name="connsiteX74-9483" fmla="*/ 7782249 w 10768629"/>
              <a:gd name="connsiteY74-9484" fmla="*/ 1160970 h 1978172"/>
              <a:gd name="connsiteX75-9485" fmla="*/ 7773476 w 10768629"/>
              <a:gd name="connsiteY75-9486" fmla="*/ 1157414 h 1978172"/>
              <a:gd name="connsiteX76-9487" fmla="*/ 7769600 w 10768629"/>
              <a:gd name="connsiteY76-9488" fmla="*/ 1157365 h 1978172"/>
              <a:gd name="connsiteX77-9489" fmla="*/ 7752631 w 10768629"/>
              <a:gd name="connsiteY77-9490" fmla="*/ 1172815 h 1978172"/>
              <a:gd name="connsiteX78-9491" fmla="*/ 7743525 w 10768629"/>
              <a:gd name="connsiteY78-9492" fmla="*/ 1179064 h 1978172"/>
              <a:gd name="connsiteX79-9493" fmla="*/ 7685942 w 10768629"/>
              <a:gd name="connsiteY79-9494" fmla="*/ 1233723 h 1978172"/>
              <a:gd name="connsiteX80-9495" fmla="*/ 7586920 w 10768629"/>
              <a:gd name="connsiteY80-9496" fmla="*/ 1261888 h 1978172"/>
              <a:gd name="connsiteX81-9497" fmla="*/ 7486100 w 10768629"/>
              <a:gd name="connsiteY81-9498" fmla="*/ 1292563 h 1978172"/>
              <a:gd name="connsiteX82-9499" fmla="*/ 7407190 w 10768629"/>
              <a:gd name="connsiteY82-9500" fmla="*/ 1314737 h 1978172"/>
              <a:gd name="connsiteX83-9501" fmla="*/ 7240698 w 10768629"/>
              <a:gd name="connsiteY83-9502" fmla="*/ 1438832 h 1978172"/>
              <a:gd name="connsiteX84-9503" fmla="*/ 7197675 w 10768629"/>
              <a:gd name="connsiteY84-9504" fmla="*/ 1447530 h 1978172"/>
              <a:gd name="connsiteX85-9505" fmla="*/ 7164788 w 10768629"/>
              <a:gd name="connsiteY85-9506" fmla="*/ 1480293 h 1978172"/>
              <a:gd name="connsiteX86-9507" fmla="*/ 7147929 w 10768629"/>
              <a:gd name="connsiteY86-9508" fmla="*/ 1477641 h 1978172"/>
              <a:gd name="connsiteX87-9509" fmla="*/ 7144965 w 10768629"/>
              <a:gd name="connsiteY87-9510" fmla="*/ 1476908 h 1978172"/>
              <a:gd name="connsiteX88-9511" fmla="*/ 7134299 w 10768629"/>
              <a:gd name="connsiteY88-9512" fmla="*/ 1479969 h 1978172"/>
              <a:gd name="connsiteX89-9513" fmla="*/ 7129809 w 10768629"/>
              <a:gd name="connsiteY89-9514" fmla="*/ 1473339 h 1978172"/>
              <a:gd name="connsiteX90-9515" fmla="*/ 7112688 w 10768629"/>
              <a:gd name="connsiteY90-9516" fmla="*/ 1472575 h 1978172"/>
              <a:gd name="connsiteX91-9517" fmla="*/ 7093470 w 10768629"/>
              <a:gd name="connsiteY91-9518" fmla="*/ 1480300 h 1978172"/>
              <a:gd name="connsiteX92-9519" fmla="*/ 7025034 w 10768629"/>
              <a:gd name="connsiteY92-9520" fmla="*/ 1506934 h 1978172"/>
              <a:gd name="connsiteX93-9521" fmla="*/ 7014783 w 10768629"/>
              <a:gd name="connsiteY93-9522" fmla="*/ 1515868 h 1978172"/>
              <a:gd name="connsiteX94-9523" fmla="*/ 6979706 w 10768629"/>
              <a:gd name="connsiteY94-9524" fmla="*/ 1523511 h 1978172"/>
              <a:gd name="connsiteX95-9525" fmla="*/ 6977890 w 10768629"/>
              <a:gd name="connsiteY95-9526" fmla="*/ 1525793 h 1978172"/>
              <a:gd name="connsiteX96-9527" fmla="*/ 6944339 w 10768629"/>
              <a:gd name="connsiteY96-9528" fmla="*/ 1536237 h 1978172"/>
              <a:gd name="connsiteX97-9529" fmla="*/ 6886996 w 10768629"/>
              <a:gd name="connsiteY97-9530" fmla="*/ 1563569 h 1978172"/>
              <a:gd name="connsiteX98-9531" fmla="*/ 6874510 w 10768629"/>
              <a:gd name="connsiteY98-9532" fmla="*/ 1558469 h 1978172"/>
              <a:gd name="connsiteX99-9533" fmla="*/ 6871943 w 10768629"/>
              <a:gd name="connsiteY99-9534" fmla="*/ 1554651 h 1978172"/>
              <a:gd name="connsiteX100-9535" fmla="*/ 6856174 w 10768629"/>
              <a:gd name="connsiteY100-9536" fmla="*/ 1562024 h 1978172"/>
              <a:gd name="connsiteX101-9537" fmla="*/ 6842321 w 10768629"/>
              <a:gd name="connsiteY101-9538" fmla="*/ 1560554 h 1978172"/>
              <a:gd name="connsiteX102-9539" fmla="*/ 6832713 w 10768629"/>
              <a:gd name="connsiteY102-9540" fmla="*/ 1569357 h 1978172"/>
              <a:gd name="connsiteX103-9541" fmla="*/ 6816351 w 10768629"/>
              <a:gd name="connsiteY103-9542" fmla="*/ 1571495 h 1978172"/>
              <a:gd name="connsiteX104-9543" fmla="*/ 6795800 w 10768629"/>
              <a:gd name="connsiteY104-9544" fmla="*/ 1572010 h 1978172"/>
              <a:gd name="connsiteX105-9545" fmla="*/ 6777546 w 10768629"/>
              <a:gd name="connsiteY105-9546" fmla="*/ 1568661 h 1978172"/>
              <a:gd name="connsiteX106-9547" fmla="*/ 6751528 w 10768629"/>
              <a:gd name="connsiteY106-9548" fmla="*/ 1574143 h 1978172"/>
              <a:gd name="connsiteX107-9549" fmla="*/ 6691966 w 10768629"/>
              <a:gd name="connsiteY107-9550" fmla="*/ 1582255 h 1978172"/>
              <a:gd name="connsiteX108-9551" fmla="*/ 6646941 w 10768629"/>
              <a:gd name="connsiteY108-9552" fmla="*/ 1588471 h 1978172"/>
              <a:gd name="connsiteX109-9553" fmla="*/ 6568576 w 10768629"/>
              <a:gd name="connsiteY109-9554" fmla="*/ 1606488 h 1978172"/>
              <a:gd name="connsiteX110-9555" fmla="*/ 6554358 w 10768629"/>
              <a:gd name="connsiteY110-9556" fmla="*/ 1621701 h 1978172"/>
              <a:gd name="connsiteX111-9557" fmla="*/ 6516968 w 10768629"/>
              <a:gd name="connsiteY111-9558" fmla="*/ 1617195 h 1978172"/>
              <a:gd name="connsiteX112-9559" fmla="*/ 6506479 w 10768629"/>
              <a:gd name="connsiteY112-9560" fmla="*/ 1602227 h 1978172"/>
              <a:gd name="connsiteX113-9561" fmla="*/ 6458436 w 10768629"/>
              <a:gd name="connsiteY113-9562" fmla="*/ 1607332 h 1978172"/>
              <a:gd name="connsiteX114-9563" fmla="*/ 6414786 w 10768629"/>
              <a:gd name="connsiteY114-9564" fmla="*/ 1628815 h 1978172"/>
              <a:gd name="connsiteX115-9565" fmla="*/ 6357085 w 10768629"/>
              <a:gd name="connsiteY115-9566" fmla="*/ 1640846 h 1978172"/>
              <a:gd name="connsiteX116-9567" fmla="*/ 6322636 w 10768629"/>
              <a:gd name="connsiteY116-9568" fmla="*/ 1648213 h 1978172"/>
              <a:gd name="connsiteX117-9569" fmla="*/ 6226172 w 10768629"/>
              <a:gd name="connsiteY117-9570" fmla="*/ 1654676 h 1978172"/>
              <a:gd name="connsiteX118-9571" fmla="*/ 6221217 w 10768629"/>
              <a:gd name="connsiteY118-9572" fmla="*/ 1654506 h 1978172"/>
              <a:gd name="connsiteX119-9573" fmla="*/ 6204956 w 10768629"/>
              <a:gd name="connsiteY119-9574" fmla="*/ 1664280 h 1978172"/>
              <a:gd name="connsiteX120-9575" fmla="*/ 6204270 w 10768629"/>
              <a:gd name="connsiteY120-9576" fmla="*/ 1666782 h 1978172"/>
              <a:gd name="connsiteX121-9577" fmla="*/ 6143810 w 10768629"/>
              <a:gd name="connsiteY121-9578" fmla="*/ 1661963 h 1978172"/>
              <a:gd name="connsiteX122-9579" fmla="*/ 6136560 w 10768629"/>
              <a:gd name="connsiteY122-9580" fmla="*/ 1665728 h 1978172"/>
              <a:gd name="connsiteX123-9581" fmla="*/ 6096155 w 10768629"/>
              <a:gd name="connsiteY123-9582" fmla="*/ 1656951 h 1978172"/>
              <a:gd name="connsiteX124-9583" fmla="*/ 6075812 w 10768629"/>
              <a:gd name="connsiteY124-9584" fmla="*/ 1655422 h 1978172"/>
              <a:gd name="connsiteX125-9585" fmla="*/ 6039495 w 10768629"/>
              <a:gd name="connsiteY125-9586" fmla="*/ 1649680 h 1978172"/>
              <a:gd name="connsiteX126-9587" fmla="*/ 6036523 w 10768629"/>
              <a:gd name="connsiteY126-9588" fmla="*/ 1652121 h 1978172"/>
              <a:gd name="connsiteX127-9589" fmla="*/ 6029328 w 10768629"/>
              <a:gd name="connsiteY127-9590" fmla="*/ 1649904 h 1978172"/>
              <a:gd name="connsiteX128-9591" fmla="*/ 6024075 w 10768629"/>
              <a:gd name="connsiteY128-9592" fmla="*/ 1652779 h 1978172"/>
              <a:gd name="connsiteX129-9593" fmla="*/ 6018085 w 10768629"/>
              <a:gd name="connsiteY129-9594" fmla="*/ 1652030 h 1978172"/>
              <a:gd name="connsiteX130-9595" fmla="*/ 5955513 w 10768629"/>
              <a:gd name="connsiteY130-9596" fmla="*/ 1663584 h 1978172"/>
              <a:gd name="connsiteX131-9597" fmla="*/ 5941996 w 10768629"/>
              <a:gd name="connsiteY131-9598" fmla="*/ 1661326 h 1978172"/>
              <a:gd name="connsiteX132-9599" fmla="*/ 5931789 w 10768629"/>
              <a:gd name="connsiteY132-9600" fmla="*/ 1669915 h 1978172"/>
              <a:gd name="connsiteX133-9601" fmla="*/ 5888686 w 10768629"/>
              <a:gd name="connsiteY133-9602" fmla="*/ 1672175 h 1978172"/>
              <a:gd name="connsiteX134-9603" fmla="*/ 5873794 w 10768629"/>
              <a:gd name="connsiteY134-9604" fmla="*/ 1665454 h 1978172"/>
              <a:gd name="connsiteX135-9605" fmla="*/ 5860022 w 10768629"/>
              <a:gd name="connsiteY135-9606" fmla="*/ 1660635 h 1978172"/>
              <a:gd name="connsiteX136-9607" fmla="*/ 5858237 w 10768629"/>
              <a:gd name="connsiteY136-9608" fmla="*/ 1660649 h 1978172"/>
              <a:gd name="connsiteX137-9609" fmla="*/ 5840319 w 10768629"/>
              <a:gd name="connsiteY137-9610" fmla="*/ 1660798 h 1978172"/>
              <a:gd name="connsiteX138-9611" fmla="*/ 5806984 w 10768629"/>
              <a:gd name="connsiteY138-9612" fmla="*/ 1661075 h 1978172"/>
              <a:gd name="connsiteX139-9613" fmla="*/ 5742351 w 10768629"/>
              <a:gd name="connsiteY139-9614" fmla="*/ 1667489 h 1978172"/>
              <a:gd name="connsiteX140-9615" fmla="*/ 5521171 w 10768629"/>
              <a:gd name="connsiteY140-9616" fmla="*/ 1671626 h 1978172"/>
              <a:gd name="connsiteX141-9617" fmla="*/ 5457384 w 10768629"/>
              <a:gd name="connsiteY141-9618" fmla="*/ 1683952 h 1978172"/>
              <a:gd name="connsiteX142-9619" fmla="*/ 4950070 w 10768629"/>
              <a:gd name="connsiteY142-9620" fmla="*/ 1748401 h 1978172"/>
              <a:gd name="connsiteX143-9621" fmla="*/ 4872172 w 10768629"/>
              <a:gd name="connsiteY143-9622" fmla="*/ 1757222 h 1978172"/>
              <a:gd name="connsiteX144-9623" fmla="*/ 4809524 w 10768629"/>
              <a:gd name="connsiteY144-9624" fmla="*/ 1761033 h 1978172"/>
              <a:gd name="connsiteX145-9625" fmla="*/ 4759058 w 10768629"/>
              <a:gd name="connsiteY145-9626" fmla="*/ 1766533 h 1978172"/>
              <a:gd name="connsiteX146-9627" fmla="*/ 4719749 w 10768629"/>
              <a:gd name="connsiteY146-9628" fmla="*/ 1771811 h 1978172"/>
              <a:gd name="connsiteX147-9629" fmla="*/ 4568686 w 10768629"/>
              <a:gd name="connsiteY147-9630" fmla="*/ 1786141 h 1978172"/>
              <a:gd name="connsiteX148-9631" fmla="*/ 4418751 w 10768629"/>
              <a:gd name="connsiteY148-9632" fmla="*/ 1796932 h 1978172"/>
              <a:gd name="connsiteX149-9633" fmla="*/ 4378377 w 10768629"/>
              <a:gd name="connsiteY149-9634" fmla="*/ 1815528 h 1978172"/>
              <a:gd name="connsiteX150-9635" fmla="*/ 4320575 w 10768629"/>
              <a:gd name="connsiteY150-9636" fmla="*/ 1832722 h 1978172"/>
              <a:gd name="connsiteX151-9637" fmla="*/ 4220200 w 10768629"/>
              <a:gd name="connsiteY151-9638" fmla="*/ 1873173 h 1978172"/>
              <a:gd name="connsiteX152-9639" fmla="*/ 4105361 w 10768629"/>
              <a:gd name="connsiteY152-9640" fmla="*/ 1894711 h 1978172"/>
              <a:gd name="connsiteX153-9641" fmla="*/ 3973223 w 10768629"/>
              <a:gd name="connsiteY153-9642" fmla="*/ 1881015 h 1978172"/>
              <a:gd name="connsiteX154-9643" fmla="*/ 3900992 w 10768629"/>
              <a:gd name="connsiteY154-9644" fmla="*/ 1880603 h 1978172"/>
              <a:gd name="connsiteX155-9645" fmla="*/ 3662119 w 10768629"/>
              <a:gd name="connsiteY155-9646" fmla="*/ 1889285 h 1978172"/>
              <a:gd name="connsiteX156-9647" fmla="*/ 3496919 w 10768629"/>
              <a:gd name="connsiteY156-9648" fmla="*/ 1873180 h 1978172"/>
              <a:gd name="connsiteX157-9649" fmla="*/ 3449433 w 10768629"/>
              <a:gd name="connsiteY157-9650" fmla="*/ 1889681 h 1978172"/>
              <a:gd name="connsiteX158-9651" fmla="*/ 3369766 w 10768629"/>
              <a:gd name="connsiteY158-9652" fmla="*/ 1916653 h 1978172"/>
              <a:gd name="connsiteX159-9653" fmla="*/ 3269672 w 10768629"/>
              <a:gd name="connsiteY159-9654" fmla="*/ 1938036 h 1978172"/>
              <a:gd name="connsiteX160-9655" fmla="*/ 3224897 w 10768629"/>
              <a:gd name="connsiteY160-9656" fmla="*/ 1943733 h 1978172"/>
              <a:gd name="connsiteX161-9657" fmla="*/ 3161463 w 10768629"/>
              <a:gd name="connsiteY161-9658" fmla="*/ 1946591 h 1978172"/>
              <a:gd name="connsiteX162-9659" fmla="*/ 3112044 w 10768629"/>
              <a:gd name="connsiteY162-9660" fmla="*/ 1935614 h 1978172"/>
              <a:gd name="connsiteX163-9661" fmla="*/ 3069716 w 10768629"/>
              <a:gd name="connsiteY163-9662" fmla="*/ 1930463 h 1978172"/>
              <a:gd name="connsiteX164-9663" fmla="*/ 3005773 w 10768629"/>
              <a:gd name="connsiteY164-9664" fmla="*/ 1915878 h 1978172"/>
              <a:gd name="connsiteX165-9665" fmla="*/ 2897201 w 10768629"/>
              <a:gd name="connsiteY165-9666" fmla="*/ 1926772 h 1978172"/>
              <a:gd name="connsiteX166-9667" fmla="*/ 2783891 w 10768629"/>
              <a:gd name="connsiteY166-9668" fmla="*/ 1931749 h 1978172"/>
              <a:gd name="connsiteX167-9669" fmla="*/ 2712447 w 10768629"/>
              <a:gd name="connsiteY167-9670" fmla="*/ 1933044 h 1978172"/>
              <a:gd name="connsiteX168-9671" fmla="*/ 2560151 w 10768629"/>
              <a:gd name="connsiteY168-9672" fmla="*/ 1963609 h 1978172"/>
              <a:gd name="connsiteX169-9673" fmla="*/ 2367221 w 10768629"/>
              <a:gd name="connsiteY169-9674" fmla="*/ 1971884 h 1978172"/>
              <a:gd name="connsiteX170-9675" fmla="*/ 2272130 w 10768629"/>
              <a:gd name="connsiteY170-9676" fmla="*/ 1961162 h 1978172"/>
              <a:gd name="connsiteX171-9677" fmla="*/ 2189404 w 10768629"/>
              <a:gd name="connsiteY171-9678" fmla="*/ 1978172 h 1978172"/>
              <a:gd name="connsiteX172-9679" fmla="*/ 2077704 w 10768629"/>
              <a:gd name="connsiteY172-9680" fmla="*/ 1965002 h 1978172"/>
              <a:gd name="connsiteX173-9681" fmla="*/ 2033299 w 10768629"/>
              <a:gd name="connsiteY173-9682" fmla="*/ 1969042 h 1978172"/>
              <a:gd name="connsiteX174-9683" fmla="*/ 1967996 w 10768629"/>
              <a:gd name="connsiteY174-9684" fmla="*/ 1953187 h 1978172"/>
              <a:gd name="connsiteX175-9685" fmla="*/ 1855805 w 10768629"/>
              <a:gd name="connsiteY175-9686" fmla="*/ 1926082 h 1978172"/>
              <a:gd name="connsiteX176-9687" fmla="*/ 1790957 w 10768629"/>
              <a:gd name="connsiteY176-9688" fmla="*/ 1919460 h 1978172"/>
              <a:gd name="connsiteX177-9689" fmla="*/ 1613978 w 10768629"/>
              <a:gd name="connsiteY177-9690" fmla="*/ 1891581 h 1978172"/>
              <a:gd name="connsiteX178-9691" fmla="*/ 1436831 w 10768629"/>
              <a:gd name="connsiteY178-9692" fmla="*/ 1856201 h 1978172"/>
              <a:gd name="connsiteX179-9693" fmla="*/ 1357365 w 10768629"/>
              <a:gd name="connsiteY179-9694" fmla="*/ 1832140 h 1978172"/>
              <a:gd name="connsiteX180-9695" fmla="*/ 1232341 w 10768629"/>
              <a:gd name="connsiteY180-9696" fmla="*/ 1785942 h 1978172"/>
              <a:gd name="connsiteX181-9697" fmla="*/ 1162595 w 10768629"/>
              <a:gd name="connsiteY181-9698" fmla="*/ 1758337 h 1978172"/>
              <a:gd name="connsiteX182-9699" fmla="*/ 1128523 w 10768629"/>
              <a:gd name="connsiteY182-9700" fmla="*/ 1763621 h 1978172"/>
              <a:gd name="connsiteX183-9701" fmla="*/ 991903 w 10768629"/>
              <a:gd name="connsiteY183-9702" fmla="*/ 1786741 h 1978172"/>
              <a:gd name="connsiteX184-9703" fmla="*/ 883960 w 10768629"/>
              <a:gd name="connsiteY184-9704" fmla="*/ 1822386 h 1978172"/>
              <a:gd name="connsiteX185-9705" fmla="*/ 766531 w 10768629"/>
              <a:gd name="connsiteY185-9706" fmla="*/ 1805053 h 1978172"/>
              <a:gd name="connsiteX186-9707" fmla="*/ 669779 w 10768629"/>
              <a:gd name="connsiteY186-9708" fmla="*/ 1800537 h 1978172"/>
              <a:gd name="connsiteX187-9709" fmla="*/ 523898 w 10768629"/>
              <a:gd name="connsiteY187-9710" fmla="*/ 1811085 h 1978172"/>
              <a:gd name="connsiteX188-9711" fmla="*/ 360251 w 10768629"/>
              <a:gd name="connsiteY188-9712" fmla="*/ 1830735 h 1978172"/>
              <a:gd name="connsiteX189-9713" fmla="*/ 255207 w 10768629"/>
              <a:gd name="connsiteY189-9714" fmla="*/ 1818275 h 1978172"/>
              <a:gd name="connsiteX190-9715" fmla="*/ 101803 w 10768629"/>
              <a:gd name="connsiteY190-9716" fmla="*/ 1870647 h 1978172"/>
              <a:gd name="connsiteX191-9717" fmla="*/ 25397 w 10768629"/>
              <a:gd name="connsiteY191-9718" fmla="*/ 1888443 h 1978172"/>
              <a:gd name="connsiteX192-9719" fmla="*/ 2370 w 10768629"/>
              <a:gd name="connsiteY192-9720" fmla="*/ 1878311 h 1978172"/>
              <a:gd name="connsiteX193-9721" fmla="*/ 0 w 10768629"/>
              <a:gd name="connsiteY193-9722" fmla="*/ 1878785 h 1978172"/>
              <a:gd name="connsiteX194-9723" fmla="*/ 0 w 10768629"/>
              <a:gd name="connsiteY194-9724" fmla="*/ 0 h 1978172"/>
              <a:gd name="connsiteX0-9725" fmla="*/ 0 w 10768629"/>
              <a:gd name="connsiteY0-9726" fmla="*/ 0 h 1978172"/>
              <a:gd name="connsiteX1-9727" fmla="*/ 10768629 w 10768629"/>
              <a:gd name="connsiteY1-9728" fmla="*/ 0 h 1978172"/>
              <a:gd name="connsiteX2-9729" fmla="*/ 10733254 w 10768629"/>
              <a:gd name="connsiteY2-9730" fmla="*/ 31439 h 1978172"/>
              <a:gd name="connsiteX3-9731" fmla="*/ 10727085 w 10768629"/>
              <a:gd name="connsiteY3-9732" fmla="*/ 37910 h 1978172"/>
              <a:gd name="connsiteX4-9733" fmla="*/ 10675953 w 10768629"/>
              <a:gd name="connsiteY4-9734" fmla="*/ 68623 h 1978172"/>
              <a:gd name="connsiteX5-9735" fmla="*/ 10637091 w 10768629"/>
              <a:gd name="connsiteY5-9736" fmla="*/ 90361 h 1978172"/>
              <a:gd name="connsiteX6-9737" fmla="*/ 10610971 w 10768629"/>
              <a:gd name="connsiteY6-9738" fmla="*/ 110764 h 1978172"/>
              <a:gd name="connsiteX7-9739" fmla="*/ 10532872 w 10768629"/>
              <a:gd name="connsiteY7-9740" fmla="*/ 138028 h 1978172"/>
              <a:gd name="connsiteX8-9741" fmla="*/ 10398558 w 10768629"/>
              <a:gd name="connsiteY8-9742" fmla="*/ 172911 h 1978172"/>
              <a:gd name="connsiteX9-9743" fmla="*/ 10371128 w 10768629"/>
              <a:gd name="connsiteY9-9744" fmla="*/ 182609 h 1978172"/>
              <a:gd name="connsiteX10-9745" fmla="*/ 10352178 w 10768629"/>
              <a:gd name="connsiteY10-9746" fmla="*/ 199976 h 1978172"/>
              <a:gd name="connsiteX11-9747" fmla="*/ 10351815 w 10768629"/>
              <a:gd name="connsiteY11-9748" fmla="*/ 211879 h 1978172"/>
              <a:gd name="connsiteX12-9749" fmla="*/ 10337471 w 10768629"/>
              <a:gd name="connsiteY12-9750" fmla="*/ 218661 h 1978172"/>
              <a:gd name="connsiteX13-9751" fmla="*/ 10334625 w 10768629"/>
              <a:gd name="connsiteY13-9752" fmla="*/ 222351 h 1978172"/>
              <a:gd name="connsiteX14-9753" fmla="*/ 10256365 w 10768629"/>
              <a:gd name="connsiteY14-9754" fmla="*/ 235917 h 1978172"/>
              <a:gd name="connsiteX15-9755" fmla="*/ 10201127 w 10768629"/>
              <a:gd name="connsiteY15-9756" fmla="*/ 267448 h 1978172"/>
              <a:gd name="connsiteX16-9757" fmla="*/ 9961218 w 10768629"/>
              <a:gd name="connsiteY16-9758" fmla="*/ 326720 h 1978172"/>
              <a:gd name="connsiteX17-9759" fmla="*/ 9859715 w 10768629"/>
              <a:gd name="connsiteY17-9760" fmla="*/ 355698 h 1978172"/>
              <a:gd name="connsiteX18-9761" fmla="*/ 9679867 w 10768629"/>
              <a:gd name="connsiteY18-9762" fmla="*/ 399081 h 1978172"/>
              <a:gd name="connsiteX19-9763" fmla="*/ 9490654 w 10768629"/>
              <a:gd name="connsiteY19-9764" fmla="*/ 455225 h 1978172"/>
              <a:gd name="connsiteX20-9765" fmla="*/ 9470837 w 10768629"/>
              <a:gd name="connsiteY20-9766" fmla="*/ 452539 h 1978172"/>
              <a:gd name="connsiteX21-9767" fmla="*/ 9469082 w 10768629"/>
              <a:gd name="connsiteY21-9768" fmla="*/ 454891 h 1978172"/>
              <a:gd name="connsiteX22-9769" fmla="*/ 9448038 w 10768629"/>
              <a:gd name="connsiteY22-9770" fmla="*/ 459733 h 1978172"/>
              <a:gd name="connsiteX23-9771" fmla="*/ 9396821 w 10768629"/>
              <a:gd name="connsiteY23-9772" fmla="*/ 455795 h 1978172"/>
              <a:gd name="connsiteX24-9773" fmla="*/ 9392197 w 10768629"/>
              <a:gd name="connsiteY24-9774" fmla="*/ 459796 h 1978172"/>
              <a:gd name="connsiteX25-9775" fmla="*/ 9347994 w 10768629"/>
              <a:gd name="connsiteY25-9776" fmla="*/ 464462 h 1978172"/>
              <a:gd name="connsiteX26-9777" fmla="*/ 9347889 w 10768629"/>
              <a:gd name="connsiteY26-9778" fmla="*/ 466539 h 1978172"/>
              <a:gd name="connsiteX27-9779" fmla="*/ 9337639 w 10768629"/>
              <a:gd name="connsiteY27-9780" fmla="*/ 476654 h 1978172"/>
              <a:gd name="connsiteX28-9781" fmla="*/ 9316893 w 10768629"/>
              <a:gd name="connsiteY28-9782" fmla="*/ 491390 h 1978172"/>
              <a:gd name="connsiteX29-9783" fmla="*/ 9229283 w 10768629"/>
              <a:gd name="connsiteY29-9784" fmla="*/ 555377 h 1978172"/>
              <a:gd name="connsiteX30-9785" fmla="*/ 9220274 w 10768629"/>
              <a:gd name="connsiteY30-9786" fmla="*/ 557502 h 1978172"/>
              <a:gd name="connsiteX31-9787" fmla="*/ 9220202 w 10768629"/>
              <a:gd name="connsiteY31-9788" fmla="*/ 558001 h 1978172"/>
              <a:gd name="connsiteX32-9789" fmla="*/ 9210908 w 10768629"/>
              <a:gd name="connsiteY32-9790" fmla="*/ 561147 h 1978172"/>
              <a:gd name="connsiteX33-9791" fmla="*/ 9186374 w 10768629"/>
              <a:gd name="connsiteY33-9792" fmla="*/ 565502 h 1978172"/>
              <a:gd name="connsiteX34-9793" fmla="*/ 9181058 w 10768629"/>
              <a:gd name="connsiteY34-9794" fmla="*/ 569943 h 1978172"/>
              <a:gd name="connsiteX35-9795" fmla="*/ 9179948 w 10768629"/>
              <a:gd name="connsiteY35-9796" fmla="*/ 576062 h 1978172"/>
              <a:gd name="connsiteX36-9797" fmla="*/ 9149110 w 10768629"/>
              <a:gd name="connsiteY36-9798" fmla="*/ 598906 h 1978172"/>
              <a:gd name="connsiteX37-9799" fmla="*/ 9078556 w 10768629"/>
              <a:gd name="connsiteY37-9800" fmla="*/ 644039 h 1978172"/>
              <a:gd name="connsiteX38-9801" fmla="*/ 8996399 w 10768629"/>
              <a:gd name="connsiteY38-9802" fmla="*/ 690055 h 1978172"/>
              <a:gd name="connsiteX39-9803" fmla="*/ 8803791 w 10768629"/>
              <a:gd name="connsiteY39-9804" fmla="*/ 813860 h 1978172"/>
              <a:gd name="connsiteX40-9805" fmla="*/ 8636202 w 10768629"/>
              <a:gd name="connsiteY40-9806" fmla="*/ 848463 h 1978172"/>
              <a:gd name="connsiteX41-9807" fmla="*/ 8555372 w 10768629"/>
              <a:gd name="connsiteY41-9808" fmla="*/ 883171 h 1978172"/>
              <a:gd name="connsiteX42-9809" fmla="*/ 8507229 w 10768629"/>
              <a:gd name="connsiteY42-9810" fmla="*/ 901665 h 1978172"/>
              <a:gd name="connsiteX43-9811" fmla="*/ 8428473 w 10768629"/>
              <a:gd name="connsiteY43-9812" fmla="*/ 927985 h 1978172"/>
              <a:gd name="connsiteX44-9813" fmla="*/ 8427914 w 10768629"/>
              <a:gd name="connsiteY44-9814" fmla="*/ 933480 h 1978172"/>
              <a:gd name="connsiteX45-9815" fmla="*/ 8420327 w 10768629"/>
              <a:gd name="connsiteY45-9816" fmla="*/ 941984 h 1978172"/>
              <a:gd name="connsiteX46-9817" fmla="*/ 8394729 w 10768629"/>
              <a:gd name="connsiteY46-9818" fmla="*/ 948347 h 1978172"/>
              <a:gd name="connsiteX47-9819" fmla="*/ 8380548 w 10768629"/>
              <a:gd name="connsiteY47-9820" fmla="*/ 987916 h 1978172"/>
              <a:gd name="connsiteX48-9821" fmla="*/ 8375330 w 10768629"/>
              <a:gd name="connsiteY48-9822" fmla="*/ 965444 h 1978172"/>
              <a:gd name="connsiteX49-9823" fmla="*/ 8340796 w 10768629"/>
              <a:gd name="connsiteY49-9824" fmla="*/ 980522 h 1978172"/>
              <a:gd name="connsiteX50-9825" fmla="*/ 8304438 w 10768629"/>
              <a:gd name="connsiteY50-9826" fmla="*/ 996739 h 1978172"/>
              <a:gd name="connsiteX51-9827" fmla="*/ 8280929 w 10768629"/>
              <a:gd name="connsiteY51-9828" fmla="*/ 1023089 h 1978172"/>
              <a:gd name="connsiteX52-9829" fmla="*/ 8275760 w 10768629"/>
              <a:gd name="connsiteY52-9830" fmla="*/ 1027772 h 1978172"/>
              <a:gd name="connsiteX53-9831" fmla="*/ 8275478 w 10768629"/>
              <a:gd name="connsiteY53-9832" fmla="*/ 1027605 h 1978172"/>
              <a:gd name="connsiteX54-9833" fmla="*/ 8269666 w 10768629"/>
              <a:gd name="connsiteY54-9834" fmla="*/ 1032033 h 1978172"/>
              <a:gd name="connsiteX55-9835" fmla="*/ 8203836 w 10768629"/>
              <a:gd name="connsiteY55-9836" fmla="*/ 1037347 h 1978172"/>
              <a:gd name="connsiteX56-9837" fmla="*/ 8122936 w 10768629"/>
              <a:gd name="connsiteY56-9838" fmla="*/ 1063113 h 1978172"/>
              <a:gd name="connsiteX57-9839" fmla="*/ 8043658 w 10768629"/>
              <a:gd name="connsiteY57-9840" fmla="*/ 1092746 h 1978172"/>
              <a:gd name="connsiteX58-9841" fmla="*/ 8015351 w 10768629"/>
              <a:gd name="connsiteY58-9842" fmla="*/ 1105478 h 1978172"/>
              <a:gd name="connsiteX59-9843" fmla="*/ 7963145 w 10768629"/>
              <a:gd name="connsiteY59-9844" fmla="*/ 1119346 h 1978172"/>
              <a:gd name="connsiteX60-9845" fmla="*/ 7938145 w 10768629"/>
              <a:gd name="connsiteY60-9846" fmla="*/ 1120225 h 1978172"/>
              <a:gd name="connsiteX61-9847" fmla="*/ 7937238 w 10768629"/>
              <a:gd name="connsiteY61-9848" fmla="*/ 1121204 h 1978172"/>
              <a:gd name="connsiteX62-9849" fmla="*/ 7934398 w 10768629"/>
              <a:gd name="connsiteY62-9850" fmla="*/ 1118240 h 1978172"/>
              <a:gd name="connsiteX63-9851" fmla="*/ 7918248 w 10768629"/>
              <a:gd name="connsiteY63-9852" fmla="*/ 1124371 h 1978172"/>
              <a:gd name="connsiteX64-9853" fmla="*/ 7914119 w 10768629"/>
              <a:gd name="connsiteY64-9854" fmla="*/ 1127653 h 1978172"/>
              <a:gd name="connsiteX65-9855" fmla="*/ 7907658 w 10768629"/>
              <a:gd name="connsiteY65-9856" fmla="*/ 1130350 h 1978172"/>
              <a:gd name="connsiteX66-9857" fmla="*/ 7907434 w 10768629"/>
              <a:gd name="connsiteY66-9858" fmla="*/ 1130103 h 1978172"/>
              <a:gd name="connsiteX67-9859" fmla="*/ 7901508 w 10768629"/>
              <a:gd name="connsiteY67-9860" fmla="*/ 1133245 h 1978172"/>
              <a:gd name="connsiteX68-9861" fmla="*/ 7873287 w 10768629"/>
              <a:gd name="connsiteY68-9862" fmla="*/ 1152609 h 1978172"/>
              <a:gd name="connsiteX69-9863" fmla="*/ 7834833 w 10768629"/>
              <a:gd name="connsiteY69-9864" fmla="*/ 1153868 h 1978172"/>
              <a:gd name="connsiteX70-9865" fmla="*/ 7828661 w 10768629"/>
              <a:gd name="connsiteY70-9866" fmla="*/ 1139994 h 1978172"/>
              <a:gd name="connsiteX71-9867" fmla="*/ 7823966 w 10768629"/>
              <a:gd name="connsiteY71-9868" fmla="*/ 1143178 h 1978172"/>
              <a:gd name="connsiteX72-9869" fmla="*/ 7815078 w 10768629"/>
              <a:gd name="connsiteY72-9870" fmla="*/ 1151776 h 1978172"/>
              <a:gd name="connsiteX73-9871" fmla="*/ 7812026 w 10768629"/>
              <a:gd name="connsiteY73-9872" fmla="*/ 1151522 h 1978172"/>
              <a:gd name="connsiteX74-9873" fmla="*/ 7782249 w 10768629"/>
              <a:gd name="connsiteY74-9874" fmla="*/ 1160970 h 1978172"/>
              <a:gd name="connsiteX75-9875" fmla="*/ 7773476 w 10768629"/>
              <a:gd name="connsiteY75-9876" fmla="*/ 1157414 h 1978172"/>
              <a:gd name="connsiteX76-9877" fmla="*/ 7769600 w 10768629"/>
              <a:gd name="connsiteY76-9878" fmla="*/ 1157365 h 1978172"/>
              <a:gd name="connsiteX77-9879" fmla="*/ 7752631 w 10768629"/>
              <a:gd name="connsiteY77-9880" fmla="*/ 1172815 h 1978172"/>
              <a:gd name="connsiteX78-9881" fmla="*/ 7743525 w 10768629"/>
              <a:gd name="connsiteY78-9882" fmla="*/ 1179064 h 1978172"/>
              <a:gd name="connsiteX79-9883" fmla="*/ 7685942 w 10768629"/>
              <a:gd name="connsiteY79-9884" fmla="*/ 1233723 h 1978172"/>
              <a:gd name="connsiteX80-9885" fmla="*/ 7586920 w 10768629"/>
              <a:gd name="connsiteY80-9886" fmla="*/ 1261888 h 1978172"/>
              <a:gd name="connsiteX81-9887" fmla="*/ 7486100 w 10768629"/>
              <a:gd name="connsiteY81-9888" fmla="*/ 1292563 h 1978172"/>
              <a:gd name="connsiteX82-9889" fmla="*/ 7407190 w 10768629"/>
              <a:gd name="connsiteY82-9890" fmla="*/ 1314737 h 1978172"/>
              <a:gd name="connsiteX83-9891" fmla="*/ 7240698 w 10768629"/>
              <a:gd name="connsiteY83-9892" fmla="*/ 1438832 h 1978172"/>
              <a:gd name="connsiteX84-9893" fmla="*/ 7197675 w 10768629"/>
              <a:gd name="connsiteY84-9894" fmla="*/ 1447530 h 1978172"/>
              <a:gd name="connsiteX85-9895" fmla="*/ 7164788 w 10768629"/>
              <a:gd name="connsiteY85-9896" fmla="*/ 1480293 h 1978172"/>
              <a:gd name="connsiteX86-9897" fmla="*/ 7147929 w 10768629"/>
              <a:gd name="connsiteY86-9898" fmla="*/ 1477641 h 1978172"/>
              <a:gd name="connsiteX87-9899" fmla="*/ 7144965 w 10768629"/>
              <a:gd name="connsiteY87-9900" fmla="*/ 1476908 h 1978172"/>
              <a:gd name="connsiteX88-9901" fmla="*/ 7134299 w 10768629"/>
              <a:gd name="connsiteY88-9902" fmla="*/ 1479969 h 1978172"/>
              <a:gd name="connsiteX89-9903" fmla="*/ 7129809 w 10768629"/>
              <a:gd name="connsiteY89-9904" fmla="*/ 1473339 h 1978172"/>
              <a:gd name="connsiteX90-9905" fmla="*/ 7112688 w 10768629"/>
              <a:gd name="connsiteY90-9906" fmla="*/ 1472575 h 1978172"/>
              <a:gd name="connsiteX91-9907" fmla="*/ 7093470 w 10768629"/>
              <a:gd name="connsiteY91-9908" fmla="*/ 1480300 h 1978172"/>
              <a:gd name="connsiteX92-9909" fmla="*/ 7025034 w 10768629"/>
              <a:gd name="connsiteY92-9910" fmla="*/ 1506934 h 1978172"/>
              <a:gd name="connsiteX93-9911" fmla="*/ 7014783 w 10768629"/>
              <a:gd name="connsiteY93-9912" fmla="*/ 1515868 h 1978172"/>
              <a:gd name="connsiteX94-9913" fmla="*/ 6979706 w 10768629"/>
              <a:gd name="connsiteY94-9914" fmla="*/ 1523511 h 1978172"/>
              <a:gd name="connsiteX95-9915" fmla="*/ 6977890 w 10768629"/>
              <a:gd name="connsiteY95-9916" fmla="*/ 1525793 h 1978172"/>
              <a:gd name="connsiteX96-9917" fmla="*/ 6944339 w 10768629"/>
              <a:gd name="connsiteY96-9918" fmla="*/ 1536237 h 1978172"/>
              <a:gd name="connsiteX97-9919" fmla="*/ 6886996 w 10768629"/>
              <a:gd name="connsiteY97-9920" fmla="*/ 1563569 h 1978172"/>
              <a:gd name="connsiteX98-9921" fmla="*/ 6874510 w 10768629"/>
              <a:gd name="connsiteY98-9922" fmla="*/ 1558469 h 1978172"/>
              <a:gd name="connsiteX99-9923" fmla="*/ 6871943 w 10768629"/>
              <a:gd name="connsiteY99-9924" fmla="*/ 1554651 h 1978172"/>
              <a:gd name="connsiteX100-9925" fmla="*/ 6856174 w 10768629"/>
              <a:gd name="connsiteY100-9926" fmla="*/ 1562024 h 1978172"/>
              <a:gd name="connsiteX101-9927" fmla="*/ 6842321 w 10768629"/>
              <a:gd name="connsiteY101-9928" fmla="*/ 1560554 h 1978172"/>
              <a:gd name="connsiteX102-9929" fmla="*/ 6832713 w 10768629"/>
              <a:gd name="connsiteY102-9930" fmla="*/ 1569357 h 1978172"/>
              <a:gd name="connsiteX103-9931" fmla="*/ 6816351 w 10768629"/>
              <a:gd name="connsiteY103-9932" fmla="*/ 1571495 h 1978172"/>
              <a:gd name="connsiteX104-9933" fmla="*/ 6795800 w 10768629"/>
              <a:gd name="connsiteY104-9934" fmla="*/ 1572010 h 1978172"/>
              <a:gd name="connsiteX105-9935" fmla="*/ 6777546 w 10768629"/>
              <a:gd name="connsiteY105-9936" fmla="*/ 1568661 h 1978172"/>
              <a:gd name="connsiteX106-9937" fmla="*/ 6751528 w 10768629"/>
              <a:gd name="connsiteY106-9938" fmla="*/ 1574143 h 1978172"/>
              <a:gd name="connsiteX107-9939" fmla="*/ 6691966 w 10768629"/>
              <a:gd name="connsiteY107-9940" fmla="*/ 1582255 h 1978172"/>
              <a:gd name="connsiteX108-9941" fmla="*/ 6646941 w 10768629"/>
              <a:gd name="connsiteY108-9942" fmla="*/ 1588471 h 1978172"/>
              <a:gd name="connsiteX109-9943" fmla="*/ 6568576 w 10768629"/>
              <a:gd name="connsiteY109-9944" fmla="*/ 1606488 h 1978172"/>
              <a:gd name="connsiteX110-9945" fmla="*/ 6554358 w 10768629"/>
              <a:gd name="connsiteY110-9946" fmla="*/ 1621701 h 1978172"/>
              <a:gd name="connsiteX111-9947" fmla="*/ 6516968 w 10768629"/>
              <a:gd name="connsiteY111-9948" fmla="*/ 1617195 h 1978172"/>
              <a:gd name="connsiteX112-9949" fmla="*/ 6506479 w 10768629"/>
              <a:gd name="connsiteY112-9950" fmla="*/ 1602227 h 1978172"/>
              <a:gd name="connsiteX113-9951" fmla="*/ 6458436 w 10768629"/>
              <a:gd name="connsiteY113-9952" fmla="*/ 1607332 h 1978172"/>
              <a:gd name="connsiteX114-9953" fmla="*/ 6414786 w 10768629"/>
              <a:gd name="connsiteY114-9954" fmla="*/ 1628815 h 1978172"/>
              <a:gd name="connsiteX115-9955" fmla="*/ 6357085 w 10768629"/>
              <a:gd name="connsiteY115-9956" fmla="*/ 1640846 h 1978172"/>
              <a:gd name="connsiteX116-9957" fmla="*/ 6322636 w 10768629"/>
              <a:gd name="connsiteY116-9958" fmla="*/ 1648213 h 1978172"/>
              <a:gd name="connsiteX117-9959" fmla="*/ 6226172 w 10768629"/>
              <a:gd name="connsiteY117-9960" fmla="*/ 1654676 h 1978172"/>
              <a:gd name="connsiteX118-9961" fmla="*/ 6221217 w 10768629"/>
              <a:gd name="connsiteY118-9962" fmla="*/ 1654506 h 1978172"/>
              <a:gd name="connsiteX119-9963" fmla="*/ 6204956 w 10768629"/>
              <a:gd name="connsiteY119-9964" fmla="*/ 1664280 h 1978172"/>
              <a:gd name="connsiteX120-9965" fmla="*/ 6204270 w 10768629"/>
              <a:gd name="connsiteY120-9966" fmla="*/ 1666782 h 1978172"/>
              <a:gd name="connsiteX121-9967" fmla="*/ 6143810 w 10768629"/>
              <a:gd name="connsiteY121-9968" fmla="*/ 1661963 h 1978172"/>
              <a:gd name="connsiteX122-9969" fmla="*/ 6136560 w 10768629"/>
              <a:gd name="connsiteY122-9970" fmla="*/ 1665728 h 1978172"/>
              <a:gd name="connsiteX123-9971" fmla="*/ 6096155 w 10768629"/>
              <a:gd name="connsiteY123-9972" fmla="*/ 1656951 h 1978172"/>
              <a:gd name="connsiteX124-9973" fmla="*/ 6075812 w 10768629"/>
              <a:gd name="connsiteY124-9974" fmla="*/ 1655422 h 1978172"/>
              <a:gd name="connsiteX125-9975" fmla="*/ 6039495 w 10768629"/>
              <a:gd name="connsiteY125-9976" fmla="*/ 1649680 h 1978172"/>
              <a:gd name="connsiteX126-9977" fmla="*/ 6036523 w 10768629"/>
              <a:gd name="connsiteY126-9978" fmla="*/ 1652121 h 1978172"/>
              <a:gd name="connsiteX127-9979" fmla="*/ 6029328 w 10768629"/>
              <a:gd name="connsiteY127-9980" fmla="*/ 1649904 h 1978172"/>
              <a:gd name="connsiteX128-9981" fmla="*/ 6024075 w 10768629"/>
              <a:gd name="connsiteY128-9982" fmla="*/ 1652779 h 1978172"/>
              <a:gd name="connsiteX129-9983" fmla="*/ 6018085 w 10768629"/>
              <a:gd name="connsiteY129-9984" fmla="*/ 1652030 h 1978172"/>
              <a:gd name="connsiteX130-9985" fmla="*/ 5955513 w 10768629"/>
              <a:gd name="connsiteY130-9986" fmla="*/ 1663584 h 1978172"/>
              <a:gd name="connsiteX131-9987" fmla="*/ 5941996 w 10768629"/>
              <a:gd name="connsiteY131-9988" fmla="*/ 1661326 h 1978172"/>
              <a:gd name="connsiteX132-9989" fmla="*/ 5931789 w 10768629"/>
              <a:gd name="connsiteY132-9990" fmla="*/ 1669915 h 1978172"/>
              <a:gd name="connsiteX133-9991" fmla="*/ 5888686 w 10768629"/>
              <a:gd name="connsiteY133-9992" fmla="*/ 1672175 h 1978172"/>
              <a:gd name="connsiteX134-9993" fmla="*/ 5873794 w 10768629"/>
              <a:gd name="connsiteY134-9994" fmla="*/ 1665454 h 1978172"/>
              <a:gd name="connsiteX135-9995" fmla="*/ 5860022 w 10768629"/>
              <a:gd name="connsiteY135-9996" fmla="*/ 1660635 h 1978172"/>
              <a:gd name="connsiteX136-9997" fmla="*/ 5858237 w 10768629"/>
              <a:gd name="connsiteY136-9998" fmla="*/ 1660649 h 1978172"/>
              <a:gd name="connsiteX137-9999" fmla="*/ 5840319 w 10768629"/>
              <a:gd name="connsiteY137-10000" fmla="*/ 1660798 h 1978172"/>
              <a:gd name="connsiteX138-10001" fmla="*/ 5806984 w 10768629"/>
              <a:gd name="connsiteY138-10002" fmla="*/ 1661075 h 1978172"/>
              <a:gd name="connsiteX139-10003" fmla="*/ 5742351 w 10768629"/>
              <a:gd name="connsiteY139-10004" fmla="*/ 1667489 h 1978172"/>
              <a:gd name="connsiteX140-10005" fmla="*/ 5521171 w 10768629"/>
              <a:gd name="connsiteY140-10006" fmla="*/ 1671626 h 1978172"/>
              <a:gd name="connsiteX141-10007" fmla="*/ 5457384 w 10768629"/>
              <a:gd name="connsiteY141-10008" fmla="*/ 1683952 h 1978172"/>
              <a:gd name="connsiteX142-10009" fmla="*/ 4950070 w 10768629"/>
              <a:gd name="connsiteY142-10010" fmla="*/ 1748401 h 1978172"/>
              <a:gd name="connsiteX143-10011" fmla="*/ 4872172 w 10768629"/>
              <a:gd name="connsiteY143-10012" fmla="*/ 1757222 h 1978172"/>
              <a:gd name="connsiteX144-10013" fmla="*/ 4809524 w 10768629"/>
              <a:gd name="connsiteY144-10014" fmla="*/ 1761033 h 1978172"/>
              <a:gd name="connsiteX145-10015" fmla="*/ 4759058 w 10768629"/>
              <a:gd name="connsiteY145-10016" fmla="*/ 1766533 h 1978172"/>
              <a:gd name="connsiteX146-10017" fmla="*/ 4719749 w 10768629"/>
              <a:gd name="connsiteY146-10018" fmla="*/ 1771811 h 1978172"/>
              <a:gd name="connsiteX147-10019" fmla="*/ 4568686 w 10768629"/>
              <a:gd name="connsiteY147-10020" fmla="*/ 1786141 h 1978172"/>
              <a:gd name="connsiteX148-10021" fmla="*/ 4418751 w 10768629"/>
              <a:gd name="connsiteY148-10022" fmla="*/ 1796932 h 1978172"/>
              <a:gd name="connsiteX149-10023" fmla="*/ 4378377 w 10768629"/>
              <a:gd name="connsiteY149-10024" fmla="*/ 1815528 h 1978172"/>
              <a:gd name="connsiteX150-10025" fmla="*/ 4320575 w 10768629"/>
              <a:gd name="connsiteY150-10026" fmla="*/ 1832722 h 1978172"/>
              <a:gd name="connsiteX151-10027" fmla="*/ 4220200 w 10768629"/>
              <a:gd name="connsiteY151-10028" fmla="*/ 1873173 h 1978172"/>
              <a:gd name="connsiteX152-10029" fmla="*/ 4105361 w 10768629"/>
              <a:gd name="connsiteY152-10030" fmla="*/ 1894711 h 1978172"/>
              <a:gd name="connsiteX153-10031" fmla="*/ 3973223 w 10768629"/>
              <a:gd name="connsiteY153-10032" fmla="*/ 1881015 h 1978172"/>
              <a:gd name="connsiteX154-10033" fmla="*/ 3900992 w 10768629"/>
              <a:gd name="connsiteY154-10034" fmla="*/ 1880603 h 1978172"/>
              <a:gd name="connsiteX155-10035" fmla="*/ 3662119 w 10768629"/>
              <a:gd name="connsiteY155-10036" fmla="*/ 1889285 h 1978172"/>
              <a:gd name="connsiteX156-10037" fmla="*/ 3496919 w 10768629"/>
              <a:gd name="connsiteY156-10038" fmla="*/ 1873180 h 1978172"/>
              <a:gd name="connsiteX157-10039" fmla="*/ 3449433 w 10768629"/>
              <a:gd name="connsiteY157-10040" fmla="*/ 1889681 h 1978172"/>
              <a:gd name="connsiteX158-10041" fmla="*/ 3369766 w 10768629"/>
              <a:gd name="connsiteY158-10042" fmla="*/ 1916653 h 1978172"/>
              <a:gd name="connsiteX159-10043" fmla="*/ 3269672 w 10768629"/>
              <a:gd name="connsiteY159-10044" fmla="*/ 1938036 h 1978172"/>
              <a:gd name="connsiteX160-10045" fmla="*/ 3224897 w 10768629"/>
              <a:gd name="connsiteY160-10046" fmla="*/ 1943733 h 1978172"/>
              <a:gd name="connsiteX161-10047" fmla="*/ 3161463 w 10768629"/>
              <a:gd name="connsiteY161-10048" fmla="*/ 1946591 h 1978172"/>
              <a:gd name="connsiteX162-10049" fmla="*/ 3112044 w 10768629"/>
              <a:gd name="connsiteY162-10050" fmla="*/ 1935614 h 1978172"/>
              <a:gd name="connsiteX163-10051" fmla="*/ 3069716 w 10768629"/>
              <a:gd name="connsiteY163-10052" fmla="*/ 1930463 h 1978172"/>
              <a:gd name="connsiteX164-10053" fmla="*/ 3005773 w 10768629"/>
              <a:gd name="connsiteY164-10054" fmla="*/ 1915878 h 1978172"/>
              <a:gd name="connsiteX165-10055" fmla="*/ 2897201 w 10768629"/>
              <a:gd name="connsiteY165-10056" fmla="*/ 1926772 h 1978172"/>
              <a:gd name="connsiteX166-10057" fmla="*/ 2783891 w 10768629"/>
              <a:gd name="connsiteY166-10058" fmla="*/ 1931749 h 1978172"/>
              <a:gd name="connsiteX167-10059" fmla="*/ 2712447 w 10768629"/>
              <a:gd name="connsiteY167-10060" fmla="*/ 1933044 h 1978172"/>
              <a:gd name="connsiteX168-10061" fmla="*/ 2560151 w 10768629"/>
              <a:gd name="connsiteY168-10062" fmla="*/ 1963609 h 1978172"/>
              <a:gd name="connsiteX169-10063" fmla="*/ 2367221 w 10768629"/>
              <a:gd name="connsiteY169-10064" fmla="*/ 1971884 h 1978172"/>
              <a:gd name="connsiteX170-10065" fmla="*/ 2272130 w 10768629"/>
              <a:gd name="connsiteY170-10066" fmla="*/ 1961162 h 1978172"/>
              <a:gd name="connsiteX171-10067" fmla="*/ 2189404 w 10768629"/>
              <a:gd name="connsiteY171-10068" fmla="*/ 1978172 h 1978172"/>
              <a:gd name="connsiteX172-10069" fmla="*/ 2077704 w 10768629"/>
              <a:gd name="connsiteY172-10070" fmla="*/ 1965002 h 1978172"/>
              <a:gd name="connsiteX173-10071" fmla="*/ 2033299 w 10768629"/>
              <a:gd name="connsiteY173-10072" fmla="*/ 1969042 h 1978172"/>
              <a:gd name="connsiteX174-10073" fmla="*/ 1967996 w 10768629"/>
              <a:gd name="connsiteY174-10074" fmla="*/ 1953187 h 1978172"/>
              <a:gd name="connsiteX175-10075" fmla="*/ 1855805 w 10768629"/>
              <a:gd name="connsiteY175-10076" fmla="*/ 1926082 h 1978172"/>
              <a:gd name="connsiteX176-10077" fmla="*/ 1790957 w 10768629"/>
              <a:gd name="connsiteY176-10078" fmla="*/ 1919460 h 1978172"/>
              <a:gd name="connsiteX177-10079" fmla="*/ 1613978 w 10768629"/>
              <a:gd name="connsiteY177-10080" fmla="*/ 1891581 h 1978172"/>
              <a:gd name="connsiteX178-10081" fmla="*/ 1436831 w 10768629"/>
              <a:gd name="connsiteY178-10082" fmla="*/ 1856201 h 1978172"/>
              <a:gd name="connsiteX179-10083" fmla="*/ 1357365 w 10768629"/>
              <a:gd name="connsiteY179-10084" fmla="*/ 1832140 h 1978172"/>
              <a:gd name="connsiteX180-10085" fmla="*/ 1232341 w 10768629"/>
              <a:gd name="connsiteY180-10086" fmla="*/ 1785942 h 1978172"/>
              <a:gd name="connsiteX181-10087" fmla="*/ 1162595 w 10768629"/>
              <a:gd name="connsiteY181-10088" fmla="*/ 1758337 h 1978172"/>
              <a:gd name="connsiteX182-10089" fmla="*/ 1128523 w 10768629"/>
              <a:gd name="connsiteY182-10090" fmla="*/ 1763621 h 1978172"/>
              <a:gd name="connsiteX183-10091" fmla="*/ 991903 w 10768629"/>
              <a:gd name="connsiteY183-10092" fmla="*/ 1786741 h 1978172"/>
              <a:gd name="connsiteX184-10093" fmla="*/ 883960 w 10768629"/>
              <a:gd name="connsiteY184-10094" fmla="*/ 1822386 h 1978172"/>
              <a:gd name="connsiteX185-10095" fmla="*/ 766531 w 10768629"/>
              <a:gd name="connsiteY185-10096" fmla="*/ 1805053 h 1978172"/>
              <a:gd name="connsiteX186-10097" fmla="*/ 669779 w 10768629"/>
              <a:gd name="connsiteY186-10098" fmla="*/ 1800537 h 1978172"/>
              <a:gd name="connsiteX187-10099" fmla="*/ 523898 w 10768629"/>
              <a:gd name="connsiteY187-10100" fmla="*/ 1811085 h 1978172"/>
              <a:gd name="connsiteX188-10101" fmla="*/ 360251 w 10768629"/>
              <a:gd name="connsiteY188-10102" fmla="*/ 1830735 h 1978172"/>
              <a:gd name="connsiteX189-10103" fmla="*/ 255207 w 10768629"/>
              <a:gd name="connsiteY189-10104" fmla="*/ 1818275 h 1978172"/>
              <a:gd name="connsiteX190-10105" fmla="*/ 101803 w 10768629"/>
              <a:gd name="connsiteY190-10106" fmla="*/ 1870647 h 1978172"/>
              <a:gd name="connsiteX191-10107" fmla="*/ 25397 w 10768629"/>
              <a:gd name="connsiteY191-10108" fmla="*/ 1888443 h 1978172"/>
              <a:gd name="connsiteX192-10109" fmla="*/ 2370 w 10768629"/>
              <a:gd name="connsiteY192-10110" fmla="*/ 1878311 h 1978172"/>
              <a:gd name="connsiteX193-10111" fmla="*/ 0 w 10768629"/>
              <a:gd name="connsiteY193-10112" fmla="*/ 1878785 h 1978172"/>
              <a:gd name="connsiteX194-10113" fmla="*/ 0 w 10768629"/>
              <a:gd name="connsiteY194-10114" fmla="*/ 0 h 1978172"/>
              <a:gd name="connsiteX0-10115" fmla="*/ 0 w 10768629"/>
              <a:gd name="connsiteY0-10116" fmla="*/ 0 h 1978172"/>
              <a:gd name="connsiteX1-10117" fmla="*/ 10768629 w 10768629"/>
              <a:gd name="connsiteY1-10118" fmla="*/ 0 h 1978172"/>
              <a:gd name="connsiteX2-10119" fmla="*/ 10733254 w 10768629"/>
              <a:gd name="connsiteY2-10120" fmla="*/ 31439 h 1978172"/>
              <a:gd name="connsiteX3-10121" fmla="*/ 10727085 w 10768629"/>
              <a:gd name="connsiteY3-10122" fmla="*/ 37910 h 1978172"/>
              <a:gd name="connsiteX4-10123" fmla="*/ 10675953 w 10768629"/>
              <a:gd name="connsiteY4-10124" fmla="*/ 68623 h 1978172"/>
              <a:gd name="connsiteX5-10125" fmla="*/ 10637091 w 10768629"/>
              <a:gd name="connsiteY5-10126" fmla="*/ 90361 h 1978172"/>
              <a:gd name="connsiteX6-10127" fmla="*/ 10610971 w 10768629"/>
              <a:gd name="connsiteY6-10128" fmla="*/ 110764 h 1978172"/>
              <a:gd name="connsiteX7-10129" fmla="*/ 10532872 w 10768629"/>
              <a:gd name="connsiteY7-10130" fmla="*/ 138028 h 1978172"/>
              <a:gd name="connsiteX8-10131" fmla="*/ 10398558 w 10768629"/>
              <a:gd name="connsiteY8-10132" fmla="*/ 172911 h 1978172"/>
              <a:gd name="connsiteX9-10133" fmla="*/ 10371128 w 10768629"/>
              <a:gd name="connsiteY9-10134" fmla="*/ 182609 h 1978172"/>
              <a:gd name="connsiteX10-10135" fmla="*/ 10352178 w 10768629"/>
              <a:gd name="connsiteY10-10136" fmla="*/ 199976 h 1978172"/>
              <a:gd name="connsiteX11-10137" fmla="*/ 10351815 w 10768629"/>
              <a:gd name="connsiteY11-10138" fmla="*/ 211879 h 1978172"/>
              <a:gd name="connsiteX12-10139" fmla="*/ 10337471 w 10768629"/>
              <a:gd name="connsiteY12-10140" fmla="*/ 218661 h 1978172"/>
              <a:gd name="connsiteX13-10141" fmla="*/ 10334625 w 10768629"/>
              <a:gd name="connsiteY13-10142" fmla="*/ 222351 h 1978172"/>
              <a:gd name="connsiteX14-10143" fmla="*/ 10256365 w 10768629"/>
              <a:gd name="connsiteY14-10144" fmla="*/ 235917 h 1978172"/>
              <a:gd name="connsiteX15-10145" fmla="*/ 10201127 w 10768629"/>
              <a:gd name="connsiteY15-10146" fmla="*/ 267448 h 1978172"/>
              <a:gd name="connsiteX16-10147" fmla="*/ 9961218 w 10768629"/>
              <a:gd name="connsiteY16-10148" fmla="*/ 326720 h 1978172"/>
              <a:gd name="connsiteX17-10149" fmla="*/ 9859715 w 10768629"/>
              <a:gd name="connsiteY17-10150" fmla="*/ 355698 h 1978172"/>
              <a:gd name="connsiteX18-10151" fmla="*/ 9679867 w 10768629"/>
              <a:gd name="connsiteY18-10152" fmla="*/ 399081 h 1978172"/>
              <a:gd name="connsiteX19-10153" fmla="*/ 9490654 w 10768629"/>
              <a:gd name="connsiteY19-10154" fmla="*/ 455225 h 1978172"/>
              <a:gd name="connsiteX20-10155" fmla="*/ 9470837 w 10768629"/>
              <a:gd name="connsiteY20-10156" fmla="*/ 452539 h 1978172"/>
              <a:gd name="connsiteX21-10157" fmla="*/ 9469082 w 10768629"/>
              <a:gd name="connsiteY21-10158" fmla="*/ 454891 h 1978172"/>
              <a:gd name="connsiteX22-10159" fmla="*/ 9448038 w 10768629"/>
              <a:gd name="connsiteY22-10160" fmla="*/ 459733 h 1978172"/>
              <a:gd name="connsiteX23-10161" fmla="*/ 9396821 w 10768629"/>
              <a:gd name="connsiteY23-10162" fmla="*/ 455795 h 1978172"/>
              <a:gd name="connsiteX24-10163" fmla="*/ 9392197 w 10768629"/>
              <a:gd name="connsiteY24-10164" fmla="*/ 459796 h 1978172"/>
              <a:gd name="connsiteX25-10165" fmla="*/ 9347994 w 10768629"/>
              <a:gd name="connsiteY25-10166" fmla="*/ 464462 h 1978172"/>
              <a:gd name="connsiteX26-10167" fmla="*/ 9347889 w 10768629"/>
              <a:gd name="connsiteY26-10168" fmla="*/ 466539 h 1978172"/>
              <a:gd name="connsiteX27-10169" fmla="*/ 9337639 w 10768629"/>
              <a:gd name="connsiteY27-10170" fmla="*/ 476654 h 1978172"/>
              <a:gd name="connsiteX28-10171" fmla="*/ 9316893 w 10768629"/>
              <a:gd name="connsiteY28-10172" fmla="*/ 491390 h 1978172"/>
              <a:gd name="connsiteX29-10173" fmla="*/ 9229283 w 10768629"/>
              <a:gd name="connsiteY29-10174" fmla="*/ 555377 h 1978172"/>
              <a:gd name="connsiteX30-10175" fmla="*/ 9220274 w 10768629"/>
              <a:gd name="connsiteY30-10176" fmla="*/ 557502 h 1978172"/>
              <a:gd name="connsiteX31-10177" fmla="*/ 9220202 w 10768629"/>
              <a:gd name="connsiteY31-10178" fmla="*/ 558001 h 1978172"/>
              <a:gd name="connsiteX32-10179" fmla="*/ 9210908 w 10768629"/>
              <a:gd name="connsiteY32-10180" fmla="*/ 561147 h 1978172"/>
              <a:gd name="connsiteX33-10181" fmla="*/ 9186374 w 10768629"/>
              <a:gd name="connsiteY33-10182" fmla="*/ 565502 h 1978172"/>
              <a:gd name="connsiteX34-10183" fmla="*/ 9181058 w 10768629"/>
              <a:gd name="connsiteY34-10184" fmla="*/ 569943 h 1978172"/>
              <a:gd name="connsiteX35-10185" fmla="*/ 9167549 w 10768629"/>
              <a:gd name="connsiteY35-10186" fmla="*/ 584727 h 1978172"/>
              <a:gd name="connsiteX36-10187" fmla="*/ 9149110 w 10768629"/>
              <a:gd name="connsiteY36-10188" fmla="*/ 598906 h 1978172"/>
              <a:gd name="connsiteX37-10189" fmla="*/ 9078556 w 10768629"/>
              <a:gd name="connsiteY37-10190" fmla="*/ 644039 h 1978172"/>
              <a:gd name="connsiteX38-10191" fmla="*/ 8996399 w 10768629"/>
              <a:gd name="connsiteY38-10192" fmla="*/ 690055 h 1978172"/>
              <a:gd name="connsiteX39-10193" fmla="*/ 8803791 w 10768629"/>
              <a:gd name="connsiteY39-10194" fmla="*/ 813860 h 1978172"/>
              <a:gd name="connsiteX40-10195" fmla="*/ 8636202 w 10768629"/>
              <a:gd name="connsiteY40-10196" fmla="*/ 848463 h 1978172"/>
              <a:gd name="connsiteX41-10197" fmla="*/ 8555372 w 10768629"/>
              <a:gd name="connsiteY41-10198" fmla="*/ 883171 h 1978172"/>
              <a:gd name="connsiteX42-10199" fmla="*/ 8507229 w 10768629"/>
              <a:gd name="connsiteY42-10200" fmla="*/ 901665 h 1978172"/>
              <a:gd name="connsiteX43-10201" fmla="*/ 8428473 w 10768629"/>
              <a:gd name="connsiteY43-10202" fmla="*/ 927985 h 1978172"/>
              <a:gd name="connsiteX44-10203" fmla="*/ 8427914 w 10768629"/>
              <a:gd name="connsiteY44-10204" fmla="*/ 933480 h 1978172"/>
              <a:gd name="connsiteX45-10205" fmla="*/ 8420327 w 10768629"/>
              <a:gd name="connsiteY45-10206" fmla="*/ 941984 h 1978172"/>
              <a:gd name="connsiteX46-10207" fmla="*/ 8394729 w 10768629"/>
              <a:gd name="connsiteY46-10208" fmla="*/ 948347 h 1978172"/>
              <a:gd name="connsiteX47-10209" fmla="*/ 8380548 w 10768629"/>
              <a:gd name="connsiteY47-10210" fmla="*/ 987916 h 1978172"/>
              <a:gd name="connsiteX48-10211" fmla="*/ 8375330 w 10768629"/>
              <a:gd name="connsiteY48-10212" fmla="*/ 965444 h 1978172"/>
              <a:gd name="connsiteX49-10213" fmla="*/ 8340796 w 10768629"/>
              <a:gd name="connsiteY49-10214" fmla="*/ 980522 h 1978172"/>
              <a:gd name="connsiteX50-10215" fmla="*/ 8304438 w 10768629"/>
              <a:gd name="connsiteY50-10216" fmla="*/ 996739 h 1978172"/>
              <a:gd name="connsiteX51-10217" fmla="*/ 8280929 w 10768629"/>
              <a:gd name="connsiteY51-10218" fmla="*/ 1023089 h 1978172"/>
              <a:gd name="connsiteX52-10219" fmla="*/ 8275760 w 10768629"/>
              <a:gd name="connsiteY52-10220" fmla="*/ 1027772 h 1978172"/>
              <a:gd name="connsiteX53-10221" fmla="*/ 8275478 w 10768629"/>
              <a:gd name="connsiteY53-10222" fmla="*/ 1027605 h 1978172"/>
              <a:gd name="connsiteX54-10223" fmla="*/ 8269666 w 10768629"/>
              <a:gd name="connsiteY54-10224" fmla="*/ 1032033 h 1978172"/>
              <a:gd name="connsiteX55-10225" fmla="*/ 8203836 w 10768629"/>
              <a:gd name="connsiteY55-10226" fmla="*/ 1037347 h 1978172"/>
              <a:gd name="connsiteX56-10227" fmla="*/ 8122936 w 10768629"/>
              <a:gd name="connsiteY56-10228" fmla="*/ 1063113 h 1978172"/>
              <a:gd name="connsiteX57-10229" fmla="*/ 8043658 w 10768629"/>
              <a:gd name="connsiteY57-10230" fmla="*/ 1092746 h 1978172"/>
              <a:gd name="connsiteX58-10231" fmla="*/ 8015351 w 10768629"/>
              <a:gd name="connsiteY58-10232" fmla="*/ 1105478 h 1978172"/>
              <a:gd name="connsiteX59-10233" fmla="*/ 7963145 w 10768629"/>
              <a:gd name="connsiteY59-10234" fmla="*/ 1119346 h 1978172"/>
              <a:gd name="connsiteX60-10235" fmla="*/ 7938145 w 10768629"/>
              <a:gd name="connsiteY60-10236" fmla="*/ 1120225 h 1978172"/>
              <a:gd name="connsiteX61-10237" fmla="*/ 7937238 w 10768629"/>
              <a:gd name="connsiteY61-10238" fmla="*/ 1121204 h 1978172"/>
              <a:gd name="connsiteX62-10239" fmla="*/ 7934398 w 10768629"/>
              <a:gd name="connsiteY62-10240" fmla="*/ 1118240 h 1978172"/>
              <a:gd name="connsiteX63-10241" fmla="*/ 7918248 w 10768629"/>
              <a:gd name="connsiteY63-10242" fmla="*/ 1124371 h 1978172"/>
              <a:gd name="connsiteX64-10243" fmla="*/ 7914119 w 10768629"/>
              <a:gd name="connsiteY64-10244" fmla="*/ 1127653 h 1978172"/>
              <a:gd name="connsiteX65-10245" fmla="*/ 7907658 w 10768629"/>
              <a:gd name="connsiteY65-10246" fmla="*/ 1130350 h 1978172"/>
              <a:gd name="connsiteX66-10247" fmla="*/ 7907434 w 10768629"/>
              <a:gd name="connsiteY66-10248" fmla="*/ 1130103 h 1978172"/>
              <a:gd name="connsiteX67-10249" fmla="*/ 7901508 w 10768629"/>
              <a:gd name="connsiteY67-10250" fmla="*/ 1133245 h 1978172"/>
              <a:gd name="connsiteX68-10251" fmla="*/ 7873287 w 10768629"/>
              <a:gd name="connsiteY68-10252" fmla="*/ 1152609 h 1978172"/>
              <a:gd name="connsiteX69-10253" fmla="*/ 7834833 w 10768629"/>
              <a:gd name="connsiteY69-10254" fmla="*/ 1153868 h 1978172"/>
              <a:gd name="connsiteX70-10255" fmla="*/ 7828661 w 10768629"/>
              <a:gd name="connsiteY70-10256" fmla="*/ 1139994 h 1978172"/>
              <a:gd name="connsiteX71-10257" fmla="*/ 7823966 w 10768629"/>
              <a:gd name="connsiteY71-10258" fmla="*/ 1143178 h 1978172"/>
              <a:gd name="connsiteX72-10259" fmla="*/ 7815078 w 10768629"/>
              <a:gd name="connsiteY72-10260" fmla="*/ 1151776 h 1978172"/>
              <a:gd name="connsiteX73-10261" fmla="*/ 7812026 w 10768629"/>
              <a:gd name="connsiteY73-10262" fmla="*/ 1151522 h 1978172"/>
              <a:gd name="connsiteX74-10263" fmla="*/ 7782249 w 10768629"/>
              <a:gd name="connsiteY74-10264" fmla="*/ 1160970 h 1978172"/>
              <a:gd name="connsiteX75-10265" fmla="*/ 7773476 w 10768629"/>
              <a:gd name="connsiteY75-10266" fmla="*/ 1157414 h 1978172"/>
              <a:gd name="connsiteX76-10267" fmla="*/ 7769600 w 10768629"/>
              <a:gd name="connsiteY76-10268" fmla="*/ 1157365 h 1978172"/>
              <a:gd name="connsiteX77-10269" fmla="*/ 7752631 w 10768629"/>
              <a:gd name="connsiteY77-10270" fmla="*/ 1172815 h 1978172"/>
              <a:gd name="connsiteX78-10271" fmla="*/ 7743525 w 10768629"/>
              <a:gd name="connsiteY78-10272" fmla="*/ 1179064 h 1978172"/>
              <a:gd name="connsiteX79-10273" fmla="*/ 7685942 w 10768629"/>
              <a:gd name="connsiteY79-10274" fmla="*/ 1233723 h 1978172"/>
              <a:gd name="connsiteX80-10275" fmla="*/ 7586920 w 10768629"/>
              <a:gd name="connsiteY80-10276" fmla="*/ 1261888 h 1978172"/>
              <a:gd name="connsiteX81-10277" fmla="*/ 7486100 w 10768629"/>
              <a:gd name="connsiteY81-10278" fmla="*/ 1292563 h 1978172"/>
              <a:gd name="connsiteX82-10279" fmla="*/ 7407190 w 10768629"/>
              <a:gd name="connsiteY82-10280" fmla="*/ 1314737 h 1978172"/>
              <a:gd name="connsiteX83-10281" fmla="*/ 7240698 w 10768629"/>
              <a:gd name="connsiteY83-10282" fmla="*/ 1438832 h 1978172"/>
              <a:gd name="connsiteX84-10283" fmla="*/ 7197675 w 10768629"/>
              <a:gd name="connsiteY84-10284" fmla="*/ 1447530 h 1978172"/>
              <a:gd name="connsiteX85-10285" fmla="*/ 7164788 w 10768629"/>
              <a:gd name="connsiteY85-10286" fmla="*/ 1480293 h 1978172"/>
              <a:gd name="connsiteX86-10287" fmla="*/ 7147929 w 10768629"/>
              <a:gd name="connsiteY86-10288" fmla="*/ 1477641 h 1978172"/>
              <a:gd name="connsiteX87-10289" fmla="*/ 7144965 w 10768629"/>
              <a:gd name="connsiteY87-10290" fmla="*/ 1476908 h 1978172"/>
              <a:gd name="connsiteX88-10291" fmla="*/ 7134299 w 10768629"/>
              <a:gd name="connsiteY88-10292" fmla="*/ 1479969 h 1978172"/>
              <a:gd name="connsiteX89-10293" fmla="*/ 7129809 w 10768629"/>
              <a:gd name="connsiteY89-10294" fmla="*/ 1473339 h 1978172"/>
              <a:gd name="connsiteX90-10295" fmla="*/ 7112688 w 10768629"/>
              <a:gd name="connsiteY90-10296" fmla="*/ 1472575 h 1978172"/>
              <a:gd name="connsiteX91-10297" fmla="*/ 7093470 w 10768629"/>
              <a:gd name="connsiteY91-10298" fmla="*/ 1480300 h 1978172"/>
              <a:gd name="connsiteX92-10299" fmla="*/ 7025034 w 10768629"/>
              <a:gd name="connsiteY92-10300" fmla="*/ 1506934 h 1978172"/>
              <a:gd name="connsiteX93-10301" fmla="*/ 7014783 w 10768629"/>
              <a:gd name="connsiteY93-10302" fmla="*/ 1515868 h 1978172"/>
              <a:gd name="connsiteX94-10303" fmla="*/ 6979706 w 10768629"/>
              <a:gd name="connsiteY94-10304" fmla="*/ 1523511 h 1978172"/>
              <a:gd name="connsiteX95-10305" fmla="*/ 6977890 w 10768629"/>
              <a:gd name="connsiteY95-10306" fmla="*/ 1525793 h 1978172"/>
              <a:gd name="connsiteX96-10307" fmla="*/ 6944339 w 10768629"/>
              <a:gd name="connsiteY96-10308" fmla="*/ 1536237 h 1978172"/>
              <a:gd name="connsiteX97-10309" fmla="*/ 6886996 w 10768629"/>
              <a:gd name="connsiteY97-10310" fmla="*/ 1563569 h 1978172"/>
              <a:gd name="connsiteX98-10311" fmla="*/ 6874510 w 10768629"/>
              <a:gd name="connsiteY98-10312" fmla="*/ 1558469 h 1978172"/>
              <a:gd name="connsiteX99-10313" fmla="*/ 6871943 w 10768629"/>
              <a:gd name="connsiteY99-10314" fmla="*/ 1554651 h 1978172"/>
              <a:gd name="connsiteX100-10315" fmla="*/ 6856174 w 10768629"/>
              <a:gd name="connsiteY100-10316" fmla="*/ 1562024 h 1978172"/>
              <a:gd name="connsiteX101-10317" fmla="*/ 6842321 w 10768629"/>
              <a:gd name="connsiteY101-10318" fmla="*/ 1560554 h 1978172"/>
              <a:gd name="connsiteX102-10319" fmla="*/ 6832713 w 10768629"/>
              <a:gd name="connsiteY102-10320" fmla="*/ 1569357 h 1978172"/>
              <a:gd name="connsiteX103-10321" fmla="*/ 6816351 w 10768629"/>
              <a:gd name="connsiteY103-10322" fmla="*/ 1571495 h 1978172"/>
              <a:gd name="connsiteX104-10323" fmla="*/ 6795800 w 10768629"/>
              <a:gd name="connsiteY104-10324" fmla="*/ 1572010 h 1978172"/>
              <a:gd name="connsiteX105-10325" fmla="*/ 6777546 w 10768629"/>
              <a:gd name="connsiteY105-10326" fmla="*/ 1568661 h 1978172"/>
              <a:gd name="connsiteX106-10327" fmla="*/ 6751528 w 10768629"/>
              <a:gd name="connsiteY106-10328" fmla="*/ 1574143 h 1978172"/>
              <a:gd name="connsiteX107-10329" fmla="*/ 6691966 w 10768629"/>
              <a:gd name="connsiteY107-10330" fmla="*/ 1582255 h 1978172"/>
              <a:gd name="connsiteX108-10331" fmla="*/ 6646941 w 10768629"/>
              <a:gd name="connsiteY108-10332" fmla="*/ 1588471 h 1978172"/>
              <a:gd name="connsiteX109-10333" fmla="*/ 6568576 w 10768629"/>
              <a:gd name="connsiteY109-10334" fmla="*/ 1606488 h 1978172"/>
              <a:gd name="connsiteX110-10335" fmla="*/ 6554358 w 10768629"/>
              <a:gd name="connsiteY110-10336" fmla="*/ 1621701 h 1978172"/>
              <a:gd name="connsiteX111-10337" fmla="*/ 6516968 w 10768629"/>
              <a:gd name="connsiteY111-10338" fmla="*/ 1617195 h 1978172"/>
              <a:gd name="connsiteX112-10339" fmla="*/ 6506479 w 10768629"/>
              <a:gd name="connsiteY112-10340" fmla="*/ 1602227 h 1978172"/>
              <a:gd name="connsiteX113-10341" fmla="*/ 6458436 w 10768629"/>
              <a:gd name="connsiteY113-10342" fmla="*/ 1607332 h 1978172"/>
              <a:gd name="connsiteX114-10343" fmla="*/ 6414786 w 10768629"/>
              <a:gd name="connsiteY114-10344" fmla="*/ 1628815 h 1978172"/>
              <a:gd name="connsiteX115-10345" fmla="*/ 6357085 w 10768629"/>
              <a:gd name="connsiteY115-10346" fmla="*/ 1640846 h 1978172"/>
              <a:gd name="connsiteX116-10347" fmla="*/ 6322636 w 10768629"/>
              <a:gd name="connsiteY116-10348" fmla="*/ 1648213 h 1978172"/>
              <a:gd name="connsiteX117-10349" fmla="*/ 6226172 w 10768629"/>
              <a:gd name="connsiteY117-10350" fmla="*/ 1654676 h 1978172"/>
              <a:gd name="connsiteX118-10351" fmla="*/ 6221217 w 10768629"/>
              <a:gd name="connsiteY118-10352" fmla="*/ 1654506 h 1978172"/>
              <a:gd name="connsiteX119-10353" fmla="*/ 6204956 w 10768629"/>
              <a:gd name="connsiteY119-10354" fmla="*/ 1664280 h 1978172"/>
              <a:gd name="connsiteX120-10355" fmla="*/ 6204270 w 10768629"/>
              <a:gd name="connsiteY120-10356" fmla="*/ 1666782 h 1978172"/>
              <a:gd name="connsiteX121-10357" fmla="*/ 6143810 w 10768629"/>
              <a:gd name="connsiteY121-10358" fmla="*/ 1661963 h 1978172"/>
              <a:gd name="connsiteX122-10359" fmla="*/ 6136560 w 10768629"/>
              <a:gd name="connsiteY122-10360" fmla="*/ 1665728 h 1978172"/>
              <a:gd name="connsiteX123-10361" fmla="*/ 6096155 w 10768629"/>
              <a:gd name="connsiteY123-10362" fmla="*/ 1656951 h 1978172"/>
              <a:gd name="connsiteX124-10363" fmla="*/ 6075812 w 10768629"/>
              <a:gd name="connsiteY124-10364" fmla="*/ 1655422 h 1978172"/>
              <a:gd name="connsiteX125-10365" fmla="*/ 6039495 w 10768629"/>
              <a:gd name="connsiteY125-10366" fmla="*/ 1649680 h 1978172"/>
              <a:gd name="connsiteX126-10367" fmla="*/ 6036523 w 10768629"/>
              <a:gd name="connsiteY126-10368" fmla="*/ 1652121 h 1978172"/>
              <a:gd name="connsiteX127-10369" fmla="*/ 6029328 w 10768629"/>
              <a:gd name="connsiteY127-10370" fmla="*/ 1649904 h 1978172"/>
              <a:gd name="connsiteX128-10371" fmla="*/ 6024075 w 10768629"/>
              <a:gd name="connsiteY128-10372" fmla="*/ 1652779 h 1978172"/>
              <a:gd name="connsiteX129-10373" fmla="*/ 6018085 w 10768629"/>
              <a:gd name="connsiteY129-10374" fmla="*/ 1652030 h 1978172"/>
              <a:gd name="connsiteX130-10375" fmla="*/ 5955513 w 10768629"/>
              <a:gd name="connsiteY130-10376" fmla="*/ 1663584 h 1978172"/>
              <a:gd name="connsiteX131-10377" fmla="*/ 5941996 w 10768629"/>
              <a:gd name="connsiteY131-10378" fmla="*/ 1661326 h 1978172"/>
              <a:gd name="connsiteX132-10379" fmla="*/ 5931789 w 10768629"/>
              <a:gd name="connsiteY132-10380" fmla="*/ 1669915 h 1978172"/>
              <a:gd name="connsiteX133-10381" fmla="*/ 5888686 w 10768629"/>
              <a:gd name="connsiteY133-10382" fmla="*/ 1672175 h 1978172"/>
              <a:gd name="connsiteX134-10383" fmla="*/ 5873794 w 10768629"/>
              <a:gd name="connsiteY134-10384" fmla="*/ 1665454 h 1978172"/>
              <a:gd name="connsiteX135-10385" fmla="*/ 5860022 w 10768629"/>
              <a:gd name="connsiteY135-10386" fmla="*/ 1660635 h 1978172"/>
              <a:gd name="connsiteX136-10387" fmla="*/ 5858237 w 10768629"/>
              <a:gd name="connsiteY136-10388" fmla="*/ 1660649 h 1978172"/>
              <a:gd name="connsiteX137-10389" fmla="*/ 5840319 w 10768629"/>
              <a:gd name="connsiteY137-10390" fmla="*/ 1660798 h 1978172"/>
              <a:gd name="connsiteX138-10391" fmla="*/ 5806984 w 10768629"/>
              <a:gd name="connsiteY138-10392" fmla="*/ 1661075 h 1978172"/>
              <a:gd name="connsiteX139-10393" fmla="*/ 5742351 w 10768629"/>
              <a:gd name="connsiteY139-10394" fmla="*/ 1667489 h 1978172"/>
              <a:gd name="connsiteX140-10395" fmla="*/ 5521171 w 10768629"/>
              <a:gd name="connsiteY140-10396" fmla="*/ 1671626 h 1978172"/>
              <a:gd name="connsiteX141-10397" fmla="*/ 5457384 w 10768629"/>
              <a:gd name="connsiteY141-10398" fmla="*/ 1683952 h 1978172"/>
              <a:gd name="connsiteX142-10399" fmla="*/ 4950070 w 10768629"/>
              <a:gd name="connsiteY142-10400" fmla="*/ 1748401 h 1978172"/>
              <a:gd name="connsiteX143-10401" fmla="*/ 4872172 w 10768629"/>
              <a:gd name="connsiteY143-10402" fmla="*/ 1757222 h 1978172"/>
              <a:gd name="connsiteX144-10403" fmla="*/ 4809524 w 10768629"/>
              <a:gd name="connsiteY144-10404" fmla="*/ 1761033 h 1978172"/>
              <a:gd name="connsiteX145-10405" fmla="*/ 4759058 w 10768629"/>
              <a:gd name="connsiteY145-10406" fmla="*/ 1766533 h 1978172"/>
              <a:gd name="connsiteX146-10407" fmla="*/ 4719749 w 10768629"/>
              <a:gd name="connsiteY146-10408" fmla="*/ 1771811 h 1978172"/>
              <a:gd name="connsiteX147-10409" fmla="*/ 4568686 w 10768629"/>
              <a:gd name="connsiteY147-10410" fmla="*/ 1786141 h 1978172"/>
              <a:gd name="connsiteX148-10411" fmla="*/ 4418751 w 10768629"/>
              <a:gd name="connsiteY148-10412" fmla="*/ 1796932 h 1978172"/>
              <a:gd name="connsiteX149-10413" fmla="*/ 4378377 w 10768629"/>
              <a:gd name="connsiteY149-10414" fmla="*/ 1815528 h 1978172"/>
              <a:gd name="connsiteX150-10415" fmla="*/ 4320575 w 10768629"/>
              <a:gd name="connsiteY150-10416" fmla="*/ 1832722 h 1978172"/>
              <a:gd name="connsiteX151-10417" fmla="*/ 4220200 w 10768629"/>
              <a:gd name="connsiteY151-10418" fmla="*/ 1873173 h 1978172"/>
              <a:gd name="connsiteX152-10419" fmla="*/ 4105361 w 10768629"/>
              <a:gd name="connsiteY152-10420" fmla="*/ 1894711 h 1978172"/>
              <a:gd name="connsiteX153-10421" fmla="*/ 3973223 w 10768629"/>
              <a:gd name="connsiteY153-10422" fmla="*/ 1881015 h 1978172"/>
              <a:gd name="connsiteX154-10423" fmla="*/ 3900992 w 10768629"/>
              <a:gd name="connsiteY154-10424" fmla="*/ 1880603 h 1978172"/>
              <a:gd name="connsiteX155-10425" fmla="*/ 3662119 w 10768629"/>
              <a:gd name="connsiteY155-10426" fmla="*/ 1889285 h 1978172"/>
              <a:gd name="connsiteX156-10427" fmla="*/ 3496919 w 10768629"/>
              <a:gd name="connsiteY156-10428" fmla="*/ 1873180 h 1978172"/>
              <a:gd name="connsiteX157-10429" fmla="*/ 3449433 w 10768629"/>
              <a:gd name="connsiteY157-10430" fmla="*/ 1889681 h 1978172"/>
              <a:gd name="connsiteX158-10431" fmla="*/ 3369766 w 10768629"/>
              <a:gd name="connsiteY158-10432" fmla="*/ 1916653 h 1978172"/>
              <a:gd name="connsiteX159-10433" fmla="*/ 3269672 w 10768629"/>
              <a:gd name="connsiteY159-10434" fmla="*/ 1938036 h 1978172"/>
              <a:gd name="connsiteX160-10435" fmla="*/ 3224897 w 10768629"/>
              <a:gd name="connsiteY160-10436" fmla="*/ 1943733 h 1978172"/>
              <a:gd name="connsiteX161-10437" fmla="*/ 3161463 w 10768629"/>
              <a:gd name="connsiteY161-10438" fmla="*/ 1946591 h 1978172"/>
              <a:gd name="connsiteX162-10439" fmla="*/ 3112044 w 10768629"/>
              <a:gd name="connsiteY162-10440" fmla="*/ 1935614 h 1978172"/>
              <a:gd name="connsiteX163-10441" fmla="*/ 3069716 w 10768629"/>
              <a:gd name="connsiteY163-10442" fmla="*/ 1930463 h 1978172"/>
              <a:gd name="connsiteX164-10443" fmla="*/ 3005773 w 10768629"/>
              <a:gd name="connsiteY164-10444" fmla="*/ 1915878 h 1978172"/>
              <a:gd name="connsiteX165-10445" fmla="*/ 2897201 w 10768629"/>
              <a:gd name="connsiteY165-10446" fmla="*/ 1926772 h 1978172"/>
              <a:gd name="connsiteX166-10447" fmla="*/ 2783891 w 10768629"/>
              <a:gd name="connsiteY166-10448" fmla="*/ 1931749 h 1978172"/>
              <a:gd name="connsiteX167-10449" fmla="*/ 2712447 w 10768629"/>
              <a:gd name="connsiteY167-10450" fmla="*/ 1933044 h 1978172"/>
              <a:gd name="connsiteX168-10451" fmla="*/ 2560151 w 10768629"/>
              <a:gd name="connsiteY168-10452" fmla="*/ 1963609 h 1978172"/>
              <a:gd name="connsiteX169-10453" fmla="*/ 2367221 w 10768629"/>
              <a:gd name="connsiteY169-10454" fmla="*/ 1971884 h 1978172"/>
              <a:gd name="connsiteX170-10455" fmla="*/ 2272130 w 10768629"/>
              <a:gd name="connsiteY170-10456" fmla="*/ 1961162 h 1978172"/>
              <a:gd name="connsiteX171-10457" fmla="*/ 2189404 w 10768629"/>
              <a:gd name="connsiteY171-10458" fmla="*/ 1978172 h 1978172"/>
              <a:gd name="connsiteX172-10459" fmla="*/ 2077704 w 10768629"/>
              <a:gd name="connsiteY172-10460" fmla="*/ 1965002 h 1978172"/>
              <a:gd name="connsiteX173-10461" fmla="*/ 2033299 w 10768629"/>
              <a:gd name="connsiteY173-10462" fmla="*/ 1969042 h 1978172"/>
              <a:gd name="connsiteX174-10463" fmla="*/ 1967996 w 10768629"/>
              <a:gd name="connsiteY174-10464" fmla="*/ 1953187 h 1978172"/>
              <a:gd name="connsiteX175-10465" fmla="*/ 1855805 w 10768629"/>
              <a:gd name="connsiteY175-10466" fmla="*/ 1926082 h 1978172"/>
              <a:gd name="connsiteX176-10467" fmla="*/ 1790957 w 10768629"/>
              <a:gd name="connsiteY176-10468" fmla="*/ 1919460 h 1978172"/>
              <a:gd name="connsiteX177-10469" fmla="*/ 1613978 w 10768629"/>
              <a:gd name="connsiteY177-10470" fmla="*/ 1891581 h 1978172"/>
              <a:gd name="connsiteX178-10471" fmla="*/ 1436831 w 10768629"/>
              <a:gd name="connsiteY178-10472" fmla="*/ 1856201 h 1978172"/>
              <a:gd name="connsiteX179-10473" fmla="*/ 1357365 w 10768629"/>
              <a:gd name="connsiteY179-10474" fmla="*/ 1832140 h 1978172"/>
              <a:gd name="connsiteX180-10475" fmla="*/ 1232341 w 10768629"/>
              <a:gd name="connsiteY180-10476" fmla="*/ 1785942 h 1978172"/>
              <a:gd name="connsiteX181-10477" fmla="*/ 1162595 w 10768629"/>
              <a:gd name="connsiteY181-10478" fmla="*/ 1758337 h 1978172"/>
              <a:gd name="connsiteX182-10479" fmla="*/ 1128523 w 10768629"/>
              <a:gd name="connsiteY182-10480" fmla="*/ 1763621 h 1978172"/>
              <a:gd name="connsiteX183-10481" fmla="*/ 991903 w 10768629"/>
              <a:gd name="connsiteY183-10482" fmla="*/ 1786741 h 1978172"/>
              <a:gd name="connsiteX184-10483" fmla="*/ 883960 w 10768629"/>
              <a:gd name="connsiteY184-10484" fmla="*/ 1822386 h 1978172"/>
              <a:gd name="connsiteX185-10485" fmla="*/ 766531 w 10768629"/>
              <a:gd name="connsiteY185-10486" fmla="*/ 1805053 h 1978172"/>
              <a:gd name="connsiteX186-10487" fmla="*/ 669779 w 10768629"/>
              <a:gd name="connsiteY186-10488" fmla="*/ 1800537 h 1978172"/>
              <a:gd name="connsiteX187-10489" fmla="*/ 523898 w 10768629"/>
              <a:gd name="connsiteY187-10490" fmla="*/ 1811085 h 1978172"/>
              <a:gd name="connsiteX188-10491" fmla="*/ 360251 w 10768629"/>
              <a:gd name="connsiteY188-10492" fmla="*/ 1830735 h 1978172"/>
              <a:gd name="connsiteX189-10493" fmla="*/ 255207 w 10768629"/>
              <a:gd name="connsiteY189-10494" fmla="*/ 1818275 h 1978172"/>
              <a:gd name="connsiteX190-10495" fmla="*/ 101803 w 10768629"/>
              <a:gd name="connsiteY190-10496" fmla="*/ 1870647 h 1978172"/>
              <a:gd name="connsiteX191-10497" fmla="*/ 25397 w 10768629"/>
              <a:gd name="connsiteY191-10498" fmla="*/ 1888443 h 1978172"/>
              <a:gd name="connsiteX192-10499" fmla="*/ 2370 w 10768629"/>
              <a:gd name="connsiteY192-10500" fmla="*/ 1878311 h 1978172"/>
              <a:gd name="connsiteX193-10501" fmla="*/ 0 w 10768629"/>
              <a:gd name="connsiteY193-10502" fmla="*/ 1878785 h 1978172"/>
              <a:gd name="connsiteX194-10503" fmla="*/ 0 w 10768629"/>
              <a:gd name="connsiteY194-10504" fmla="*/ 0 h 1978172"/>
              <a:gd name="connsiteX0-10505" fmla="*/ 0 w 10768629"/>
              <a:gd name="connsiteY0-10506" fmla="*/ 0 h 1978172"/>
              <a:gd name="connsiteX1-10507" fmla="*/ 10768629 w 10768629"/>
              <a:gd name="connsiteY1-10508" fmla="*/ 0 h 1978172"/>
              <a:gd name="connsiteX2-10509" fmla="*/ 10733254 w 10768629"/>
              <a:gd name="connsiteY2-10510" fmla="*/ 31439 h 1978172"/>
              <a:gd name="connsiteX3-10511" fmla="*/ 10727085 w 10768629"/>
              <a:gd name="connsiteY3-10512" fmla="*/ 37910 h 1978172"/>
              <a:gd name="connsiteX4-10513" fmla="*/ 10675953 w 10768629"/>
              <a:gd name="connsiteY4-10514" fmla="*/ 68623 h 1978172"/>
              <a:gd name="connsiteX5-10515" fmla="*/ 10637091 w 10768629"/>
              <a:gd name="connsiteY5-10516" fmla="*/ 90361 h 1978172"/>
              <a:gd name="connsiteX6-10517" fmla="*/ 10610971 w 10768629"/>
              <a:gd name="connsiteY6-10518" fmla="*/ 110764 h 1978172"/>
              <a:gd name="connsiteX7-10519" fmla="*/ 10532872 w 10768629"/>
              <a:gd name="connsiteY7-10520" fmla="*/ 138028 h 1978172"/>
              <a:gd name="connsiteX8-10521" fmla="*/ 10398558 w 10768629"/>
              <a:gd name="connsiteY8-10522" fmla="*/ 172911 h 1978172"/>
              <a:gd name="connsiteX9-10523" fmla="*/ 10371128 w 10768629"/>
              <a:gd name="connsiteY9-10524" fmla="*/ 182609 h 1978172"/>
              <a:gd name="connsiteX10-10525" fmla="*/ 10352178 w 10768629"/>
              <a:gd name="connsiteY10-10526" fmla="*/ 199976 h 1978172"/>
              <a:gd name="connsiteX11-10527" fmla="*/ 10351815 w 10768629"/>
              <a:gd name="connsiteY11-10528" fmla="*/ 211879 h 1978172"/>
              <a:gd name="connsiteX12-10529" fmla="*/ 10337471 w 10768629"/>
              <a:gd name="connsiteY12-10530" fmla="*/ 218661 h 1978172"/>
              <a:gd name="connsiteX13-10531" fmla="*/ 10334625 w 10768629"/>
              <a:gd name="connsiteY13-10532" fmla="*/ 222351 h 1978172"/>
              <a:gd name="connsiteX14-10533" fmla="*/ 10256365 w 10768629"/>
              <a:gd name="connsiteY14-10534" fmla="*/ 235917 h 1978172"/>
              <a:gd name="connsiteX15-10535" fmla="*/ 10201127 w 10768629"/>
              <a:gd name="connsiteY15-10536" fmla="*/ 267448 h 1978172"/>
              <a:gd name="connsiteX16-10537" fmla="*/ 9961218 w 10768629"/>
              <a:gd name="connsiteY16-10538" fmla="*/ 326720 h 1978172"/>
              <a:gd name="connsiteX17-10539" fmla="*/ 9859715 w 10768629"/>
              <a:gd name="connsiteY17-10540" fmla="*/ 355698 h 1978172"/>
              <a:gd name="connsiteX18-10541" fmla="*/ 9679867 w 10768629"/>
              <a:gd name="connsiteY18-10542" fmla="*/ 399081 h 1978172"/>
              <a:gd name="connsiteX19-10543" fmla="*/ 9490654 w 10768629"/>
              <a:gd name="connsiteY19-10544" fmla="*/ 455225 h 1978172"/>
              <a:gd name="connsiteX20-10545" fmla="*/ 9470837 w 10768629"/>
              <a:gd name="connsiteY20-10546" fmla="*/ 452539 h 1978172"/>
              <a:gd name="connsiteX21-10547" fmla="*/ 9469082 w 10768629"/>
              <a:gd name="connsiteY21-10548" fmla="*/ 454891 h 1978172"/>
              <a:gd name="connsiteX22-10549" fmla="*/ 9448038 w 10768629"/>
              <a:gd name="connsiteY22-10550" fmla="*/ 459733 h 1978172"/>
              <a:gd name="connsiteX23-10551" fmla="*/ 9396821 w 10768629"/>
              <a:gd name="connsiteY23-10552" fmla="*/ 455795 h 1978172"/>
              <a:gd name="connsiteX24-10553" fmla="*/ 9392197 w 10768629"/>
              <a:gd name="connsiteY24-10554" fmla="*/ 459796 h 1978172"/>
              <a:gd name="connsiteX25-10555" fmla="*/ 9347994 w 10768629"/>
              <a:gd name="connsiteY25-10556" fmla="*/ 464462 h 1978172"/>
              <a:gd name="connsiteX26-10557" fmla="*/ 9347889 w 10768629"/>
              <a:gd name="connsiteY26-10558" fmla="*/ 466539 h 1978172"/>
              <a:gd name="connsiteX27-10559" fmla="*/ 9337639 w 10768629"/>
              <a:gd name="connsiteY27-10560" fmla="*/ 476654 h 1978172"/>
              <a:gd name="connsiteX28-10561" fmla="*/ 9287964 w 10768629"/>
              <a:gd name="connsiteY28-10562" fmla="*/ 513052 h 1978172"/>
              <a:gd name="connsiteX29-10563" fmla="*/ 9229283 w 10768629"/>
              <a:gd name="connsiteY29-10564" fmla="*/ 555377 h 1978172"/>
              <a:gd name="connsiteX30-10565" fmla="*/ 9220274 w 10768629"/>
              <a:gd name="connsiteY30-10566" fmla="*/ 557502 h 1978172"/>
              <a:gd name="connsiteX31-10567" fmla="*/ 9220202 w 10768629"/>
              <a:gd name="connsiteY31-10568" fmla="*/ 558001 h 1978172"/>
              <a:gd name="connsiteX32-10569" fmla="*/ 9210908 w 10768629"/>
              <a:gd name="connsiteY32-10570" fmla="*/ 561147 h 1978172"/>
              <a:gd name="connsiteX33-10571" fmla="*/ 9186374 w 10768629"/>
              <a:gd name="connsiteY33-10572" fmla="*/ 565502 h 1978172"/>
              <a:gd name="connsiteX34-10573" fmla="*/ 9181058 w 10768629"/>
              <a:gd name="connsiteY34-10574" fmla="*/ 569943 h 1978172"/>
              <a:gd name="connsiteX35-10575" fmla="*/ 9167549 w 10768629"/>
              <a:gd name="connsiteY35-10576" fmla="*/ 584727 h 1978172"/>
              <a:gd name="connsiteX36-10577" fmla="*/ 9149110 w 10768629"/>
              <a:gd name="connsiteY36-10578" fmla="*/ 598906 h 1978172"/>
              <a:gd name="connsiteX37-10579" fmla="*/ 9078556 w 10768629"/>
              <a:gd name="connsiteY37-10580" fmla="*/ 644039 h 1978172"/>
              <a:gd name="connsiteX38-10581" fmla="*/ 8996399 w 10768629"/>
              <a:gd name="connsiteY38-10582" fmla="*/ 690055 h 1978172"/>
              <a:gd name="connsiteX39-10583" fmla="*/ 8803791 w 10768629"/>
              <a:gd name="connsiteY39-10584" fmla="*/ 813860 h 1978172"/>
              <a:gd name="connsiteX40-10585" fmla="*/ 8636202 w 10768629"/>
              <a:gd name="connsiteY40-10586" fmla="*/ 848463 h 1978172"/>
              <a:gd name="connsiteX41-10587" fmla="*/ 8555372 w 10768629"/>
              <a:gd name="connsiteY41-10588" fmla="*/ 883171 h 1978172"/>
              <a:gd name="connsiteX42-10589" fmla="*/ 8507229 w 10768629"/>
              <a:gd name="connsiteY42-10590" fmla="*/ 901665 h 1978172"/>
              <a:gd name="connsiteX43-10591" fmla="*/ 8428473 w 10768629"/>
              <a:gd name="connsiteY43-10592" fmla="*/ 927985 h 1978172"/>
              <a:gd name="connsiteX44-10593" fmla="*/ 8427914 w 10768629"/>
              <a:gd name="connsiteY44-10594" fmla="*/ 933480 h 1978172"/>
              <a:gd name="connsiteX45-10595" fmla="*/ 8420327 w 10768629"/>
              <a:gd name="connsiteY45-10596" fmla="*/ 941984 h 1978172"/>
              <a:gd name="connsiteX46-10597" fmla="*/ 8394729 w 10768629"/>
              <a:gd name="connsiteY46-10598" fmla="*/ 948347 h 1978172"/>
              <a:gd name="connsiteX47-10599" fmla="*/ 8380548 w 10768629"/>
              <a:gd name="connsiteY47-10600" fmla="*/ 987916 h 1978172"/>
              <a:gd name="connsiteX48-10601" fmla="*/ 8375330 w 10768629"/>
              <a:gd name="connsiteY48-10602" fmla="*/ 965444 h 1978172"/>
              <a:gd name="connsiteX49-10603" fmla="*/ 8340796 w 10768629"/>
              <a:gd name="connsiteY49-10604" fmla="*/ 980522 h 1978172"/>
              <a:gd name="connsiteX50-10605" fmla="*/ 8304438 w 10768629"/>
              <a:gd name="connsiteY50-10606" fmla="*/ 996739 h 1978172"/>
              <a:gd name="connsiteX51-10607" fmla="*/ 8280929 w 10768629"/>
              <a:gd name="connsiteY51-10608" fmla="*/ 1023089 h 1978172"/>
              <a:gd name="connsiteX52-10609" fmla="*/ 8275760 w 10768629"/>
              <a:gd name="connsiteY52-10610" fmla="*/ 1027772 h 1978172"/>
              <a:gd name="connsiteX53-10611" fmla="*/ 8275478 w 10768629"/>
              <a:gd name="connsiteY53-10612" fmla="*/ 1027605 h 1978172"/>
              <a:gd name="connsiteX54-10613" fmla="*/ 8269666 w 10768629"/>
              <a:gd name="connsiteY54-10614" fmla="*/ 1032033 h 1978172"/>
              <a:gd name="connsiteX55-10615" fmla="*/ 8203836 w 10768629"/>
              <a:gd name="connsiteY55-10616" fmla="*/ 1037347 h 1978172"/>
              <a:gd name="connsiteX56-10617" fmla="*/ 8122936 w 10768629"/>
              <a:gd name="connsiteY56-10618" fmla="*/ 1063113 h 1978172"/>
              <a:gd name="connsiteX57-10619" fmla="*/ 8043658 w 10768629"/>
              <a:gd name="connsiteY57-10620" fmla="*/ 1092746 h 1978172"/>
              <a:gd name="connsiteX58-10621" fmla="*/ 8015351 w 10768629"/>
              <a:gd name="connsiteY58-10622" fmla="*/ 1105478 h 1978172"/>
              <a:gd name="connsiteX59-10623" fmla="*/ 7963145 w 10768629"/>
              <a:gd name="connsiteY59-10624" fmla="*/ 1119346 h 1978172"/>
              <a:gd name="connsiteX60-10625" fmla="*/ 7938145 w 10768629"/>
              <a:gd name="connsiteY60-10626" fmla="*/ 1120225 h 1978172"/>
              <a:gd name="connsiteX61-10627" fmla="*/ 7937238 w 10768629"/>
              <a:gd name="connsiteY61-10628" fmla="*/ 1121204 h 1978172"/>
              <a:gd name="connsiteX62-10629" fmla="*/ 7934398 w 10768629"/>
              <a:gd name="connsiteY62-10630" fmla="*/ 1118240 h 1978172"/>
              <a:gd name="connsiteX63-10631" fmla="*/ 7918248 w 10768629"/>
              <a:gd name="connsiteY63-10632" fmla="*/ 1124371 h 1978172"/>
              <a:gd name="connsiteX64-10633" fmla="*/ 7914119 w 10768629"/>
              <a:gd name="connsiteY64-10634" fmla="*/ 1127653 h 1978172"/>
              <a:gd name="connsiteX65-10635" fmla="*/ 7907658 w 10768629"/>
              <a:gd name="connsiteY65-10636" fmla="*/ 1130350 h 1978172"/>
              <a:gd name="connsiteX66-10637" fmla="*/ 7907434 w 10768629"/>
              <a:gd name="connsiteY66-10638" fmla="*/ 1130103 h 1978172"/>
              <a:gd name="connsiteX67-10639" fmla="*/ 7901508 w 10768629"/>
              <a:gd name="connsiteY67-10640" fmla="*/ 1133245 h 1978172"/>
              <a:gd name="connsiteX68-10641" fmla="*/ 7873287 w 10768629"/>
              <a:gd name="connsiteY68-10642" fmla="*/ 1152609 h 1978172"/>
              <a:gd name="connsiteX69-10643" fmla="*/ 7834833 w 10768629"/>
              <a:gd name="connsiteY69-10644" fmla="*/ 1153868 h 1978172"/>
              <a:gd name="connsiteX70-10645" fmla="*/ 7828661 w 10768629"/>
              <a:gd name="connsiteY70-10646" fmla="*/ 1139994 h 1978172"/>
              <a:gd name="connsiteX71-10647" fmla="*/ 7823966 w 10768629"/>
              <a:gd name="connsiteY71-10648" fmla="*/ 1143178 h 1978172"/>
              <a:gd name="connsiteX72-10649" fmla="*/ 7815078 w 10768629"/>
              <a:gd name="connsiteY72-10650" fmla="*/ 1151776 h 1978172"/>
              <a:gd name="connsiteX73-10651" fmla="*/ 7812026 w 10768629"/>
              <a:gd name="connsiteY73-10652" fmla="*/ 1151522 h 1978172"/>
              <a:gd name="connsiteX74-10653" fmla="*/ 7782249 w 10768629"/>
              <a:gd name="connsiteY74-10654" fmla="*/ 1160970 h 1978172"/>
              <a:gd name="connsiteX75-10655" fmla="*/ 7773476 w 10768629"/>
              <a:gd name="connsiteY75-10656" fmla="*/ 1157414 h 1978172"/>
              <a:gd name="connsiteX76-10657" fmla="*/ 7769600 w 10768629"/>
              <a:gd name="connsiteY76-10658" fmla="*/ 1157365 h 1978172"/>
              <a:gd name="connsiteX77-10659" fmla="*/ 7752631 w 10768629"/>
              <a:gd name="connsiteY77-10660" fmla="*/ 1172815 h 1978172"/>
              <a:gd name="connsiteX78-10661" fmla="*/ 7743525 w 10768629"/>
              <a:gd name="connsiteY78-10662" fmla="*/ 1179064 h 1978172"/>
              <a:gd name="connsiteX79-10663" fmla="*/ 7685942 w 10768629"/>
              <a:gd name="connsiteY79-10664" fmla="*/ 1233723 h 1978172"/>
              <a:gd name="connsiteX80-10665" fmla="*/ 7586920 w 10768629"/>
              <a:gd name="connsiteY80-10666" fmla="*/ 1261888 h 1978172"/>
              <a:gd name="connsiteX81-10667" fmla="*/ 7486100 w 10768629"/>
              <a:gd name="connsiteY81-10668" fmla="*/ 1292563 h 1978172"/>
              <a:gd name="connsiteX82-10669" fmla="*/ 7407190 w 10768629"/>
              <a:gd name="connsiteY82-10670" fmla="*/ 1314737 h 1978172"/>
              <a:gd name="connsiteX83-10671" fmla="*/ 7240698 w 10768629"/>
              <a:gd name="connsiteY83-10672" fmla="*/ 1438832 h 1978172"/>
              <a:gd name="connsiteX84-10673" fmla="*/ 7197675 w 10768629"/>
              <a:gd name="connsiteY84-10674" fmla="*/ 1447530 h 1978172"/>
              <a:gd name="connsiteX85-10675" fmla="*/ 7164788 w 10768629"/>
              <a:gd name="connsiteY85-10676" fmla="*/ 1480293 h 1978172"/>
              <a:gd name="connsiteX86-10677" fmla="*/ 7147929 w 10768629"/>
              <a:gd name="connsiteY86-10678" fmla="*/ 1477641 h 1978172"/>
              <a:gd name="connsiteX87-10679" fmla="*/ 7144965 w 10768629"/>
              <a:gd name="connsiteY87-10680" fmla="*/ 1476908 h 1978172"/>
              <a:gd name="connsiteX88-10681" fmla="*/ 7134299 w 10768629"/>
              <a:gd name="connsiteY88-10682" fmla="*/ 1479969 h 1978172"/>
              <a:gd name="connsiteX89-10683" fmla="*/ 7129809 w 10768629"/>
              <a:gd name="connsiteY89-10684" fmla="*/ 1473339 h 1978172"/>
              <a:gd name="connsiteX90-10685" fmla="*/ 7112688 w 10768629"/>
              <a:gd name="connsiteY90-10686" fmla="*/ 1472575 h 1978172"/>
              <a:gd name="connsiteX91-10687" fmla="*/ 7093470 w 10768629"/>
              <a:gd name="connsiteY91-10688" fmla="*/ 1480300 h 1978172"/>
              <a:gd name="connsiteX92-10689" fmla="*/ 7025034 w 10768629"/>
              <a:gd name="connsiteY92-10690" fmla="*/ 1506934 h 1978172"/>
              <a:gd name="connsiteX93-10691" fmla="*/ 7014783 w 10768629"/>
              <a:gd name="connsiteY93-10692" fmla="*/ 1515868 h 1978172"/>
              <a:gd name="connsiteX94-10693" fmla="*/ 6979706 w 10768629"/>
              <a:gd name="connsiteY94-10694" fmla="*/ 1523511 h 1978172"/>
              <a:gd name="connsiteX95-10695" fmla="*/ 6977890 w 10768629"/>
              <a:gd name="connsiteY95-10696" fmla="*/ 1525793 h 1978172"/>
              <a:gd name="connsiteX96-10697" fmla="*/ 6944339 w 10768629"/>
              <a:gd name="connsiteY96-10698" fmla="*/ 1536237 h 1978172"/>
              <a:gd name="connsiteX97-10699" fmla="*/ 6886996 w 10768629"/>
              <a:gd name="connsiteY97-10700" fmla="*/ 1563569 h 1978172"/>
              <a:gd name="connsiteX98-10701" fmla="*/ 6874510 w 10768629"/>
              <a:gd name="connsiteY98-10702" fmla="*/ 1558469 h 1978172"/>
              <a:gd name="connsiteX99-10703" fmla="*/ 6871943 w 10768629"/>
              <a:gd name="connsiteY99-10704" fmla="*/ 1554651 h 1978172"/>
              <a:gd name="connsiteX100-10705" fmla="*/ 6856174 w 10768629"/>
              <a:gd name="connsiteY100-10706" fmla="*/ 1562024 h 1978172"/>
              <a:gd name="connsiteX101-10707" fmla="*/ 6842321 w 10768629"/>
              <a:gd name="connsiteY101-10708" fmla="*/ 1560554 h 1978172"/>
              <a:gd name="connsiteX102-10709" fmla="*/ 6832713 w 10768629"/>
              <a:gd name="connsiteY102-10710" fmla="*/ 1569357 h 1978172"/>
              <a:gd name="connsiteX103-10711" fmla="*/ 6816351 w 10768629"/>
              <a:gd name="connsiteY103-10712" fmla="*/ 1571495 h 1978172"/>
              <a:gd name="connsiteX104-10713" fmla="*/ 6795800 w 10768629"/>
              <a:gd name="connsiteY104-10714" fmla="*/ 1572010 h 1978172"/>
              <a:gd name="connsiteX105-10715" fmla="*/ 6777546 w 10768629"/>
              <a:gd name="connsiteY105-10716" fmla="*/ 1568661 h 1978172"/>
              <a:gd name="connsiteX106-10717" fmla="*/ 6751528 w 10768629"/>
              <a:gd name="connsiteY106-10718" fmla="*/ 1574143 h 1978172"/>
              <a:gd name="connsiteX107-10719" fmla="*/ 6691966 w 10768629"/>
              <a:gd name="connsiteY107-10720" fmla="*/ 1582255 h 1978172"/>
              <a:gd name="connsiteX108-10721" fmla="*/ 6646941 w 10768629"/>
              <a:gd name="connsiteY108-10722" fmla="*/ 1588471 h 1978172"/>
              <a:gd name="connsiteX109-10723" fmla="*/ 6568576 w 10768629"/>
              <a:gd name="connsiteY109-10724" fmla="*/ 1606488 h 1978172"/>
              <a:gd name="connsiteX110-10725" fmla="*/ 6554358 w 10768629"/>
              <a:gd name="connsiteY110-10726" fmla="*/ 1621701 h 1978172"/>
              <a:gd name="connsiteX111-10727" fmla="*/ 6516968 w 10768629"/>
              <a:gd name="connsiteY111-10728" fmla="*/ 1617195 h 1978172"/>
              <a:gd name="connsiteX112-10729" fmla="*/ 6506479 w 10768629"/>
              <a:gd name="connsiteY112-10730" fmla="*/ 1602227 h 1978172"/>
              <a:gd name="connsiteX113-10731" fmla="*/ 6458436 w 10768629"/>
              <a:gd name="connsiteY113-10732" fmla="*/ 1607332 h 1978172"/>
              <a:gd name="connsiteX114-10733" fmla="*/ 6414786 w 10768629"/>
              <a:gd name="connsiteY114-10734" fmla="*/ 1628815 h 1978172"/>
              <a:gd name="connsiteX115-10735" fmla="*/ 6357085 w 10768629"/>
              <a:gd name="connsiteY115-10736" fmla="*/ 1640846 h 1978172"/>
              <a:gd name="connsiteX116-10737" fmla="*/ 6322636 w 10768629"/>
              <a:gd name="connsiteY116-10738" fmla="*/ 1648213 h 1978172"/>
              <a:gd name="connsiteX117-10739" fmla="*/ 6226172 w 10768629"/>
              <a:gd name="connsiteY117-10740" fmla="*/ 1654676 h 1978172"/>
              <a:gd name="connsiteX118-10741" fmla="*/ 6221217 w 10768629"/>
              <a:gd name="connsiteY118-10742" fmla="*/ 1654506 h 1978172"/>
              <a:gd name="connsiteX119-10743" fmla="*/ 6204956 w 10768629"/>
              <a:gd name="connsiteY119-10744" fmla="*/ 1664280 h 1978172"/>
              <a:gd name="connsiteX120-10745" fmla="*/ 6204270 w 10768629"/>
              <a:gd name="connsiteY120-10746" fmla="*/ 1666782 h 1978172"/>
              <a:gd name="connsiteX121-10747" fmla="*/ 6143810 w 10768629"/>
              <a:gd name="connsiteY121-10748" fmla="*/ 1661963 h 1978172"/>
              <a:gd name="connsiteX122-10749" fmla="*/ 6136560 w 10768629"/>
              <a:gd name="connsiteY122-10750" fmla="*/ 1665728 h 1978172"/>
              <a:gd name="connsiteX123-10751" fmla="*/ 6096155 w 10768629"/>
              <a:gd name="connsiteY123-10752" fmla="*/ 1656951 h 1978172"/>
              <a:gd name="connsiteX124-10753" fmla="*/ 6075812 w 10768629"/>
              <a:gd name="connsiteY124-10754" fmla="*/ 1655422 h 1978172"/>
              <a:gd name="connsiteX125-10755" fmla="*/ 6039495 w 10768629"/>
              <a:gd name="connsiteY125-10756" fmla="*/ 1649680 h 1978172"/>
              <a:gd name="connsiteX126-10757" fmla="*/ 6036523 w 10768629"/>
              <a:gd name="connsiteY126-10758" fmla="*/ 1652121 h 1978172"/>
              <a:gd name="connsiteX127-10759" fmla="*/ 6029328 w 10768629"/>
              <a:gd name="connsiteY127-10760" fmla="*/ 1649904 h 1978172"/>
              <a:gd name="connsiteX128-10761" fmla="*/ 6024075 w 10768629"/>
              <a:gd name="connsiteY128-10762" fmla="*/ 1652779 h 1978172"/>
              <a:gd name="connsiteX129-10763" fmla="*/ 6018085 w 10768629"/>
              <a:gd name="connsiteY129-10764" fmla="*/ 1652030 h 1978172"/>
              <a:gd name="connsiteX130-10765" fmla="*/ 5955513 w 10768629"/>
              <a:gd name="connsiteY130-10766" fmla="*/ 1663584 h 1978172"/>
              <a:gd name="connsiteX131-10767" fmla="*/ 5941996 w 10768629"/>
              <a:gd name="connsiteY131-10768" fmla="*/ 1661326 h 1978172"/>
              <a:gd name="connsiteX132-10769" fmla="*/ 5931789 w 10768629"/>
              <a:gd name="connsiteY132-10770" fmla="*/ 1669915 h 1978172"/>
              <a:gd name="connsiteX133-10771" fmla="*/ 5888686 w 10768629"/>
              <a:gd name="connsiteY133-10772" fmla="*/ 1672175 h 1978172"/>
              <a:gd name="connsiteX134-10773" fmla="*/ 5873794 w 10768629"/>
              <a:gd name="connsiteY134-10774" fmla="*/ 1665454 h 1978172"/>
              <a:gd name="connsiteX135-10775" fmla="*/ 5860022 w 10768629"/>
              <a:gd name="connsiteY135-10776" fmla="*/ 1660635 h 1978172"/>
              <a:gd name="connsiteX136-10777" fmla="*/ 5858237 w 10768629"/>
              <a:gd name="connsiteY136-10778" fmla="*/ 1660649 h 1978172"/>
              <a:gd name="connsiteX137-10779" fmla="*/ 5840319 w 10768629"/>
              <a:gd name="connsiteY137-10780" fmla="*/ 1660798 h 1978172"/>
              <a:gd name="connsiteX138-10781" fmla="*/ 5806984 w 10768629"/>
              <a:gd name="connsiteY138-10782" fmla="*/ 1661075 h 1978172"/>
              <a:gd name="connsiteX139-10783" fmla="*/ 5742351 w 10768629"/>
              <a:gd name="connsiteY139-10784" fmla="*/ 1667489 h 1978172"/>
              <a:gd name="connsiteX140-10785" fmla="*/ 5521171 w 10768629"/>
              <a:gd name="connsiteY140-10786" fmla="*/ 1671626 h 1978172"/>
              <a:gd name="connsiteX141-10787" fmla="*/ 5457384 w 10768629"/>
              <a:gd name="connsiteY141-10788" fmla="*/ 1683952 h 1978172"/>
              <a:gd name="connsiteX142-10789" fmla="*/ 4950070 w 10768629"/>
              <a:gd name="connsiteY142-10790" fmla="*/ 1748401 h 1978172"/>
              <a:gd name="connsiteX143-10791" fmla="*/ 4872172 w 10768629"/>
              <a:gd name="connsiteY143-10792" fmla="*/ 1757222 h 1978172"/>
              <a:gd name="connsiteX144-10793" fmla="*/ 4809524 w 10768629"/>
              <a:gd name="connsiteY144-10794" fmla="*/ 1761033 h 1978172"/>
              <a:gd name="connsiteX145-10795" fmla="*/ 4759058 w 10768629"/>
              <a:gd name="connsiteY145-10796" fmla="*/ 1766533 h 1978172"/>
              <a:gd name="connsiteX146-10797" fmla="*/ 4719749 w 10768629"/>
              <a:gd name="connsiteY146-10798" fmla="*/ 1771811 h 1978172"/>
              <a:gd name="connsiteX147-10799" fmla="*/ 4568686 w 10768629"/>
              <a:gd name="connsiteY147-10800" fmla="*/ 1786141 h 1978172"/>
              <a:gd name="connsiteX148-10801" fmla="*/ 4418751 w 10768629"/>
              <a:gd name="connsiteY148-10802" fmla="*/ 1796932 h 1978172"/>
              <a:gd name="connsiteX149-10803" fmla="*/ 4378377 w 10768629"/>
              <a:gd name="connsiteY149-10804" fmla="*/ 1815528 h 1978172"/>
              <a:gd name="connsiteX150-10805" fmla="*/ 4320575 w 10768629"/>
              <a:gd name="connsiteY150-10806" fmla="*/ 1832722 h 1978172"/>
              <a:gd name="connsiteX151-10807" fmla="*/ 4220200 w 10768629"/>
              <a:gd name="connsiteY151-10808" fmla="*/ 1873173 h 1978172"/>
              <a:gd name="connsiteX152-10809" fmla="*/ 4105361 w 10768629"/>
              <a:gd name="connsiteY152-10810" fmla="*/ 1894711 h 1978172"/>
              <a:gd name="connsiteX153-10811" fmla="*/ 3973223 w 10768629"/>
              <a:gd name="connsiteY153-10812" fmla="*/ 1881015 h 1978172"/>
              <a:gd name="connsiteX154-10813" fmla="*/ 3900992 w 10768629"/>
              <a:gd name="connsiteY154-10814" fmla="*/ 1880603 h 1978172"/>
              <a:gd name="connsiteX155-10815" fmla="*/ 3662119 w 10768629"/>
              <a:gd name="connsiteY155-10816" fmla="*/ 1889285 h 1978172"/>
              <a:gd name="connsiteX156-10817" fmla="*/ 3496919 w 10768629"/>
              <a:gd name="connsiteY156-10818" fmla="*/ 1873180 h 1978172"/>
              <a:gd name="connsiteX157-10819" fmla="*/ 3449433 w 10768629"/>
              <a:gd name="connsiteY157-10820" fmla="*/ 1889681 h 1978172"/>
              <a:gd name="connsiteX158-10821" fmla="*/ 3369766 w 10768629"/>
              <a:gd name="connsiteY158-10822" fmla="*/ 1916653 h 1978172"/>
              <a:gd name="connsiteX159-10823" fmla="*/ 3269672 w 10768629"/>
              <a:gd name="connsiteY159-10824" fmla="*/ 1938036 h 1978172"/>
              <a:gd name="connsiteX160-10825" fmla="*/ 3224897 w 10768629"/>
              <a:gd name="connsiteY160-10826" fmla="*/ 1943733 h 1978172"/>
              <a:gd name="connsiteX161-10827" fmla="*/ 3161463 w 10768629"/>
              <a:gd name="connsiteY161-10828" fmla="*/ 1946591 h 1978172"/>
              <a:gd name="connsiteX162-10829" fmla="*/ 3112044 w 10768629"/>
              <a:gd name="connsiteY162-10830" fmla="*/ 1935614 h 1978172"/>
              <a:gd name="connsiteX163-10831" fmla="*/ 3069716 w 10768629"/>
              <a:gd name="connsiteY163-10832" fmla="*/ 1930463 h 1978172"/>
              <a:gd name="connsiteX164-10833" fmla="*/ 3005773 w 10768629"/>
              <a:gd name="connsiteY164-10834" fmla="*/ 1915878 h 1978172"/>
              <a:gd name="connsiteX165-10835" fmla="*/ 2897201 w 10768629"/>
              <a:gd name="connsiteY165-10836" fmla="*/ 1926772 h 1978172"/>
              <a:gd name="connsiteX166-10837" fmla="*/ 2783891 w 10768629"/>
              <a:gd name="connsiteY166-10838" fmla="*/ 1931749 h 1978172"/>
              <a:gd name="connsiteX167-10839" fmla="*/ 2712447 w 10768629"/>
              <a:gd name="connsiteY167-10840" fmla="*/ 1933044 h 1978172"/>
              <a:gd name="connsiteX168-10841" fmla="*/ 2560151 w 10768629"/>
              <a:gd name="connsiteY168-10842" fmla="*/ 1963609 h 1978172"/>
              <a:gd name="connsiteX169-10843" fmla="*/ 2367221 w 10768629"/>
              <a:gd name="connsiteY169-10844" fmla="*/ 1971884 h 1978172"/>
              <a:gd name="connsiteX170-10845" fmla="*/ 2272130 w 10768629"/>
              <a:gd name="connsiteY170-10846" fmla="*/ 1961162 h 1978172"/>
              <a:gd name="connsiteX171-10847" fmla="*/ 2189404 w 10768629"/>
              <a:gd name="connsiteY171-10848" fmla="*/ 1978172 h 1978172"/>
              <a:gd name="connsiteX172-10849" fmla="*/ 2077704 w 10768629"/>
              <a:gd name="connsiteY172-10850" fmla="*/ 1965002 h 1978172"/>
              <a:gd name="connsiteX173-10851" fmla="*/ 2033299 w 10768629"/>
              <a:gd name="connsiteY173-10852" fmla="*/ 1969042 h 1978172"/>
              <a:gd name="connsiteX174-10853" fmla="*/ 1967996 w 10768629"/>
              <a:gd name="connsiteY174-10854" fmla="*/ 1953187 h 1978172"/>
              <a:gd name="connsiteX175-10855" fmla="*/ 1855805 w 10768629"/>
              <a:gd name="connsiteY175-10856" fmla="*/ 1926082 h 1978172"/>
              <a:gd name="connsiteX176-10857" fmla="*/ 1790957 w 10768629"/>
              <a:gd name="connsiteY176-10858" fmla="*/ 1919460 h 1978172"/>
              <a:gd name="connsiteX177-10859" fmla="*/ 1613978 w 10768629"/>
              <a:gd name="connsiteY177-10860" fmla="*/ 1891581 h 1978172"/>
              <a:gd name="connsiteX178-10861" fmla="*/ 1436831 w 10768629"/>
              <a:gd name="connsiteY178-10862" fmla="*/ 1856201 h 1978172"/>
              <a:gd name="connsiteX179-10863" fmla="*/ 1357365 w 10768629"/>
              <a:gd name="connsiteY179-10864" fmla="*/ 1832140 h 1978172"/>
              <a:gd name="connsiteX180-10865" fmla="*/ 1232341 w 10768629"/>
              <a:gd name="connsiteY180-10866" fmla="*/ 1785942 h 1978172"/>
              <a:gd name="connsiteX181-10867" fmla="*/ 1162595 w 10768629"/>
              <a:gd name="connsiteY181-10868" fmla="*/ 1758337 h 1978172"/>
              <a:gd name="connsiteX182-10869" fmla="*/ 1128523 w 10768629"/>
              <a:gd name="connsiteY182-10870" fmla="*/ 1763621 h 1978172"/>
              <a:gd name="connsiteX183-10871" fmla="*/ 991903 w 10768629"/>
              <a:gd name="connsiteY183-10872" fmla="*/ 1786741 h 1978172"/>
              <a:gd name="connsiteX184-10873" fmla="*/ 883960 w 10768629"/>
              <a:gd name="connsiteY184-10874" fmla="*/ 1822386 h 1978172"/>
              <a:gd name="connsiteX185-10875" fmla="*/ 766531 w 10768629"/>
              <a:gd name="connsiteY185-10876" fmla="*/ 1805053 h 1978172"/>
              <a:gd name="connsiteX186-10877" fmla="*/ 669779 w 10768629"/>
              <a:gd name="connsiteY186-10878" fmla="*/ 1800537 h 1978172"/>
              <a:gd name="connsiteX187-10879" fmla="*/ 523898 w 10768629"/>
              <a:gd name="connsiteY187-10880" fmla="*/ 1811085 h 1978172"/>
              <a:gd name="connsiteX188-10881" fmla="*/ 360251 w 10768629"/>
              <a:gd name="connsiteY188-10882" fmla="*/ 1830735 h 1978172"/>
              <a:gd name="connsiteX189-10883" fmla="*/ 255207 w 10768629"/>
              <a:gd name="connsiteY189-10884" fmla="*/ 1818275 h 1978172"/>
              <a:gd name="connsiteX190-10885" fmla="*/ 101803 w 10768629"/>
              <a:gd name="connsiteY190-10886" fmla="*/ 1870647 h 1978172"/>
              <a:gd name="connsiteX191-10887" fmla="*/ 25397 w 10768629"/>
              <a:gd name="connsiteY191-10888" fmla="*/ 1888443 h 1978172"/>
              <a:gd name="connsiteX192-10889" fmla="*/ 2370 w 10768629"/>
              <a:gd name="connsiteY192-10890" fmla="*/ 1878311 h 1978172"/>
              <a:gd name="connsiteX193-10891" fmla="*/ 0 w 10768629"/>
              <a:gd name="connsiteY193-10892" fmla="*/ 1878785 h 1978172"/>
              <a:gd name="connsiteX194-10893" fmla="*/ 0 w 10768629"/>
              <a:gd name="connsiteY194-10894" fmla="*/ 0 h 1978172"/>
              <a:gd name="connsiteX0-10895" fmla="*/ 0 w 10768629"/>
              <a:gd name="connsiteY0-10896" fmla="*/ 0 h 1978172"/>
              <a:gd name="connsiteX1-10897" fmla="*/ 10768629 w 10768629"/>
              <a:gd name="connsiteY1-10898" fmla="*/ 0 h 1978172"/>
              <a:gd name="connsiteX2-10899" fmla="*/ 10733254 w 10768629"/>
              <a:gd name="connsiteY2-10900" fmla="*/ 31439 h 1978172"/>
              <a:gd name="connsiteX3-10901" fmla="*/ 10727085 w 10768629"/>
              <a:gd name="connsiteY3-10902" fmla="*/ 37910 h 1978172"/>
              <a:gd name="connsiteX4-10903" fmla="*/ 10675953 w 10768629"/>
              <a:gd name="connsiteY4-10904" fmla="*/ 68623 h 1978172"/>
              <a:gd name="connsiteX5-10905" fmla="*/ 10637091 w 10768629"/>
              <a:gd name="connsiteY5-10906" fmla="*/ 90361 h 1978172"/>
              <a:gd name="connsiteX6-10907" fmla="*/ 10610971 w 10768629"/>
              <a:gd name="connsiteY6-10908" fmla="*/ 110764 h 1978172"/>
              <a:gd name="connsiteX7-10909" fmla="*/ 10532872 w 10768629"/>
              <a:gd name="connsiteY7-10910" fmla="*/ 138028 h 1978172"/>
              <a:gd name="connsiteX8-10911" fmla="*/ 10398558 w 10768629"/>
              <a:gd name="connsiteY8-10912" fmla="*/ 172911 h 1978172"/>
              <a:gd name="connsiteX9-10913" fmla="*/ 10371128 w 10768629"/>
              <a:gd name="connsiteY9-10914" fmla="*/ 182609 h 1978172"/>
              <a:gd name="connsiteX10-10915" fmla="*/ 10352178 w 10768629"/>
              <a:gd name="connsiteY10-10916" fmla="*/ 199976 h 1978172"/>
              <a:gd name="connsiteX11-10917" fmla="*/ 10351815 w 10768629"/>
              <a:gd name="connsiteY11-10918" fmla="*/ 211879 h 1978172"/>
              <a:gd name="connsiteX12-10919" fmla="*/ 10337471 w 10768629"/>
              <a:gd name="connsiteY12-10920" fmla="*/ 218661 h 1978172"/>
              <a:gd name="connsiteX13-10921" fmla="*/ 10334625 w 10768629"/>
              <a:gd name="connsiteY13-10922" fmla="*/ 222351 h 1978172"/>
              <a:gd name="connsiteX14-10923" fmla="*/ 10256365 w 10768629"/>
              <a:gd name="connsiteY14-10924" fmla="*/ 235917 h 1978172"/>
              <a:gd name="connsiteX15-10925" fmla="*/ 10201127 w 10768629"/>
              <a:gd name="connsiteY15-10926" fmla="*/ 267448 h 1978172"/>
              <a:gd name="connsiteX16-10927" fmla="*/ 9961218 w 10768629"/>
              <a:gd name="connsiteY16-10928" fmla="*/ 326720 h 1978172"/>
              <a:gd name="connsiteX17-10929" fmla="*/ 9859715 w 10768629"/>
              <a:gd name="connsiteY17-10930" fmla="*/ 355698 h 1978172"/>
              <a:gd name="connsiteX18-10931" fmla="*/ 9679867 w 10768629"/>
              <a:gd name="connsiteY18-10932" fmla="*/ 399081 h 1978172"/>
              <a:gd name="connsiteX19-10933" fmla="*/ 9490654 w 10768629"/>
              <a:gd name="connsiteY19-10934" fmla="*/ 455225 h 1978172"/>
              <a:gd name="connsiteX20-10935" fmla="*/ 9470837 w 10768629"/>
              <a:gd name="connsiteY20-10936" fmla="*/ 452539 h 1978172"/>
              <a:gd name="connsiteX21-10937" fmla="*/ 9469082 w 10768629"/>
              <a:gd name="connsiteY21-10938" fmla="*/ 454891 h 1978172"/>
              <a:gd name="connsiteX22-10939" fmla="*/ 9448038 w 10768629"/>
              <a:gd name="connsiteY22-10940" fmla="*/ 459733 h 1978172"/>
              <a:gd name="connsiteX23-10941" fmla="*/ 9396821 w 10768629"/>
              <a:gd name="connsiteY23-10942" fmla="*/ 455795 h 1978172"/>
              <a:gd name="connsiteX24-10943" fmla="*/ 9392197 w 10768629"/>
              <a:gd name="connsiteY24-10944" fmla="*/ 459796 h 1978172"/>
              <a:gd name="connsiteX25-10945" fmla="*/ 9347994 w 10768629"/>
              <a:gd name="connsiteY25-10946" fmla="*/ 464462 h 1978172"/>
              <a:gd name="connsiteX26-10947" fmla="*/ 9347889 w 10768629"/>
              <a:gd name="connsiteY26-10948" fmla="*/ 466539 h 1978172"/>
              <a:gd name="connsiteX27-10949" fmla="*/ 9337639 w 10768629"/>
              <a:gd name="connsiteY27-10950" fmla="*/ 476654 h 1978172"/>
              <a:gd name="connsiteX28-10951" fmla="*/ 9287964 w 10768629"/>
              <a:gd name="connsiteY28-10952" fmla="*/ 513052 h 1978172"/>
              <a:gd name="connsiteX29-10953" fmla="*/ 9229283 w 10768629"/>
              <a:gd name="connsiteY29-10954" fmla="*/ 555377 h 1978172"/>
              <a:gd name="connsiteX30-10955" fmla="*/ 9220274 w 10768629"/>
              <a:gd name="connsiteY30-10956" fmla="*/ 557502 h 1978172"/>
              <a:gd name="connsiteX31-10957" fmla="*/ 9220202 w 10768629"/>
              <a:gd name="connsiteY31-10958" fmla="*/ 558001 h 1978172"/>
              <a:gd name="connsiteX32-10959" fmla="*/ 9210908 w 10768629"/>
              <a:gd name="connsiteY32-10960" fmla="*/ 561147 h 1978172"/>
              <a:gd name="connsiteX33-10961" fmla="*/ 9186374 w 10768629"/>
              <a:gd name="connsiteY33-10962" fmla="*/ 565502 h 1978172"/>
              <a:gd name="connsiteX34-10963" fmla="*/ 9181058 w 10768629"/>
              <a:gd name="connsiteY34-10964" fmla="*/ 569943 h 1978172"/>
              <a:gd name="connsiteX35-10965" fmla="*/ 9167549 w 10768629"/>
              <a:gd name="connsiteY35-10966" fmla="*/ 584727 h 1978172"/>
              <a:gd name="connsiteX36-10967" fmla="*/ 9149110 w 10768629"/>
              <a:gd name="connsiteY36-10968" fmla="*/ 598906 h 1978172"/>
              <a:gd name="connsiteX37-10969" fmla="*/ 9078556 w 10768629"/>
              <a:gd name="connsiteY37-10970" fmla="*/ 644039 h 1978172"/>
              <a:gd name="connsiteX38-10971" fmla="*/ 8996399 w 10768629"/>
              <a:gd name="connsiteY38-10972" fmla="*/ 690055 h 1978172"/>
              <a:gd name="connsiteX39-10973" fmla="*/ 8803791 w 10768629"/>
              <a:gd name="connsiteY39-10974" fmla="*/ 813860 h 1978172"/>
              <a:gd name="connsiteX40-10975" fmla="*/ 8636202 w 10768629"/>
              <a:gd name="connsiteY40-10976" fmla="*/ 848463 h 1978172"/>
              <a:gd name="connsiteX41-10977" fmla="*/ 8555372 w 10768629"/>
              <a:gd name="connsiteY41-10978" fmla="*/ 883171 h 1978172"/>
              <a:gd name="connsiteX42-10979" fmla="*/ 8507229 w 10768629"/>
              <a:gd name="connsiteY42-10980" fmla="*/ 901665 h 1978172"/>
              <a:gd name="connsiteX43-10981" fmla="*/ 8428473 w 10768629"/>
              <a:gd name="connsiteY43-10982" fmla="*/ 927985 h 1978172"/>
              <a:gd name="connsiteX44-10983" fmla="*/ 8427914 w 10768629"/>
              <a:gd name="connsiteY44-10984" fmla="*/ 933480 h 1978172"/>
              <a:gd name="connsiteX45-10985" fmla="*/ 8420327 w 10768629"/>
              <a:gd name="connsiteY45-10986" fmla="*/ 941984 h 1978172"/>
              <a:gd name="connsiteX46-10987" fmla="*/ 8394729 w 10768629"/>
              <a:gd name="connsiteY46-10988" fmla="*/ 948347 h 1978172"/>
              <a:gd name="connsiteX47-10989" fmla="*/ 8380548 w 10768629"/>
              <a:gd name="connsiteY47-10990" fmla="*/ 987916 h 1978172"/>
              <a:gd name="connsiteX48-10991" fmla="*/ 8375330 w 10768629"/>
              <a:gd name="connsiteY48-10992" fmla="*/ 965444 h 1978172"/>
              <a:gd name="connsiteX49-10993" fmla="*/ 8340796 w 10768629"/>
              <a:gd name="connsiteY49-10994" fmla="*/ 980522 h 1978172"/>
              <a:gd name="connsiteX50-10995" fmla="*/ 8304438 w 10768629"/>
              <a:gd name="connsiteY50-10996" fmla="*/ 996739 h 1978172"/>
              <a:gd name="connsiteX51-10997" fmla="*/ 8280929 w 10768629"/>
              <a:gd name="connsiteY51-10998" fmla="*/ 1023089 h 1978172"/>
              <a:gd name="connsiteX52-10999" fmla="*/ 8275760 w 10768629"/>
              <a:gd name="connsiteY52-11000" fmla="*/ 1027772 h 1978172"/>
              <a:gd name="connsiteX53-11001" fmla="*/ 8275478 w 10768629"/>
              <a:gd name="connsiteY53-11002" fmla="*/ 1027605 h 1978172"/>
              <a:gd name="connsiteX54-11003" fmla="*/ 8249003 w 10768629"/>
              <a:gd name="connsiteY54-11004" fmla="*/ 1032033 h 1978172"/>
              <a:gd name="connsiteX55-11005" fmla="*/ 8203836 w 10768629"/>
              <a:gd name="connsiteY55-11006" fmla="*/ 1037347 h 1978172"/>
              <a:gd name="connsiteX56-11007" fmla="*/ 8122936 w 10768629"/>
              <a:gd name="connsiteY56-11008" fmla="*/ 1063113 h 1978172"/>
              <a:gd name="connsiteX57-11009" fmla="*/ 8043658 w 10768629"/>
              <a:gd name="connsiteY57-11010" fmla="*/ 1092746 h 1978172"/>
              <a:gd name="connsiteX58-11011" fmla="*/ 8015351 w 10768629"/>
              <a:gd name="connsiteY58-11012" fmla="*/ 1105478 h 1978172"/>
              <a:gd name="connsiteX59-11013" fmla="*/ 7963145 w 10768629"/>
              <a:gd name="connsiteY59-11014" fmla="*/ 1119346 h 1978172"/>
              <a:gd name="connsiteX60-11015" fmla="*/ 7938145 w 10768629"/>
              <a:gd name="connsiteY60-11016" fmla="*/ 1120225 h 1978172"/>
              <a:gd name="connsiteX61-11017" fmla="*/ 7937238 w 10768629"/>
              <a:gd name="connsiteY61-11018" fmla="*/ 1121204 h 1978172"/>
              <a:gd name="connsiteX62-11019" fmla="*/ 7934398 w 10768629"/>
              <a:gd name="connsiteY62-11020" fmla="*/ 1118240 h 1978172"/>
              <a:gd name="connsiteX63-11021" fmla="*/ 7918248 w 10768629"/>
              <a:gd name="connsiteY63-11022" fmla="*/ 1124371 h 1978172"/>
              <a:gd name="connsiteX64-11023" fmla="*/ 7914119 w 10768629"/>
              <a:gd name="connsiteY64-11024" fmla="*/ 1127653 h 1978172"/>
              <a:gd name="connsiteX65-11025" fmla="*/ 7907658 w 10768629"/>
              <a:gd name="connsiteY65-11026" fmla="*/ 1130350 h 1978172"/>
              <a:gd name="connsiteX66-11027" fmla="*/ 7907434 w 10768629"/>
              <a:gd name="connsiteY66-11028" fmla="*/ 1130103 h 1978172"/>
              <a:gd name="connsiteX67-11029" fmla="*/ 7901508 w 10768629"/>
              <a:gd name="connsiteY67-11030" fmla="*/ 1133245 h 1978172"/>
              <a:gd name="connsiteX68-11031" fmla="*/ 7873287 w 10768629"/>
              <a:gd name="connsiteY68-11032" fmla="*/ 1152609 h 1978172"/>
              <a:gd name="connsiteX69-11033" fmla="*/ 7834833 w 10768629"/>
              <a:gd name="connsiteY69-11034" fmla="*/ 1153868 h 1978172"/>
              <a:gd name="connsiteX70-11035" fmla="*/ 7828661 w 10768629"/>
              <a:gd name="connsiteY70-11036" fmla="*/ 1139994 h 1978172"/>
              <a:gd name="connsiteX71-11037" fmla="*/ 7823966 w 10768629"/>
              <a:gd name="connsiteY71-11038" fmla="*/ 1143178 h 1978172"/>
              <a:gd name="connsiteX72-11039" fmla="*/ 7815078 w 10768629"/>
              <a:gd name="connsiteY72-11040" fmla="*/ 1151776 h 1978172"/>
              <a:gd name="connsiteX73-11041" fmla="*/ 7812026 w 10768629"/>
              <a:gd name="connsiteY73-11042" fmla="*/ 1151522 h 1978172"/>
              <a:gd name="connsiteX74-11043" fmla="*/ 7782249 w 10768629"/>
              <a:gd name="connsiteY74-11044" fmla="*/ 1160970 h 1978172"/>
              <a:gd name="connsiteX75-11045" fmla="*/ 7773476 w 10768629"/>
              <a:gd name="connsiteY75-11046" fmla="*/ 1157414 h 1978172"/>
              <a:gd name="connsiteX76-11047" fmla="*/ 7769600 w 10768629"/>
              <a:gd name="connsiteY76-11048" fmla="*/ 1157365 h 1978172"/>
              <a:gd name="connsiteX77-11049" fmla="*/ 7752631 w 10768629"/>
              <a:gd name="connsiteY77-11050" fmla="*/ 1172815 h 1978172"/>
              <a:gd name="connsiteX78-11051" fmla="*/ 7743525 w 10768629"/>
              <a:gd name="connsiteY78-11052" fmla="*/ 1179064 h 1978172"/>
              <a:gd name="connsiteX79-11053" fmla="*/ 7685942 w 10768629"/>
              <a:gd name="connsiteY79-11054" fmla="*/ 1233723 h 1978172"/>
              <a:gd name="connsiteX80-11055" fmla="*/ 7586920 w 10768629"/>
              <a:gd name="connsiteY80-11056" fmla="*/ 1261888 h 1978172"/>
              <a:gd name="connsiteX81-11057" fmla="*/ 7486100 w 10768629"/>
              <a:gd name="connsiteY81-11058" fmla="*/ 1292563 h 1978172"/>
              <a:gd name="connsiteX82-11059" fmla="*/ 7407190 w 10768629"/>
              <a:gd name="connsiteY82-11060" fmla="*/ 1314737 h 1978172"/>
              <a:gd name="connsiteX83-11061" fmla="*/ 7240698 w 10768629"/>
              <a:gd name="connsiteY83-11062" fmla="*/ 1438832 h 1978172"/>
              <a:gd name="connsiteX84-11063" fmla="*/ 7197675 w 10768629"/>
              <a:gd name="connsiteY84-11064" fmla="*/ 1447530 h 1978172"/>
              <a:gd name="connsiteX85-11065" fmla="*/ 7164788 w 10768629"/>
              <a:gd name="connsiteY85-11066" fmla="*/ 1480293 h 1978172"/>
              <a:gd name="connsiteX86-11067" fmla="*/ 7147929 w 10768629"/>
              <a:gd name="connsiteY86-11068" fmla="*/ 1477641 h 1978172"/>
              <a:gd name="connsiteX87-11069" fmla="*/ 7144965 w 10768629"/>
              <a:gd name="connsiteY87-11070" fmla="*/ 1476908 h 1978172"/>
              <a:gd name="connsiteX88-11071" fmla="*/ 7134299 w 10768629"/>
              <a:gd name="connsiteY88-11072" fmla="*/ 1479969 h 1978172"/>
              <a:gd name="connsiteX89-11073" fmla="*/ 7129809 w 10768629"/>
              <a:gd name="connsiteY89-11074" fmla="*/ 1473339 h 1978172"/>
              <a:gd name="connsiteX90-11075" fmla="*/ 7112688 w 10768629"/>
              <a:gd name="connsiteY90-11076" fmla="*/ 1472575 h 1978172"/>
              <a:gd name="connsiteX91-11077" fmla="*/ 7093470 w 10768629"/>
              <a:gd name="connsiteY91-11078" fmla="*/ 1480300 h 1978172"/>
              <a:gd name="connsiteX92-11079" fmla="*/ 7025034 w 10768629"/>
              <a:gd name="connsiteY92-11080" fmla="*/ 1506934 h 1978172"/>
              <a:gd name="connsiteX93-11081" fmla="*/ 7014783 w 10768629"/>
              <a:gd name="connsiteY93-11082" fmla="*/ 1515868 h 1978172"/>
              <a:gd name="connsiteX94-11083" fmla="*/ 6979706 w 10768629"/>
              <a:gd name="connsiteY94-11084" fmla="*/ 1523511 h 1978172"/>
              <a:gd name="connsiteX95-11085" fmla="*/ 6977890 w 10768629"/>
              <a:gd name="connsiteY95-11086" fmla="*/ 1525793 h 1978172"/>
              <a:gd name="connsiteX96-11087" fmla="*/ 6944339 w 10768629"/>
              <a:gd name="connsiteY96-11088" fmla="*/ 1536237 h 1978172"/>
              <a:gd name="connsiteX97-11089" fmla="*/ 6886996 w 10768629"/>
              <a:gd name="connsiteY97-11090" fmla="*/ 1563569 h 1978172"/>
              <a:gd name="connsiteX98-11091" fmla="*/ 6874510 w 10768629"/>
              <a:gd name="connsiteY98-11092" fmla="*/ 1558469 h 1978172"/>
              <a:gd name="connsiteX99-11093" fmla="*/ 6871943 w 10768629"/>
              <a:gd name="connsiteY99-11094" fmla="*/ 1554651 h 1978172"/>
              <a:gd name="connsiteX100-11095" fmla="*/ 6856174 w 10768629"/>
              <a:gd name="connsiteY100-11096" fmla="*/ 1562024 h 1978172"/>
              <a:gd name="connsiteX101-11097" fmla="*/ 6842321 w 10768629"/>
              <a:gd name="connsiteY101-11098" fmla="*/ 1560554 h 1978172"/>
              <a:gd name="connsiteX102-11099" fmla="*/ 6832713 w 10768629"/>
              <a:gd name="connsiteY102-11100" fmla="*/ 1569357 h 1978172"/>
              <a:gd name="connsiteX103-11101" fmla="*/ 6816351 w 10768629"/>
              <a:gd name="connsiteY103-11102" fmla="*/ 1571495 h 1978172"/>
              <a:gd name="connsiteX104-11103" fmla="*/ 6795800 w 10768629"/>
              <a:gd name="connsiteY104-11104" fmla="*/ 1572010 h 1978172"/>
              <a:gd name="connsiteX105-11105" fmla="*/ 6777546 w 10768629"/>
              <a:gd name="connsiteY105-11106" fmla="*/ 1568661 h 1978172"/>
              <a:gd name="connsiteX106-11107" fmla="*/ 6751528 w 10768629"/>
              <a:gd name="connsiteY106-11108" fmla="*/ 1574143 h 1978172"/>
              <a:gd name="connsiteX107-11109" fmla="*/ 6691966 w 10768629"/>
              <a:gd name="connsiteY107-11110" fmla="*/ 1582255 h 1978172"/>
              <a:gd name="connsiteX108-11111" fmla="*/ 6646941 w 10768629"/>
              <a:gd name="connsiteY108-11112" fmla="*/ 1588471 h 1978172"/>
              <a:gd name="connsiteX109-11113" fmla="*/ 6568576 w 10768629"/>
              <a:gd name="connsiteY109-11114" fmla="*/ 1606488 h 1978172"/>
              <a:gd name="connsiteX110-11115" fmla="*/ 6554358 w 10768629"/>
              <a:gd name="connsiteY110-11116" fmla="*/ 1621701 h 1978172"/>
              <a:gd name="connsiteX111-11117" fmla="*/ 6516968 w 10768629"/>
              <a:gd name="connsiteY111-11118" fmla="*/ 1617195 h 1978172"/>
              <a:gd name="connsiteX112-11119" fmla="*/ 6506479 w 10768629"/>
              <a:gd name="connsiteY112-11120" fmla="*/ 1602227 h 1978172"/>
              <a:gd name="connsiteX113-11121" fmla="*/ 6458436 w 10768629"/>
              <a:gd name="connsiteY113-11122" fmla="*/ 1607332 h 1978172"/>
              <a:gd name="connsiteX114-11123" fmla="*/ 6414786 w 10768629"/>
              <a:gd name="connsiteY114-11124" fmla="*/ 1628815 h 1978172"/>
              <a:gd name="connsiteX115-11125" fmla="*/ 6357085 w 10768629"/>
              <a:gd name="connsiteY115-11126" fmla="*/ 1640846 h 1978172"/>
              <a:gd name="connsiteX116-11127" fmla="*/ 6322636 w 10768629"/>
              <a:gd name="connsiteY116-11128" fmla="*/ 1648213 h 1978172"/>
              <a:gd name="connsiteX117-11129" fmla="*/ 6226172 w 10768629"/>
              <a:gd name="connsiteY117-11130" fmla="*/ 1654676 h 1978172"/>
              <a:gd name="connsiteX118-11131" fmla="*/ 6221217 w 10768629"/>
              <a:gd name="connsiteY118-11132" fmla="*/ 1654506 h 1978172"/>
              <a:gd name="connsiteX119-11133" fmla="*/ 6204956 w 10768629"/>
              <a:gd name="connsiteY119-11134" fmla="*/ 1664280 h 1978172"/>
              <a:gd name="connsiteX120-11135" fmla="*/ 6204270 w 10768629"/>
              <a:gd name="connsiteY120-11136" fmla="*/ 1666782 h 1978172"/>
              <a:gd name="connsiteX121-11137" fmla="*/ 6143810 w 10768629"/>
              <a:gd name="connsiteY121-11138" fmla="*/ 1661963 h 1978172"/>
              <a:gd name="connsiteX122-11139" fmla="*/ 6136560 w 10768629"/>
              <a:gd name="connsiteY122-11140" fmla="*/ 1665728 h 1978172"/>
              <a:gd name="connsiteX123-11141" fmla="*/ 6096155 w 10768629"/>
              <a:gd name="connsiteY123-11142" fmla="*/ 1656951 h 1978172"/>
              <a:gd name="connsiteX124-11143" fmla="*/ 6075812 w 10768629"/>
              <a:gd name="connsiteY124-11144" fmla="*/ 1655422 h 1978172"/>
              <a:gd name="connsiteX125-11145" fmla="*/ 6039495 w 10768629"/>
              <a:gd name="connsiteY125-11146" fmla="*/ 1649680 h 1978172"/>
              <a:gd name="connsiteX126-11147" fmla="*/ 6036523 w 10768629"/>
              <a:gd name="connsiteY126-11148" fmla="*/ 1652121 h 1978172"/>
              <a:gd name="connsiteX127-11149" fmla="*/ 6029328 w 10768629"/>
              <a:gd name="connsiteY127-11150" fmla="*/ 1649904 h 1978172"/>
              <a:gd name="connsiteX128-11151" fmla="*/ 6024075 w 10768629"/>
              <a:gd name="connsiteY128-11152" fmla="*/ 1652779 h 1978172"/>
              <a:gd name="connsiteX129-11153" fmla="*/ 6018085 w 10768629"/>
              <a:gd name="connsiteY129-11154" fmla="*/ 1652030 h 1978172"/>
              <a:gd name="connsiteX130-11155" fmla="*/ 5955513 w 10768629"/>
              <a:gd name="connsiteY130-11156" fmla="*/ 1663584 h 1978172"/>
              <a:gd name="connsiteX131-11157" fmla="*/ 5941996 w 10768629"/>
              <a:gd name="connsiteY131-11158" fmla="*/ 1661326 h 1978172"/>
              <a:gd name="connsiteX132-11159" fmla="*/ 5931789 w 10768629"/>
              <a:gd name="connsiteY132-11160" fmla="*/ 1669915 h 1978172"/>
              <a:gd name="connsiteX133-11161" fmla="*/ 5888686 w 10768629"/>
              <a:gd name="connsiteY133-11162" fmla="*/ 1672175 h 1978172"/>
              <a:gd name="connsiteX134-11163" fmla="*/ 5873794 w 10768629"/>
              <a:gd name="connsiteY134-11164" fmla="*/ 1665454 h 1978172"/>
              <a:gd name="connsiteX135-11165" fmla="*/ 5860022 w 10768629"/>
              <a:gd name="connsiteY135-11166" fmla="*/ 1660635 h 1978172"/>
              <a:gd name="connsiteX136-11167" fmla="*/ 5858237 w 10768629"/>
              <a:gd name="connsiteY136-11168" fmla="*/ 1660649 h 1978172"/>
              <a:gd name="connsiteX137-11169" fmla="*/ 5840319 w 10768629"/>
              <a:gd name="connsiteY137-11170" fmla="*/ 1660798 h 1978172"/>
              <a:gd name="connsiteX138-11171" fmla="*/ 5806984 w 10768629"/>
              <a:gd name="connsiteY138-11172" fmla="*/ 1661075 h 1978172"/>
              <a:gd name="connsiteX139-11173" fmla="*/ 5742351 w 10768629"/>
              <a:gd name="connsiteY139-11174" fmla="*/ 1667489 h 1978172"/>
              <a:gd name="connsiteX140-11175" fmla="*/ 5521171 w 10768629"/>
              <a:gd name="connsiteY140-11176" fmla="*/ 1671626 h 1978172"/>
              <a:gd name="connsiteX141-11177" fmla="*/ 5457384 w 10768629"/>
              <a:gd name="connsiteY141-11178" fmla="*/ 1683952 h 1978172"/>
              <a:gd name="connsiteX142-11179" fmla="*/ 4950070 w 10768629"/>
              <a:gd name="connsiteY142-11180" fmla="*/ 1748401 h 1978172"/>
              <a:gd name="connsiteX143-11181" fmla="*/ 4872172 w 10768629"/>
              <a:gd name="connsiteY143-11182" fmla="*/ 1757222 h 1978172"/>
              <a:gd name="connsiteX144-11183" fmla="*/ 4809524 w 10768629"/>
              <a:gd name="connsiteY144-11184" fmla="*/ 1761033 h 1978172"/>
              <a:gd name="connsiteX145-11185" fmla="*/ 4759058 w 10768629"/>
              <a:gd name="connsiteY145-11186" fmla="*/ 1766533 h 1978172"/>
              <a:gd name="connsiteX146-11187" fmla="*/ 4719749 w 10768629"/>
              <a:gd name="connsiteY146-11188" fmla="*/ 1771811 h 1978172"/>
              <a:gd name="connsiteX147-11189" fmla="*/ 4568686 w 10768629"/>
              <a:gd name="connsiteY147-11190" fmla="*/ 1786141 h 1978172"/>
              <a:gd name="connsiteX148-11191" fmla="*/ 4418751 w 10768629"/>
              <a:gd name="connsiteY148-11192" fmla="*/ 1796932 h 1978172"/>
              <a:gd name="connsiteX149-11193" fmla="*/ 4378377 w 10768629"/>
              <a:gd name="connsiteY149-11194" fmla="*/ 1815528 h 1978172"/>
              <a:gd name="connsiteX150-11195" fmla="*/ 4320575 w 10768629"/>
              <a:gd name="connsiteY150-11196" fmla="*/ 1832722 h 1978172"/>
              <a:gd name="connsiteX151-11197" fmla="*/ 4220200 w 10768629"/>
              <a:gd name="connsiteY151-11198" fmla="*/ 1873173 h 1978172"/>
              <a:gd name="connsiteX152-11199" fmla="*/ 4105361 w 10768629"/>
              <a:gd name="connsiteY152-11200" fmla="*/ 1894711 h 1978172"/>
              <a:gd name="connsiteX153-11201" fmla="*/ 3973223 w 10768629"/>
              <a:gd name="connsiteY153-11202" fmla="*/ 1881015 h 1978172"/>
              <a:gd name="connsiteX154-11203" fmla="*/ 3900992 w 10768629"/>
              <a:gd name="connsiteY154-11204" fmla="*/ 1880603 h 1978172"/>
              <a:gd name="connsiteX155-11205" fmla="*/ 3662119 w 10768629"/>
              <a:gd name="connsiteY155-11206" fmla="*/ 1889285 h 1978172"/>
              <a:gd name="connsiteX156-11207" fmla="*/ 3496919 w 10768629"/>
              <a:gd name="connsiteY156-11208" fmla="*/ 1873180 h 1978172"/>
              <a:gd name="connsiteX157-11209" fmla="*/ 3449433 w 10768629"/>
              <a:gd name="connsiteY157-11210" fmla="*/ 1889681 h 1978172"/>
              <a:gd name="connsiteX158-11211" fmla="*/ 3369766 w 10768629"/>
              <a:gd name="connsiteY158-11212" fmla="*/ 1916653 h 1978172"/>
              <a:gd name="connsiteX159-11213" fmla="*/ 3269672 w 10768629"/>
              <a:gd name="connsiteY159-11214" fmla="*/ 1938036 h 1978172"/>
              <a:gd name="connsiteX160-11215" fmla="*/ 3224897 w 10768629"/>
              <a:gd name="connsiteY160-11216" fmla="*/ 1943733 h 1978172"/>
              <a:gd name="connsiteX161-11217" fmla="*/ 3161463 w 10768629"/>
              <a:gd name="connsiteY161-11218" fmla="*/ 1946591 h 1978172"/>
              <a:gd name="connsiteX162-11219" fmla="*/ 3112044 w 10768629"/>
              <a:gd name="connsiteY162-11220" fmla="*/ 1935614 h 1978172"/>
              <a:gd name="connsiteX163-11221" fmla="*/ 3069716 w 10768629"/>
              <a:gd name="connsiteY163-11222" fmla="*/ 1930463 h 1978172"/>
              <a:gd name="connsiteX164-11223" fmla="*/ 3005773 w 10768629"/>
              <a:gd name="connsiteY164-11224" fmla="*/ 1915878 h 1978172"/>
              <a:gd name="connsiteX165-11225" fmla="*/ 2897201 w 10768629"/>
              <a:gd name="connsiteY165-11226" fmla="*/ 1926772 h 1978172"/>
              <a:gd name="connsiteX166-11227" fmla="*/ 2783891 w 10768629"/>
              <a:gd name="connsiteY166-11228" fmla="*/ 1931749 h 1978172"/>
              <a:gd name="connsiteX167-11229" fmla="*/ 2712447 w 10768629"/>
              <a:gd name="connsiteY167-11230" fmla="*/ 1933044 h 1978172"/>
              <a:gd name="connsiteX168-11231" fmla="*/ 2560151 w 10768629"/>
              <a:gd name="connsiteY168-11232" fmla="*/ 1963609 h 1978172"/>
              <a:gd name="connsiteX169-11233" fmla="*/ 2367221 w 10768629"/>
              <a:gd name="connsiteY169-11234" fmla="*/ 1971884 h 1978172"/>
              <a:gd name="connsiteX170-11235" fmla="*/ 2272130 w 10768629"/>
              <a:gd name="connsiteY170-11236" fmla="*/ 1961162 h 1978172"/>
              <a:gd name="connsiteX171-11237" fmla="*/ 2189404 w 10768629"/>
              <a:gd name="connsiteY171-11238" fmla="*/ 1978172 h 1978172"/>
              <a:gd name="connsiteX172-11239" fmla="*/ 2077704 w 10768629"/>
              <a:gd name="connsiteY172-11240" fmla="*/ 1965002 h 1978172"/>
              <a:gd name="connsiteX173-11241" fmla="*/ 2033299 w 10768629"/>
              <a:gd name="connsiteY173-11242" fmla="*/ 1969042 h 1978172"/>
              <a:gd name="connsiteX174-11243" fmla="*/ 1967996 w 10768629"/>
              <a:gd name="connsiteY174-11244" fmla="*/ 1953187 h 1978172"/>
              <a:gd name="connsiteX175-11245" fmla="*/ 1855805 w 10768629"/>
              <a:gd name="connsiteY175-11246" fmla="*/ 1926082 h 1978172"/>
              <a:gd name="connsiteX176-11247" fmla="*/ 1790957 w 10768629"/>
              <a:gd name="connsiteY176-11248" fmla="*/ 1919460 h 1978172"/>
              <a:gd name="connsiteX177-11249" fmla="*/ 1613978 w 10768629"/>
              <a:gd name="connsiteY177-11250" fmla="*/ 1891581 h 1978172"/>
              <a:gd name="connsiteX178-11251" fmla="*/ 1436831 w 10768629"/>
              <a:gd name="connsiteY178-11252" fmla="*/ 1856201 h 1978172"/>
              <a:gd name="connsiteX179-11253" fmla="*/ 1357365 w 10768629"/>
              <a:gd name="connsiteY179-11254" fmla="*/ 1832140 h 1978172"/>
              <a:gd name="connsiteX180-11255" fmla="*/ 1232341 w 10768629"/>
              <a:gd name="connsiteY180-11256" fmla="*/ 1785942 h 1978172"/>
              <a:gd name="connsiteX181-11257" fmla="*/ 1162595 w 10768629"/>
              <a:gd name="connsiteY181-11258" fmla="*/ 1758337 h 1978172"/>
              <a:gd name="connsiteX182-11259" fmla="*/ 1128523 w 10768629"/>
              <a:gd name="connsiteY182-11260" fmla="*/ 1763621 h 1978172"/>
              <a:gd name="connsiteX183-11261" fmla="*/ 991903 w 10768629"/>
              <a:gd name="connsiteY183-11262" fmla="*/ 1786741 h 1978172"/>
              <a:gd name="connsiteX184-11263" fmla="*/ 883960 w 10768629"/>
              <a:gd name="connsiteY184-11264" fmla="*/ 1822386 h 1978172"/>
              <a:gd name="connsiteX185-11265" fmla="*/ 766531 w 10768629"/>
              <a:gd name="connsiteY185-11266" fmla="*/ 1805053 h 1978172"/>
              <a:gd name="connsiteX186-11267" fmla="*/ 669779 w 10768629"/>
              <a:gd name="connsiteY186-11268" fmla="*/ 1800537 h 1978172"/>
              <a:gd name="connsiteX187-11269" fmla="*/ 523898 w 10768629"/>
              <a:gd name="connsiteY187-11270" fmla="*/ 1811085 h 1978172"/>
              <a:gd name="connsiteX188-11271" fmla="*/ 360251 w 10768629"/>
              <a:gd name="connsiteY188-11272" fmla="*/ 1830735 h 1978172"/>
              <a:gd name="connsiteX189-11273" fmla="*/ 255207 w 10768629"/>
              <a:gd name="connsiteY189-11274" fmla="*/ 1818275 h 1978172"/>
              <a:gd name="connsiteX190-11275" fmla="*/ 101803 w 10768629"/>
              <a:gd name="connsiteY190-11276" fmla="*/ 1870647 h 1978172"/>
              <a:gd name="connsiteX191-11277" fmla="*/ 25397 w 10768629"/>
              <a:gd name="connsiteY191-11278" fmla="*/ 1888443 h 1978172"/>
              <a:gd name="connsiteX192-11279" fmla="*/ 2370 w 10768629"/>
              <a:gd name="connsiteY192-11280" fmla="*/ 1878311 h 1978172"/>
              <a:gd name="connsiteX193-11281" fmla="*/ 0 w 10768629"/>
              <a:gd name="connsiteY193-11282" fmla="*/ 1878785 h 1978172"/>
              <a:gd name="connsiteX194-11283" fmla="*/ 0 w 10768629"/>
              <a:gd name="connsiteY194-11284" fmla="*/ 0 h 1978172"/>
              <a:gd name="connsiteX0-11285" fmla="*/ 0 w 10768629"/>
              <a:gd name="connsiteY0-11286" fmla="*/ 0 h 1978172"/>
              <a:gd name="connsiteX1-11287" fmla="*/ 10768629 w 10768629"/>
              <a:gd name="connsiteY1-11288" fmla="*/ 0 h 1978172"/>
              <a:gd name="connsiteX2-11289" fmla="*/ 10733254 w 10768629"/>
              <a:gd name="connsiteY2-11290" fmla="*/ 31439 h 1978172"/>
              <a:gd name="connsiteX3-11291" fmla="*/ 10727085 w 10768629"/>
              <a:gd name="connsiteY3-11292" fmla="*/ 37910 h 1978172"/>
              <a:gd name="connsiteX4-11293" fmla="*/ 10675953 w 10768629"/>
              <a:gd name="connsiteY4-11294" fmla="*/ 68623 h 1978172"/>
              <a:gd name="connsiteX5-11295" fmla="*/ 10637091 w 10768629"/>
              <a:gd name="connsiteY5-11296" fmla="*/ 90361 h 1978172"/>
              <a:gd name="connsiteX6-11297" fmla="*/ 10610971 w 10768629"/>
              <a:gd name="connsiteY6-11298" fmla="*/ 110764 h 1978172"/>
              <a:gd name="connsiteX7-11299" fmla="*/ 10532872 w 10768629"/>
              <a:gd name="connsiteY7-11300" fmla="*/ 138028 h 1978172"/>
              <a:gd name="connsiteX8-11301" fmla="*/ 10398558 w 10768629"/>
              <a:gd name="connsiteY8-11302" fmla="*/ 172911 h 1978172"/>
              <a:gd name="connsiteX9-11303" fmla="*/ 10371128 w 10768629"/>
              <a:gd name="connsiteY9-11304" fmla="*/ 182609 h 1978172"/>
              <a:gd name="connsiteX10-11305" fmla="*/ 10352178 w 10768629"/>
              <a:gd name="connsiteY10-11306" fmla="*/ 199976 h 1978172"/>
              <a:gd name="connsiteX11-11307" fmla="*/ 10351815 w 10768629"/>
              <a:gd name="connsiteY11-11308" fmla="*/ 211879 h 1978172"/>
              <a:gd name="connsiteX12-11309" fmla="*/ 10337471 w 10768629"/>
              <a:gd name="connsiteY12-11310" fmla="*/ 218661 h 1978172"/>
              <a:gd name="connsiteX13-11311" fmla="*/ 10334625 w 10768629"/>
              <a:gd name="connsiteY13-11312" fmla="*/ 222351 h 1978172"/>
              <a:gd name="connsiteX14-11313" fmla="*/ 10256365 w 10768629"/>
              <a:gd name="connsiteY14-11314" fmla="*/ 235917 h 1978172"/>
              <a:gd name="connsiteX15-11315" fmla="*/ 10201127 w 10768629"/>
              <a:gd name="connsiteY15-11316" fmla="*/ 267448 h 1978172"/>
              <a:gd name="connsiteX16-11317" fmla="*/ 9961218 w 10768629"/>
              <a:gd name="connsiteY16-11318" fmla="*/ 326720 h 1978172"/>
              <a:gd name="connsiteX17-11319" fmla="*/ 9859715 w 10768629"/>
              <a:gd name="connsiteY17-11320" fmla="*/ 355698 h 1978172"/>
              <a:gd name="connsiteX18-11321" fmla="*/ 9679867 w 10768629"/>
              <a:gd name="connsiteY18-11322" fmla="*/ 399081 h 1978172"/>
              <a:gd name="connsiteX19-11323" fmla="*/ 9490654 w 10768629"/>
              <a:gd name="connsiteY19-11324" fmla="*/ 455225 h 1978172"/>
              <a:gd name="connsiteX20-11325" fmla="*/ 9470837 w 10768629"/>
              <a:gd name="connsiteY20-11326" fmla="*/ 452539 h 1978172"/>
              <a:gd name="connsiteX21-11327" fmla="*/ 9469082 w 10768629"/>
              <a:gd name="connsiteY21-11328" fmla="*/ 454891 h 1978172"/>
              <a:gd name="connsiteX22-11329" fmla="*/ 9448038 w 10768629"/>
              <a:gd name="connsiteY22-11330" fmla="*/ 459733 h 1978172"/>
              <a:gd name="connsiteX23-11331" fmla="*/ 9396821 w 10768629"/>
              <a:gd name="connsiteY23-11332" fmla="*/ 455795 h 1978172"/>
              <a:gd name="connsiteX24-11333" fmla="*/ 9392197 w 10768629"/>
              <a:gd name="connsiteY24-11334" fmla="*/ 459796 h 1978172"/>
              <a:gd name="connsiteX25-11335" fmla="*/ 9347994 w 10768629"/>
              <a:gd name="connsiteY25-11336" fmla="*/ 464462 h 1978172"/>
              <a:gd name="connsiteX26-11337" fmla="*/ 9347889 w 10768629"/>
              <a:gd name="connsiteY26-11338" fmla="*/ 466539 h 1978172"/>
              <a:gd name="connsiteX27-11339" fmla="*/ 9337639 w 10768629"/>
              <a:gd name="connsiteY27-11340" fmla="*/ 476654 h 1978172"/>
              <a:gd name="connsiteX28-11341" fmla="*/ 9287964 w 10768629"/>
              <a:gd name="connsiteY28-11342" fmla="*/ 513052 h 1978172"/>
              <a:gd name="connsiteX29-11343" fmla="*/ 9229283 w 10768629"/>
              <a:gd name="connsiteY29-11344" fmla="*/ 555377 h 1978172"/>
              <a:gd name="connsiteX30-11345" fmla="*/ 9220274 w 10768629"/>
              <a:gd name="connsiteY30-11346" fmla="*/ 557502 h 1978172"/>
              <a:gd name="connsiteX31-11347" fmla="*/ 9220202 w 10768629"/>
              <a:gd name="connsiteY31-11348" fmla="*/ 558001 h 1978172"/>
              <a:gd name="connsiteX32-11349" fmla="*/ 9210908 w 10768629"/>
              <a:gd name="connsiteY32-11350" fmla="*/ 561147 h 1978172"/>
              <a:gd name="connsiteX33-11351" fmla="*/ 9186374 w 10768629"/>
              <a:gd name="connsiteY33-11352" fmla="*/ 565502 h 1978172"/>
              <a:gd name="connsiteX34-11353" fmla="*/ 9181058 w 10768629"/>
              <a:gd name="connsiteY34-11354" fmla="*/ 569943 h 1978172"/>
              <a:gd name="connsiteX35-11355" fmla="*/ 9167549 w 10768629"/>
              <a:gd name="connsiteY35-11356" fmla="*/ 584727 h 1978172"/>
              <a:gd name="connsiteX36-11357" fmla="*/ 9149110 w 10768629"/>
              <a:gd name="connsiteY36-11358" fmla="*/ 598906 h 1978172"/>
              <a:gd name="connsiteX37-11359" fmla="*/ 9078556 w 10768629"/>
              <a:gd name="connsiteY37-11360" fmla="*/ 644039 h 1978172"/>
              <a:gd name="connsiteX38-11361" fmla="*/ 8996399 w 10768629"/>
              <a:gd name="connsiteY38-11362" fmla="*/ 690055 h 1978172"/>
              <a:gd name="connsiteX39-11363" fmla="*/ 8803791 w 10768629"/>
              <a:gd name="connsiteY39-11364" fmla="*/ 813860 h 1978172"/>
              <a:gd name="connsiteX40-11365" fmla="*/ 8636202 w 10768629"/>
              <a:gd name="connsiteY40-11366" fmla="*/ 848463 h 1978172"/>
              <a:gd name="connsiteX41-11367" fmla="*/ 8555372 w 10768629"/>
              <a:gd name="connsiteY41-11368" fmla="*/ 883171 h 1978172"/>
              <a:gd name="connsiteX42-11369" fmla="*/ 8507229 w 10768629"/>
              <a:gd name="connsiteY42-11370" fmla="*/ 901665 h 1978172"/>
              <a:gd name="connsiteX43-11371" fmla="*/ 8428473 w 10768629"/>
              <a:gd name="connsiteY43-11372" fmla="*/ 927985 h 1978172"/>
              <a:gd name="connsiteX44-11373" fmla="*/ 8427914 w 10768629"/>
              <a:gd name="connsiteY44-11374" fmla="*/ 933480 h 1978172"/>
              <a:gd name="connsiteX45-11375" fmla="*/ 8420327 w 10768629"/>
              <a:gd name="connsiteY45-11376" fmla="*/ 941984 h 1978172"/>
              <a:gd name="connsiteX46-11377" fmla="*/ 8394729 w 10768629"/>
              <a:gd name="connsiteY46-11378" fmla="*/ 948347 h 1978172"/>
              <a:gd name="connsiteX47-11379" fmla="*/ 8380548 w 10768629"/>
              <a:gd name="connsiteY47-11380" fmla="*/ 987916 h 1978172"/>
              <a:gd name="connsiteX48-11381" fmla="*/ 8375330 w 10768629"/>
              <a:gd name="connsiteY48-11382" fmla="*/ 965444 h 1978172"/>
              <a:gd name="connsiteX49-11383" fmla="*/ 8340796 w 10768629"/>
              <a:gd name="connsiteY49-11384" fmla="*/ 980522 h 1978172"/>
              <a:gd name="connsiteX50-11385" fmla="*/ 8304438 w 10768629"/>
              <a:gd name="connsiteY50-11386" fmla="*/ 996739 h 1978172"/>
              <a:gd name="connsiteX51-11387" fmla="*/ 8280929 w 10768629"/>
              <a:gd name="connsiteY51-11388" fmla="*/ 1023089 h 1978172"/>
              <a:gd name="connsiteX52-11389" fmla="*/ 8275760 w 10768629"/>
              <a:gd name="connsiteY52-11390" fmla="*/ 1027772 h 1978172"/>
              <a:gd name="connsiteX53-11391" fmla="*/ 8275478 w 10768629"/>
              <a:gd name="connsiteY53-11392" fmla="*/ 1027605 h 1978172"/>
              <a:gd name="connsiteX54-11393" fmla="*/ 8249003 w 10768629"/>
              <a:gd name="connsiteY54-11394" fmla="*/ 1032033 h 1978172"/>
              <a:gd name="connsiteX55-11395" fmla="*/ 8203836 w 10768629"/>
              <a:gd name="connsiteY55-11396" fmla="*/ 1037347 h 1978172"/>
              <a:gd name="connsiteX56-11397" fmla="*/ 8122936 w 10768629"/>
              <a:gd name="connsiteY56-11398" fmla="*/ 1063113 h 1978172"/>
              <a:gd name="connsiteX57-11399" fmla="*/ 8043658 w 10768629"/>
              <a:gd name="connsiteY57-11400" fmla="*/ 1092746 h 1978172"/>
              <a:gd name="connsiteX58-11401" fmla="*/ 8015351 w 10768629"/>
              <a:gd name="connsiteY58-11402" fmla="*/ 1105478 h 1978172"/>
              <a:gd name="connsiteX59-11403" fmla="*/ 7963145 w 10768629"/>
              <a:gd name="connsiteY59-11404" fmla="*/ 1119346 h 1978172"/>
              <a:gd name="connsiteX60-11405" fmla="*/ 7938145 w 10768629"/>
              <a:gd name="connsiteY60-11406" fmla="*/ 1120225 h 1978172"/>
              <a:gd name="connsiteX61-11407" fmla="*/ 7937238 w 10768629"/>
              <a:gd name="connsiteY61-11408" fmla="*/ 1121204 h 1978172"/>
              <a:gd name="connsiteX62-11409" fmla="*/ 7934398 w 10768629"/>
              <a:gd name="connsiteY62-11410" fmla="*/ 1118240 h 1978172"/>
              <a:gd name="connsiteX63-11411" fmla="*/ 7918248 w 10768629"/>
              <a:gd name="connsiteY63-11412" fmla="*/ 1124371 h 1978172"/>
              <a:gd name="connsiteX64-11413" fmla="*/ 7914119 w 10768629"/>
              <a:gd name="connsiteY64-11414" fmla="*/ 1127653 h 1978172"/>
              <a:gd name="connsiteX65-11415" fmla="*/ 7907658 w 10768629"/>
              <a:gd name="connsiteY65-11416" fmla="*/ 1130350 h 1978172"/>
              <a:gd name="connsiteX66-11417" fmla="*/ 7907434 w 10768629"/>
              <a:gd name="connsiteY66-11418" fmla="*/ 1130103 h 1978172"/>
              <a:gd name="connsiteX67-11419" fmla="*/ 7901508 w 10768629"/>
              <a:gd name="connsiteY67-11420" fmla="*/ 1133245 h 1978172"/>
              <a:gd name="connsiteX68-11421" fmla="*/ 7873287 w 10768629"/>
              <a:gd name="connsiteY68-11422" fmla="*/ 1152609 h 1978172"/>
              <a:gd name="connsiteX69-11423" fmla="*/ 7834833 w 10768629"/>
              <a:gd name="connsiteY69-11424" fmla="*/ 1153868 h 1978172"/>
              <a:gd name="connsiteX70-11425" fmla="*/ 7828661 w 10768629"/>
              <a:gd name="connsiteY70-11426" fmla="*/ 1139994 h 1978172"/>
              <a:gd name="connsiteX71-11427" fmla="*/ 7823966 w 10768629"/>
              <a:gd name="connsiteY71-11428" fmla="*/ 1143178 h 1978172"/>
              <a:gd name="connsiteX72-11429" fmla="*/ 7815078 w 10768629"/>
              <a:gd name="connsiteY72-11430" fmla="*/ 1151776 h 1978172"/>
              <a:gd name="connsiteX73-11431" fmla="*/ 7812026 w 10768629"/>
              <a:gd name="connsiteY73-11432" fmla="*/ 1151522 h 1978172"/>
              <a:gd name="connsiteX74-11433" fmla="*/ 7782249 w 10768629"/>
              <a:gd name="connsiteY74-11434" fmla="*/ 1160970 h 1978172"/>
              <a:gd name="connsiteX75-11435" fmla="*/ 7773476 w 10768629"/>
              <a:gd name="connsiteY75-11436" fmla="*/ 1157414 h 1978172"/>
              <a:gd name="connsiteX76-11437" fmla="*/ 7769600 w 10768629"/>
              <a:gd name="connsiteY76-11438" fmla="*/ 1157365 h 1978172"/>
              <a:gd name="connsiteX77-11439" fmla="*/ 7752631 w 10768629"/>
              <a:gd name="connsiteY77-11440" fmla="*/ 1172815 h 1978172"/>
              <a:gd name="connsiteX78-11441" fmla="*/ 7739392 w 10768629"/>
              <a:gd name="connsiteY78-11442" fmla="*/ 1192062 h 1978172"/>
              <a:gd name="connsiteX79-11443" fmla="*/ 7685942 w 10768629"/>
              <a:gd name="connsiteY79-11444" fmla="*/ 1233723 h 1978172"/>
              <a:gd name="connsiteX80-11445" fmla="*/ 7586920 w 10768629"/>
              <a:gd name="connsiteY80-11446" fmla="*/ 1261888 h 1978172"/>
              <a:gd name="connsiteX81-11447" fmla="*/ 7486100 w 10768629"/>
              <a:gd name="connsiteY81-11448" fmla="*/ 1292563 h 1978172"/>
              <a:gd name="connsiteX82-11449" fmla="*/ 7407190 w 10768629"/>
              <a:gd name="connsiteY82-11450" fmla="*/ 1314737 h 1978172"/>
              <a:gd name="connsiteX83-11451" fmla="*/ 7240698 w 10768629"/>
              <a:gd name="connsiteY83-11452" fmla="*/ 1438832 h 1978172"/>
              <a:gd name="connsiteX84-11453" fmla="*/ 7197675 w 10768629"/>
              <a:gd name="connsiteY84-11454" fmla="*/ 1447530 h 1978172"/>
              <a:gd name="connsiteX85-11455" fmla="*/ 7164788 w 10768629"/>
              <a:gd name="connsiteY85-11456" fmla="*/ 1480293 h 1978172"/>
              <a:gd name="connsiteX86-11457" fmla="*/ 7147929 w 10768629"/>
              <a:gd name="connsiteY86-11458" fmla="*/ 1477641 h 1978172"/>
              <a:gd name="connsiteX87-11459" fmla="*/ 7144965 w 10768629"/>
              <a:gd name="connsiteY87-11460" fmla="*/ 1476908 h 1978172"/>
              <a:gd name="connsiteX88-11461" fmla="*/ 7134299 w 10768629"/>
              <a:gd name="connsiteY88-11462" fmla="*/ 1479969 h 1978172"/>
              <a:gd name="connsiteX89-11463" fmla="*/ 7129809 w 10768629"/>
              <a:gd name="connsiteY89-11464" fmla="*/ 1473339 h 1978172"/>
              <a:gd name="connsiteX90-11465" fmla="*/ 7112688 w 10768629"/>
              <a:gd name="connsiteY90-11466" fmla="*/ 1472575 h 1978172"/>
              <a:gd name="connsiteX91-11467" fmla="*/ 7093470 w 10768629"/>
              <a:gd name="connsiteY91-11468" fmla="*/ 1480300 h 1978172"/>
              <a:gd name="connsiteX92-11469" fmla="*/ 7025034 w 10768629"/>
              <a:gd name="connsiteY92-11470" fmla="*/ 1506934 h 1978172"/>
              <a:gd name="connsiteX93-11471" fmla="*/ 7014783 w 10768629"/>
              <a:gd name="connsiteY93-11472" fmla="*/ 1515868 h 1978172"/>
              <a:gd name="connsiteX94-11473" fmla="*/ 6979706 w 10768629"/>
              <a:gd name="connsiteY94-11474" fmla="*/ 1523511 h 1978172"/>
              <a:gd name="connsiteX95-11475" fmla="*/ 6977890 w 10768629"/>
              <a:gd name="connsiteY95-11476" fmla="*/ 1525793 h 1978172"/>
              <a:gd name="connsiteX96-11477" fmla="*/ 6944339 w 10768629"/>
              <a:gd name="connsiteY96-11478" fmla="*/ 1536237 h 1978172"/>
              <a:gd name="connsiteX97-11479" fmla="*/ 6886996 w 10768629"/>
              <a:gd name="connsiteY97-11480" fmla="*/ 1563569 h 1978172"/>
              <a:gd name="connsiteX98-11481" fmla="*/ 6874510 w 10768629"/>
              <a:gd name="connsiteY98-11482" fmla="*/ 1558469 h 1978172"/>
              <a:gd name="connsiteX99-11483" fmla="*/ 6871943 w 10768629"/>
              <a:gd name="connsiteY99-11484" fmla="*/ 1554651 h 1978172"/>
              <a:gd name="connsiteX100-11485" fmla="*/ 6856174 w 10768629"/>
              <a:gd name="connsiteY100-11486" fmla="*/ 1562024 h 1978172"/>
              <a:gd name="connsiteX101-11487" fmla="*/ 6842321 w 10768629"/>
              <a:gd name="connsiteY101-11488" fmla="*/ 1560554 h 1978172"/>
              <a:gd name="connsiteX102-11489" fmla="*/ 6832713 w 10768629"/>
              <a:gd name="connsiteY102-11490" fmla="*/ 1569357 h 1978172"/>
              <a:gd name="connsiteX103-11491" fmla="*/ 6816351 w 10768629"/>
              <a:gd name="connsiteY103-11492" fmla="*/ 1571495 h 1978172"/>
              <a:gd name="connsiteX104-11493" fmla="*/ 6795800 w 10768629"/>
              <a:gd name="connsiteY104-11494" fmla="*/ 1572010 h 1978172"/>
              <a:gd name="connsiteX105-11495" fmla="*/ 6777546 w 10768629"/>
              <a:gd name="connsiteY105-11496" fmla="*/ 1568661 h 1978172"/>
              <a:gd name="connsiteX106-11497" fmla="*/ 6751528 w 10768629"/>
              <a:gd name="connsiteY106-11498" fmla="*/ 1574143 h 1978172"/>
              <a:gd name="connsiteX107-11499" fmla="*/ 6691966 w 10768629"/>
              <a:gd name="connsiteY107-11500" fmla="*/ 1582255 h 1978172"/>
              <a:gd name="connsiteX108-11501" fmla="*/ 6646941 w 10768629"/>
              <a:gd name="connsiteY108-11502" fmla="*/ 1588471 h 1978172"/>
              <a:gd name="connsiteX109-11503" fmla="*/ 6568576 w 10768629"/>
              <a:gd name="connsiteY109-11504" fmla="*/ 1606488 h 1978172"/>
              <a:gd name="connsiteX110-11505" fmla="*/ 6554358 w 10768629"/>
              <a:gd name="connsiteY110-11506" fmla="*/ 1621701 h 1978172"/>
              <a:gd name="connsiteX111-11507" fmla="*/ 6516968 w 10768629"/>
              <a:gd name="connsiteY111-11508" fmla="*/ 1617195 h 1978172"/>
              <a:gd name="connsiteX112-11509" fmla="*/ 6506479 w 10768629"/>
              <a:gd name="connsiteY112-11510" fmla="*/ 1602227 h 1978172"/>
              <a:gd name="connsiteX113-11511" fmla="*/ 6458436 w 10768629"/>
              <a:gd name="connsiteY113-11512" fmla="*/ 1607332 h 1978172"/>
              <a:gd name="connsiteX114-11513" fmla="*/ 6414786 w 10768629"/>
              <a:gd name="connsiteY114-11514" fmla="*/ 1628815 h 1978172"/>
              <a:gd name="connsiteX115-11515" fmla="*/ 6357085 w 10768629"/>
              <a:gd name="connsiteY115-11516" fmla="*/ 1640846 h 1978172"/>
              <a:gd name="connsiteX116-11517" fmla="*/ 6322636 w 10768629"/>
              <a:gd name="connsiteY116-11518" fmla="*/ 1648213 h 1978172"/>
              <a:gd name="connsiteX117-11519" fmla="*/ 6226172 w 10768629"/>
              <a:gd name="connsiteY117-11520" fmla="*/ 1654676 h 1978172"/>
              <a:gd name="connsiteX118-11521" fmla="*/ 6221217 w 10768629"/>
              <a:gd name="connsiteY118-11522" fmla="*/ 1654506 h 1978172"/>
              <a:gd name="connsiteX119-11523" fmla="*/ 6204956 w 10768629"/>
              <a:gd name="connsiteY119-11524" fmla="*/ 1664280 h 1978172"/>
              <a:gd name="connsiteX120-11525" fmla="*/ 6204270 w 10768629"/>
              <a:gd name="connsiteY120-11526" fmla="*/ 1666782 h 1978172"/>
              <a:gd name="connsiteX121-11527" fmla="*/ 6143810 w 10768629"/>
              <a:gd name="connsiteY121-11528" fmla="*/ 1661963 h 1978172"/>
              <a:gd name="connsiteX122-11529" fmla="*/ 6136560 w 10768629"/>
              <a:gd name="connsiteY122-11530" fmla="*/ 1665728 h 1978172"/>
              <a:gd name="connsiteX123-11531" fmla="*/ 6096155 w 10768629"/>
              <a:gd name="connsiteY123-11532" fmla="*/ 1656951 h 1978172"/>
              <a:gd name="connsiteX124-11533" fmla="*/ 6075812 w 10768629"/>
              <a:gd name="connsiteY124-11534" fmla="*/ 1655422 h 1978172"/>
              <a:gd name="connsiteX125-11535" fmla="*/ 6039495 w 10768629"/>
              <a:gd name="connsiteY125-11536" fmla="*/ 1649680 h 1978172"/>
              <a:gd name="connsiteX126-11537" fmla="*/ 6036523 w 10768629"/>
              <a:gd name="connsiteY126-11538" fmla="*/ 1652121 h 1978172"/>
              <a:gd name="connsiteX127-11539" fmla="*/ 6029328 w 10768629"/>
              <a:gd name="connsiteY127-11540" fmla="*/ 1649904 h 1978172"/>
              <a:gd name="connsiteX128-11541" fmla="*/ 6024075 w 10768629"/>
              <a:gd name="connsiteY128-11542" fmla="*/ 1652779 h 1978172"/>
              <a:gd name="connsiteX129-11543" fmla="*/ 6018085 w 10768629"/>
              <a:gd name="connsiteY129-11544" fmla="*/ 1652030 h 1978172"/>
              <a:gd name="connsiteX130-11545" fmla="*/ 5955513 w 10768629"/>
              <a:gd name="connsiteY130-11546" fmla="*/ 1663584 h 1978172"/>
              <a:gd name="connsiteX131-11547" fmla="*/ 5941996 w 10768629"/>
              <a:gd name="connsiteY131-11548" fmla="*/ 1661326 h 1978172"/>
              <a:gd name="connsiteX132-11549" fmla="*/ 5931789 w 10768629"/>
              <a:gd name="connsiteY132-11550" fmla="*/ 1669915 h 1978172"/>
              <a:gd name="connsiteX133-11551" fmla="*/ 5888686 w 10768629"/>
              <a:gd name="connsiteY133-11552" fmla="*/ 1672175 h 1978172"/>
              <a:gd name="connsiteX134-11553" fmla="*/ 5873794 w 10768629"/>
              <a:gd name="connsiteY134-11554" fmla="*/ 1665454 h 1978172"/>
              <a:gd name="connsiteX135-11555" fmla="*/ 5860022 w 10768629"/>
              <a:gd name="connsiteY135-11556" fmla="*/ 1660635 h 1978172"/>
              <a:gd name="connsiteX136-11557" fmla="*/ 5858237 w 10768629"/>
              <a:gd name="connsiteY136-11558" fmla="*/ 1660649 h 1978172"/>
              <a:gd name="connsiteX137-11559" fmla="*/ 5840319 w 10768629"/>
              <a:gd name="connsiteY137-11560" fmla="*/ 1660798 h 1978172"/>
              <a:gd name="connsiteX138-11561" fmla="*/ 5806984 w 10768629"/>
              <a:gd name="connsiteY138-11562" fmla="*/ 1661075 h 1978172"/>
              <a:gd name="connsiteX139-11563" fmla="*/ 5742351 w 10768629"/>
              <a:gd name="connsiteY139-11564" fmla="*/ 1667489 h 1978172"/>
              <a:gd name="connsiteX140-11565" fmla="*/ 5521171 w 10768629"/>
              <a:gd name="connsiteY140-11566" fmla="*/ 1671626 h 1978172"/>
              <a:gd name="connsiteX141-11567" fmla="*/ 5457384 w 10768629"/>
              <a:gd name="connsiteY141-11568" fmla="*/ 1683952 h 1978172"/>
              <a:gd name="connsiteX142-11569" fmla="*/ 4950070 w 10768629"/>
              <a:gd name="connsiteY142-11570" fmla="*/ 1748401 h 1978172"/>
              <a:gd name="connsiteX143-11571" fmla="*/ 4872172 w 10768629"/>
              <a:gd name="connsiteY143-11572" fmla="*/ 1757222 h 1978172"/>
              <a:gd name="connsiteX144-11573" fmla="*/ 4809524 w 10768629"/>
              <a:gd name="connsiteY144-11574" fmla="*/ 1761033 h 1978172"/>
              <a:gd name="connsiteX145-11575" fmla="*/ 4759058 w 10768629"/>
              <a:gd name="connsiteY145-11576" fmla="*/ 1766533 h 1978172"/>
              <a:gd name="connsiteX146-11577" fmla="*/ 4719749 w 10768629"/>
              <a:gd name="connsiteY146-11578" fmla="*/ 1771811 h 1978172"/>
              <a:gd name="connsiteX147-11579" fmla="*/ 4568686 w 10768629"/>
              <a:gd name="connsiteY147-11580" fmla="*/ 1786141 h 1978172"/>
              <a:gd name="connsiteX148-11581" fmla="*/ 4418751 w 10768629"/>
              <a:gd name="connsiteY148-11582" fmla="*/ 1796932 h 1978172"/>
              <a:gd name="connsiteX149-11583" fmla="*/ 4378377 w 10768629"/>
              <a:gd name="connsiteY149-11584" fmla="*/ 1815528 h 1978172"/>
              <a:gd name="connsiteX150-11585" fmla="*/ 4320575 w 10768629"/>
              <a:gd name="connsiteY150-11586" fmla="*/ 1832722 h 1978172"/>
              <a:gd name="connsiteX151-11587" fmla="*/ 4220200 w 10768629"/>
              <a:gd name="connsiteY151-11588" fmla="*/ 1873173 h 1978172"/>
              <a:gd name="connsiteX152-11589" fmla="*/ 4105361 w 10768629"/>
              <a:gd name="connsiteY152-11590" fmla="*/ 1894711 h 1978172"/>
              <a:gd name="connsiteX153-11591" fmla="*/ 3973223 w 10768629"/>
              <a:gd name="connsiteY153-11592" fmla="*/ 1881015 h 1978172"/>
              <a:gd name="connsiteX154-11593" fmla="*/ 3900992 w 10768629"/>
              <a:gd name="connsiteY154-11594" fmla="*/ 1880603 h 1978172"/>
              <a:gd name="connsiteX155-11595" fmla="*/ 3662119 w 10768629"/>
              <a:gd name="connsiteY155-11596" fmla="*/ 1889285 h 1978172"/>
              <a:gd name="connsiteX156-11597" fmla="*/ 3496919 w 10768629"/>
              <a:gd name="connsiteY156-11598" fmla="*/ 1873180 h 1978172"/>
              <a:gd name="connsiteX157-11599" fmla="*/ 3449433 w 10768629"/>
              <a:gd name="connsiteY157-11600" fmla="*/ 1889681 h 1978172"/>
              <a:gd name="connsiteX158-11601" fmla="*/ 3369766 w 10768629"/>
              <a:gd name="connsiteY158-11602" fmla="*/ 1916653 h 1978172"/>
              <a:gd name="connsiteX159-11603" fmla="*/ 3269672 w 10768629"/>
              <a:gd name="connsiteY159-11604" fmla="*/ 1938036 h 1978172"/>
              <a:gd name="connsiteX160-11605" fmla="*/ 3224897 w 10768629"/>
              <a:gd name="connsiteY160-11606" fmla="*/ 1943733 h 1978172"/>
              <a:gd name="connsiteX161-11607" fmla="*/ 3161463 w 10768629"/>
              <a:gd name="connsiteY161-11608" fmla="*/ 1946591 h 1978172"/>
              <a:gd name="connsiteX162-11609" fmla="*/ 3112044 w 10768629"/>
              <a:gd name="connsiteY162-11610" fmla="*/ 1935614 h 1978172"/>
              <a:gd name="connsiteX163-11611" fmla="*/ 3069716 w 10768629"/>
              <a:gd name="connsiteY163-11612" fmla="*/ 1930463 h 1978172"/>
              <a:gd name="connsiteX164-11613" fmla="*/ 3005773 w 10768629"/>
              <a:gd name="connsiteY164-11614" fmla="*/ 1915878 h 1978172"/>
              <a:gd name="connsiteX165-11615" fmla="*/ 2897201 w 10768629"/>
              <a:gd name="connsiteY165-11616" fmla="*/ 1926772 h 1978172"/>
              <a:gd name="connsiteX166-11617" fmla="*/ 2783891 w 10768629"/>
              <a:gd name="connsiteY166-11618" fmla="*/ 1931749 h 1978172"/>
              <a:gd name="connsiteX167-11619" fmla="*/ 2712447 w 10768629"/>
              <a:gd name="connsiteY167-11620" fmla="*/ 1933044 h 1978172"/>
              <a:gd name="connsiteX168-11621" fmla="*/ 2560151 w 10768629"/>
              <a:gd name="connsiteY168-11622" fmla="*/ 1963609 h 1978172"/>
              <a:gd name="connsiteX169-11623" fmla="*/ 2367221 w 10768629"/>
              <a:gd name="connsiteY169-11624" fmla="*/ 1971884 h 1978172"/>
              <a:gd name="connsiteX170-11625" fmla="*/ 2272130 w 10768629"/>
              <a:gd name="connsiteY170-11626" fmla="*/ 1961162 h 1978172"/>
              <a:gd name="connsiteX171-11627" fmla="*/ 2189404 w 10768629"/>
              <a:gd name="connsiteY171-11628" fmla="*/ 1978172 h 1978172"/>
              <a:gd name="connsiteX172-11629" fmla="*/ 2077704 w 10768629"/>
              <a:gd name="connsiteY172-11630" fmla="*/ 1965002 h 1978172"/>
              <a:gd name="connsiteX173-11631" fmla="*/ 2033299 w 10768629"/>
              <a:gd name="connsiteY173-11632" fmla="*/ 1969042 h 1978172"/>
              <a:gd name="connsiteX174-11633" fmla="*/ 1967996 w 10768629"/>
              <a:gd name="connsiteY174-11634" fmla="*/ 1953187 h 1978172"/>
              <a:gd name="connsiteX175-11635" fmla="*/ 1855805 w 10768629"/>
              <a:gd name="connsiteY175-11636" fmla="*/ 1926082 h 1978172"/>
              <a:gd name="connsiteX176-11637" fmla="*/ 1790957 w 10768629"/>
              <a:gd name="connsiteY176-11638" fmla="*/ 1919460 h 1978172"/>
              <a:gd name="connsiteX177-11639" fmla="*/ 1613978 w 10768629"/>
              <a:gd name="connsiteY177-11640" fmla="*/ 1891581 h 1978172"/>
              <a:gd name="connsiteX178-11641" fmla="*/ 1436831 w 10768629"/>
              <a:gd name="connsiteY178-11642" fmla="*/ 1856201 h 1978172"/>
              <a:gd name="connsiteX179-11643" fmla="*/ 1357365 w 10768629"/>
              <a:gd name="connsiteY179-11644" fmla="*/ 1832140 h 1978172"/>
              <a:gd name="connsiteX180-11645" fmla="*/ 1232341 w 10768629"/>
              <a:gd name="connsiteY180-11646" fmla="*/ 1785942 h 1978172"/>
              <a:gd name="connsiteX181-11647" fmla="*/ 1162595 w 10768629"/>
              <a:gd name="connsiteY181-11648" fmla="*/ 1758337 h 1978172"/>
              <a:gd name="connsiteX182-11649" fmla="*/ 1128523 w 10768629"/>
              <a:gd name="connsiteY182-11650" fmla="*/ 1763621 h 1978172"/>
              <a:gd name="connsiteX183-11651" fmla="*/ 991903 w 10768629"/>
              <a:gd name="connsiteY183-11652" fmla="*/ 1786741 h 1978172"/>
              <a:gd name="connsiteX184-11653" fmla="*/ 883960 w 10768629"/>
              <a:gd name="connsiteY184-11654" fmla="*/ 1822386 h 1978172"/>
              <a:gd name="connsiteX185-11655" fmla="*/ 766531 w 10768629"/>
              <a:gd name="connsiteY185-11656" fmla="*/ 1805053 h 1978172"/>
              <a:gd name="connsiteX186-11657" fmla="*/ 669779 w 10768629"/>
              <a:gd name="connsiteY186-11658" fmla="*/ 1800537 h 1978172"/>
              <a:gd name="connsiteX187-11659" fmla="*/ 523898 w 10768629"/>
              <a:gd name="connsiteY187-11660" fmla="*/ 1811085 h 1978172"/>
              <a:gd name="connsiteX188-11661" fmla="*/ 360251 w 10768629"/>
              <a:gd name="connsiteY188-11662" fmla="*/ 1830735 h 1978172"/>
              <a:gd name="connsiteX189-11663" fmla="*/ 255207 w 10768629"/>
              <a:gd name="connsiteY189-11664" fmla="*/ 1818275 h 1978172"/>
              <a:gd name="connsiteX190-11665" fmla="*/ 101803 w 10768629"/>
              <a:gd name="connsiteY190-11666" fmla="*/ 1870647 h 1978172"/>
              <a:gd name="connsiteX191-11667" fmla="*/ 25397 w 10768629"/>
              <a:gd name="connsiteY191-11668" fmla="*/ 1888443 h 1978172"/>
              <a:gd name="connsiteX192-11669" fmla="*/ 2370 w 10768629"/>
              <a:gd name="connsiteY192-11670" fmla="*/ 1878311 h 1978172"/>
              <a:gd name="connsiteX193-11671" fmla="*/ 0 w 10768629"/>
              <a:gd name="connsiteY193-11672" fmla="*/ 1878785 h 1978172"/>
              <a:gd name="connsiteX194-11673" fmla="*/ 0 w 10768629"/>
              <a:gd name="connsiteY194-11674" fmla="*/ 0 h 1978172"/>
              <a:gd name="connsiteX0-11675" fmla="*/ 0 w 10768629"/>
              <a:gd name="connsiteY0-11676" fmla="*/ 0 h 1978172"/>
              <a:gd name="connsiteX1-11677" fmla="*/ 10768629 w 10768629"/>
              <a:gd name="connsiteY1-11678" fmla="*/ 0 h 1978172"/>
              <a:gd name="connsiteX2-11679" fmla="*/ 10733254 w 10768629"/>
              <a:gd name="connsiteY2-11680" fmla="*/ 31439 h 1978172"/>
              <a:gd name="connsiteX3-11681" fmla="*/ 10727085 w 10768629"/>
              <a:gd name="connsiteY3-11682" fmla="*/ 37910 h 1978172"/>
              <a:gd name="connsiteX4-11683" fmla="*/ 10675953 w 10768629"/>
              <a:gd name="connsiteY4-11684" fmla="*/ 68623 h 1978172"/>
              <a:gd name="connsiteX5-11685" fmla="*/ 10637091 w 10768629"/>
              <a:gd name="connsiteY5-11686" fmla="*/ 90361 h 1978172"/>
              <a:gd name="connsiteX6-11687" fmla="*/ 10610971 w 10768629"/>
              <a:gd name="connsiteY6-11688" fmla="*/ 110764 h 1978172"/>
              <a:gd name="connsiteX7-11689" fmla="*/ 10532872 w 10768629"/>
              <a:gd name="connsiteY7-11690" fmla="*/ 138028 h 1978172"/>
              <a:gd name="connsiteX8-11691" fmla="*/ 10398558 w 10768629"/>
              <a:gd name="connsiteY8-11692" fmla="*/ 172911 h 1978172"/>
              <a:gd name="connsiteX9-11693" fmla="*/ 10371128 w 10768629"/>
              <a:gd name="connsiteY9-11694" fmla="*/ 182609 h 1978172"/>
              <a:gd name="connsiteX10-11695" fmla="*/ 10352178 w 10768629"/>
              <a:gd name="connsiteY10-11696" fmla="*/ 199976 h 1978172"/>
              <a:gd name="connsiteX11-11697" fmla="*/ 10351815 w 10768629"/>
              <a:gd name="connsiteY11-11698" fmla="*/ 211879 h 1978172"/>
              <a:gd name="connsiteX12-11699" fmla="*/ 10337471 w 10768629"/>
              <a:gd name="connsiteY12-11700" fmla="*/ 218661 h 1978172"/>
              <a:gd name="connsiteX13-11701" fmla="*/ 10334625 w 10768629"/>
              <a:gd name="connsiteY13-11702" fmla="*/ 222351 h 1978172"/>
              <a:gd name="connsiteX14-11703" fmla="*/ 10256365 w 10768629"/>
              <a:gd name="connsiteY14-11704" fmla="*/ 235917 h 1978172"/>
              <a:gd name="connsiteX15-11705" fmla="*/ 10201127 w 10768629"/>
              <a:gd name="connsiteY15-11706" fmla="*/ 267448 h 1978172"/>
              <a:gd name="connsiteX16-11707" fmla="*/ 9961218 w 10768629"/>
              <a:gd name="connsiteY16-11708" fmla="*/ 326720 h 1978172"/>
              <a:gd name="connsiteX17-11709" fmla="*/ 9859715 w 10768629"/>
              <a:gd name="connsiteY17-11710" fmla="*/ 355698 h 1978172"/>
              <a:gd name="connsiteX18-11711" fmla="*/ 9679867 w 10768629"/>
              <a:gd name="connsiteY18-11712" fmla="*/ 399081 h 1978172"/>
              <a:gd name="connsiteX19-11713" fmla="*/ 9490654 w 10768629"/>
              <a:gd name="connsiteY19-11714" fmla="*/ 455225 h 1978172"/>
              <a:gd name="connsiteX20-11715" fmla="*/ 9470837 w 10768629"/>
              <a:gd name="connsiteY20-11716" fmla="*/ 452539 h 1978172"/>
              <a:gd name="connsiteX21-11717" fmla="*/ 9469082 w 10768629"/>
              <a:gd name="connsiteY21-11718" fmla="*/ 454891 h 1978172"/>
              <a:gd name="connsiteX22-11719" fmla="*/ 9448038 w 10768629"/>
              <a:gd name="connsiteY22-11720" fmla="*/ 459733 h 1978172"/>
              <a:gd name="connsiteX23-11721" fmla="*/ 9396821 w 10768629"/>
              <a:gd name="connsiteY23-11722" fmla="*/ 455795 h 1978172"/>
              <a:gd name="connsiteX24-11723" fmla="*/ 9392197 w 10768629"/>
              <a:gd name="connsiteY24-11724" fmla="*/ 459796 h 1978172"/>
              <a:gd name="connsiteX25-11725" fmla="*/ 9347994 w 10768629"/>
              <a:gd name="connsiteY25-11726" fmla="*/ 464462 h 1978172"/>
              <a:gd name="connsiteX26-11727" fmla="*/ 9347889 w 10768629"/>
              <a:gd name="connsiteY26-11728" fmla="*/ 466539 h 1978172"/>
              <a:gd name="connsiteX27-11729" fmla="*/ 9337639 w 10768629"/>
              <a:gd name="connsiteY27-11730" fmla="*/ 476654 h 1978172"/>
              <a:gd name="connsiteX28-11731" fmla="*/ 9287964 w 10768629"/>
              <a:gd name="connsiteY28-11732" fmla="*/ 513052 h 1978172"/>
              <a:gd name="connsiteX29-11733" fmla="*/ 9229283 w 10768629"/>
              <a:gd name="connsiteY29-11734" fmla="*/ 555377 h 1978172"/>
              <a:gd name="connsiteX30-11735" fmla="*/ 9220274 w 10768629"/>
              <a:gd name="connsiteY30-11736" fmla="*/ 557502 h 1978172"/>
              <a:gd name="connsiteX31-11737" fmla="*/ 9220202 w 10768629"/>
              <a:gd name="connsiteY31-11738" fmla="*/ 558001 h 1978172"/>
              <a:gd name="connsiteX32-11739" fmla="*/ 9210908 w 10768629"/>
              <a:gd name="connsiteY32-11740" fmla="*/ 561147 h 1978172"/>
              <a:gd name="connsiteX33-11741" fmla="*/ 9186374 w 10768629"/>
              <a:gd name="connsiteY33-11742" fmla="*/ 565502 h 1978172"/>
              <a:gd name="connsiteX34-11743" fmla="*/ 9181058 w 10768629"/>
              <a:gd name="connsiteY34-11744" fmla="*/ 569943 h 1978172"/>
              <a:gd name="connsiteX35-11745" fmla="*/ 9167549 w 10768629"/>
              <a:gd name="connsiteY35-11746" fmla="*/ 584727 h 1978172"/>
              <a:gd name="connsiteX36-11747" fmla="*/ 9149110 w 10768629"/>
              <a:gd name="connsiteY36-11748" fmla="*/ 598906 h 1978172"/>
              <a:gd name="connsiteX37-11749" fmla="*/ 9078556 w 10768629"/>
              <a:gd name="connsiteY37-11750" fmla="*/ 644039 h 1978172"/>
              <a:gd name="connsiteX38-11751" fmla="*/ 8996399 w 10768629"/>
              <a:gd name="connsiteY38-11752" fmla="*/ 690055 h 1978172"/>
              <a:gd name="connsiteX39-11753" fmla="*/ 8803791 w 10768629"/>
              <a:gd name="connsiteY39-11754" fmla="*/ 813860 h 1978172"/>
              <a:gd name="connsiteX40-11755" fmla="*/ 8636202 w 10768629"/>
              <a:gd name="connsiteY40-11756" fmla="*/ 848463 h 1978172"/>
              <a:gd name="connsiteX41-11757" fmla="*/ 8555372 w 10768629"/>
              <a:gd name="connsiteY41-11758" fmla="*/ 883171 h 1978172"/>
              <a:gd name="connsiteX42-11759" fmla="*/ 8507229 w 10768629"/>
              <a:gd name="connsiteY42-11760" fmla="*/ 901665 h 1978172"/>
              <a:gd name="connsiteX43-11761" fmla="*/ 8428473 w 10768629"/>
              <a:gd name="connsiteY43-11762" fmla="*/ 927985 h 1978172"/>
              <a:gd name="connsiteX44-11763" fmla="*/ 8427914 w 10768629"/>
              <a:gd name="connsiteY44-11764" fmla="*/ 933480 h 1978172"/>
              <a:gd name="connsiteX45-11765" fmla="*/ 8420327 w 10768629"/>
              <a:gd name="connsiteY45-11766" fmla="*/ 941984 h 1978172"/>
              <a:gd name="connsiteX46-11767" fmla="*/ 8394729 w 10768629"/>
              <a:gd name="connsiteY46-11768" fmla="*/ 948347 h 1978172"/>
              <a:gd name="connsiteX47-11769" fmla="*/ 8380548 w 10768629"/>
              <a:gd name="connsiteY47-11770" fmla="*/ 987916 h 1978172"/>
              <a:gd name="connsiteX48-11771" fmla="*/ 8375330 w 10768629"/>
              <a:gd name="connsiteY48-11772" fmla="*/ 965444 h 1978172"/>
              <a:gd name="connsiteX49-11773" fmla="*/ 8340796 w 10768629"/>
              <a:gd name="connsiteY49-11774" fmla="*/ 980522 h 1978172"/>
              <a:gd name="connsiteX50-11775" fmla="*/ 8304438 w 10768629"/>
              <a:gd name="connsiteY50-11776" fmla="*/ 996739 h 1978172"/>
              <a:gd name="connsiteX51-11777" fmla="*/ 8280929 w 10768629"/>
              <a:gd name="connsiteY51-11778" fmla="*/ 1023089 h 1978172"/>
              <a:gd name="connsiteX52-11779" fmla="*/ 8275760 w 10768629"/>
              <a:gd name="connsiteY52-11780" fmla="*/ 1027772 h 1978172"/>
              <a:gd name="connsiteX53-11781" fmla="*/ 8275478 w 10768629"/>
              <a:gd name="connsiteY53-11782" fmla="*/ 1027605 h 1978172"/>
              <a:gd name="connsiteX54-11783" fmla="*/ 8249003 w 10768629"/>
              <a:gd name="connsiteY54-11784" fmla="*/ 1032033 h 1978172"/>
              <a:gd name="connsiteX55-11785" fmla="*/ 8203836 w 10768629"/>
              <a:gd name="connsiteY55-11786" fmla="*/ 1037347 h 1978172"/>
              <a:gd name="connsiteX56-11787" fmla="*/ 8122936 w 10768629"/>
              <a:gd name="connsiteY56-11788" fmla="*/ 1063113 h 1978172"/>
              <a:gd name="connsiteX57-11789" fmla="*/ 8043658 w 10768629"/>
              <a:gd name="connsiteY57-11790" fmla="*/ 1092746 h 1978172"/>
              <a:gd name="connsiteX58-11791" fmla="*/ 8015351 w 10768629"/>
              <a:gd name="connsiteY58-11792" fmla="*/ 1105478 h 1978172"/>
              <a:gd name="connsiteX59-11793" fmla="*/ 7963145 w 10768629"/>
              <a:gd name="connsiteY59-11794" fmla="*/ 1119346 h 1978172"/>
              <a:gd name="connsiteX60-11795" fmla="*/ 7938145 w 10768629"/>
              <a:gd name="connsiteY60-11796" fmla="*/ 1120225 h 1978172"/>
              <a:gd name="connsiteX61-11797" fmla="*/ 7937238 w 10768629"/>
              <a:gd name="connsiteY61-11798" fmla="*/ 1121204 h 1978172"/>
              <a:gd name="connsiteX62-11799" fmla="*/ 7934398 w 10768629"/>
              <a:gd name="connsiteY62-11800" fmla="*/ 1118240 h 1978172"/>
              <a:gd name="connsiteX63-11801" fmla="*/ 7918248 w 10768629"/>
              <a:gd name="connsiteY63-11802" fmla="*/ 1124371 h 1978172"/>
              <a:gd name="connsiteX64-11803" fmla="*/ 7914119 w 10768629"/>
              <a:gd name="connsiteY64-11804" fmla="*/ 1127653 h 1978172"/>
              <a:gd name="connsiteX65-11805" fmla="*/ 7907658 w 10768629"/>
              <a:gd name="connsiteY65-11806" fmla="*/ 1130350 h 1978172"/>
              <a:gd name="connsiteX66-11807" fmla="*/ 7907434 w 10768629"/>
              <a:gd name="connsiteY66-11808" fmla="*/ 1130103 h 1978172"/>
              <a:gd name="connsiteX67-11809" fmla="*/ 7901508 w 10768629"/>
              <a:gd name="connsiteY67-11810" fmla="*/ 1133245 h 1978172"/>
              <a:gd name="connsiteX68-11811" fmla="*/ 7873287 w 10768629"/>
              <a:gd name="connsiteY68-11812" fmla="*/ 1152609 h 1978172"/>
              <a:gd name="connsiteX69-11813" fmla="*/ 7834833 w 10768629"/>
              <a:gd name="connsiteY69-11814" fmla="*/ 1153868 h 1978172"/>
              <a:gd name="connsiteX70-11815" fmla="*/ 7828661 w 10768629"/>
              <a:gd name="connsiteY70-11816" fmla="*/ 1139994 h 1978172"/>
              <a:gd name="connsiteX71-11817" fmla="*/ 7823966 w 10768629"/>
              <a:gd name="connsiteY71-11818" fmla="*/ 1143178 h 1978172"/>
              <a:gd name="connsiteX72-11819" fmla="*/ 7815078 w 10768629"/>
              <a:gd name="connsiteY72-11820" fmla="*/ 1151776 h 1978172"/>
              <a:gd name="connsiteX73-11821" fmla="*/ 7812026 w 10768629"/>
              <a:gd name="connsiteY73-11822" fmla="*/ 1151522 h 1978172"/>
              <a:gd name="connsiteX74-11823" fmla="*/ 7782249 w 10768629"/>
              <a:gd name="connsiteY74-11824" fmla="*/ 1160970 h 1978172"/>
              <a:gd name="connsiteX75-11825" fmla="*/ 7773476 w 10768629"/>
              <a:gd name="connsiteY75-11826" fmla="*/ 1157414 h 1978172"/>
              <a:gd name="connsiteX76-11827" fmla="*/ 7769600 w 10768629"/>
              <a:gd name="connsiteY76-11828" fmla="*/ 1157365 h 1978172"/>
              <a:gd name="connsiteX77-11829" fmla="*/ 7752631 w 10768629"/>
              <a:gd name="connsiteY77-11830" fmla="*/ 1172815 h 1978172"/>
              <a:gd name="connsiteX78-11831" fmla="*/ 7739392 w 10768629"/>
              <a:gd name="connsiteY78-11832" fmla="*/ 1192062 h 1978172"/>
              <a:gd name="connsiteX79-11833" fmla="*/ 7677677 w 10768629"/>
              <a:gd name="connsiteY79-11834" fmla="*/ 1216394 h 1978172"/>
              <a:gd name="connsiteX80-11835" fmla="*/ 7586920 w 10768629"/>
              <a:gd name="connsiteY80-11836" fmla="*/ 1261888 h 1978172"/>
              <a:gd name="connsiteX81-11837" fmla="*/ 7486100 w 10768629"/>
              <a:gd name="connsiteY81-11838" fmla="*/ 1292563 h 1978172"/>
              <a:gd name="connsiteX82-11839" fmla="*/ 7407190 w 10768629"/>
              <a:gd name="connsiteY82-11840" fmla="*/ 1314737 h 1978172"/>
              <a:gd name="connsiteX83-11841" fmla="*/ 7240698 w 10768629"/>
              <a:gd name="connsiteY83-11842" fmla="*/ 1438832 h 1978172"/>
              <a:gd name="connsiteX84-11843" fmla="*/ 7197675 w 10768629"/>
              <a:gd name="connsiteY84-11844" fmla="*/ 1447530 h 1978172"/>
              <a:gd name="connsiteX85-11845" fmla="*/ 7164788 w 10768629"/>
              <a:gd name="connsiteY85-11846" fmla="*/ 1480293 h 1978172"/>
              <a:gd name="connsiteX86-11847" fmla="*/ 7147929 w 10768629"/>
              <a:gd name="connsiteY86-11848" fmla="*/ 1477641 h 1978172"/>
              <a:gd name="connsiteX87-11849" fmla="*/ 7144965 w 10768629"/>
              <a:gd name="connsiteY87-11850" fmla="*/ 1476908 h 1978172"/>
              <a:gd name="connsiteX88-11851" fmla="*/ 7134299 w 10768629"/>
              <a:gd name="connsiteY88-11852" fmla="*/ 1479969 h 1978172"/>
              <a:gd name="connsiteX89-11853" fmla="*/ 7129809 w 10768629"/>
              <a:gd name="connsiteY89-11854" fmla="*/ 1473339 h 1978172"/>
              <a:gd name="connsiteX90-11855" fmla="*/ 7112688 w 10768629"/>
              <a:gd name="connsiteY90-11856" fmla="*/ 1472575 h 1978172"/>
              <a:gd name="connsiteX91-11857" fmla="*/ 7093470 w 10768629"/>
              <a:gd name="connsiteY91-11858" fmla="*/ 1480300 h 1978172"/>
              <a:gd name="connsiteX92-11859" fmla="*/ 7025034 w 10768629"/>
              <a:gd name="connsiteY92-11860" fmla="*/ 1506934 h 1978172"/>
              <a:gd name="connsiteX93-11861" fmla="*/ 7014783 w 10768629"/>
              <a:gd name="connsiteY93-11862" fmla="*/ 1515868 h 1978172"/>
              <a:gd name="connsiteX94-11863" fmla="*/ 6979706 w 10768629"/>
              <a:gd name="connsiteY94-11864" fmla="*/ 1523511 h 1978172"/>
              <a:gd name="connsiteX95-11865" fmla="*/ 6977890 w 10768629"/>
              <a:gd name="connsiteY95-11866" fmla="*/ 1525793 h 1978172"/>
              <a:gd name="connsiteX96-11867" fmla="*/ 6944339 w 10768629"/>
              <a:gd name="connsiteY96-11868" fmla="*/ 1536237 h 1978172"/>
              <a:gd name="connsiteX97-11869" fmla="*/ 6886996 w 10768629"/>
              <a:gd name="connsiteY97-11870" fmla="*/ 1563569 h 1978172"/>
              <a:gd name="connsiteX98-11871" fmla="*/ 6874510 w 10768629"/>
              <a:gd name="connsiteY98-11872" fmla="*/ 1558469 h 1978172"/>
              <a:gd name="connsiteX99-11873" fmla="*/ 6871943 w 10768629"/>
              <a:gd name="connsiteY99-11874" fmla="*/ 1554651 h 1978172"/>
              <a:gd name="connsiteX100-11875" fmla="*/ 6856174 w 10768629"/>
              <a:gd name="connsiteY100-11876" fmla="*/ 1562024 h 1978172"/>
              <a:gd name="connsiteX101-11877" fmla="*/ 6842321 w 10768629"/>
              <a:gd name="connsiteY101-11878" fmla="*/ 1560554 h 1978172"/>
              <a:gd name="connsiteX102-11879" fmla="*/ 6832713 w 10768629"/>
              <a:gd name="connsiteY102-11880" fmla="*/ 1569357 h 1978172"/>
              <a:gd name="connsiteX103-11881" fmla="*/ 6816351 w 10768629"/>
              <a:gd name="connsiteY103-11882" fmla="*/ 1571495 h 1978172"/>
              <a:gd name="connsiteX104-11883" fmla="*/ 6795800 w 10768629"/>
              <a:gd name="connsiteY104-11884" fmla="*/ 1572010 h 1978172"/>
              <a:gd name="connsiteX105-11885" fmla="*/ 6777546 w 10768629"/>
              <a:gd name="connsiteY105-11886" fmla="*/ 1568661 h 1978172"/>
              <a:gd name="connsiteX106-11887" fmla="*/ 6751528 w 10768629"/>
              <a:gd name="connsiteY106-11888" fmla="*/ 1574143 h 1978172"/>
              <a:gd name="connsiteX107-11889" fmla="*/ 6691966 w 10768629"/>
              <a:gd name="connsiteY107-11890" fmla="*/ 1582255 h 1978172"/>
              <a:gd name="connsiteX108-11891" fmla="*/ 6646941 w 10768629"/>
              <a:gd name="connsiteY108-11892" fmla="*/ 1588471 h 1978172"/>
              <a:gd name="connsiteX109-11893" fmla="*/ 6568576 w 10768629"/>
              <a:gd name="connsiteY109-11894" fmla="*/ 1606488 h 1978172"/>
              <a:gd name="connsiteX110-11895" fmla="*/ 6554358 w 10768629"/>
              <a:gd name="connsiteY110-11896" fmla="*/ 1621701 h 1978172"/>
              <a:gd name="connsiteX111-11897" fmla="*/ 6516968 w 10768629"/>
              <a:gd name="connsiteY111-11898" fmla="*/ 1617195 h 1978172"/>
              <a:gd name="connsiteX112-11899" fmla="*/ 6506479 w 10768629"/>
              <a:gd name="connsiteY112-11900" fmla="*/ 1602227 h 1978172"/>
              <a:gd name="connsiteX113-11901" fmla="*/ 6458436 w 10768629"/>
              <a:gd name="connsiteY113-11902" fmla="*/ 1607332 h 1978172"/>
              <a:gd name="connsiteX114-11903" fmla="*/ 6414786 w 10768629"/>
              <a:gd name="connsiteY114-11904" fmla="*/ 1628815 h 1978172"/>
              <a:gd name="connsiteX115-11905" fmla="*/ 6357085 w 10768629"/>
              <a:gd name="connsiteY115-11906" fmla="*/ 1640846 h 1978172"/>
              <a:gd name="connsiteX116-11907" fmla="*/ 6322636 w 10768629"/>
              <a:gd name="connsiteY116-11908" fmla="*/ 1648213 h 1978172"/>
              <a:gd name="connsiteX117-11909" fmla="*/ 6226172 w 10768629"/>
              <a:gd name="connsiteY117-11910" fmla="*/ 1654676 h 1978172"/>
              <a:gd name="connsiteX118-11911" fmla="*/ 6221217 w 10768629"/>
              <a:gd name="connsiteY118-11912" fmla="*/ 1654506 h 1978172"/>
              <a:gd name="connsiteX119-11913" fmla="*/ 6204956 w 10768629"/>
              <a:gd name="connsiteY119-11914" fmla="*/ 1664280 h 1978172"/>
              <a:gd name="connsiteX120-11915" fmla="*/ 6204270 w 10768629"/>
              <a:gd name="connsiteY120-11916" fmla="*/ 1666782 h 1978172"/>
              <a:gd name="connsiteX121-11917" fmla="*/ 6143810 w 10768629"/>
              <a:gd name="connsiteY121-11918" fmla="*/ 1661963 h 1978172"/>
              <a:gd name="connsiteX122-11919" fmla="*/ 6136560 w 10768629"/>
              <a:gd name="connsiteY122-11920" fmla="*/ 1665728 h 1978172"/>
              <a:gd name="connsiteX123-11921" fmla="*/ 6096155 w 10768629"/>
              <a:gd name="connsiteY123-11922" fmla="*/ 1656951 h 1978172"/>
              <a:gd name="connsiteX124-11923" fmla="*/ 6075812 w 10768629"/>
              <a:gd name="connsiteY124-11924" fmla="*/ 1655422 h 1978172"/>
              <a:gd name="connsiteX125-11925" fmla="*/ 6039495 w 10768629"/>
              <a:gd name="connsiteY125-11926" fmla="*/ 1649680 h 1978172"/>
              <a:gd name="connsiteX126-11927" fmla="*/ 6036523 w 10768629"/>
              <a:gd name="connsiteY126-11928" fmla="*/ 1652121 h 1978172"/>
              <a:gd name="connsiteX127-11929" fmla="*/ 6029328 w 10768629"/>
              <a:gd name="connsiteY127-11930" fmla="*/ 1649904 h 1978172"/>
              <a:gd name="connsiteX128-11931" fmla="*/ 6024075 w 10768629"/>
              <a:gd name="connsiteY128-11932" fmla="*/ 1652779 h 1978172"/>
              <a:gd name="connsiteX129-11933" fmla="*/ 6018085 w 10768629"/>
              <a:gd name="connsiteY129-11934" fmla="*/ 1652030 h 1978172"/>
              <a:gd name="connsiteX130-11935" fmla="*/ 5955513 w 10768629"/>
              <a:gd name="connsiteY130-11936" fmla="*/ 1663584 h 1978172"/>
              <a:gd name="connsiteX131-11937" fmla="*/ 5941996 w 10768629"/>
              <a:gd name="connsiteY131-11938" fmla="*/ 1661326 h 1978172"/>
              <a:gd name="connsiteX132-11939" fmla="*/ 5931789 w 10768629"/>
              <a:gd name="connsiteY132-11940" fmla="*/ 1669915 h 1978172"/>
              <a:gd name="connsiteX133-11941" fmla="*/ 5888686 w 10768629"/>
              <a:gd name="connsiteY133-11942" fmla="*/ 1672175 h 1978172"/>
              <a:gd name="connsiteX134-11943" fmla="*/ 5873794 w 10768629"/>
              <a:gd name="connsiteY134-11944" fmla="*/ 1665454 h 1978172"/>
              <a:gd name="connsiteX135-11945" fmla="*/ 5860022 w 10768629"/>
              <a:gd name="connsiteY135-11946" fmla="*/ 1660635 h 1978172"/>
              <a:gd name="connsiteX136-11947" fmla="*/ 5858237 w 10768629"/>
              <a:gd name="connsiteY136-11948" fmla="*/ 1660649 h 1978172"/>
              <a:gd name="connsiteX137-11949" fmla="*/ 5840319 w 10768629"/>
              <a:gd name="connsiteY137-11950" fmla="*/ 1660798 h 1978172"/>
              <a:gd name="connsiteX138-11951" fmla="*/ 5806984 w 10768629"/>
              <a:gd name="connsiteY138-11952" fmla="*/ 1661075 h 1978172"/>
              <a:gd name="connsiteX139-11953" fmla="*/ 5742351 w 10768629"/>
              <a:gd name="connsiteY139-11954" fmla="*/ 1667489 h 1978172"/>
              <a:gd name="connsiteX140-11955" fmla="*/ 5521171 w 10768629"/>
              <a:gd name="connsiteY140-11956" fmla="*/ 1671626 h 1978172"/>
              <a:gd name="connsiteX141-11957" fmla="*/ 5457384 w 10768629"/>
              <a:gd name="connsiteY141-11958" fmla="*/ 1683952 h 1978172"/>
              <a:gd name="connsiteX142-11959" fmla="*/ 4950070 w 10768629"/>
              <a:gd name="connsiteY142-11960" fmla="*/ 1748401 h 1978172"/>
              <a:gd name="connsiteX143-11961" fmla="*/ 4872172 w 10768629"/>
              <a:gd name="connsiteY143-11962" fmla="*/ 1757222 h 1978172"/>
              <a:gd name="connsiteX144-11963" fmla="*/ 4809524 w 10768629"/>
              <a:gd name="connsiteY144-11964" fmla="*/ 1761033 h 1978172"/>
              <a:gd name="connsiteX145-11965" fmla="*/ 4759058 w 10768629"/>
              <a:gd name="connsiteY145-11966" fmla="*/ 1766533 h 1978172"/>
              <a:gd name="connsiteX146-11967" fmla="*/ 4719749 w 10768629"/>
              <a:gd name="connsiteY146-11968" fmla="*/ 1771811 h 1978172"/>
              <a:gd name="connsiteX147-11969" fmla="*/ 4568686 w 10768629"/>
              <a:gd name="connsiteY147-11970" fmla="*/ 1786141 h 1978172"/>
              <a:gd name="connsiteX148-11971" fmla="*/ 4418751 w 10768629"/>
              <a:gd name="connsiteY148-11972" fmla="*/ 1796932 h 1978172"/>
              <a:gd name="connsiteX149-11973" fmla="*/ 4378377 w 10768629"/>
              <a:gd name="connsiteY149-11974" fmla="*/ 1815528 h 1978172"/>
              <a:gd name="connsiteX150-11975" fmla="*/ 4320575 w 10768629"/>
              <a:gd name="connsiteY150-11976" fmla="*/ 1832722 h 1978172"/>
              <a:gd name="connsiteX151-11977" fmla="*/ 4220200 w 10768629"/>
              <a:gd name="connsiteY151-11978" fmla="*/ 1873173 h 1978172"/>
              <a:gd name="connsiteX152-11979" fmla="*/ 4105361 w 10768629"/>
              <a:gd name="connsiteY152-11980" fmla="*/ 1894711 h 1978172"/>
              <a:gd name="connsiteX153-11981" fmla="*/ 3973223 w 10768629"/>
              <a:gd name="connsiteY153-11982" fmla="*/ 1881015 h 1978172"/>
              <a:gd name="connsiteX154-11983" fmla="*/ 3900992 w 10768629"/>
              <a:gd name="connsiteY154-11984" fmla="*/ 1880603 h 1978172"/>
              <a:gd name="connsiteX155-11985" fmla="*/ 3662119 w 10768629"/>
              <a:gd name="connsiteY155-11986" fmla="*/ 1889285 h 1978172"/>
              <a:gd name="connsiteX156-11987" fmla="*/ 3496919 w 10768629"/>
              <a:gd name="connsiteY156-11988" fmla="*/ 1873180 h 1978172"/>
              <a:gd name="connsiteX157-11989" fmla="*/ 3449433 w 10768629"/>
              <a:gd name="connsiteY157-11990" fmla="*/ 1889681 h 1978172"/>
              <a:gd name="connsiteX158-11991" fmla="*/ 3369766 w 10768629"/>
              <a:gd name="connsiteY158-11992" fmla="*/ 1916653 h 1978172"/>
              <a:gd name="connsiteX159-11993" fmla="*/ 3269672 w 10768629"/>
              <a:gd name="connsiteY159-11994" fmla="*/ 1938036 h 1978172"/>
              <a:gd name="connsiteX160-11995" fmla="*/ 3224897 w 10768629"/>
              <a:gd name="connsiteY160-11996" fmla="*/ 1943733 h 1978172"/>
              <a:gd name="connsiteX161-11997" fmla="*/ 3161463 w 10768629"/>
              <a:gd name="connsiteY161-11998" fmla="*/ 1946591 h 1978172"/>
              <a:gd name="connsiteX162-11999" fmla="*/ 3112044 w 10768629"/>
              <a:gd name="connsiteY162-12000" fmla="*/ 1935614 h 1978172"/>
              <a:gd name="connsiteX163-12001" fmla="*/ 3069716 w 10768629"/>
              <a:gd name="connsiteY163-12002" fmla="*/ 1930463 h 1978172"/>
              <a:gd name="connsiteX164-12003" fmla="*/ 3005773 w 10768629"/>
              <a:gd name="connsiteY164-12004" fmla="*/ 1915878 h 1978172"/>
              <a:gd name="connsiteX165-12005" fmla="*/ 2897201 w 10768629"/>
              <a:gd name="connsiteY165-12006" fmla="*/ 1926772 h 1978172"/>
              <a:gd name="connsiteX166-12007" fmla="*/ 2783891 w 10768629"/>
              <a:gd name="connsiteY166-12008" fmla="*/ 1931749 h 1978172"/>
              <a:gd name="connsiteX167-12009" fmla="*/ 2712447 w 10768629"/>
              <a:gd name="connsiteY167-12010" fmla="*/ 1933044 h 1978172"/>
              <a:gd name="connsiteX168-12011" fmla="*/ 2560151 w 10768629"/>
              <a:gd name="connsiteY168-12012" fmla="*/ 1963609 h 1978172"/>
              <a:gd name="connsiteX169-12013" fmla="*/ 2367221 w 10768629"/>
              <a:gd name="connsiteY169-12014" fmla="*/ 1971884 h 1978172"/>
              <a:gd name="connsiteX170-12015" fmla="*/ 2272130 w 10768629"/>
              <a:gd name="connsiteY170-12016" fmla="*/ 1961162 h 1978172"/>
              <a:gd name="connsiteX171-12017" fmla="*/ 2189404 w 10768629"/>
              <a:gd name="connsiteY171-12018" fmla="*/ 1978172 h 1978172"/>
              <a:gd name="connsiteX172-12019" fmla="*/ 2077704 w 10768629"/>
              <a:gd name="connsiteY172-12020" fmla="*/ 1965002 h 1978172"/>
              <a:gd name="connsiteX173-12021" fmla="*/ 2033299 w 10768629"/>
              <a:gd name="connsiteY173-12022" fmla="*/ 1969042 h 1978172"/>
              <a:gd name="connsiteX174-12023" fmla="*/ 1967996 w 10768629"/>
              <a:gd name="connsiteY174-12024" fmla="*/ 1953187 h 1978172"/>
              <a:gd name="connsiteX175-12025" fmla="*/ 1855805 w 10768629"/>
              <a:gd name="connsiteY175-12026" fmla="*/ 1926082 h 1978172"/>
              <a:gd name="connsiteX176-12027" fmla="*/ 1790957 w 10768629"/>
              <a:gd name="connsiteY176-12028" fmla="*/ 1919460 h 1978172"/>
              <a:gd name="connsiteX177-12029" fmla="*/ 1613978 w 10768629"/>
              <a:gd name="connsiteY177-12030" fmla="*/ 1891581 h 1978172"/>
              <a:gd name="connsiteX178-12031" fmla="*/ 1436831 w 10768629"/>
              <a:gd name="connsiteY178-12032" fmla="*/ 1856201 h 1978172"/>
              <a:gd name="connsiteX179-12033" fmla="*/ 1357365 w 10768629"/>
              <a:gd name="connsiteY179-12034" fmla="*/ 1832140 h 1978172"/>
              <a:gd name="connsiteX180-12035" fmla="*/ 1232341 w 10768629"/>
              <a:gd name="connsiteY180-12036" fmla="*/ 1785942 h 1978172"/>
              <a:gd name="connsiteX181-12037" fmla="*/ 1162595 w 10768629"/>
              <a:gd name="connsiteY181-12038" fmla="*/ 1758337 h 1978172"/>
              <a:gd name="connsiteX182-12039" fmla="*/ 1128523 w 10768629"/>
              <a:gd name="connsiteY182-12040" fmla="*/ 1763621 h 1978172"/>
              <a:gd name="connsiteX183-12041" fmla="*/ 991903 w 10768629"/>
              <a:gd name="connsiteY183-12042" fmla="*/ 1786741 h 1978172"/>
              <a:gd name="connsiteX184-12043" fmla="*/ 883960 w 10768629"/>
              <a:gd name="connsiteY184-12044" fmla="*/ 1822386 h 1978172"/>
              <a:gd name="connsiteX185-12045" fmla="*/ 766531 w 10768629"/>
              <a:gd name="connsiteY185-12046" fmla="*/ 1805053 h 1978172"/>
              <a:gd name="connsiteX186-12047" fmla="*/ 669779 w 10768629"/>
              <a:gd name="connsiteY186-12048" fmla="*/ 1800537 h 1978172"/>
              <a:gd name="connsiteX187-12049" fmla="*/ 523898 w 10768629"/>
              <a:gd name="connsiteY187-12050" fmla="*/ 1811085 h 1978172"/>
              <a:gd name="connsiteX188-12051" fmla="*/ 360251 w 10768629"/>
              <a:gd name="connsiteY188-12052" fmla="*/ 1830735 h 1978172"/>
              <a:gd name="connsiteX189-12053" fmla="*/ 255207 w 10768629"/>
              <a:gd name="connsiteY189-12054" fmla="*/ 1818275 h 1978172"/>
              <a:gd name="connsiteX190-12055" fmla="*/ 101803 w 10768629"/>
              <a:gd name="connsiteY190-12056" fmla="*/ 1870647 h 1978172"/>
              <a:gd name="connsiteX191-12057" fmla="*/ 25397 w 10768629"/>
              <a:gd name="connsiteY191-12058" fmla="*/ 1888443 h 1978172"/>
              <a:gd name="connsiteX192-12059" fmla="*/ 2370 w 10768629"/>
              <a:gd name="connsiteY192-12060" fmla="*/ 1878311 h 1978172"/>
              <a:gd name="connsiteX193-12061" fmla="*/ 0 w 10768629"/>
              <a:gd name="connsiteY193-12062" fmla="*/ 1878785 h 1978172"/>
              <a:gd name="connsiteX194-12063" fmla="*/ 0 w 10768629"/>
              <a:gd name="connsiteY194-12064" fmla="*/ 0 h 1978172"/>
              <a:gd name="connsiteX0-12065" fmla="*/ 0 w 10768629"/>
              <a:gd name="connsiteY0-12066" fmla="*/ 0 h 1978172"/>
              <a:gd name="connsiteX1-12067" fmla="*/ 10768629 w 10768629"/>
              <a:gd name="connsiteY1-12068" fmla="*/ 0 h 1978172"/>
              <a:gd name="connsiteX2-12069" fmla="*/ 10733254 w 10768629"/>
              <a:gd name="connsiteY2-12070" fmla="*/ 31439 h 1978172"/>
              <a:gd name="connsiteX3-12071" fmla="*/ 10727085 w 10768629"/>
              <a:gd name="connsiteY3-12072" fmla="*/ 37910 h 1978172"/>
              <a:gd name="connsiteX4-12073" fmla="*/ 10675953 w 10768629"/>
              <a:gd name="connsiteY4-12074" fmla="*/ 68623 h 1978172"/>
              <a:gd name="connsiteX5-12075" fmla="*/ 10637091 w 10768629"/>
              <a:gd name="connsiteY5-12076" fmla="*/ 90361 h 1978172"/>
              <a:gd name="connsiteX6-12077" fmla="*/ 10610971 w 10768629"/>
              <a:gd name="connsiteY6-12078" fmla="*/ 110764 h 1978172"/>
              <a:gd name="connsiteX7-12079" fmla="*/ 10532872 w 10768629"/>
              <a:gd name="connsiteY7-12080" fmla="*/ 138028 h 1978172"/>
              <a:gd name="connsiteX8-12081" fmla="*/ 10398558 w 10768629"/>
              <a:gd name="connsiteY8-12082" fmla="*/ 172911 h 1978172"/>
              <a:gd name="connsiteX9-12083" fmla="*/ 10371128 w 10768629"/>
              <a:gd name="connsiteY9-12084" fmla="*/ 182609 h 1978172"/>
              <a:gd name="connsiteX10-12085" fmla="*/ 10352178 w 10768629"/>
              <a:gd name="connsiteY10-12086" fmla="*/ 199976 h 1978172"/>
              <a:gd name="connsiteX11-12087" fmla="*/ 10351815 w 10768629"/>
              <a:gd name="connsiteY11-12088" fmla="*/ 211879 h 1978172"/>
              <a:gd name="connsiteX12-12089" fmla="*/ 10337471 w 10768629"/>
              <a:gd name="connsiteY12-12090" fmla="*/ 218661 h 1978172"/>
              <a:gd name="connsiteX13-12091" fmla="*/ 10334625 w 10768629"/>
              <a:gd name="connsiteY13-12092" fmla="*/ 222351 h 1978172"/>
              <a:gd name="connsiteX14-12093" fmla="*/ 10256365 w 10768629"/>
              <a:gd name="connsiteY14-12094" fmla="*/ 235917 h 1978172"/>
              <a:gd name="connsiteX15-12095" fmla="*/ 10201127 w 10768629"/>
              <a:gd name="connsiteY15-12096" fmla="*/ 267448 h 1978172"/>
              <a:gd name="connsiteX16-12097" fmla="*/ 9961218 w 10768629"/>
              <a:gd name="connsiteY16-12098" fmla="*/ 326720 h 1978172"/>
              <a:gd name="connsiteX17-12099" fmla="*/ 9859715 w 10768629"/>
              <a:gd name="connsiteY17-12100" fmla="*/ 355698 h 1978172"/>
              <a:gd name="connsiteX18-12101" fmla="*/ 9679867 w 10768629"/>
              <a:gd name="connsiteY18-12102" fmla="*/ 399081 h 1978172"/>
              <a:gd name="connsiteX19-12103" fmla="*/ 9490654 w 10768629"/>
              <a:gd name="connsiteY19-12104" fmla="*/ 455225 h 1978172"/>
              <a:gd name="connsiteX20-12105" fmla="*/ 9470837 w 10768629"/>
              <a:gd name="connsiteY20-12106" fmla="*/ 452539 h 1978172"/>
              <a:gd name="connsiteX21-12107" fmla="*/ 9469082 w 10768629"/>
              <a:gd name="connsiteY21-12108" fmla="*/ 454891 h 1978172"/>
              <a:gd name="connsiteX22-12109" fmla="*/ 9448038 w 10768629"/>
              <a:gd name="connsiteY22-12110" fmla="*/ 459733 h 1978172"/>
              <a:gd name="connsiteX23-12111" fmla="*/ 9396821 w 10768629"/>
              <a:gd name="connsiteY23-12112" fmla="*/ 455795 h 1978172"/>
              <a:gd name="connsiteX24-12113" fmla="*/ 9392197 w 10768629"/>
              <a:gd name="connsiteY24-12114" fmla="*/ 459796 h 1978172"/>
              <a:gd name="connsiteX25-12115" fmla="*/ 9347994 w 10768629"/>
              <a:gd name="connsiteY25-12116" fmla="*/ 464462 h 1978172"/>
              <a:gd name="connsiteX26-12117" fmla="*/ 9347889 w 10768629"/>
              <a:gd name="connsiteY26-12118" fmla="*/ 466539 h 1978172"/>
              <a:gd name="connsiteX27-12119" fmla="*/ 9337639 w 10768629"/>
              <a:gd name="connsiteY27-12120" fmla="*/ 476654 h 1978172"/>
              <a:gd name="connsiteX28-12121" fmla="*/ 9287964 w 10768629"/>
              <a:gd name="connsiteY28-12122" fmla="*/ 513052 h 1978172"/>
              <a:gd name="connsiteX29-12123" fmla="*/ 9229283 w 10768629"/>
              <a:gd name="connsiteY29-12124" fmla="*/ 555377 h 1978172"/>
              <a:gd name="connsiteX30-12125" fmla="*/ 9220274 w 10768629"/>
              <a:gd name="connsiteY30-12126" fmla="*/ 557502 h 1978172"/>
              <a:gd name="connsiteX31-12127" fmla="*/ 9220202 w 10768629"/>
              <a:gd name="connsiteY31-12128" fmla="*/ 558001 h 1978172"/>
              <a:gd name="connsiteX32-12129" fmla="*/ 9210908 w 10768629"/>
              <a:gd name="connsiteY32-12130" fmla="*/ 561147 h 1978172"/>
              <a:gd name="connsiteX33-12131" fmla="*/ 9186374 w 10768629"/>
              <a:gd name="connsiteY33-12132" fmla="*/ 565502 h 1978172"/>
              <a:gd name="connsiteX34-12133" fmla="*/ 9181058 w 10768629"/>
              <a:gd name="connsiteY34-12134" fmla="*/ 569943 h 1978172"/>
              <a:gd name="connsiteX35-12135" fmla="*/ 9167549 w 10768629"/>
              <a:gd name="connsiteY35-12136" fmla="*/ 584727 h 1978172"/>
              <a:gd name="connsiteX36-12137" fmla="*/ 9149110 w 10768629"/>
              <a:gd name="connsiteY36-12138" fmla="*/ 598906 h 1978172"/>
              <a:gd name="connsiteX37-12139" fmla="*/ 9078556 w 10768629"/>
              <a:gd name="connsiteY37-12140" fmla="*/ 644039 h 1978172"/>
              <a:gd name="connsiteX38-12141" fmla="*/ 8996399 w 10768629"/>
              <a:gd name="connsiteY38-12142" fmla="*/ 690055 h 1978172"/>
              <a:gd name="connsiteX39-12143" fmla="*/ 8803791 w 10768629"/>
              <a:gd name="connsiteY39-12144" fmla="*/ 813860 h 1978172"/>
              <a:gd name="connsiteX40-12145" fmla="*/ 8636202 w 10768629"/>
              <a:gd name="connsiteY40-12146" fmla="*/ 848463 h 1978172"/>
              <a:gd name="connsiteX41-12147" fmla="*/ 8555372 w 10768629"/>
              <a:gd name="connsiteY41-12148" fmla="*/ 883171 h 1978172"/>
              <a:gd name="connsiteX42-12149" fmla="*/ 8507229 w 10768629"/>
              <a:gd name="connsiteY42-12150" fmla="*/ 901665 h 1978172"/>
              <a:gd name="connsiteX43-12151" fmla="*/ 8428473 w 10768629"/>
              <a:gd name="connsiteY43-12152" fmla="*/ 927985 h 1978172"/>
              <a:gd name="connsiteX44-12153" fmla="*/ 8427914 w 10768629"/>
              <a:gd name="connsiteY44-12154" fmla="*/ 933480 h 1978172"/>
              <a:gd name="connsiteX45-12155" fmla="*/ 8420327 w 10768629"/>
              <a:gd name="connsiteY45-12156" fmla="*/ 941984 h 1978172"/>
              <a:gd name="connsiteX46-12157" fmla="*/ 8394729 w 10768629"/>
              <a:gd name="connsiteY46-12158" fmla="*/ 948347 h 1978172"/>
              <a:gd name="connsiteX47-12159" fmla="*/ 8380548 w 10768629"/>
              <a:gd name="connsiteY47-12160" fmla="*/ 987916 h 1978172"/>
              <a:gd name="connsiteX48-12161" fmla="*/ 8375330 w 10768629"/>
              <a:gd name="connsiteY48-12162" fmla="*/ 965444 h 1978172"/>
              <a:gd name="connsiteX49-12163" fmla="*/ 8340796 w 10768629"/>
              <a:gd name="connsiteY49-12164" fmla="*/ 980522 h 1978172"/>
              <a:gd name="connsiteX50-12165" fmla="*/ 8304438 w 10768629"/>
              <a:gd name="connsiteY50-12166" fmla="*/ 996739 h 1978172"/>
              <a:gd name="connsiteX51-12167" fmla="*/ 8280929 w 10768629"/>
              <a:gd name="connsiteY51-12168" fmla="*/ 1023089 h 1978172"/>
              <a:gd name="connsiteX52-12169" fmla="*/ 8275760 w 10768629"/>
              <a:gd name="connsiteY52-12170" fmla="*/ 1027772 h 1978172"/>
              <a:gd name="connsiteX53-12171" fmla="*/ 8275478 w 10768629"/>
              <a:gd name="connsiteY53-12172" fmla="*/ 1027605 h 1978172"/>
              <a:gd name="connsiteX54-12173" fmla="*/ 8249003 w 10768629"/>
              <a:gd name="connsiteY54-12174" fmla="*/ 1032033 h 1978172"/>
              <a:gd name="connsiteX55-12175" fmla="*/ 8203836 w 10768629"/>
              <a:gd name="connsiteY55-12176" fmla="*/ 1037347 h 1978172"/>
              <a:gd name="connsiteX56-12177" fmla="*/ 8122936 w 10768629"/>
              <a:gd name="connsiteY56-12178" fmla="*/ 1063113 h 1978172"/>
              <a:gd name="connsiteX57-12179" fmla="*/ 8043658 w 10768629"/>
              <a:gd name="connsiteY57-12180" fmla="*/ 1092746 h 1978172"/>
              <a:gd name="connsiteX58-12181" fmla="*/ 8015351 w 10768629"/>
              <a:gd name="connsiteY58-12182" fmla="*/ 1105478 h 1978172"/>
              <a:gd name="connsiteX59-12183" fmla="*/ 7963145 w 10768629"/>
              <a:gd name="connsiteY59-12184" fmla="*/ 1119346 h 1978172"/>
              <a:gd name="connsiteX60-12185" fmla="*/ 7938145 w 10768629"/>
              <a:gd name="connsiteY60-12186" fmla="*/ 1120225 h 1978172"/>
              <a:gd name="connsiteX61-12187" fmla="*/ 7937238 w 10768629"/>
              <a:gd name="connsiteY61-12188" fmla="*/ 1121204 h 1978172"/>
              <a:gd name="connsiteX62-12189" fmla="*/ 7934398 w 10768629"/>
              <a:gd name="connsiteY62-12190" fmla="*/ 1118240 h 1978172"/>
              <a:gd name="connsiteX63-12191" fmla="*/ 7918248 w 10768629"/>
              <a:gd name="connsiteY63-12192" fmla="*/ 1124371 h 1978172"/>
              <a:gd name="connsiteX64-12193" fmla="*/ 7914119 w 10768629"/>
              <a:gd name="connsiteY64-12194" fmla="*/ 1127653 h 1978172"/>
              <a:gd name="connsiteX65-12195" fmla="*/ 7907658 w 10768629"/>
              <a:gd name="connsiteY65-12196" fmla="*/ 1130350 h 1978172"/>
              <a:gd name="connsiteX66-12197" fmla="*/ 7907434 w 10768629"/>
              <a:gd name="connsiteY66-12198" fmla="*/ 1130103 h 1978172"/>
              <a:gd name="connsiteX67-12199" fmla="*/ 7901508 w 10768629"/>
              <a:gd name="connsiteY67-12200" fmla="*/ 1133245 h 1978172"/>
              <a:gd name="connsiteX68-12201" fmla="*/ 7873287 w 10768629"/>
              <a:gd name="connsiteY68-12202" fmla="*/ 1152609 h 1978172"/>
              <a:gd name="connsiteX69-12203" fmla="*/ 7834833 w 10768629"/>
              <a:gd name="connsiteY69-12204" fmla="*/ 1153868 h 1978172"/>
              <a:gd name="connsiteX70-12205" fmla="*/ 7828661 w 10768629"/>
              <a:gd name="connsiteY70-12206" fmla="*/ 1139994 h 1978172"/>
              <a:gd name="connsiteX71-12207" fmla="*/ 7823966 w 10768629"/>
              <a:gd name="connsiteY71-12208" fmla="*/ 1143178 h 1978172"/>
              <a:gd name="connsiteX72-12209" fmla="*/ 7815078 w 10768629"/>
              <a:gd name="connsiteY72-12210" fmla="*/ 1151776 h 1978172"/>
              <a:gd name="connsiteX73-12211" fmla="*/ 7812026 w 10768629"/>
              <a:gd name="connsiteY73-12212" fmla="*/ 1151522 h 1978172"/>
              <a:gd name="connsiteX74-12213" fmla="*/ 7782249 w 10768629"/>
              <a:gd name="connsiteY74-12214" fmla="*/ 1160970 h 1978172"/>
              <a:gd name="connsiteX75-12215" fmla="*/ 7773476 w 10768629"/>
              <a:gd name="connsiteY75-12216" fmla="*/ 1157414 h 1978172"/>
              <a:gd name="connsiteX76-12217" fmla="*/ 7769600 w 10768629"/>
              <a:gd name="connsiteY76-12218" fmla="*/ 1157365 h 1978172"/>
              <a:gd name="connsiteX77-12219" fmla="*/ 7752631 w 10768629"/>
              <a:gd name="connsiteY77-12220" fmla="*/ 1172815 h 1978172"/>
              <a:gd name="connsiteX78-12221" fmla="*/ 7739392 w 10768629"/>
              <a:gd name="connsiteY78-12222" fmla="*/ 1192062 h 1978172"/>
              <a:gd name="connsiteX79-12223" fmla="*/ 7677677 w 10768629"/>
              <a:gd name="connsiteY79-12224" fmla="*/ 1216394 h 1978172"/>
              <a:gd name="connsiteX80-12225" fmla="*/ 7586920 w 10768629"/>
              <a:gd name="connsiteY80-12226" fmla="*/ 1261888 h 1978172"/>
              <a:gd name="connsiteX81-12227" fmla="*/ 7486100 w 10768629"/>
              <a:gd name="connsiteY81-12228" fmla="*/ 1292563 h 1978172"/>
              <a:gd name="connsiteX82-12229" fmla="*/ 7411323 w 10768629"/>
              <a:gd name="connsiteY82-12230" fmla="*/ 1340732 h 1978172"/>
              <a:gd name="connsiteX83-12231" fmla="*/ 7240698 w 10768629"/>
              <a:gd name="connsiteY83-12232" fmla="*/ 1438832 h 1978172"/>
              <a:gd name="connsiteX84-12233" fmla="*/ 7197675 w 10768629"/>
              <a:gd name="connsiteY84-12234" fmla="*/ 1447530 h 1978172"/>
              <a:gd name="connsiteX85-12235" fmla="*/ 7164788 w 10768629"/>
              <a:gd name="connsiteY85-12236" fmla="*/ 1480293 h 1978172"/>
              <a:gd name="connsiteX86-12237" fmla="*/ 7147929 w 10768629"/>
              <a:gd name="connsiteY86-12238" fmla="*/ 1477641 h 1978172"/>
              <a:gd name="connsiteX87-12239" fmla="*/ 7144965 w 10768629"/>
              <a:gd name="connsiteY87-12240" fmla="*/ 1476908 h 1978172"/>
              <a:gd name="connsiteX88-12241" fmla="*/ 7134299 w 10768629"/>
              <a:gd name="connsiteY88-12242" fmla="*/ 1479969 h 1978172"/>
              <a:gd name="connsiteX89-12243" fmla="*/ 7129809 w 10768629"/>
              <a:gd name="connsiteY89-12244" fmla="*/ 1473339 h 1978172"/>
              <a:gd name="connsiteX90-12245" fmla="*/ 7112688 w 10768629"/>
              <a:gd name="connsiteY90-12246" fmla="*/ 1472575 h 1978172"/>
              <a:gd name="connsiteX91-12247" fmla="*/ 7093470 w 10768629"/>
              <a:gd name="connsiteY91-12248" fmla="*/ 1480300 h 1978172"/>
              <a:gd name="connsiteX92-12249" fmla="*/ 7025034 w 10768629"/>
              <a:gd name="connsiteY92-12250" fmla="*/ 1506934 h 1978172"/>
              <a:gd name="connsiteX93-12251" fmla="*/ 7014783 w 10768629"/>
              <a:gd name="connsiteY93-12252" fmla="*/ 1515868 h 1978172"/>
              <a:gd name="connsiteX94-12253" fmla="*/ 6979706 w 10768629"/>
              <a:gd name="connsiteY94-12254" fmla="*/ 1523511 h 1978172"/>
              <a:gd name="connsiteX95-12255" fmla="*/ 6977890 w 10768629"/>
              <a:gd name="connsiteY95-12256" fmla="*/ 1525793 h 1978172"/>
              <a:gd name="connsiteX96-12257" fmla="*/ 6944339 w 10768629"/>
              <a:gd name="connsiteY96-12258" fmla="*/ 1536237 h 1978172"/>
              <a:gd name="connsiteX97-12259" fmla="*/ 6886996 w 10768629"/>
              <a:gd name="connsiteY97-12260" fmla="*/ 1563569 h 1978172"/>
              <a:gd name="connsiteX98-12261" fmla="*/ 6874510 w 10768629"/>
              <a:gd name="connsiteY98-12262" fmla="*/ 1558469 h 1978172"/>
              <a:gd name="connsiteX99-12263" fmla="*/ 6871943 w 10768629"/>
              <a:gd name="connsiteY99-12264" fmla="*/ 1554651 h 1978172"/>
              <a:gd name="connsiteX100-12265" fmla="*/ 6856174 w 10768629"/>
              <a:gd name="connsiteY100-12266" fmla="*/ 1562024 h 1978172"/>
              <a:gd name="connsiteX101-12267" fmla="*/ 6842321 w 10768629"/>
              <a:gd name="connsiteY101-12268" fmla="*/ 1560554 h 1978172"/>
              <a:gd name="connsiteX102-12269" fmla="*/ 6832713 w 10768629"/>
              <a:gd name="connsiteY102-12270" fmla="*/ 1569357 h 1978172"/>
              <a:gd name="connsiteX103-12271" fmla="*/ 6816351 w 10768629"/>
              <a:gd name="connsiteY103-12272" fmla="*/ 1571495 h 1978172"/>
              <a:gd name="connsiteX104-12273" fmla="*/ 6795800 w 10768629"/>
              <a:gd name="connsiteY104-12274" fmla="*/ 1572010 h 1978172"/>
              <a:gd name="connsiteX105-12275" fmla="*/ 6777546 w 10768629"/>
              <a:gd name="connsiteY105-12276" fmla="*/ 1568661 h 1978172"/>
              <a:gd name="connsiteX106-12277" fmla="*/ 6751528 w 10768629"/>
              <a:gd name="connsiteY106-12278" fmla="*/ 1574143 h 1978172"/>
              <a:gd name="connsiteX107-12279" fmla="*/ 6691966 w 10768629"/>
              <a:gd name="connsiteY107-12280" fmla="*/ 1582255 h 1978172"/>
              <a:gd name="connsiteX108-12281" fmla="*/ 6646941 w 10768629"/>
              <a:gd name="connsiteY108-12282" fmla="*/ 1588471 h 1978172"/>
              <a:gd name="connsiteX109-12283" fmla="*/ 6568576 w 10768629"/>
              <a:gd name="connsiteY109-12284" fmla="*/ 1606488 h 1978172"/>
              <a:gd name="connsiteX110-12285" fmla="*/ 6554358 w 10768629"/>
              <a:gd name="connsiteY110-12286" fmla="*/ 1621701 h 1978172"/>
              <a:gd name="connsiteX111-12287" fmla="*/ 6516968 w 10768629"/>
              <a:gd name="connsiteY111-12288" fmla="*/ 1617195 h 1978172"/>
              <a:gd name="connsiteX112-12289" fmla="*/ 6506479 w 10768629"/>
              <a:gd name="connsiteY112-12290" fmla="*/ 1602227 h 1978172"/>
              <a:gd name="connsiteX113-12291" fmla="*/ 6458436 w 10768629"/>
              <a:gd name="connsiteY113-12292" fmla="*/ 1607332 h 1978172"/>
              <a:gd name="connsiteX114-12293" fmla="*/ 6414786 w 10768629"/>
              <a:gd name="connsiteY114-12294" fmla="*/ 1628815 h 1978172"/>
              <a:gd name="connsiteX115-12295" fmla="*/ 6357085 w 10768629"/>
              <a:gd name="connsiteY115-12296" fmla="*/ 1640846 h 1978172"/>
              <a:gd name="connsiteX116-12297" fmla="*/ 6322636 w 10768629"/>
              <a:gd name="connsiteY116-12298" fmla="*/ 1648213 h 1978172"/>
              <a:gd name="connsiteX117-12299" fmla="*/ 6226172 w 10768629"/>
              <a:gd name="connsiteY117-12300" fmla="*/ 1654676 h 1978172"/>
              <a:gd name="connsiteX118-12301" fmla="*/ 6221217 w 10768629"/>
              <a:gd name="connsiteY118-12302" fmla="*/ 1654506 h 1978172"/>
              <a:gd name="connsiteX119-12303" fmla="*/ 6204956 w 10768629"/>
              <a:gd name="connsiteY119-12304" fmla="*/ 1664280 h 1978172"/>
              <a:gd name="connsiteX120-12305" fmla="*/ 6204270 w 10768629"/>
              <a:gd name="connsiteY120-12306" fmla="*/ 1666782 h 1978172"/>
              <a:gd name="connsiteX121-12307" fmla="*/ 6143810 w 10768629"/>
              <a:gd name="connsiteY121-12308" fmla="*/ 1661963 h 1978172"/>
              <a:gd name="connsiteX122-12309" fmla="*/ 6136560 w 10768629"/>
              <a:gd name="connsiteY122-12310" fmla="*/ 1665728 h 1978172"/>
              <a:gd name="connsiteX123-12311" fmla="*/ 6096155 w 10768629"/>
              <a:gd name="connsiteY123-12312" fmla="*/ 1656951 h 1978172"/>
              <a:gd name="connsiteX124-12313" fmla="*/ 6075812 w 10768629"/>
              <a:gd name="connsiteY124-12314" fmla="*/ 1655422 h 1978172"/>
              <a:gd name="connsiteX125-12315" fmla="*/ 6039495 w 10768629"/>
              <a:gd name="connsiteY125-12316" fmla="*/ 1649680 h 1978172"/>
              <a:gd name="connsiteX126-12317" fmla="*/ 6036523 w 10768629"/>
              <a:gd name="connsiteY126-12318" fmla="*/ 1652121 h 1978172"/>
              <a:gd name="connsiteX127-12319" fmla="*/ 6029328 w 10768629"/>
              <a:gd name="connsiteY127-12320" fmla="*/ 1649904 h 1978172"/>
              <a:gd name="connsiteX128-12321" fmla="*/ 6024075 w 10768629"/>
              <a:gd name="connsiteY128-12322" fmla="*/ 1652779 h 1978172"/>
              <a:gd name="connsiteX129-12323" fmla="*/ 6018085 w 10768629"/>
              <a:gd name="connsiteY129-12324" fmla="*/ 1652030 h 1978172"/>
              <a:gd name="connsiteX130-12325" fmla="*/ 5955513 w 10768629"/>
              <a:gd name="connsiteY130-12326" fmla="*/ 1663584 h 1978172"/>
              <a:gd name="connsiteX131-12327" fmla="*/ 5941996 w 10768629"/>
              <a:gd name="connsiteY131-12328" fmla="*/ 1661326 h 1978172"/>
              <a:gd name="connsiteX132-12329" fmla="*/ 5931789 w 10768629"/>
              <a:gd name="connsiteY132-12330" fmla="*/ 1669915 h 1978172"/>
              <a:gd name="connsiteX133-12331" fmla="*/ 5888686 w 10768629"/>
              <a:gd name="connsiteY133-12332" fmla="*/ 1672175 h 1978172"/>
              <a:gd name="connsiteX134-12333" fmla="*/ 5873794 w 10768629"/>
              <a:gd name="connsiteY134-12334" fmla="*/ 1665454 h 1978172"/>
              <a:gd name="connsiteX135-12335" fmla="*/ 5860022 w 10768629"/>
              <a:gd name="connsiteY135-12336" fmla="*/ 1660635 h 1978172"/>
              <a:gd name="connsiteX136-12337" fmla="*/ 5858237 w 10768629"/>
              <a:gd name="connsiteY136-12338" fmla="*/ 1660649 h 1978172"/>
              <a:gd name="connsiteX137-12339" fmla="*/ 5840319 w 10768629"/>
              <a:gd name="connsiteY137-12340" fmla="*/ 1660798 h 1978172"/>
              <a:gd name="connsiteX138-12341" fmla="*/ 5806984 w 10768629"/>
              <a:gd name="connsiteY138-12342" fmla="*/ 1661075 h 1978172"/>
              <a:gd name="connsiteX139-12343" fmla="*/ 5742351 w 10768629"/>
              <a:gd name="connsiteY139-12344" fmla="*/ 1667489 h 1978172"/>
              <a:gd name="connsiteX140-12345" fmla="*/ 5521171 w 10768629"/>
              <a:gd name="connsiteY140-12346" fmla="*/ 1671626 h 1978172"/>
              <a:gd name="connsiteX141-12347" fmla="*/ 5457384 w 10768629"/>
              <a:gd name="connsiteY141-12348" fmla="*/ 1683952 h 1978172"/>
              <a:gd name="connsiteX142-12349" fmla="*/ 4950070 w 10768629"/>
              <a:gd name="connsiteY142-12350" fmla="*/ 1748401 h 1978172"/>
              <a:gd name="connsiteX143-12351" fmla="*/ 4872172 w 10768629"/>
              <a:gd name="connsiteY143-12352" fmla="*/ 1757222 h 1978172"/>
              <a:gd name="connsiteX144-12353" fmla="*/ 4809524 w 10768629"/>
              <a:gd name="connsiteY144-12354" fmla="*/ 1761033 h 1978172"/>
              <a:gd name="connsiteX145-12355" fmla="*/ 4759058 w 10768629"/>
              <a:gd name="connsiteY145-12356" fmla="*/ 1766533 h 1978172"/>
              <a:gd name="connsiteX146-12357" fmla="*/ 4719749 w 10768629"/>
              <a:gd name="connsiteY146-12358" fmla="*/ 1771811 h 1978172"/>
              <a:gd name="connsiteX147-12359" fmla="*/ 4568686 w 10768629"/>
              <a:gd name="connsiteY147-12360" fmla="*/ 1786141 h 1978172"/>
              <a:gd name="connsiteX148-12361" fmla="*/ 4418751 w 10768629"/>
              <a:gd name="connsiteY148-12362" fmla="*/ 1796932 h 1978172"/>
              <a:gd name="connsiteX149-12363" fmla="*/ 4378377 w 10768629"/>
              <a:gd name="connsiteY149-12364" fmla="*/ 1815528 h 1978172"/>
              <a:gd name="connsiteX150-12365" fmla="*/ 4320575 w 10768629"/>
              <a:gd name="connsiteY150-12366" fmla="*/ 1832722 h 1978172"/>
              <a:gd name="connsiteX151-12367" fmla="*/ 4220200 w 10768629"/>
              <a:gd name="connsiteY151-12368" fmla="*/ 1873173 h 1978172"/>
              <a:gd name="connsiteX152-12369" fmla="*/ 4105361 w 10768629"/>
              <a:gd name="connsiteY152-12370" fmla="*/ 1894711 h 1978172"/>
              <a:gd name="connsiteX153-12371" fmla="*/ 3973223 w 10768629"/>
              <a:gd name="connsiteY153-12372" fmla="*/ 1881015 h 1978172"/>
              <a:gd name="connsiteX154-12373" fmla="*/ 3900992 w 10768629"/>
              <a:gd name="connsiteY154-12374" fmla="*/ 1880603 h 1978172"/>
              <a:gd name="connsiteX155-12375" fmla="*/ 3662119 w 10768629"/>
              <a:gd name="connsiteY155-12376" fmla="*/ 1889285 h 1978172"/>
              <a:gd name="connsiteX156-12377" fmla="*/ 3496919 w 10768629"/>
              <a:gd name="connsiteY156-12378" fmla="*/ 1873180 h 1978172"/>
              <a:gd name="connsiteX157-12379" fmla="*/ 3449433 w 10768629"/>
              <a:gd name="connsiteY157-12380" fmla="*/ 1889681 h 1978172"/>
              <a:gd name="connsiteX158-12381" fmla="*/ 3369766 w 10768629"/>
              <a:gd name="connsiteY158-12382" fmla="*/ 1916653 h 1978172"/>
              <a:gd name="connsiteX159-12383" fmla="*/ 3269672 w 10768629"/>
              <a:gd name="connsiteY159-12384" fmla="*/ 1938036 h 1978172"/>
              <a:gd name="connsiteX160-12385" fmla="*/ 3224897 w 10768629"/>
              <a:gd name="connsiteY160-12386" fmla="*/ 1943733 h 1978172"/>
              <a:gd name="connsiteX161-12387" fmla="*/ 3161463 w 10768629"/>
              <a:gd name="connsiteY161-12388" fmla="*/ 1946591 h 1978172"/>
              <a:gd name="connsiteX162-12389" fmla="*/ 3112044 w 10768629"/>
              <a:gd name="connsiteY162-12390" fmla="*/ 1935614 h 1978172"/>
              <a:gd name="connsiteX163-12391" fmla="*/ 3069716 w 10768629"/>
              <a:gd name="connsiteY163-12392" fmla="*/ 1930463 h 1978172"/>
              <a:gd name="connsiteX164-12393" fmla="*/ 3005773 w 10768629"/>
              <a:gd name="connsiteY164-12394" fmla="*/ 1915878 h 1978172"/>
              <a:gd name="connsiteX165-12395" fmla="*/ 2897201 w 10768629"/>
              <a:gd name="connsiteY165-12396" fmla="*/ 1926772 h 1978172"/>
              <a:gd name="connsiteX166-12397" fmla="*/ 2783891 w 10768629"/>
              <a:gd name="connsiteY166-12398" fmla="*/ 1931749 h 1978172"/>
              <a:gd name="connsiteX167-12399" fmla="*/ 2712447 w 10768629"/>
              <a:gd name="connsiteY167-12400" fmla="*/ 1933044 h 1978172"/>
              <a:gd name="connsiteX168-12401" fmla="*/ 2560151 w 10768629"/>
              <a:gd name="connsiteY168-12402" fmla="*/ 1963609 h 1978172"/>
              <a:gd name="connsiteX169-12403" fmla="*/ 2367221 w 10768629"/>
              <a:gd name="connsiteY169-12404" fmla="*/ 1971884 h 1978172"/>
              <a:gd name="connsiteX170-12405" fmla="*/ 2272130 w 10768629"/>
              <a:gd name="connsiteY170-12406" fmla="*/ 1961162 h 1978172"/>
              <a:gd name="connsiteX171-12407" fmla="*/ 2189404 w 10768629"/>
              <a:gd name="connsiteY171-12408" fmla="*/ 1978172 h 1978172"/>
              <a:gd name="connsiteX172-12409" fmla="*/ 2077704 w 10768629"/>
              <a:gd name="connsiteY172-12410" fmla="*/ 1965002 h 1978172"/>
              <a:gd name="connsiteX173-12411" fmla="*/ 2033299 w 10768629"/>
              <a:gd name="connsiteY173-12412" fmla="*/ 1969042 h 1978172"/>
              <a:gd name="connsiteX174-12413" fmla="*/ 1967996 w 10768629"/>
              <a:gd name="connsiteY174-12414" fmla="*/ 1953187 h 1978172"/>
              <a:gd name="connsiteX175-12415" fmla="*/ 1855805 w 10768629"/>
              <a:gd name="connsiteY175-12416" fmla="*/ 1926082 h 1978172"/>
              <a:gd name="connsiteX176-12417" fmla="*/ 1790957 w 10768629"/>
              <a:gd name="connsiteY176-12418" fmla="*/ 1919460 h 1978172"/>
              <a:gd name="connsiteX177-12419" fmla="*/ 1613978 w 10768629"/>
              <a:gd name="connsiteY177-12420" fmla="*/ 1891581 h 1978172"/>
              <a:gd name="connsiteX178-12421" fmla="*/ 1436831 w 10768629"/>
              <a:gd name="connsiteY178-12422" fmla="*/ 1856201 h 1978172"/>
              <a:gd name="connsiteX179-12423" fmla="*/ 1357365 w 10768629"/>
              <a:gd name="connsiteY179-12424" fmla="*/ 1832140 h 1978172"/>
              <a:gd name="connsiteX180-12425" fmla="*/ 1232341 w 10768629"/>
              <a:gd name="connsiteY180-12426" fmla="*/ 1785942 h 1978172"/>
              <a:gd name="connsiteX181-12427" fmla="*/ 1162595 w 10768629"/>
              <a:gd name="connsiteY181-12428" fmla="*/ 1758337 h 1978172"/>
              <a:gd name="connsiteX182-12429" fmla="*/ 1128523 w 10768629"/>
              <a:gd name="connsiteY182-12430" fmla="*/ 1763621 h 1978172"/>
              <a:gd name="connsiteX183-12431" fmla="*/ 991903 w 10768629"/>
              <a:gd name="connsiteY183-12432" fmla="*/ 1786741 h 1978172"/>
              <a:gd name="connsiteX184-12433" fmla="*/ 883960 w 10768629"/>
              <a:gd name="connsiteY184-12434" fmla="*/ 1822386 h 1978172"/>
              <a:gd name="connsiteX185-12435" fmla="*/ 766531 w 10768629"/>
              <a:gd name="connsiteY185-12436" fmla="*/ 1805053 h 1978172"/>
              <a:gd name="connsiteX186-12437" fmla="*/ 669779 w 10768629"/>
              <a:gd name="connsiteY186-12438" fmla="*/ 1800537 h 1978172"/>
              <a:gd name="connsiteX187-12439" fmla="*/ 523898 w 10768629"/>
              <a:gd name="connsiteY187-12440" fmla="*/ 1811085 h 1978172"/>
              <a:gd name="connsiteX188-12441" fmla="*/ 360251 w 10768629"/>
              <a:gd name="connsiteY188-12442" fmla="*/ 1830735 h 1978172"/>
              <a:gd name="connsiteX189-12443" fmla="*/ 255207 w 10768629"/>
              <a:gd name="connsiteY189-12444" fmla="*/ 1818275 h 1978172"/>
              <a:gd name="connsiteX190-12445" fmla="*/ 101803 w 10768629"/>
              <a:gd name="connsiteY190-12446" fmla="*/ 1870647 h 1978172"/>
              <a:gd name="connsiteX191-12447" fmla="*/ 25397 w 10768629"/>
              <a:gd name="connsiteY191-12448" fmla="*/ 1888443 h 1978172"/>
              <a:gd name="connsiteX192-12449" fmla="*/ 2370 w 10768629"/>
              <a:gd name="connsiteY192-12450" fmla="*/ 1878311 h 1978172"/>
              <a:gd name="connsiteX193-12451" fmla="*/ 0 w 10768629"/>
              <a:gd name="connsiteY193-12452" fmla="*/ 1878785 h 1978172"/>
              <a:gd name="connsiteX194-12453" fmla="*/ 0 w 10768629"/>
              <a:gd name="connsiteY194-12454" fmla="*/ 0 h 1978172"/>
              <a:gd name="connsiteX0-12455" fmla="*/ 0 w 10768629"/>
              <a:gd name="connsiteY0-12456" fmla="*/ 0 h 1978172"/>
              <a:gd name="connsiteX1-12457" fmla="*/ 10768629 w 10768629"/>
              <a:gd name="connsiteY1-12458" fmla="*/ 0 h 1978172"/>
              <a:gd name="connsiteX2-12459" fmla="*/ 10733254 w 10768629"/>
              <a:gd name="connsiteY2-12460" fmla="*/ 31439 h 1978172"/>
              <a:gd name="connsiteX3-12461" fmla="*/ 10727085 w 10768629"/>
              <a:gd name="connsiteY3-12462" fmla="*/ 37910 h 1978172"/>
              <a:gd name="connsiteX4-12463" fmla="*/ 10675953 w 10768629"/>
              <a:gd name="connsiteY4-12464" fmla="*/ 68623 h 1978172"/>
              <a:gd name="connsiteX5-12465" fmla="*/ 10637091 w 10768629"/>
              <a:gd name="connsiteY5-12466" fmla="*/ 90361 h 1978172"/>
              <a:gd name="connsiteX6-12467" fmla="*/ 10610971 w 10768629"/>
              <a:gd name="connsiteY6-12468" fmla="*/ 110764 h 1978172"/>
              <a:gd name="connsiteX7-12469" fmla="*/ 10532872 w 10768629"/>
              <a:gd name="connsiteY7-12470" fmla="*/ 138028 h 1978172"/>
              <a:gd name="connsiteX8-12471" fmla="*/ 10398558 w 10768629"/>
              <a:gd name="connsiteY8-12472" fmla="*/ 172911 h 1978172"/>
              <a:gd name="connsiteX9-12473" fmla="*/ 10371128 w 10768629"/>
              <a:gd name="connsiteY9-12474" fmla="*/ 182609 h 1978172"/>
              <a:gd name="connsiteX10-12475" fmla="*/ 10352178 w 10768629"/>
              <a:gd name="connsiteY10-12476" fmla="*/ 199976 h 1978172"/>
              <a:gd name="connsiteX11-12477" fmla="*/ 10351815 w 10768629"/>
              <a:gd name="connsiteY11-12478" fmla="*/ 211879 h 1978172"/>
              <a:gd name="connsiteX12-12479" fmla="*/ 10337471 w 10768629"/>
              <a:gd name="connsiteY12-12480" fmla="*/ 218661 h 1978172"/>
              <a:gd name="connsiteX13-12481" fmla="*/ 10334625 w 10768629"/>
              <a:gd name="connsiteY13-12482" fmla="*/ 222351 h 1978172"/>
              <a:gd name="connsiteX14-12483" fmla="*/ 10256365 w 10768629"/>
              <a:gd name="connsiteY14-12484" fmla="*/ 235917 h 1978172"/>
              <a:gd name="connsiteX15-12485" fmla="*/ 10201127 w 10768629"/>
              <a:gd name="connsiteY15-12486" fmla="*/ 267448 h 1978172"/>
              <a:gd name="connsiteX16-12487" fmla="*/ 9961218 w 10768629"/>
              <a:gd name="connsiteY16-12488" fmla="*/ 326720 h 1978172"/>
              <a:gd name="connsiteX17-12489" fmla="*/ 9859715 w 10768629"/>
              <a:gd name="connsiteY17-12490" fmla="*/ 355698 h 1978172"/>
              <a:gd name="connsiteX18-12491" fmla="*/ 9679867 w 10768629"/>
              <a:gd name="connsiteY18-12492" fmla="*/ 399081 h 1978172"/>
              <a:gd name="connsiteX19-12493" fmla="*/ 9490654 w 10768629"/>
              <a:gd name="connsiteY19-12494" fmla="*/ 455225 h 1978172"/>
              <a:gd name="connsiteX20-12495" fmla="*/ 9470837 w 10768629"/>
              <a:gd name="connsiteY20-12496" fmla="*/ 452539 h 1978172"/>
              <a:gd name="connsiteX21-12497" fmla="*/ 9469082 w 10768629"/>
              <a:gd name="connsiteY21-12498" fmla="*/ 454891 h 1978172"/>
              <a:gd name="connsiteX22-12499" fmla="*/ 9448038 w 10768629"/>
              <a:gd name="connsiteY22-12500" fmla="*/ 459733 h 1978172"/>
              <a:gd name="connsiteX23-12501" fmla="*/ 9396821 w 10768629"/>
              <a:gd name="connsiteY23-12502" fmla="*/ 455795 h 1978172"/>
              <a:gd name="connsiteX24-12503" fmla="*/ 9392197 w 10768629"/>
              <a:gd name="connsiteY24-12504" fmla="*/ 459796 h 1978172"/>
              <a:gd name="connsiteX25-12505" fmla="*/ 9347994 w 10768629"/>
              <a:gd name="connsiteY25-12506" fmla="*/ 464462 h 1978172"/>
              <a:gd name="connsiteX26-12507" fmla="*/ 9347889 w 10768629"/>
              <a:gd name="connsiteY26-12508" fmla="*/ 466539 h 1978172"/>
              <a:gd name="connsiteX27-12509" fmla="*/ 9337639 w 10768629"/>
              <a:gd name="connsiteY27-12510" fmla="*/ 476654 h 1978172"/>
              <a:gd name="connsiteX28-12511" fmla="*/ 9287964 w 10768629"/>
              <a:gd name="connsiteY28-12512" fmla="*/ 513052 h 1978172"/>
              <a:gd name="connsiteX29-12513" fmla="*/ 9229283 w 10768629"/>
              <a:gd name="connsiteY29-12514" fmla="*/ 555377 h 1978172"/>
              <a:gd name="connsiteX30-12515" fmla="*/ 9220274 w 10768629"/>
              <a:gd name="connsiteY30-12516" fmla="*/ 557502 h 1978172"/>
              <a:gd name="connsiteX31-12517" fmla="*/ 9220202 w 10768629"/>
              <a:gd name="connsiteY31-12518" fmla="*/ 558001 h 1978172"/>
              <a:gd name="connsiteX32-12519" fmla="*/ 9210908 w 10768629"/>
              <a:gd name="connsiteY32-12520" fmla="*/ 561147 h 1978172"/>
              <a:gd name="connsiteX33-12521" fmla="*/ 9186374 w 10768629"/>
              <a:gd name="connsiteY33-12522" fmla="*/ 565502 h 1978172"/>
              <a:gd name="connsiteX34-12523" fmla="*/ 9181058 w 10768629"/>
              <a:gd name="connsiteY34-12524" fmla="*/ 569943 h 1978172"/>
              <a:gd name="connsiteX35-12525" fmla="*/ 9167549 w 10768629"/>
              <a:gd name="connsiteY35-12526" fmla="*/ 584727 h 1978172"/>
              <a:gd name="connsiteX36-12527" fmla="*/ 9149110 w 10768629"/>
              <a:gd name="connsiteY36-12528" fmla="*/ 598906 h 1978172"/>
              <a:gd name="connsiteX37-12529" fmla="*/ 9078556 w 10768629"/>
              <a:gd name="connsiteY37-12530" fmla="*/ 644039 h 1978172"/>
              <a:gd name="connsiteX38-12531" fmla="*/ 8996399 w 10768629"/>
              <a:gd name="connsiteY38-12532" fmla="*/ 690055 h 1978172"/>
              <a:gd name="connsiteX39-12533" fmla="*/ 8803791 w 10768629"/>
              <a:gd name="connsiteY39-12534" fmla="*/ 813860 h 1978172"/>
              <a:gd name="connsiteX40-12535" fmla="*/ 8636202 w 10768629"/>
              <a:gd name="connsiteY40-12536" fmla="*/ 848463 h 1978172"/>
              <a:gd name="connsiteX41-12537" fmla="*/ 8555372 w 10768629"/>
              <a:gd name="connsiteY41-12538" fmla="*/ 883171 h 1978172"/>
              <a:gd name="connsiteX42-12539" fmla="*/ 8507229 w 10768629"/>
              <a:gd name="connsiteY42-12540" fmla="*/ 901665 h 1978172"/>
              <a:gd name="connsiteX43-12541" fmla="*/ 8428473 w 10768629"/>
              <a:gd name="connsiteY43-12542" fmla="*/ 927985 h 1978172"/>
              <a:gd name="connsiteX44-12543" fmla="*/ 8427914 w 10768629"/>
              <a:gd name="connsiteY44-12544" fmla="*/ 933480 h 1978172"/>
              <a:gd name="connsiteX45-12545" fmla="*/ 8420327 w 10768629"/>
              <a:gd name="connsiteY45-12546" fmla="*/ 941984 h 1978172"/>
              <a:gd name="connsiteX46-12547" fmla="*/ 8394729 w 10768629"/>
              <a:gd name="connsiteY46-12548" fmla="*/ 948347 h 1978172"/>
              <a:gd name="connsiteX47-12549" fmla="*/ 8380548 w 10768629"/>
              <a:gd name="connsiteY47-12550" fmla="*/ 987916 h 1978172"/>
              <a:gd name="connsiteX48-12551" fmla="*/ 8375330 w 10768629"/>
              <a:gd name="connsiteY48-12552" fmla="*/ 965444 h 1978172"/>
              <a:gd name="connsiteX49-12553" fmla="*/ 8340796 w 10768629"/>
              <a:gd name="connsiteY49-12554" fmla="*/ 980522 h 1978172"/>
              <a:gd name="connsiteX50-12555" fmla="*/ 8304438 w 10768629"/>
              <a:gd name="connsiteY50-12556" fmla="*/ 996739 h 1978172"/>
              <a:gd name="connsiteX51-12557" fmla="*/ 8280929 w 10768629"/>
              <a:gd name="connsiteY51-12558" fmla="*/ 1023089 h 1978172"/>
              <a:gd name="connsiteX52-12559" fmla="*/ 8275760 w 10768629"/>
              <a:gd name="connsiteY52-12560" fmla="*/ 1027772 h 1978172"/>
              <a:gd name="connsiteX53-12561" fmla="*/ 8275478 w 10768629"/>
              <a:gd name="connsiteY53-12562" fmla="*/ 1027605 h 1978172"/>
              <a:gd name="connsiteX54-12563" fmla="*/ 8249003 w 10768629"/>
              <a:gd name="connsiteY54-12564" fmla="*/ 1032033 h 1978172"/>
              <a:gd name="connsiteX55-12565" fmla="*/ 8203836 w 10768629"/>
              <a:gd name="connsiteY55-12566" fmla="*/ 1037347 h 1978172"/>
              <a:gd name="connsiteX56-12567" fmla="*/ 8122936 w 10768629"/>
              <a:gd name="connsiteY56-12568" fmla="*/ 1063113 h 1978172"/>
              <a:gd name="connsiteX57-12569" fmla="*/ 8043658 w 10768629"/>
              <a:gd name="connsiteY57-12570" fmla="*/ 1092746 h 1978172"/>
              <a:gd name="connsiteX58-12571" fmla="*/ 8015351 w 10768629"/>
              <a:gd name="connsiteY58-12572" fmla="*/ 1105478 h 1978172"/>
              <a:gd name="connsiteX59-12573" fmla="*/ 7963145 w 10768629"/>
              <a:gd name="connsiteY59-12574" fmla="*/ 1119346 h 1978172"/>
              <a:gd name="connsiteX60-12575" fmla="*/ 7938145 w 10768629"/>
              <a:gd name="connsiteY60-12576" fmla="*/ 1120225 h 1978172"/>
              <a:gd name="connsiteX61-12577" fmla="*/ 7937238 w 10768629"/>
              <a:gd name="connsiteY61-12578" fmla="*/ 1121204 h 1978172"/>
              <a:gd name="connsiteX62-12579" fmla="*/ 7934398 w 10768629"/>
              <a:gd name="connsiteY62-12580" fmla="*/ 1118240 h 1978172"/>
              <a:gd name="connsiteX63-12581" fmla="*/ 7918248 w 10768629"/>
              <a:gd name="connsiteY63-12582" fmla="*/ 1124371 h 1978172"/>
              <a:gd name="connsiteX64-12583" fmla="*/ 7914119 w 10768629"/>
              <a:gd name="connsiteY64-12584" fmla="*/ 1127653 h 1978172"/>
              <a:gd name="connsiteX65-12585" fmla="*/ 7907658 w 10768629"/>
              <a:gd name="connsiteY65-12586" fmla="*/ 1130350 h 1978172"/>
              <a:gd name="connsiteX66-12587" fmla="*/ 7907434 w 10768629"/>
              <a:gd name="connsiteY66-12588" fmla="*/ 1130103 h 1978172"/>
              <a:gd name="connsiteX67-12589" fmla="*/ 7901508 w 10768629"/>
              <a:gd name="connsiteY67-12590" fmla="*/ 1133245 h 1978172"/>
              <a:gd name="connsiteX68-12591" fmla="*/ 7873287 w 10768629"/>
              <a:gd name="connsiteY68-12592" fmla="*/ 1152609 h 1978172"/>
              <a:gd name="connsiteX69-12593" fmla="*/ 7834833 w 10768629"/>
              <a:gd name="connsiteY69-12594" fmla="*/ 1153868 h 1978172"/>
              <a:gd name="connsiteX70-12595" fmla="*/ 7828661 w 10768629"/>
              <a:gd name="connsiteY70-12596" fmla="*/ 1139994 h 1978172"/>
              <a:gd name="connsiteX71-12597" fmla="*/ 7823966 w 10768629"/>
              <a:gd name="connsiteY71-12598" fmla="*/ 1143178 h 1978172"/>
              <a:gd name="connsiteX72-12599" fmla="*/ 7815078 w 10768629"/>
              <a:gd name="connsiteY72-12600" fmla="*/ 1151776 h 1978172"/>
              <a:gd name="connsiteX73-12601" fmla="*/ 7812026 w 10768629"/>
              <a:gd name="connsiteY73-12602" fmla="*/ 1151522 h 1978172"/>
              <a:gd name="connsiteX74-12603" fmla="*/ 7782249 w 10768629"/>
              <a:gd name="connsiteY74-12604" fmla="*/ 1160970 h 1978172"/>
              <a:gd name="connsiteX75-12605" fmla="*/ 7773476 w 10768629"/>
              <a:gd name="connsiteY75-12606" fmla="*/ 1157414 h 1978172"/>
              <a:gd name="connsiteX76-12607" fmla="*/ 7769600 w 10768629"/>
              <a:gd name="connsiteY76-12608" fmla="*/ 1157365 h 1978172"/>
              <a:gd name="connsiteX77-12609" fmla="*/ 7752631 w 10768629"/>
              <a:gd name="connsiteY77-12610" fmla="*/ 1172815 h 1978172"/>
              <a:gd name="connsiteX78-12611" fmla="*/ 7739392 w 10768629"/>
              <a:gd name="connsiteY78-12612" fmla="*/ 1192062 h 1978172"/>
              <a:gd name="connsiteX79-12613" fmla="*/ 7677677 w 10768629"/>
              <a:gd name="connsiteY79-12614" fmla="*/ 1216394 h 1978172"/>
              <a:gd name="connsiteX80-12615" fmla="*/ 7586920 w 10768629"/>
              <a:gd name="connsiteY80-12616" fmla="*/ 1261888 h 1978172"/>
              <a:gd name="connsiteX81-12617" fmla="*/ 7486100 w 10768629"/>
              <a:gd name="connsiteY81-12618" fmla="*/ 1292563 h 1978172"/>
              <a:gd name="connsiteX82-12619" fmla="*/ 7411323 w 10768629"/>
              <a:gd name="connsiteY82-12620" fmla="*/ 1340732 h 1978172"/>
              <a:gd name="connsiteX83-12621" fmla="*/ 7240698 w 10768629"/>
              <a:gd name="connsiteY83-12622" fmla="*/ 1438832 h 1978172"/>
              <a:gd name="connsiteX84-12623" fmla="*/ 7197675 w 10768629"/>
              <a:gd name="connsiteY84-12624" fmla="*/ 1447530 h 1978172"/>
              <a:gd name="connsiteX85-12625" fmla="*/ 7164788 w 10768629"/>
              <a:gd name="connsiteY85-12626" fmla="*/ 1480293 h 1978172"/>
              <a:gd name="connsiteX86-12627" fmla="*/ 7147929 w 10768629"/>
              <a:gd name="connsiteY86-12628" fmla="*/ 1477641 h 1978172"/>
              <a:gd name="connsiteX87-12629" fmla="*/ 7144965 w 10768629"/>
              <a:gd name="connsiteY87-12630" fmla="*/ 1476908 h 1978172"/>
              <a:gd name="connsiteX88-12631" fmla="*/ 7134299 w 10768629"/>
              <a:gd name="connsiteY88-12632" fmla="*/ 1479969 h 1978172"/>
              <a:gd name="connsiteX89-12633" fmla="*/ 7129809 w 10768629"/>
              <a:gd name="connsiteY89-12634" fmla="*/ 1473339 h 1978172"/>
              <a:gd name="connsiteX90-12635" fmla="*/ 7112688 w 10768629"/>
              <a:gd name="connsiteY90-12636" fmla="*/ 1472575 h 1978172"/>
              <a:gd name="connsiteX91-12637" fmla="*/ 7093470 w 10768629"/>
              <a:gd name="connsiteY91-12638" fmla="*/ 1480300 h 1978172"/>
              <a:gd name="connsiteX92-12639" fmla="*/ 7025034 w 10768629"/>
              <a:gd name="connsiteY92-12640" fmla="*/ 1506934 h 1978172"/>
              <a:gd name="connsiteX93-12641" fmla="*/ 7014783 w 10768629"/>
              <a:gd name="connsiteY93-12642" fmla="*/ 1515868 h 1978172"/>
              <a:gd name="connsiteX94-12643" fmla="*/ 6979706 w 10768629"/>
              <a:gd name="connsiteY94-12644" fmla="*/ 1523511 h 1978172"/>
              <a:gd name="connsiteX95-12645" fmla="*/ 6977890 w 10768629"/>
              <a:gd name="connsiteY95-12646" fmla="*/ 1525793 h 1978172"/>
              <a:gd name="connsiteX96-12647" fmla="*/ 6944339 w 10768629"/>
              <a:gd name="connsiteY96-12648" fmla="*/ 1536237 h 1978172"/>
              <a:gd name="connsiteX97-12649" fmla="*/ 6886996 w 10768629"/>
              <a:gd name="connsiteY97-12650" fmla="*/ 1563569 h 1978172"/>
              <a:gd name="connsiteX98-12651" fmla="*/ 6874510 w 10768629"/>
              <a:gd name="connsiteY98-12652" fmla="*/ 1558469 h 1978172"/>
              <a:gd name="connsiteX99-12653" fmla="*/ 6871943 w 10768629"/>
              <a:gd name="connsiteY99-12654" fmla="*/ 1554651 h 1978172"/>
              <a:gd name="connsiteX100-12655" fmla="*/ 6856174 w 10768629"/>
              <a:gd name="connsiteY100-12656" fmla="*/ 1562024 h 1978172"/>
              <a:gd name="connsiteX101-12657" fmla="*/ 6842321 w 10768629"/>
              <a:gd name="connsiteY101-12658" fmla="*/ 1560554 h 1978172"/>
              <a:gd name="connsiteX102-12659" fmla="*/ 6832713 w 10768629"/>
              <a:gd name="connsiteY102-12660" fmla="*/ 1569357 h 1978172"/>
              <a:gd name="connsiteX103-12661" fmla="*/ 6816351 w 10768629"/>
              <a:gd name="connsiteY103-12662" fmla="*/ 1571495 h 1978172"/>
              <a:gd name="connsiteX104-12663" fmla="*/ 6795800 w 10768629"/>
              <a:gd name="connsiteY104-12664" fmla="*/ 1572010 h 1978172"/>
              <a:gd name="connsiteX105-12665" fmla="*/ 6777546 w 10768629"/>
              <a:gd name="connsiteY105-12666" fmla="*/ 1568661 h 1978172"/>
              <a:gd name="connsiteX106-12667" fmla="*/ 6751528 w 10768629"/>
              <a:gd name="connsiteY106-12668" fmla="*/ 1574143 h 1978172"/>
              <a:gd name="connsiteX107-12669" fmla="*/ 6691966 w 10768629"/>
              <a:gd name="connsiteY107-12670" fmla="*/ 1582255 h 1978172"/>
              <a:gd name="connsiteX108-12671" fmla="*/ 6646941 w 10768629"/>
              <a:gd name="connsiteY108-12672" fmla="*/ 1588471 h 1978172"/>
              <a:gd name="connsiteX109-12673" fmla="*/ 6568576 w 10768629"/>
              <a:gd name="connsiteY109-12674" fmla="*/ 1606488 h 1978172"/>
              <a:gd name="connsiteX110-12675" fmla="*/ 6554358 w 10768629"/>
              <a:gd name="connsiteY110-12676" fmla="*/ 1621701 h 1978172"/>
              <a:gd name="connsiteX111-12677" fmla="*/ 6516968 w 10768629"/>
              <a:gd name="connsiteY111-12678" fmla="*/ 1617195 h 1978172"/>
              <a:gd name="connsiteX112-12679" fmla="*/ 6506479 w 10768629"/>
              <a:gd name="connsiteY112-12680" fmla="*/ 1602227 h 1978172"/>
              <a:gd name="connsiteX113-12681" fmla="*/ 6458436 w 10768629"/>
              <a:gd name="connsiteY113-12682" fmla="*/ 1607332 h 1978172"/>
              <a:gd name="connsiteX114-12683" fmla="*/ 6414786 w 10768629"/>
              <a:gd name="connsiteY114-12684" fmla="*/ 1628815 h 1978172"/>
              <a:gd name="connsiteX115-12685" fmla="*/ 6357085 w 10768629"/>
              <a:gd name="connsiteY115-12686" fmla="*/ 1640846 h 1978172"/>
              <a:gd name="connsiteX116-12687" fmla="*/ 6322636 w 10768629"/>
              <a:gd name="connsiteY116-12688" fmla="*/ 1648213 h 1978172"/>
              <a:gd name="connsiteX117-12689" fmla="*/ 6226172 w 10768629"/>
              <a:gd name="connsiteY117-12690" fmla="*/ 1654676 h 1978172"/>
              <a:gd name="connsiteX118-12691" fmla="*/ 6221217 w 10768629"/>
              <a:gd name="connsiteY118-12692" fmla="*/ 1654506 h 1978172"/>
              <a:gd name="connsiteX119-12693" fmla="*/ 6204956 w 10768629"/>
              <a:gd name="connsiteY119-12694" fmla="*/ 1664280 h 1978172"/>
              <a:gd name="connsiteX120-12695" fmla="*/ 6204270 w 10768629"/>
              <a:gd name="connsiteY120-12696" fmla="*/ 1666782 h 1978172"/>
              <a:gd name="connsiteX121-12697" fmla="*/ 6143810 w 10768629"/>
              <a:gd name="connsiteY121-12698" fmla="*/ 1661963 h 1978172"/>
              <a:gd name="connsiteX122-12699" fmla="*/ 6136560 w 10768629"/>
              <a:gd name="connsiteY122-12700" fmla="*/ 1665728 h 1978172"/>
              <a:gd name="connsiteX123-12701" fmla="*/ 6096155 w 10768629"/>
              <a:gd name="connsiteY123-12702" fmla="*/ 1656951 h 1978172"/>
              <a:gd name="connsiteX124-12703" fmla="*/ 6075812 w 10768629"/>
              <a:gd name="connsiteY124-12704" fmla="*/ 1655422 h 1978172"/>
              <a:gd name="connsiteX125-12705" fmla="*/ 6039495 w 10768629"/>
              <a:gd name="connsiteY125-12706" fmla="*/ 1649680 h 1978172"/>
              <a:gd name="connsiteX126-12707" fmla="*/ 6036523 w 10768629"/>
              <a:gd name="connsiteY126-12708" fmla="*/ 1652121 h 1978172"/>
              <a:gd name="connsiteX127-12709" fmla="*/ 6029328 w 10768629"/>
              <a:gd name="connsiteY127-12710" fmla="*/ 1649904 h 1978172"/>
              <a:gd name="connsiteX128-12711" fmla="*/ 6024075 w 10768629"/>
              <a:gd name="connsiteY128-12712" fmla="*/ 1652779 h 1978172"/>
              <a:gd name="connsiteX129-12713" fmla="*/ 6018085 w 10768629"/>
              <a:gd name="connsiteY129-12714" fmla="*/ 1652030 h 1978172"/>
              <a:gd name="connsiteX130-12715" fmla="*/ 5955513 w 10768629"/>
              <a:gd name="connsiteY130-12716" fmla="*/ 1663584 h 1978172"/>
              <a:gd name="connsiteX131-12717" fmla="*/ 5941996 w 10768629"/>
              <a:gd name="connsiteY131-12718" fmla="*/ 1661326 h 1978172"/>
              <a:gd name="connsiteX132-12719" fmla="*/ 5931789 w 10768629"/>
              <a:gd name="connsiteY132-12720" fmla="*/ 1669915 h 1978172"/>
              <a:gd name="connsiteX133-12721" fmla="*/ 5888686 w 10768629"/>
              <a:gd name="connsiteY133-12722" fmla="*/ 1672175 h 1978172"/>
              <a:gd name="connsiteX134-12723" fmla="*/ 5873794 w 10768629"/>
              <a:gd name="connsiteY134-12724" fmla="*/ 1665454 h 1978172"/>
              <a:gd name="connsiteX135-12725" fmla="*/ 5860022 w 10768629"/>
              <a:gd name="connsiteY135-12726" fmla="*/ 1660635 h 1978172"/>
              <a:gd name="connsiteX136-12727" fmla="*/ 5858237 w 10768629"/>
              <a:gd name="connsiteY136-12728" fmla="*/ 1660649 h 1978172"/>
              <a:gd name="connsiteX137-12729" fmla="*/ 5840319 w 10768629"/>
              <a:gd name="connsiteY137-12730" fmla="*/ 1660798 h 1978172"/>
              <a:gd name="connsiteX138-12731" fmla="*/ 5806984 w 10768629"/>
              <a:gd name="connsiteY138-12732" fmla="*/ 1661075 h 1978172"/>
              <a:gd name="connsiteX139-12733" fmla="*/ 5742351 w 10768629"/>
              <a:gd name="connsiteY139-12734" fmla="*/ 1667489 h 1978172"/>
              <a:gd name="connsiteX140-12735" fmla="*/ 5521171 w 10768629"/>
              <a:gd name="connsiteY140-12736" fmla="*/ 1671626 h 1978172"/>
              <a:gd name="connsiteX141-12737" fmla="*/ 5457384 w 10768629"/>
              <a:gd name="connsiteY141-12738" fmla="*/ 1683952 h 1978172"/>
              <a:gd name="connsiteX142-12739" fmla="*/ 4950070 w 10768629"/>
              <a:gd name="connsiteY142-12740" fmla="*/ 1748401 h 1978172"/>
              <a:gd name="connsiteX143-12741" fmla="*/ 4872172 w 10768629"/>
              <a:gd name="connsiteY143-12742" fmla="*/ 1757222 h 1978172"/>
              <a:gd name="connsiteX144-12743" fmla="*/ 4809524 w 10768629"/>
              <a:gd name="connsiteY144-12744" fmla="*/ 1761033 h 1978172"/>
              <a:gd name="connsiteX145-12745" fmla="*/ 4759058 w 10768629"/>
              <a:gd name="connsiteY145-12746" fmla="*/ 1766533 h 1978172"/>
              <a:gd name="connsiteX146-12747" fmla="*/ 4719749 w 10768629"/>
              <a:gd name="connsiteY146-12748" fmla="*/ 1771811 h 1978172"/>
              <a:gd name="connsiteX147-12749" fmla="*/ 4568686 w 10768629"/>
              <a:gd name="connsiteY147-12750" fmla="*/ 1786141 h 1978172"/>
              <a:gd name="connsiteX148-12751" fmla="*/ 4418751 w 10768629"/>
              <a:gd name="connsiteY148-12752" fmla="*/ 1796932 h 1978172"/>
              <a:gd name="connsiteX149-12753" fmla="*/ 4378377 w 10768629"/>
              <a:gd name="connsiteY149-12754" fmla="*/ 1815528 h 1978172"/>
              <a:gd name="connsiteX150-12755" fmla="*/ 4320575 w 10768629"/>
              <a:gd name="connsiteY150-12756" fmla="*/ 1832722 h 1978172"/>
              <a:gd name="connsiteX151-12757" fmla="*/ 4220200 w 10768629"/>
              <a:gd name="connsiteY151-12758" fmla="*/ 1873173 h 1978172"/>
              <a:gd name="connsiteX152-12759" fmla="*/ 4105361 w 10768629"/>
              <a:gd name="connsiteY152-12760" fmla="*/ 1894711 h 1978172"/>
              <a:gd name="connsiteX153-12761" fmla="*/ 3973223 w 10768629"/>
              <a:gd name="connsiteY153-12762" fmla="*/ 1881015 h 1978172"/>
              <a:gd name="connsiteX154-12763" fmla="*/ 3900992 w 10768629"/>
              <a:gd name="connsiteY154-12764" fmla="*/ 1880603 h 1978172"/>
              <a:gd name="connsiteX155-12765" fmla="*/ 3662119 w 10768629"/>
              <a:gd name="connsiteY155-12766" fmla="*/ 1889285 h 1978172"/>
              <a:gd name="connsiteX156-12767" fmla="*/ 3496919 w 10768629"/>
              <a:gd name="connsiteY156-12768" fmla="*/ 1873180 h 1978172"/>
              <a:gd name="connsiteX157-12769" fmla="*/ 3449433 w 10768629"/>
              <a:gd name="connsiteY157-12770" fmla="*/ 1889681 h 1978172"/>
              <a:gd name="connsiteX158-12771" fmla="*/ 3369766 w 10768629"/>
              <a:gd name="connsiteY158-12772" fmla="*/ 1916653 h 1978172"/>
              <a:gd name="connsiteX159-12773" fmla="*/ 3269672 w 10768629"/>
              <a:gd name="connsiteY159-12774" fmla="*/ 1938036 h 1978172"/>
              <a:gd name="connsiteX160-12775" fmla="*/ 3224897 w 10768629"/>
              <a:gd name="connsiteY160-12776" fmla="*/ 1943733 h 1978172"/>
              <a:gd name="connsiteX161-12777" fmla="*/ 3161463 w 10768629"/>
              <a:gd name="connsiteY161-12778" fmla="*/ 1946591 h 1978172"/>
              <a:gd name="connsiteX162-12779" fmla="*/ 3112044 w 10768629"/>
              <a:gd name="connsiteY162-12780" fmla="*/ 1935614 h 1978172"/>
              <a:gd name="connsiteX163-12781" fmla="*/ 3069716 w 10768629"/>
              <a:gd name="connsiteY163-12782" fmla="*/ 1930463 h 1978172"/>
              <a:gd name="connsiteX164-12783" fmla="*/ 3005773 w 10768629"/>
              <a:gd name="connsiteY164-12784" fmla="*/ 1915878 h 1978172"/>
              <a:gd name="connsiteX165-12785" fmla="*/ 2897201 w 10768629"/>
              <a:gd name="connsiteY165-12786" fmla="*/ 1926772 h 1978172"/>
              <a:gd name="connsiteX166-12787" fmla="*/ 2783891 w 10768629"/>
              <a:gd name="connsiteY166-12788" fmla="*/ 1931749 h 1978172"/>
              <a:gd name="connsiteX167-12789" fmla="*/ 2712447 w 10768629"/>
              <a:gd name="connsiteY167-12790" fmla="*/ 1933044 h 1978172"/>
              <a:gd name="connsiteX168-12791" fmla="*/ 2560151 w 10768629"/>
              <a:gd name="connsiteY168-12792" fmla="*/ 1963609 h 1978172"/>
              <a:gd name="connsiteX169-12793" fmla="*/ 2367221 w 10768629"/>
              <a:gd name="connsiteY169-12794" fmla="*/ 1971884 h 1978172"/>
              <a:gd name="connsiteX170-12795" fmla="*/ 2272130 w 10768629"/>
              <a:gd name="connsiteY170-12796" fmla="*/ 1961162 h 1978172"/>
              <a:gd name="connsiteX171-12797" fmla="*/ 2189404 w 10768629"/>
              <a:gd name="connsiteY171-12798" fmla="*/ 1978172 h 1978172"/>
              <a:gd name="connsiteX172-12799" fmla="*/ 2077704 w 10768629"/>
              <a:gd name="connsiteY172-12800" fmla="*/ 1965002 h 1978172"/>
              <a:gd name="connsiteX173-12801" fmla="*/ 2033299 w 10768629"/>
              <a:gd name="connsiteY173-12802" fmla="*/ 1969042 h 1978172"/>
              <a:gd name="connsiteX174-12803" fmla="*/ 1967996 w 10768629"/>
              <a:gd name="connsiteY174-12804" fmla="*/ 1953187 h 1978172"/>
              <a:gd name="connsiteX175-12805" fmla="*/ 1855805 w 10768629"/>
              <a:gd name="connsiteY175-12806" fmla="*/ 1926082 h 1978172"/>
              <a:gd name="connsiteX176-12807" fmla="*/ 1790957 w 10768629"/>
              <a:gd name="connsiteY176-12808" fmla="*/ 1919460 h 1978172"/>
              <a:gd name="connsiteX177-12809" fmla="*/ 1613978 w 10768629"/>
              <a:gd name="connsiteY177-12810" fmla="*/ 1891581 h 1978172"/>
              <a:gd name="connsiteX178-12811" fmla="*/ 1436831 w 10768629"/>
              <a:gd name="connsiteY178-12812" fmla="*/ 1856201 h 1978172"/>
              <a:gd name="connsiteX179-12813" fmla="*/ 1357365 w 10768629"/>
              <a:gd name="connsiteY179-12814" fmla="*/ 1832140 h 1978172"/>
              <a:gd name="connsiteX180-12815" fmla="*/ 1232341 w 10768629"/>
              <a:gd name="connsiteY180-12816" fmla="*/ 1785942 h 1978172"/>
              <a:gd name="connsiteX181-12817" fmla="*/ 1162595 w 10768629"/>
              <a:gd name="connsiteY181-12818" fmla="*/ 1758337 h 1978172"/>
              <a:gd name="connsiteX182-12819" fmla="*/ 1128523 w 10768629"/>
              <a:gd name="connsiteY182-12820" fmla="*/ 1763621 h 1978172"/>
              <a:gd name="connsiteX183-12821" fmla="*/ 991903 w 10768629"/>
              <a:gd name="connsiteY183-12822" fmla="*/ 1786741 h 1978172"/>
              <a:gd name="connsiteX184-12823" fmla="*/ 883960 w 10768629"/>
              <a:gd name="connsiteY184-12824" fmla="*/ 1822386 h 1978172"/>
              <a:gd name="connsiteX185-12825" fmla="*/ 766531 w 10768629"/>
              <a:gd name="connsiteY185-12826" fmla="*/ 1805053 h 1978172"/>
              <a:gd name="connsiteX186-12827" fmla="*/ 669779 w 10768629"/>
              <a:gd name="connsiteY186-12828" fmla="*/ 1800537 h 1978172"/>
              <a:gd name="connsiteX187-12829" fmla="*/ 523898 w 10768629"/>
              <a:gd name="connsiteY187-12830" fmla="*/ 1811085 h 1978172"/>
              <a:gd name="connsiteX188-12831" fmla="*/ 360251 w 10768629"/>
              <a:gd name="connsiteY188-12832" fmla="*/ 1830735 h 1978172"/>
              <a:gd name="connsiteX189-12833" fmla="*/ 255207 w 10768629"/>
              <a:gd name="connsiteY189-12834" fmla="*/ 1818275 h 1978172"/>
              <a:gd name="connsiteX190-12835" fmla="*/ 101803 w 10768629"/>
              <a:gd name="connsiteY190-12836" fmla="*/ 1870647 h 1978172"/>
              <a:gd name="connsiteX191-12837" fmla="*/ 25397 w 10768629"/>
              <a:gd name="connsiteY191-12838" fmla="*/ 1888443 h 1978172"/>
              <a:gd name="connsiteX192-12839" fmla="*/ 2370 w 10768629"/>
              <a:gd name="connsiteY192-12840" fmla="*/ 1878311 h 1978172"/>
              <a:gd name="connsiteX193-12841" fmla="*/ 0 w 10768629"/>
              <a:gd name="connsiteY193-12842" fmla="*/ 1878785 h 1978172"/>
              <a:gd name="connsiteX194-12843" fmla="*/ 0 w 10768629"/>
              <a:gd name="connsiteY194-12844" fmla="*/ 0 h 1978172"/>
              <a:gd name="connsiteX0-12845" fmla="*/ 0 w 10768629"/>
              <a:gd name="connsiteY0-12846" fmla="*/ 0 h 1978172"/>
              <a:gd name="connsiteX1-12847" fmla="*/ 10768629 w 10768629"/>
              <a:gd name="connsiteY1-12848" fmla="*/ 0 h 1978172"/>
              <a:gd name="connsiteX2-12849" fmla="*/ 10733254 w 10768629"/>
              <a:gd name="connsiteY2-12850" fmla="*/ 31439 h 1978172"/>
              <a:gd name="connsiteX3-12851" fmla="*/ 10727085 w 10768629"/>
              <a:gd name="connsiteY3-12852" fmla="*/ 37910 h 1978172"/>
              <a:gd name="connsiteX4-12853" fmla="*/ 10675953 w 10768629"/>
              <a:gd name="connsiteY4-12854" fmla="*/ 68623 h 1978172"/>
              <a:gd name="connsiteX5-12855" fmla="*/ 10637091 w 10768629"/>
              <a:gd name="connsiteY5-12856" fmla="*/ 90361 h 1978172"/>
              <a:gd name="connsiteX6-12857" fmla="*/ 10610971 w 10768629"/>
              <a:gd name="connsiteY6-12858" fmla="*/ 110764 h 1978172"/>
              <a:gd name="connsiteX7-12859" fmla="*/ 10532872 w 10768629"/>
              <a:gd name="connsiteY7-12860" fmla="*/ 138028 h 1978172"/>
              <a:gd name="connsiteX8-12861" fmla="*/ 10398558 w 10768629"/>
              <a:gd name="connsiteY8-12862" fmla="*/ 172911 h 1978172"/>
              <a:gd name="connsiteX9-12863" fmla="*/ 10371128 w 10768629"/>
              <a:gd name="connsiteY9-12864" fmla="*/ 182609 h 1978172"/>
              <a:gd name="connsiteX10-12865" fmla="*/ 10352178 w 10768629"/>
              <a:gd name="connsiteY10-12866" fmla="*/ 199976 h 1978172"/>
              <a:gd name="connsiteX11-12867" fmla="*/ 10351815 w 10768629"/>
              <a:gd name="connsiteY11-12868" fmla="*/ 211879 h 1978172"/>
              <a:gd name="connsiteX12-12869" fmla="*/ 10337471 w 10768629"/>
              <a:gd name="connsiteY12-12870" fmla="*/ 218661 h 1978172"/>
              <a:gd name="connsiteX13-12871" fmla="*/ 10334625 w 10768629"/>
              <a:gd name="connsiteY13-12872" fmla="*/ 222351 h 1978172"/>
              <a:gd name="connsiteX14-12873" fmla="*/ 10256365 w 10768629"/>
              <a:gd name="connsiteY14-12874" fmla="*/ 235917 h 1978172"/>
              <a:gd name="connsiteX15-12875" fmla="*/ 10201127 w 10768629"/>
              <a:gd name="connsiteY15-12876" fmla="*/ 267448 h 1978172"/>
              <a:gd name="connsiteX16-12877" fmla="*/ 9961218 w 10768629"/>
              <a:gd name="connsiteY16-12878" fmla="*/ 326720 h 1978172"/>
              <a:gd name="connsiteX17-12879" fmla="*/ 9859715 w 10768629"/>
              <a:gd name="connsiteY17-12880" fmla="*/ 355698 h 1978172"/>
              <a:gd name="connsiteX18-12881" fmla="*/ 9679867 w 10768629"/>
              <a:gd name="connsiteY18-12882" fmla="*/ 399081 h 1978172"/>
              <a:gd name="connsiteX19-12883" fmla="*/ 9490654 w 10768629"/>
              <a:gd name="connsiteY19-12884" fmla="*/ 455225 h 1978172"/>
              <a:gd name="connsiteX20-12885" fmla="*/ 9470837 w 10768629"/>
              <a:gd name="connsiteY20-12886" fmla="*/ 452539 h 1978172"/>
              <a:gd name="connsiteX21-12887" fmla="*/ 9469082 w 10768629"/>
              <a:gd name="connsiteY21-12888" fmla="*/ 454891 h 1978172"/>
              <a:gd name="connsiteX22-12889" fmla="*/ 9448038 w 10768629"/>
              <a:gd name="connsiteY22-12890" fmla="*/ 459733 h 1978172"/>
              <a:gd name="connsiteX23-12891" fmla="*/ 9396821 w 10768629"/>
              <a:gd name="connsiteY23-12892" fmla="*/ 455795 h 1978172"/>
              <a:gd name="connsiteX24-12893" fmla="*/ 9392197 w 10768629"/>
              <a:gd name="connsiteY24-12894" fmla="*/ 459796 h 1978172"/>
              <a:gd name="connsiteX25-12895" fmla="*/ 9347994 w 10768629"/>
              <a:gd name="connsiteY25-12896" fmla="*/ 464462 h 1978172"/>
              <a:gd name="connsiteX26-12897" fmla="*/ 9347889 w 10768629"/>
              <a:gd name="connsiteY26-12898" fmla="*/ 466539 h 1978172"/>
              <a:gd name="connsiteX27-12899" fmla="*/ 9337639 w 10768629"/>
              <a:gd name="connsiteY27-12900" fmla="*/ 476654 h 1978172"/>
              <a:gd name="connsiteX28-12901" fmla="*/ 9287964 w 10768629"/>
              <a:gd name="connsiteY28-12902" fmla="*/ 513052 h 1978172"/>
              <a:gd name="connsiteX29-12903" fmla="*/ 9229283 w 10768629"/>
              <a:gd name="connsiteY29-12904" fmla="*/ 555377 h 1978172"/>
              <a:gd name="connsiteX30-12905" fmla="*/ 9220274 w 10768629"/>
              <a:gd name="connsiteY30-12906" fmla="*/ 557502 h 1978172"/>
              <a:gd name="connsiteX31-12907" fmla="*/ 9220202 w 10768629"/>
              <a:gd name="connsiteY31-12908" fmla="*/ 558001 h 1978172"/>
              <a:gd name="connsiteX32-12909" fmla="*/ 9210908 w 10768629"/>
              <a:gd name="connsiteY32-12910" fmla="*/ 561147 h 1978172"/>
              <a:gd name="connsiteX33-12911" fmla="*/ 9186374 w 10768629"/>
              <a:gd name="connsiteY33-12912" fmla="*/ 565502 h 1978172"/>
              <a:gd name="connsiteX34-12913" fmla="*/ 9181058 w 10768629"/>
              <a:gd name="connsiteY34-12914" fmla="*/ 569943 h 1978172"/>
              <a:gd name="connsiteX35-12915" fmla="*/ 9167549 w 10768629"/>
              <a:gd name="connsiteY35-12916" fmla="*/ 584727 h 1978172"/>
              <a:gd name="connsiteX36-12917" fmla="*/ 9149110 w 10768629"/>
              <a:gd name="connsiteY36-12918" fmla="*/ 598906 h 1978172"/>
              <a:gd name="connsiteX37-12919" fmla="*/ 9078556 w 10768629"/>
              <a:gd name="connsiteY37-12920" fmla="*/ 644039 h 1978172"/>
              <a:gd name="connsiteX38-12921" fmla="*/ 8996399 w 10768629"/>
              <a:gd name="connsiteY38-12922" fmla="*/ 690055 h 1978172"/>
              <a:gd name="connsiteX39-12923" fmla="*/ 8803791 w 10768629"/>
              <a:gd name="connsiteY39-12924" fmla="*/ 813860 h 1978172"/>
              <a:gd name="connsiteX40-12925" fmla="*/ 8636202 w 10768629"/>
              <a:gd name="connsiteY40-12926" fmla="*/ 848463 h 1978172"/>
              <a:gd name="connsiteX41-12927" fmla="*/ 8555372 w 10768629"/>
              <a:gd name="connsiteY41-12928" fmla="*/ 883171 h 1978172"/>
              <a:gd name="connsiteX42-12929" fmla="*/ 8507229 w 10768629"/>
              <a:gd name="connsiteY42-12930" fmla="*/ 901665 h 1978172"/>
              <a:gd name="connsiteX43-12931" fmla="*/ 8428473 w 10768629"/>
              <a:gd name="connsiteY43-12932" fmla="*/ 927985 h 1978172"/>
              <a:gd name="connsiteX44-12933" fmla="*/ 8427914 w 10768629"/>
              <a:gd name="connsiteY44-12934" fmla="*/ 933480 h 1978172"/>
              <a:gd name="connsiteX45-12935" fmla="*/ 8420327 w 10768629"/>
              <a:gd name="connsiteY45-12936" fmla="*/ 941984 h 1978172"/>
              <a:gd name="connsiteX46-12937" fmla="*/ 8394729 w 10768629"/>
              <a:gd name="connsiteY46-12938" fmla="*/ 948347 h 1978172"/>
              <a:gd name="connsiteX47-12939" fmla="*/ 8380548 w 10768629"/>
              <a:gd name="connsiteY47-12940" fmla="*/ 987916 h 1978172"/>
              <a:gd name="connsiteX48-12941" fmla="*/ 8375330 w 10768629"/>
              <a:gd name="connsiteY48-12942" fmla="*/ 965444 h 1978172"/>
              <a:gd name="connsiteX49-12943" fmla="*/ 8340796 w 10768629"/>
              <a:gd name="connsiteY49-12944" fmla="*/ 980522 h 1978172"/>
              <a:gd name="connsiteX50-12945" fmla="*/ 8304438 w 10768629"/>
              <a:gd name="connsiteY50-12946" fmla="*/ 996739 h 1978172"/>
              <a:gd name="connsiteX51-12947" fmla="*/ 8280929 w 10768629"/>
              <a:gd name="connsiteY51-12948" fmla="*/ 1023089 h 1978172"/>
              <a:gd name="connsiteX52-12949" fmla="*/ 8275760 w 10768629"/>
              <a:gd name="connsiteY52-12950" fmla="*/ 1027772 h 1978172"/>
              <a:gd name="connsiteX53-12951" fmla="*/ 8275478 w 10768629"/>
              <a:gd name="connsiteY53-12952" fmla="*/ 1027605 h 1978172"/>
              <a:gd name="connsiteX54-12953" fmla="*/ 8249003 w 10768629"/>
              <a:gd name="connsiteY54-12954" fmla="*/ 1032033 h 1978172"/>
              <a:gd name="connsiteX55-12955" fmla="*/ 8203836 w 10768629"/>
              <a:gd name="connsiteY55-12956" fmla="*/ 1037347 h 1978172"/>
              <a:gd name="connsiteX56-12957" fmla="*/ 8122936 w 10768629"/>
              <a:gd name="connsiteY56-12958" fmla="*/ 1063113 h 1978172"/>
              <a:gd name="connsiteX57-12959" fmla="*/ 8043658 w 10768629"/>
              <a:gd name="connsiteY57-12960" fmla="*/ 1092746 h 1978172"/>
              <a:gd name="connsiteX58-12961" fmla="*/ 8015351 w 10768629"/>
              <a:gd name="connsiteY58-12962" fmla="*/ 1105478 h 1978172"/>
              <a:gd name="connsiteX59-12963" fmla="*/ 7963145 w 10768629"/>
              <a:gd name="connsiteY59-12964" fmla="*/ 1119346 h 1978172"/>
              <a:gd name="connsiteX60-12965" fmla="*/ 7938145 w 10768629"/>
              <a:gd name="connsiteY60-12966" fmla="*/ 1120225 h 1978172"/>
              <a:gd name="connsiteX61-12967" fmla="*/ 7937238 w 10768629"/>
              <a:gd name="connsiteY61-12968" fmla="*/ 1121204 h 1978172"/>
              <a:gd name="connsiteX62-12969" fmla="*/ 7934398 w 10768629"/>
              <a:gd name="connsiteY62-12970" fmla="*/ 1118240 h 1978172"/>
              <a:gd name="connsiteX63-12971" fmla="*/ 7918248 w 10768629"/>
              <a:gd name="connsiteY63-12972" fmla="*/ 1124371 h 1978172"/>
              <a:gd name="connsiteX64-12973" fmla="*/ 7914119 w 10768629"/>
              <a:gd name="connsiteY64-12974" fmla="*/ 1127653 h 1978172"/>
              <a:gd name="connsiteX65-12975" fmla="*/ 7907658 w 10768629"/>
              <a:gd name="connsiteY65-12976" fmla="*/ 1130350 h 1978172"/>
              <a:gd name="connsiteX66-12977" fmla="*/ 7907434 w 10768629"/>
              <a:gd name="connsiteY66-12978" fmla="*/ 1130103 h 1978172"/>
              <a:gd name="connsiteX67-12979" fmla="*/ 7901508 w 10768629"/>
              <a:gd name="connsiteY67-12980" fmla="*/ 1133245 h 1978172"/>
              <a:gd name="connsiteX68-12981" fmla="*/ 7873287 w 10768629"/>
              <a:gd name="connsiteY68-12982" fmla="*/ 1152609 h 1978172"/>
              <a:gd name="connsiteX69-12983" fmla="*/ 7834833 w 10768629"/>
              <a:gd name="connsiteY69-12984" fmla="*/ 1153868 h 1978172"/>
              <a:gd name="connsiteX70-12985" fmla="*/ 7828661 w 10768629"/>
              <a:gd name="connsiteY70-12986" fmla="*/ 1139994 h 1978172"/>
              <a:gd name="connsiteX71-12987" fmla="*/ 7823966 w 10768629"/>
              <a:gd name="connsiteY71-12988" fmla="*/ 1143178 h 1978172"/>
              <a:gd name="connsiteX72-12989" fmla="*/ 7815078 w 10768629"/>
              <a:gd name="connsiteY72-12990" fmla="*/ 1151776 h 1978172"/>
              <a:gd name="connsiteX73-12991" fmla="*/ 7812026 w 10768629"/>
              <a:gd name="connsiteY73-12992" fmla="*/ 1151522 h 1978172"/>
              <a:gd name="connsiteX74-12993" fmla="*/ 7782249 w 10768629"/>
              <a:gd name="connsiteY74-12994" fmla="*/ 1160970 h 1978172"/>
              <a:gd name="connsiteX75-12995" fmla="*/ 7773476 w 10768629"/>
              <a:gd name="connsiteY75-12996" fmla="*/ 1157414 h 1978172"/>
              <a:gd name="connsiteX76-12997" fmla="*/ 7769600 w 10768629"/>
              <a:gd name="connsiteY76-12998" fmla="*/ 1157365 h 1978172"/>
              <a:gd name="connsiteX77-12999" fmla="*/ 7752631 w 10768629"/>
              <a:gd name="connsiteY77-13000" fmla="*/ 1172815 h 1978172"/>
              <a:gd name="connsiteX78-13001" fmla="*/ 7739392 w 10768629"/>
              <a:gd name="connsiteY78-13002" fmla="*/ 1192062 h 1978172"/>
              <a:gd name="connsiteX79-13003" fmla="*/ 7677677 w 10768629"/>
              <a:gd name="connsiteY79-13004" fmla="*/ 1216394 h 1978172"/>
              <a:gd name="connsiteX80-13005" fmla="*/ 7586920 w 10768629"/>
              <a:gd name="connsiteY80-13006" fmla="*/ 1261888 h 1978172"/>
              <a:gd name="connsiteX81-13007" fmla="*/ 7486100 w 10768629"/>
              <a:gd name="connsiteY81-13008" fmla="*/ 1292563 h 1978172"/>
              <a:gd name="connsiteX82-13009" fmla="*/ 7411323 w 10768629"/>
              <a:gd name="connsiteY82-13010" fmla="*/ 1340732 h 1978172"/>
              <a:gd name="connsiteX83-13011" fmla="*/ 7240698 w 10768629"/>
              <a:gd name="connsiteY83-13012" fmla="*/ 1438832 h 1978172"/>
              <a:gd name="connsiteX84-13013" fmla="*/ 7197675 w 10768629"/>
              <a:gd name="connsiteY84-13014" fmla="*/ 1447530 h 1978172"/>
              <a:gd name="connsiteX85-13015" fmla="*/ 7164788 w 10768629"/>
              <a:gd name="connsiteY85-13016" fmla="*/ 1480293 h 1978172"/>
              <a:gd name="connsiteX86-13017" fmla="*/ 7147929 w 10768629"/>
              <a:gd name="connsiteY86-13018" fmla="*/ 1477641 h 1978172"/>
              <a:gd name="connsiteX87-13019" fmla="*/ 7144965 w 10768629"/>
              <a:gd name="connsiteY87-13020" fmla="*/ 1476908 h 1978172"/>
              <a:gd name="connsiteX88-13021" fmla="*/ 7134299 w 10768629"/>
              <a:gd name="connsiteY88-13022" fmla="*/ 1479969 h 1978172"/>
              <a:gd name="connsiteX89-13023" fmla="*/ 7129809 w 10768629"/>
              <a:gd name="connsiteY89-13024" fmla="*/ 1473339 h 1978172"/>
              <a:gd name="connsiteX90-13025" fmla="*/ 7112688 w 10768629"/>
              <a:gd name="connsiteY90-13026" fmla="*/ 1472575 h 1978172"/>
              <a:gd name="connsiteX91-13027" fmla="*/ 7093470 w 10768629"/>
              <a:gd name="connsiteY91-13028" fmla="*/ 1480300 h 1978172"/>
              <a:gd name="connsiteX92-13029" fmla="*/ 7025034 w 10768629"/>
              <a:gd name="connsiteY92-13030" fmla="*/ 1506934 h 1978172"/>
              <a:gd name="connsiteX93-13031" fmla="*/ 7014783 w 10768629"/>
              <a:gd name="connsiteY93-13032" fmla="*/ 1515868 h 1978172"/>
              <a:gd name="connsiteX94-13033" fmla="*/ 6979706 w 10768629"/>
              <a:gd name="connsiteY94-13034" fmla="*/ 1523511 h 1978172"/>
              <a:gd name="connsiteX95-13035" fmla="*/ 6977890 w 10768629"/>
              <a:gd name="connsiteY95-13036" fmla="*/ 1525793 h 1978172"/>
              <a:gd name="connsiteX96-13037" fmla="*/ 6944339 w 10768629"/>
              <a:gd name="connsiteY96-13038" fmla="*/ 1536237 h 1978172"/>
              <a:gd name="connsiteX97-13039" fmla="*/ 6886996 w 10768629"/>
              <a:gd name="connsiteY97-13040" fmla="*/ 1563569 h 1978172"/>
              <a:gd name="connsiteX98-13041" fmla="*/ 6874510 w 10768629"/>
              <a:gd name="connsiteY98-13042" fmla="*/ 1558469 h 1978172"/>
              <a:gd name="connsiteX99-13043" fmla="*/ 6871943 w 10768629"/>
              <a:gd name="connsiteY99-13044" fmla="*/ 1554651 h 1978172"/>
              <a:gd name="connsiteX100-13045" fmla="*/ 6856174 w 10768629"/>
              <a:gd name="connsiteY100-13046" fmla="*/ 1562024 h 1978172"/>
              <a:gd name="connsiteX101-13047" fmla="*/ 6842321 w 10768629"/>
              <a:gd name="connsiteY101-13048" fmla="*/ 1560554 h 1978172"/>
              <a:gd name="connsiteX102-13049" fmla="*/ 6832713 w 10768629"/>
              <a:gd name="connsiteY102-13050" fmla="*/ 1569357 h 1978172"/>
              <a:gd name="connsiteX103-13051" fmla="*/ 6816351 w 10768629"/>
              <a:gd name="connsiteY103-13052" fmla="*/ 1571495 h 1978172"/>
              <a:gd name="connsiteX104-13053" fmla="*/ 6795800 w 10768629"/>
              <a:gd name="connsiteY104-13054" fmla="*/ 1572010 h 1978172"/>
              <a:gd name="connsiteX105-13055" fmla="*/ 6777546 w 10768629"/>
              <a:gd name="connsiteY105-13056" fmla="*/ 1568661 h 1978172"/>
              <a:gd name="connsiteX106-13057" fmla="*/ 6751528 w 10768629"/>
              <a:gd name="connsiteY106-13058" fmla="*/ 1574143 h 1978172"/>
              <a:gd name="connsiteX107-13059" fmla="*/ 6691966 w 10768629"/>
              <a:gd name="connsiteY107-13060" fmla="*/ 1582255 h 1978172"/>
              <a:gd name="connsiteX108-13061" fmla="*/ 6646941 w 10768629"/>
              <a:gd name="connsiteY108-13062" fmla="*/ 1588471 h 1978172"/>
              <a:gd name="connsiteX109-13063" fmla="*/ 6568576 w 10768629"/>
              <a:gd name="connsiteY109-13064" fmla="*/ 1606488 h 1978172"/>
              <a:gd name="connsiteX110-13065" fmla="*/ 6554358 w 10768629"/>
              <a:gd name="connsiteY110-13066" fmla="*/ 1621701 h 1978172"/>
              <a:gd name="connsiteX111-13067" fmla="*/ 6516968 w 10768629"/>
              <a:gd name="connsiteY111-13068" fmla="*/ 1617195 h 1978172"/>
              <a:gd name="connsiteX112-13069" fmla="*/ 6506479 w 10768629"/>
              <a:gd name="connsiteY112-13070" fmla="*/ 1602227 h 1978172"/>
              <a:gd name="connsiteX113-13071" fmla="*/ 6458436 w 10768629"/>
              <a:gd name="connsiteY113-13072" fmla="*/ 1607332 h 1978172"/>
              <a:gd name="connsiteX114-13073" fmla="*/ 6414786 w 10768629"/>
              <a:gd name="connsiteY114-13074" fmla="*/ 1628815 h 1978172"/>
              <a:gd name="connsiteX115-13075" fmla="*/ 6357085 w 10768629"/>
              <a:gd name="connsiteY115-13076" fmla="*/ 1640846 h 1978172"/>
              <a:gd name="connsiteX116-13077" fmla="*/ 6322636 w 10768629"/>
              <a:gd name="connsiteY116-13078" fmla="*/ 1648213 h 1978172"/>
              <a:gd name="connsiteX117-13079" fmla="*/ 6226172 w 10768629"/>
              <a:gd name="connsiteY117-13080" fmla="*/ 1654676 h 1978172"/>
              <a:gd name="connsiteX118-13081" fmla="*/ 6221217 w 10768629"/>
              <a:gd name="connsiteY118-13082" fmla="*/ 1654506 h 1978172"/>
              <a:gd name="connsiteX119-13083" fmla="*/ 6204956 w 10768629"/>
              <a:gd name="connsiteY119-13084" fmla="*/ 1664280 h 1978172"/>
              <a:gd name="connsiteX120-13085" fmla="*/ 6204270 w 10768629"/>
              <a:gd name="connsiteY120-13086" fmla="*/ 1666782 h 1978172"/>
              <a:gd name="connsiteX121-13087" fmla="*/ 6143810 w 10768629"/>
              <a:gd name="connsiteY121-13088" fmla="*/ 1661963 h 1978172"/>
              <a:gd name="connsiteX122-13089" fmla="*/ 6136560 w 10768629"/>
              <a:gd name="connsiteY122-13090" fmla="*/ 1665728 h 1978172"/>
              <a:gd name="connsiteX123-13091" fmla="*/ 6096155 w 10768629"/>
              <a:gd name="connsiteY123-13092" fmla="*/ 1656951 h 1978172"/>
              <a:gd name="connsiteX124-13093" fmla="*/ 6075812 w 10768629"/>
              <a:gd name="connsiteY124-13094" fmla="*/ 1655422 h 1978172"/>
              <a:gd name="connsiteX125-13095" fmla="*/ 6039495 w 10768629"/>
              <a:gd name="connsiteY125-13096" fmla="*/ 1649680 h 1978172"/>
              <a:gd name="connsiteX126-13097" fmla="*/ 6036523 w 10768629"/>
              <a:gd name="connsiteY126-13098" fmla="*/ 1652121 h 1978172"/>
              <a:gd name="connsiteX127-13099" fmla="*/ 6029328 w 10768629"/>
              <a:gd name="connsiteY127-13100" fmla="*/ 1649904 h 1978172"/>
              <a:gd name="connsiteX128-13101" fmla="*/ 6024075 w 10768629"/>
              <a:gd name="connsiteY128-13102" fmla="*/ 1652779 h 1978172"/>
              <a:gd name="connsiteX129-13103" fmla="*/ 6018085 w 10768629"/>
              <a:gd name="connsiteY129-13104" fmla="*/ 1652030 h 1978172"/>
              <a:gd name="connsiteX130-13105" fmla="*/ 5955513 w 10768629"/>
              <a:gd name="connsiteY130-13106" fmla="*/ 1663584 h 1978172"/>
              <a:gd name="connsiteX131-13107" fmla="*/ 5941996 w 10768629"/>
              <a:gd name="connsiteY131-13108" fmla="*/ 1661326 h 1978172"/>
              <a:gd name="connsiteX132-13109" fmla="*/ 5931789 w 10768629"/>
              <a:gd name="connsiteY132-13110" fmla="*/ 1669915 h 1978172"/>
              <a:gd name="connsiteX133-13111" fmla="*/ 5888686 w 10768629"/>
              <a:gd name="connsiteY133-13112" fmla="*/ 1672175 h 1978172"/>
              <a:gd name="connsiteX134-13113" fmla="*/ 5873794 w 10768629"/>
              <a:gd name="connsiteY134-13114" fmla="*/ 1665454 h 1978172"/>
              <a:gd name="connsiteX135-13115" fmla="*/ 5860022 w 10768629"/>
              <a:gd name="connsiteY135-13116" fmla="*/ 1660635 h 1978172"/>
              <a:gd name="connsiteX136-13117" fmla="*/ 5858237 w 10768629"/>
              <a:gd name="connsiteY136-13118" fmla="*/ 1660649 h 1978172"/>
              <a:gd name="connsiteX137-13119" fmla="*/ 5840319 w 10768629"/>
              <a:gd name="connsiteY137-13120" fmla="*/ 1660798 h 1978172"/>
              <a:gd name="connsiteX138-13121" fmla="*/ 5806984 w 10768629"/>
              <a:gd name="connsiteY138-13122" fmla="*/ 1661075 h 1978172"/>
              <a:gd name="connsiteX139-13123" fmla="*/ 5742351 w 10768629"/>
              <a:gd name="connsiteY139-13124" fmla="*/ 1667489 h 1978172"/>
              <a:gd name="connsiteX140-13125" fmla="*/ 5521171 w 10768629"/>
              <a:gd name="connsiteY140-13126" fmla="*/ 1671626 h 1978172"/>
              <a:gd name="connsiteX141-13127" fmla="*/ 5457384 w 10768629"/>
              <a:gd name="connsiteY141-13128" fmla="*/ 1683952 h 1978172"/>
              <a:gd name="connsiteX142-13129" fmla="*/ 4950070 w 10768629"/>
              <a:gd name="connsiteY142-13130" fmla="*/ 1748401 h 1978172"/>
              <a:gd name="connsiteX143-13131" fmla="*/ 4872172 w 10768629"/>
              <a:gd name="connsiteY143-13132" fmla="*/ 1757222 h 1978172"/>
              <a:gd name="connsiteX144-13133" fmla="*/ 4809524 w 10768629"/>
              <a:gd name="connsiteY144-13134" fmla="*/ 1761033 h 1978172"/>
              <a:gd name="connsiteX145-13135" fmla="*/ 4759058 w 10768629"/>
              <a:gd name="connsiteY145-13136" fmla="*/ 1766533 h 1978172"/>
              <a:gd name="connsiteX146-13137" fmla="*/ 4719749 w 10768629"/>
              <a:gd name="connsiteY146-13138" fmla="*/ 1771811 h 1978172"/>
              <a:gd name="connsiteX147-13139" fmla="*/ 4568686 w 10768629"/>
              <a:gd name="connsiteY147-13140" fmla="*/ 1786141 h 1978172"/>
              <a:gd name="connsiteX148-13141" fmla="*/ 4418751 w 10768629"/>
              <a:gd name="connsiteY148-13142" fmla="*/ 1796932 h 1978172"/>
              <a:gd name="connsiteX149-13143" fmla="*/ 4378377 w 10768629"/>
              <a:gd name="connsiteY149-13144" fmla="*/ 1815528 h 1978172"/>
              <a:gd name="connsiteX150-13145" fmla="*/ 4320575 w 10768629"/>
              <a:gd name="connsiteY150-13146" fmla="*/ 1832722 h 1978172"/>
              <a:gd name="connsiteX151-13147" fmla="*/ 4220200 w 10768629"/>
              <a:gd name="connsiteY151-13148" fmla="*/ 1873173 h 1978172"/>
              <a:gd name="connsiteX152-13149" fmla="*/ 4101228 w 10768629"/>
              <a:gd name="connsiteY152-13150" fmla="*/ 1868717 h 1978172"/>
              <a:gd name="connsiteX153-13151" fmla="*/ 3973223 w 10768629"/>
              <a:gd name="connsiteY153-13152" fmla="*/ 1881015 h 1978172"/>
              <a:gd name="connsiteX154-13153" fmla="*/ 3900992 w 10768629"/>
              <a:gd name="connsiteY154-13154" fmla="*/ 1880603 h 1978172"/>
              <a:gd name="connsiteX155-13155" fmla="*/ 3662119 w 10768629"/>
              <a:gd name="connsiteY155-13156" fmla="*/ 1889285 h 1978172"/>
              <a:gd name="connsiteX156-13157" fmla="*/ 3496919 w 10768629"/>
              <a:gd name="connsiteY156-13158" fmla="*/ 1873180 h 1978172"/>
              <a:gd name="connsiteX157-13159" fmla="*/ 3449433 w 10768629"/>
              <a:gd name="connsiteY157-13160" fmla="*/ 1889681 h 1978172"/>
              <a:gd name="connsiteX158-13161" fmla="*/ 3369766 w 10768629"/>
              <a:gd name="connsiteY158-13162" fmla="*/ 1916653 h 1978172"/>
              <a:gd name="connsiteX159-13163" fmla="*/ 3269672 w 10768629"/>
              <a:gd name="connsiteY159-13164" fmla="*/ 1938036 h 1978172"/>
              <a:gd name="connsiteX160-13165" fmla="*/ 3224897 w 10768629"/>
              <a:gd name="connsiteY160-13166" fmla="*/ 1943733 h 1978172"/>
              <a:gd name="connsiteX161-13167" fmla="*/ 3161463 w 10768629"/>
              <a:gd name="connsiteY161-13168" fmla="*/ 1946591 h 1978172"/>
              <a:gd name="connsiteX162-13169" fmla="*/ 3112044 w 10768629"/>
              <a:gd name="connsiteY162-13170" fmla="*/ 1935614 h 1978172"/>
              <a:gd name="connsiteX163-13171" fmla="*/ 3069716 w 10768629"/>
              <a:gd name="connsiteY163-13172" fmla="*/ 1930463 h 1978172"/>
              <a:gd name="connsiteX164-13173" fmla="*/ 3005773 w 10768629"/>
              <a:gd name="connsiteY164-13174" fmla="*/ 1915878 h 1978172"/>
              <a:gd name="connsiteX165-13175" fmla="*/ 2897201 w 10768629"/>
              <a:gd name="connsiteY165-13176" fmla="*/ 1926772 h 1978172"/>
              <a:gd name="connsiteX166-13177" fmla="*/ 2783891 w 10768629"/>
              <a:gd name="connsiteY166-13178" fmla="*/ 1931749 h 1978172"/>
              <a:gd name="connsiteX167-13179" fmla="*/ 2712447 w 10768629"/>
              <a:gd name="connsiteY167-13180" fmla="*/ 1933044 h 1978172"/>
              <a:gd name="connsiteX168-13181" fmla="*/ 2560151 w 10768629"/>
              <a:gd name="connsiteY168-13182" fmla="*/ 1963609 h 1978172"/>
              <a:gd name="connsiteX169-13183" fmla="*/ 2367221 w 10768629"/>
              <a:gd name="connsiteY169-13184" fmla="*/ 1971884 h 1978172"/>
              <a:gd name="connsiteX170-13185" fmla="*/ 2272130 w 10768629"/>
              <a:gd name="connsiteY170-13186" fmla="*/ 1961162 h 1978172"/>
              <a:gd name="connsiteX171-13187" fmla="*/ 2189404 w 10768629"/>
              <a:gd name="connsiteY171-13188" fmla="*/ 1978172 h 1978172"/>
              <a:gd name="connsiteX172-13189" fmla="*/ 2077704 w 10768629"/>
              <a:gd name="connsiteY172-13190" fmla="*/ 1965002 h 1978172"/>
              <a:gd name="connsiteX173-13191" fmla="*/ 2033299 w 10768629"/>
              <a:gd name="connsiteY173-13192" fmla="*/ 1969042 h 1978172"/>
              <a:gd name="connsiteX174-13193" fmla="*/ 1967996 w 10768629"/>
              <a:gd name="connsiteY174-13194" fmla="*/ 1953187 h 1978172"/>
              <a:gd name="connsiteX175-13195" fmla="*/ 1855805 w 10768629"/>
              <a:gd name="connsiteY175-13196" fmla="*/ 1926082 h 1978172"/>
              <a:gd name="connsiteX176-13197" fmla="*/ 1790957 w 10768629"/>
              <a:gd name="connsiteY176-13198" fmla="*/ 1919460 h 1978172"/>
              <a:gd name="connsiteX177-13199" fmla="*/ 1613978 w 10768629"/>
              <a:gd name="connsiteY177-13200" fmla="*/ 1891581 h 1978172"/>
              <a:gd name="connsiteX178-13201" fmla="*/ 1436831 w 10768629"/>
              <a:gd name="connsiteY178-13202" fmla="*/ 1856201 h 1978172"/>
              <a:gd name="connsiteX179-13203" fmla="*/ 1357365 w 10768629"/>
              <a:gd name="connsiteY179-13204" fmla="*/ 1832140 h 1978172"/>
              <a:gd name="connsiteX180-13205" fmla="*/ 1232341 w 10768629"/>
              <a:gd name="connsiteY180-13206" fmla="*/ 1785942 h 1978172"/>
              <a:gd name="connsiteX181-13207" fmla="*/ 1162595 w 10768629"/>
              <a:gd name="connsiteY181-13208" fmla="*/ 1758337 h 1978172"/>
              <a:gd name="connsiteX182-13209" fmla="*/ 1128523 w 10768629"/>
              <a:gd name="connsiteY182-13210" fmla="*/ 1763621 h 1978172"/>
              <a:gd name="connsiteX183-13211" fmla="*/ 991903 w 10768629"/>
              <a:gd name="connsiteY183-13212" fmla="*/ 1786741 h 1978172"/>
              <a:gd name="connsiteX184-13213" fmla="*/ 883960 w 10768629"/>
              <a:gd name="connsiteY184-13214" fmla="*/ 1822386 h 1978172"/>
              <a:gd name="connsiteX185-13215" fmla="*/ 766531 w 10768629"/>
              <a:gd name="connsiteY185-13216" fmla="*/ 1805053 h 1978172"/>
              <a:gd name="connsiteX186-13217" fmla="*/ 669779 w 10768629"/>
              <a:gd name="connsiteY186-13218" fmla="*/ 1800537 h 1978172"/>
              <a:gd name="connsiteX187-13219" fmla="*/ 523898 w 10768629"/>
              <a:gd name="connsiteY187-13220" fmla="*/ 1811085 h 1978172"/>
              <a:gd name="connsiteX188-13221" fmla="*/ 360251 w 10768629"/>
              <a:gd name="connsiteY188-13222" fmla="*/ 1830735 h 1978172"/>
              <a:gd name="connsiteX189-13223" fmla="*/ 255207 w 10768629"/>
              <a:gd name="connsiteY189-13224" fmla="*/ 1818275 h 1978172"/>
              <a:gd name="connsiteX190-13225" fmla="*/ 101803 w 10768629"/>
              <a:gd name="connsiteY190-13226" fmla="*/ 1870647 h 1978172"/>
              <a:gd name="connsiteX191-13227" fmla="*/ 25397 w 10768629"/>
              <a:gd name="connsiteY191-13228" fmla="*/ 1888443 h 1978172"/>
              <a:gd name="connsiteX192-13229" fmla="*/ 2370 w 10768629"/>
              <a:gd name="connsiteY192-13230" fmla="*/ 1878311 h 1978172"/>
              <a:gd name="connsiteX193-13231" fmla="*/ 0 w 10768629"/>
              <a:gd name="connsiteY193-13232" fmla="*/ 1878785 h 1978172"/>
              <a:gd name="connsiteX194-13233" fmla="*/ 0 w 10768629"/>
              <a:gd name="connsiteY194-13234" fmla="*/ 0 h 1978172"/>
              <a:gd name="connsiteX0-13235" fmla="*/ 0 w 10768629"/>
              <a:gd name="connsiteY0-13236" fmla="*/ 0 h 1978172"/>
              <a:gd name="connsiteX1-13237" fmla="*/ 10768629 w 10768629"/>
              <a:gd name="connsiteY1-13238" fmla="*/ 0 h 1978172"/>
              <a:gd name="connsiteX2-13239" fmla="*/ 10733254 w 10768629"/>
              <a:gd name="connsiteY2-13240" fmla="*/ 31439 h 1978172"/>
              <a:gd name="connsiteX3-13241" fmla="*/ 10727085 w 10768629"/>
              <a:gd name="connsiteY3-13242" fmla="*/ 37910 h 1978172"/>
              <a:gd name="connsiteX4-13243" fmla="*/ 10675953 w 10768629"/>
              <a:gd name="connsiteY4-13244" fmla="*/ 68623 h 1978172"/>
              <a:gd name="connsiteX5-13245" fmla="*/ 10637091 w 10768629"/>
              <a:gd name="connsiteY5-13246" fmla="*/ 90361 h 1978172"/>
              <a:gd name="connsiteX6-13247" fmla="*/ 10610971 w 10768629"/>
              <a:gd name="connsiteY6-13248" fmla="*/ 110764 h 1978172"/>
              <a:gd name="connsiteX7-13249" fmla="*/ 10532872 w 10768629"/>
              <a:gd name="connsiteY7-13250" fmla="*/ 138028 h 1978172"/>
              <a:gd name="connsiteX8-13251" fmla="*/ 10398558 w 10768629"/>
              <a:gd name="connsiteY8-13252" fmla="*/ 172911 h 1978172"/>
              <a:gd name="connsiteX9-13253" fmla="*/ 10371128 w 10768629"/>
              <a:gd name="connsiteY9-13254" fmla="*/ 182609 h 1978172"/>
              <a:gd name="connsiteX10-13255" fmla="*/ 10352178 w 10768629"/>
              <a:gd name="connsiteY10-13256" fmla="*/ 199976 h 1978172"/>
              <a:gd name="connsiteX11-13257" fmla="*/ 10351815 w 10768629"/>
              <a:gd name="connsiteY11-13258" fmla="*/ 211879 h 1978172"/>
              <a:gd name="connsiteX12-13259" fmla="*/ 10337471 w 10768629"/>
              <a:gd name="connsiteY12-13260" fmla="*/ 218661 h 1978172"/>
              <a:gd name="connsiteX13-13261" fmla="*/ 10334625 w 10768629"/>
              <a:gd name="connsiteY13-13262" fmla="*/ 222351 h 1978172"/>
              <a:gd name="connsiteX14-13263" fmla="*/ 10256365 w 10768629"/>
              <a:gd name="connsiteY14-13264" fmla="*/ 235917 h 1978172"/>
              <a:gd name="connsiteX15-13265" fmla="*/ 10201127 w 10768629"/>
              <a:gd name="connsiteY15-13266" fmla="*/ 267448 h 1978172"/>
              <a:gd name="connsiteX16-13267" fmla="*/ 9961218 w 10768629"/>
              <a:gd name="connsiteY16-13268" fmla="*/ 326720 h 1978172"/>
              <a:gd name="connsiteX17-13269" fmla="*/ 9859715 w 10768629"/>
              <a:gd name="connsiteY17-13270" fmla="*/ 355698 h 1978172"/>
              <a:gd name="connsiteX18-13271" fmla="*/ 9679867 w 10768629"/>
              <a:gd name="connsiteY18-13272" fmla="*/ 399081 h 1978172"/>
              <a:gd name="connsiteX19-13273" fmla="*/ 9490654 w 10768629"/>
              <a:gd name="connsiteY19-13274" fmla="*/ 455225 h 1978172"/>
              <a:gd name="connsiteX20-13275" fmla="*/ 9470837 w 10768629"/>
              <a:gd name="connsiteY20-13276" fmla="*/ 452539 h 1978172"/>
              <a:gd name="connsiteX21-13277" fmla="*/ 9469082 w 10768629"/>
              <a:gd name="connsiteY21-13278" fmla="*/ 454891 h 1978172"/>
              <a:gd name="connsiteX22-13279" fmla="*/ 9448038 w 10768629"/>
              <a:gd name="connsiteY22-13280" fmla="*/ 459733 h 1978172"/>
              <a:gd name="connsiteX23-13281" fmla="*/ 9396821 w 10768629"/>
              <a:gd name="connsiteY23-13282" fmla="*/ 455795 h 1978172"/>
              <a:gd name="connsiteX24-13283" fmla="*/ 9392197 w 10768629"/>
              <a:gd name="connsiteY24-13284" fmla="*/ 459796 h 1978172"/>
              <a:gd name="connsiteX25-13285" fmla="*/ 9347994 w 10768629"/>
              <a:gd name="connsiteY25-13286" fmla="*/ 464462 h 1978172"/>
              <a:gd name="connsiteX26-13287" fmla="*/ 9347889 w 10768629"/>
              <a:gd name="connsiteY26-13288" fmla="*/ 466539 h 1978172"/>
              <a:gd name="connsiteX27-13289" fmla="*/ 9337639 w 10768629"/>
              <a:gd name="connsiteY27-13290" fmla="*/ 476654 h 1978172"/>
              <a:gd name="connsiteX28-13291" fmla="*/ 9287964 w 10768629"/>
              <a:gd name="connsiteY28-13292" fmla="*/ 513052 h 1978172"/>
              <a:gd name="connsiteX29-13293" fmla="*/ 9229283 w 10768629"/>
              <a:gd name="connsiteY29-13294" fmla="*/ 555377 h 1978172"/>
              <a:gd name="connsiteX30-13295" fmla="*/ 9220274 w 10768629"/>
              <a:gd name="connsiteY30-13296" fmla="*/ 557502 h 1978172"/>
              <a:gd name="connsiteX31-13297" fmla="*/ 9220202 w 10768629"/>
              <a:gd name="connsiteY31-13298" fmla="*/ 558001 h 1978172"/>
              <a:gd name="connsiteX32-13299" fmla="*/ 9210908 w 10768629"/>
              <a:gd name="connsiteY32-13300" fmla="*/ 561147 h 1978172"/>
              <a:gd name="connsiteX33-13301" fmla="*/ 9186374 w 10768629"/>
              <a:gd name="connsiteY33-13302" fmla="*/ 565502 h 1978172"/>
              <a:gd name="connsiteX34-13303" fmla="*/ 9181058 w 10768629"/>
              <a:gd name="connsiteY34-13304" fmla="*/ 569943 h 1978172"/>
              <a:gd name="connsiteX35-13305" fmla="*/ 9167549 w 10768629"/>
              <a:gd name="connsiteY35-13306" fmla="*/ 584727 h 1978172"/>
              <a:gd name="connsiteX36-13307" fmla="*/ 9149110 w 10768629"/>
              <a:gd name="connsiteY36-13308" fmla="*/ 598906 h 1978172"/>
              <a:gd name="connsiteX37-13309" fmla="*/ 9078556 w 10768629"/>
              <a:gd name="connsiteY37-13310" fmla="*/ 644039 h 1978172"/>
              <a:gd name="connsiteX38-13311" fmla="*/ 8996399 w 10768629"/>
              <a:gd name="connsiteY38-13312" fmla="*/ 690055 h 1978172"/>
              <a:gd name="connsiteX39-13313" fmla="*/ 8803791 w 10768629"/>
              <a:gd name="connsiteY39-13314" fmla="*/ 813860 h 1978172"/>
              <a:gd name="connsiteX40-13315" fmla="*/ 8636202 w 10768629"/>
              <a:gd name="connsiteY40-13316" fmla="*/ 848463 h 1978172"/>
              <a:gd name="connsiteX41-13317" fmla="*/ 8555372 w 10768629"/>
              <a:gd name="connsiteY41-13318" fmla="*/ 883171 h 1978172"/>
              <a:gd name="connsiteX42-13319" fmla="*/ 8507229 w 10768629"/>
              <a:gd name="connsiteY42-13320" fmla="*/ 901665 h 1978172"/>
              <a:gd name="connsiteX43-13321" fmla="*/ 8428473 w 10768629"/>
              <a:gd name="connsiteY43-13322" fmla="*/ 927985 h 1978172"/>
              <a:gd name="connsiteX44-13323" fmla="*/ 8427914 w 10768629"/>
              <a:gd name="connsiteY44-13324" fmla="*/ 933480 h 1978172"/>
              <a:gd name="connsiteX45-13325" fmla="*/ 8420327 w 10768629"/>
              <a:gd name="connsiteY45-13326" fmla="*/ 941984 h 1978172"/>
              <a:gd name="connsiteX46-13327" fmla="*/ 8394729 w 10768629"/>
              <a:gd name="connsiteY46-13328" fmla="*/ 948347 h 1978172"/>
              <a:gd name="connsiteX47-13329" fmla="*/ 8380548 w 10768629"/>
              <a:gd name="connsiteY47-13330" fmla="*/ 987916 h 1978172"/>
              <a:gd name="connsiteX48-13331" fmla="*/ 8375330 w 10768629"/>
              <a:gd name="connsiteY48-13332" fmla="*/ 965444 h 1978172"/>
              <a:gd name="connsiteX49-13333" fmla="*/ 8340796 w 10768629"/>
              <a:gd name="connsiteY49-13334" fmla="*/ 980522 h 1978172"/>
              <a:gd name="connsiteX50-13335" fmla="*/ 8304438 w 10768629"/>
              <a:gd name="connsiteY50-13336" fmla="*/ 996739 h 1978172"/>
              <a:gd name="connsiteX51-13337" fmla="*/ 8280929 w 10768629"/>
              <a:gd name="connsiteY51-13338" fmla="*/ 1023089 h 1978172"/>
              <a:gd name="connsiteX52-13339" fmla="*/ 8275760 w 10768629"/>
              <a:gd name="connsiteY52-13340" fmla="*/ 1027772 h 1978172"/>
              <a:gd name="connsiteX53-13341" fmla="*/ 8275478 w 10768629"/>
              <a:gd name="connsiteY53-13342" fmla="*/ 1027605 h 1978172"/>
              <a:gd name="connsiteX54-13343" fmla="*/ 8249003 w 10768629"/>
              <a:gd name="connsiteY54-13344" fmla="*/ 1032033 h 1978172"/>
              <a:gd name="connsiteX55-13345" fmla="*/ 8203836 w 10768629"/>
              <a:gd name="connsiteY55-13346" fmla="*/ 1037347 h 1978172"/>
              <a:gd name="connsiteX56-13347" fmla="*/ 8122936 w 10768629"/>
              <a:gd name="connsiteY56-13348" fmla="*/ 1063113 h 1978172"/>
              <a:gd name="connsiteX57-13349" fmla="*/ 8043658 w 10768629"/>
              <a:gd name="connsiteY57-13350" fmla="*/ 1092746 h 1978172"/>
              <a:gd name="connsiteX58-13351" fmla="*/ 8015351 w 10768629"/>
              <a:gd name="connsiteY58-13352" fmla="*/ 1105478 h 1978172"/>
              <a:gd name="connsiteX59-13353" fmla="*/ 7963145 w 10768629"/>
              <a:gd name="connsiteY59-13354" fmla="*/ 1119346 h 1978172"/>
              <a:gd name="connsiteX60-13355" fmla="*/ 7938145 w 10768629"/>
              <a:gd name="connsiteY60-13356" fmla="*/ 1120225 h 1978172"/>
              <a:gd name="connsiteX61-13357" fmla="*/ 7937238 w 10768629"/>
              <a:gd name="connsiteY61-13358" fmla="*/ 1121204 h 1978172"/>
              <a:gd name="connsiteX62-13359" fmla="*/ 7934398 w 10768629"/>
              <a:gd name="connsiteY62-13360" fmla="*/ 1118240 h 1978172"/>
              <a:gd name="connsiteX63-13361" fmla="*/ 7918248 w 10768629"/>
              <a:gd name="connsiteY63-13362" fmla="*/ 1124371 h 1978172"/>
              <a:gd name="connsiteX64-13363" fmla="*/ 7914119 w 10768629"/>
              <a:gd name="connsiteY64-13364" fmla="*/ 1127653 h 1978172"/>
              <a:gd name="connsiteX65-13365" fmla="*/ 7907658 w 10768629"/>
              <a:gd name="connsiteY65-13366" fmla="*/ 1130350 h 1978172"/>
              <a:gd name="connsiteX66-13367" fmla="*/ 7907434 w 10768629"/>
              <a:gd name="connsiteY66-13368" fmla="*/ 1130103 h 1978172"/>
              <a:gd name="connsiteX67-13369" fmla="*/ 7901508 w 10768629"/>
              <a:gd name="connsiteY67-13370" fmla="*/ 1133245 h 1978172"/>
              <a:gd name="connsiteX68-13371" fmla="*/ 7873287 w 10768629"/>
              <a:gd name="connsiteY68-13372" fmla="*/ 1152609 h 1978172"/>
              <a:gd name="connsiteX69-13373" fmla="*/ 7834833 w 10768629"/>
              <a:gd name="connsiteY69-13374" fmla="*/ 1153868 h 1978172"/>
              <a:gd name="connsiteX70-13375" fmla="*/ 7828661 w 10768629"/>
              <a:gd name="connsiteY70-13376" fmla="*/ 1139994 h 1978172"/>
              <a:gd name="connsiteX71-13377" fmla="*/ 7823966 w 10768629"/>
              <a:gd name="connsiteY71-13378" fmla="*/ 1143178 h 1978172"/>
              <a:gd name="connsiteX72-13379" fmla="*/ 7815078 w 10768629"/>
              <a:gd name="connsiteY72-13380" fmla="*/ 1151776 h 1978172"/>
              <a:gd name="connsiteX73-13381" fmla="*/ 7812026 w 10768629"/>
              <a:gd name="connsiteY73-13382" fmla="*/ 1151522 h 1978172"/>
              <a:gd name="connsiteX74-13383" fmla="*/ 7782249 w 10768629"/>
              <a:gd name="connsiteY74-13384" fmla="*/ 1160970 h 1978172"/>
              <a:gd name="connsiteX75-13385" fmla="*/ 7773476 w 10768629"/>
              <a:gd name="connsiteY75-13386" fmla="*/ 1157414 h 1978172"/>
              <a:gd name="connsiteX76-13387" fmla="*/ 7769600 w 10768629"/>
              <a:gd name="connsiteY76-13388" fmla="*/ 1157365 h 1978172"/>
              <a:gd name="connsiteX77-13389" fmla="*/ 7752631 w 10768629"/>
              <a:gd name="connsiteY77-13390" fmla="*/ 1172815 h 1978172"/>
              <a:gd name="connsiteX78-13391" fmla="*/ 7739392 w 10768629"/>
              <a:gd name="connsiteY78-13392" fmla="*/ 1192062 h 1978172"/>
              <a:gd name="connsiteX79-13393" fmla="*/ 7677677 w 10768629"/>
              <a:gd name="connsiteY79-13394" fmla="*/ 1216394 h 1978172"/>
              <a:gd name="connsiteX80-13395" fmla="*/ 7586920 w 10768629"/>
              <a:gd name="connsiteY80-13396" fmla="*/ 1261888 h 1978172"/>
              <a:gd name="connsiteX81-13397" fmla="*/ 7486100 w 10768629"/>
              <a:gd name="connsiteY81-13398" fmla="*/ 1292563 h 1978172"/>
              <a:gd name="connsiteX82-13399" fmla="*/ 7411323 w 10768629"/>
              <a:gd name="connsiteY82-13400" fmla="*/ 1340732 h 1978172"/>
              <a:gd name="connsiteX83-13401" fmla="*/ 7240698 w 10768629"/>
              <a:gd name="connsiteY83-13402" fmla="*/ 1438832 h 1978172"/>
              <a:gd name="connsiteX84-13403" fmla="*/ 7197675 w 10768629"/>
              <a:gd name="connsiteY84-13404" fmla="*/ 1447530 h 1978172"/>
              <a:gd name="connsiteX85-13405" fmla="*/ 7164788 w 10768629"/>
              <a:gd name="connsiteY85-13406" fmla="*/ 1480293 h 1978172"/>
              <a:gd name="connsiteX86-13407" fmla="*/ 7147929 w 10768629"/>
              <a:gd name="connsiteY86-13408" fmla="*/ 1477641 h 1978172"/>
              <a:gd name="connsiteX87-13409" fmla="*/ 7144965 w 10768629"/>
              <a:gd name="connsiteY87-13410" fmla="*/ 1476908 h 1978172"/>
              <a:gd name="connsiteX88-13411" fmla="*/ 7134299 w 10768629"/>
              <a:gd name="connsiteY88-13412" fmla="*/ 1479969 h 1978172"/>
              <a:gd name="connsiteX89-13413" fmla="*/ 7129809 w 10768629"/>
              <a:gd name="connsiteY89-13414" fmla="*/ 1473339 h 1978172"/>
              <a:gd name="connsiteX90-13415" fmla="*/ 7112688 w 10768629"/>
              <a:gd name="connsiteY90-13416" fmla="*/ 1472575 h 1978172"/>
              <a:gd name="connsiteX91-13417" fmla="*/ 7093470 w 10768629"/>
              <a:gd name="connsiteY91-13418" fmla="*/ 1480300 h 1978172"/>
              <a:gd name="connsiteX92-13419" fmla="*/ 7025034 w 10768629"/>
              <a:gd name="connsiteY92-13420" fmla="*/ 1506934 h 1978172"/>
              <a:gd name="connsiteX93-13421" fmla="*/ 7014783 w 10768629"/>
              <a:gd name="connsiteY93-13422" fmla="*/ 1515868 h 1978172"/>
              <a:gd name="connsiteX94-13423" fmla="*/ 6979706 w 10768629"/>
              <a:gd name="connsiteY94-13424" fmla="*/ 1523511 h 1978172"/>
              <a:gd name="connsiteX95-13425" fmla="*/ 6977890 w 10768629"/>
              <a:gd name="connsiteY95-13426" fmla="*/ 1525793 h 1978172"/>
              <a:gd name="connsiteX96-13427" fmla="*/ 6944339 w 10768629"/>
              <a:gd name="connsiteY96-13428" fmla="*/ 1536237 h 1978172"/>
              <a:gd name="connsiteX97-13429" fmla="*/ 6886996 w 10768629"/>
              <a:gd name="connsiteY97-13430" fmla="*/ 1563569 h 1978172"/>
              <a:gd name="connsiteX98-13431" fmla="*/ 6874510 w 10768629"/>
              <a:gd name="connsiteY98-13432" fmla="*/ 1558469 h 1978172"/>
              <a:gd name="connsiteX99-13433" fmla="*/ 6871943 w 10768629"/>
              <a:gd name="connsiteY99-13434" fmla="*/ 1554651 h 1978172"/>
              <a:gd name="connsiteX100-13435" fmla="*/ 6856174 w 10768629"/>
              <a:gd name="connsiteY100-13436" fmla="*/ 1562024 h 1978172"/>
              <a:gd name="connsiteX101-13437" fmla="*/ 6842321 w 10768629"/>
              <a:gd name="connsiteY101-13438" fmla="*/ 1560554 h 1978172"/>
              <a:gd name="connsiteX102-13439" fmla="*/ 6832713 w 10768629"/>
              <a:gd name="connsiteY102-13440" fmla="*/ 1569357 h 1978172"/>
              <a:gd name="connsiteX103-13441" fmla="*/ 6816351 w 10768629"/>
              <a:gd name="connsiteY103-13442" fmla="*/ 1571495 h 1978172"/>
              <a:gd name="connsiteX104-13443" fmla="*/ 6795800 w 10768629"/>
              <a:gd name="connsiteY104-13444" fmla="*/ 1572010 h 1978172"/>
              <a:gd name="connsiteX105-13445" fmla="*/ 6777546 w 10768629"/>
              <a:gd name="connsiteY105-13446" fmla="*/ 1568661 h 1978172"/>
              <a:gd name="connsiteX106-13447" fmla="*/ 6751528 w 10768629"/>
              <a:gd name="connsiteY106-13448" fmla="*/ 1574143 h 1978172"/>
              <a:gd name="connsiteX107-13449" fmla="*/ 6691966 w 10768629"/>
              <a:gd name="connsiteY107-13450" fmla="*/ 1582255 h 1978172"/>
              <a:gd name="connsiteX108-13451" fmla="*/ 6646941 w 10768629"/>
              <a:gd name="connsiteY108-13452" fmla="*/ 1588471 h 1978172"/>
              <a:gd name="connsiteX109-13453" fmla="*/ 6568576 w 10768629"/>
              <a:gd name="connsiteY109-13454" fmla="*/ 1606488 h 1978172"/>
              <a:gd name="connsiteX110-13455" fmla="*/ 6554358 w 10768629"/>
              <a:gd name="connsiteY110-13456" fmla="*/ 1621701 h 1978172"/>
              <a:gd name="connsiteX111-13457" fmla="*/ 6516968 w 10768629"/>
              <a:gd name="connsiteY111-13458" fmla="*/ 1617195 h 1978172"/>
              <a:gd name="connsiteX112-13459" fmla="*/ 6506479 w 10768629"/>
              <a:gd name="connsiteY112-13460" fmla="*/ 1602227 h 1978172"/>
              <a:gd name="connsiteX113-13461" fmla="*/ 6458436 w 10768629"/>
              <a:gd name="connsiteY113-13462" fmla="*/ 1607332 h 1978172"/>
              <a:gd name="connsiteX114-13463" fmla="*/ 6414786 w 10768629"/>
              <a:gd name="connsiteY114-13464" fmla="*/ 1628815 h 1978172"/>
              <a:gd name="connsiteX115-13465" fmla="*/ 6357085 w 10768629"/>
              <a:gd name="connsiteY115-13466" fmla="*/ 1640846 h 1978172"/>
              <a:gd name="connsiteX116-13467" fmla="*/ 6322636 w 10768629"/>
              <a:gd name="connsiteY116-13468" fmla="*/ 1648213 h 1978172"/>
              <a:gd name="connsiteX117-13469" fmla="*/ 6226172 w 10768629"/>
              <a:gd name="connsiteY117-13470" fmla="*/ 1654676 h 1978172"/>
              <a:gd name="connsiteX118-13471" fmla="*/ 6221217 w 10768629"/>
              <a:gd name="connsiteY118-13472" fmla="*/ 1654506 h 1978172"/>
              <a:gd name="connsiteX119-13473" fmla="*/ 6204956 w 10768629"/>
              <a:gd name="connsiteY119-13474" fmla="*/ 1664280 h 1978172"/>
              <a:gd name="connsiteX120-13475" fmla="*/ 6204270 w 10768629"/>
              <a:gd name="connsiteY120-13476" fmla="*/ 1666782 h 1978172"/>
              <a:gd name="connsiteX121-13477" fmla="*/ 6143810 w 10768629"/>
              <a:gd name="connsiteY121-13478" fmla="*/ 1661963 h 1978172"/>
              <a:gd name="connsiteX122-13479" fmla="*/ 6136560 w 10768629"/>
              <a:gd name="connsiteY122-13480" fmla="*/ 1665728 h 1978172"/>
              <a:gd name="connsiteX123-13481" fmla="*/ 6096155 w 10768629"/>
              <a:gd name="connsiteY123-13482" fmla="*/ 1656951 h 1978172"/>
              <a:gd name="connsiteX124-13483" fmla="*/ 6075812 w 10768629"/>
              <a:gd name="connsiteY124-13484" fmla="*/ 1655422 h 1978172"/>
              <a:gd name="connsiteX125-13485" fmla="*/ 6039495 w 10768629"/>
              <a:gd name="connsiteY125-13486" fmla="*/ 1649680 h 1978172"/>
              <a:gd name="connsiteX126-13487" fmla="*/ 6036523 w 10768629"/>
              <a:gd name="connsiteY126-13488" fmla="*/ 1652121 h 1978172"/>
              <a:gd name="connsiteX127-13489" fmla="*/ 6029328 w 10768629"/>
              <a:gd name="connsiteY127-13490" fmla="*/ 1649904 h 1978172"/>
              <a:gd name="connsiteX128-13491" fmla="*/ 6024075 w 10768629"/>
              <a:gd name="connsiteY128-13492" fmla="*/ 1652779 h 1978172"/>
              <a:gd name="connsiteX129-13493" fmla="*/ 6018085 w 10768629"/>
              <a:gd name="connsiteY129-13494" fmla="*/ 1652030 h 1978172"/>
              <a:gd name="connsiteX130-13495" fmla="*/ 5955513 w 10768629"/>
              <a:gd name="connsiteY130-13496" fmla="*/ 1663584 h 1978172"/>
              <a:gd name="connsiteX131-13497" fmla="*/ 5941996 w 10768629"/>
              <a:gd name="connsiteY131-13498" fmla="*/ 1661326 h 1978172"/>
              <a:gd name="connsiteX132-13499" fmla="*/ 5931789 w 10768629"/>
              <a:gd name="connsiteY132-13500" fmla="*/ 1669915 h 1978172"/>
              <a:gd name="connsiteX133-13501" fmla="*/ 5888686 w 10768629"/>
              <a:gd name="connsiteY133-13502" fmla="*/ 1672175 h 1978172"/>
              <a:gd name="connsiteX134-13503" fmla="*/ 5873794 w 10768629"/>
              <a:gd name="connsiteY134-13504" fmla="*/ 1665454 h 1978172"/>
              <a:gd name="connsiteX135-13505" fmla="*/ 5860022 w 10768629"/>
              <a:gd name="connsiteY135-13506" fmla="*/ 1660635 h 1978172"/>
              <a:gd name="connsiteX136-13507" fmla="*/ 5858237 w 10768629"/>
              <a:gd name="connsiteY136-13508" fmla="*/ 1660649 h 1978172"/>
              <a:gd name="connsiteX137-13509" fmla="*/ 5840319 w 10768629"/>
              <a:gd name="connsiteY137-13510" fmla="*/ 1660798 h 1978172"/>
              <a:gd name="connsiteX138-13511" fmla="*/ 5806984 w 10768629"/>
              <a:gd name="connsiteY138-13512" fmla="*/ 1661075 h 1978172"/>
              <a:gd name="connsiteX139-13513" fmla="*/ 5742351 w 10768629"/>
              <a:gd name="connsiteY139-13514" fmla="*/ 1667489 h 1978172"/>
              <a:gd name="connsiteX140-13515" fmla="*/ 5521171 w 10768629"/>
              <a:gd name="connsiteY140-13516" fmla="*/ 1671626 h 1978172"/>
              <a:gd name="connsiteX141-13517" fmla="*/ 5457384 w 10768629"/>
              <a:gd name="connsiteY141-13518" fmla="*/ 1683952 h 1978172"/>
              <a:gd name="connsiteX142-13519" fmla="*/ 4950070 w 10768629"/>
              <a:gd name="connsiteY142-13520" fmla="*/ 1748401 h 1978172"/>
              <a:gd name="connsiteX143-13521" fmla="*/ 4872172 w 10768629"/>
              <a:gd name="connsiteY143-13522" fmla="*/ 1757222 h 1978172"/>
              <a:gd name="connsiteX144-13523" fmla="*/ 4809524 w 10768629"/>
              <a:gd name="connsiteY144-13524" fmla="*/ 1761033 h 1978172"/>
              <a:gd name="connsiteX145-13525" fmla="*/ 4759058 w 10768629"/>
              <a:gd name="connsiteY145-13526" fmla="*/ 1766533 h 1978172"/>
              <a:gd name="connsiteX146-13527" fmla="*/ 4719749 w 10768629"/>
              <a:gd name="connsiteY146-13528" fmla="*/ 1771811 h 1978172"/>
              <a:gd name="connsiteX147-13529" fmla="*/ 4568686 w 10768629"/>
              <a:gd name="connsiteY147-13530" fmla="*/ 1786141 h 1978172"/>
              <a:gd name="connsiteX148-13531" fmla="*/ 4418751 w 10768629"/>
              <a:gd name="connsiteY148-13532" fmla="*/ 1796932 h 1978172"/>
              <a:gd name="connsiteX149-13533" fmla="*/ 4378377 w 10768629"/>
              <a:gd name="connsiteY149-13534" fmla="*/ 1815528 h 1978172"/>
              <a:gd name="connsiteX150-13535" fmla="*/ 4320575 w 10768629"/>
              <a:gd name="connsiteY150-13536" fmla="*/ 1832722 h 1978172"/>
              <a:gd name="connsiteX151-13537" fmla="*/ 4220200 w 10768629"/>
              <a:gd name="connsiteY151-13538" fmla="*/ 1873173 h 1978172"/>
              <a:gd name="connsiteX152-13539" fmla="*/ 4101228 w 10768629"/>
              <a:gd name="connsiteY152-13540" fmla="*/ 1868717 h 1978172"/>
              <a:gd name="connsiteX153-13541" fmla="*/ 3973223 w 10768629"/>
              <a:gd name="connsiteY153-13542" fmla="*/ 1881015 h 1978172"/>
              <a:gd name="connsiteX154-13543" fmla="*/ 3900992 w 10768629"/>
              <a:gd name="connsiteY154-13544" fmla="*/ 1880603 h 1978172"/>
              <a:gd name="connsiteX155-13545" fmla="*/ 3662119 w 10768629"/>
              <a:gd name="connsiteY155-13546" fmla="*/ 1889285 h 1978172"/>
              <a:gd name="connsiteX156-13547" fmla="*/ 3496919 w 10768629"/>
              <a:gd name="connsiteY156-13548" fmla="*/ 1873180 h 1978172"/>
              <a:gd name="connsiteX157-13549" fmla="*/ 3449433 w 10768629"/>
              <a:gd name="connsiteY157-13550" fmla="*/ 1889681 h 1978172"/>
              <a:gd name="connsiteX158-13551" fmla="*/ 3369766 w 10768629"/>
              <a:gd name="connsiteY158-13552" fmla="*/ 1916653 h 1978172"/>
              <a:gd name="connsiteX159-13553" fmla="*/ 3269672 w 10768629"/>
              <a:gd name="connsiteY159-13554" fmla="*/ 1938036 h 1978172"/>
              <a:gd name="connsiteX160-13555" fmla="*/ 3224897 w 10768629"/>
              <a:gd name="connsiteY160-13556" fmla="*/ 1943733 h 1978172"/>
              <a:gd name="connsiteX161-13557" fmla="*/ 3161463 w 10768629"/>
              <a:gd name="connsiteY161-13558" fmla="*/ 1946591 h 1978172"/>
              <a:gd name="connsiteX162-13559" fmla="*/ 3112044 w 10768629"/>
              <a:gd name="connsiteY162-13560" fmla="*/ 1935614 h 1978172"/>
              <a:gd name="connsiteX163-13561" fmla="*/ 3069716 w 10768629"/>
              <a:gd name="connsiteY163-13562" fmla="*/ 1930463 h 1978172"/>
              <a:gd name="connsiteX164-13563" fmla="*/ 3005773 w 10768629"/>
              <a:gd name="connsiteY164-13564" fmla="*/ 1915878 h 1978172"/>
              <a:gd name="connsiteX165-13565" fmla="*/ 2897201 w 10768629"/>
              <a:gd name="connsiteY165-13566" fmla="*/ 1926772 h 1978172"/>
              <a:gd name="connsiteX166-13567" fmla="*/ 2783891 w 10768629"/>
              <a:gd name="connsiteY166-13568" fmla="*/ 1931749 h 1978172"/>
              <a:gd name="connsiteX167-13569" fmla="*/ 2712447 w 10768629"/>
              <a:gd name="connsiteY167-13570" fmla="*/ 1933044 h 1978172"/>
              <a:gd name="connsiteX168-13571" fmla="*/ 2560151 w 10768629"/>
              <a:gd name="connsiteY168-13572" fmla="*/ 1963609 h 1978172"/>
              <a:gd name="connsiteX169-13573" fmla="*/ 2367221 w 10768629"/>
              <a:gd name="connsiteY169-13574" fmla="*/ 1971884 h 1978172"/>
              <a:gd name="connsiteX170-13575" fmla="*/ 2272130 w 10768629"/>
              <a:gd name="connsiteY170-13576" fmla="*/ 1961162 h 1978172"/>
              <a:gd name="connsiteX171-13577" fmla="*/ 2189404 w 10768629"/>
              <a:gd name="connsiteY171-13578" fmla="*/ 1978172 h 1978172"/>
              <a:gd name="connsiteX172-13579" fmla="*/ 2077704 w 10768629"/>
              <a:gd name="connsiteY172-13580" fmla="*/ 1965002 h 1978172"/>
              <a:gd name="connsiteX173-13581" fmla="*/ 2033299 w 10768629"/>
              <a:gd name="connsiteY173-13582" fmla="*/ 1969042 h 1978172"/>
              <a:gd name="connsiteX174-13583" fmla="*/ 1967996 w 10768629"/>
              <a:gd name="connsiteY174-13584" fmla="*/ 1953187 h 1978172"/>
              <a:gd name="connsiteX175-13585" fmla="*/ 1855805 w 10768629"/>
              <a:gd name="connsiteY175-13586" fmla="*/ 1926082 h 1978172"/>
              <a:gd name="connsiteX176-13587" fmla="*/ 1790957 w 10768629"/>
              <a:gd name="connsiteY176-13588" fmla="*/ 1919460 h 1978172"/>
              <a:gd name="connsiteX177-13589" fmla="*/ 1613978 w 10768629"/>
              <a:gd name="connsiteY177-13590" fmla="*/ 1891581 h 1978172"/>
              <a:gd name="connsiteX178-13591" fmla="*/ 1436831 w 10768629"/>
              <a:gd name="connsiteY178-13592" fmla="*/ 1856201 h 1978172"/>
              <a:gd name="connsiteX179-13593" fmla="*/ 1357365 w 10768629"/>
              <a:gd name="connsiteY179-13594" fmla="*/ 1832140 h 1978172"/>
              <a:gd name="connsiteX180-13595" fmla="*/ 1232341 w 10768629"/>
              <a:gd name="connsiteY180-13596" fmla="*/ 1785942 h 1978172"/>
              <a:gd name="connsiteX181-13597" fmla="*/ 1162595 w 10768629"/>
              <a:gd name="connsiteY181-13598" fmla="*/ 1758337 h 1978172"/>
              <a:gd name="connsiteX182-13599" fmla="*/ 1128523 w 10768629"/>
              <a:gd name="connsiteY182-13600" fmla="*/ 1763621 h 1978172"/>
              <a:gd name="connsiteX183-13601" fmla="*/ 991903 w 10768629"/>
              <a:gd name="connsiteY183-13602" fmla="*/ 1786741 h 1978172"/>
              <a:gd name="connsiteX184-13603" fmla="*/ 883960 w 10768629"/>
              <a:gd name="connsiteY184-13604" fmla="*/ 1822386 h 1978172"/>
              <a:gd name="connsiteX185-13605" fmla="*/ 766531 w 10768629"/>
              <a:gd name="connsiteY185-13606" fmla="*/ 1805053 h 1978172"/>
              <a:gd name="connsiteX186-13607" fmla="*/ 669779 w 10768629"/>
              <a:gd name="connsiteY186-13608" fmla="*/ 1800537 h 1978172"/>
              <a:gd name="connsiteX187-13609" fmla="*/ 523898 w 10768629"/>
              <a:gd name="connsiteY187-13610" fmla="*/ 1811085 h 1978172"/>
              <a:gd name="connsiteX188-13611" fmla="*/ 360251 w 10768629"/>
              <a:gd name="connsiteY188-13612" fmla="*/ 1830735 h 1978172"/>
              <a:gd name="connsiteX189-13613" fmla="*/ 255207 w 10768629"/>
              <a:gd name="connsiteY189-13614" fmla="*/ 1818275 h 1978172"/>
              <a:gd name="connsiteX190-13615" fmla="*/ 101803 w 10768629"/>
              <a:gd name="connsiteY190-13616" fmla="*/ 1870647 h 1978172"/>
              <a:gd name="connsiteX191-13617" fmla="*/ 25397 w 10768629"/>
              <a:gd name="connsiteY191-13618" fmla="*/ 1888443 h 1978172"/>
              <a:gd name="connsiteX192-13619" fmla="*/ 2370 w 10768629"/>
              <a:gd name="connsiteY192-13620" fmla="*/ 1878311 h 1978172"/>
              <a:gd name="connsiteX193-13621" fmla="*/ 0 w 10768629"/>
              <a:gd name="connsiteY193-13622" fmla="*/ 1878785 h 1978172"/>
              <a:gd name="connsiteX194-13623" fmla="*/ 0 w 10768629"/>
              <a:gd name="connsiteY194-13624" fmla="*/ 0 h 1978172"/>
              <a:gd name="connsiteX0-13625" fmla="*/ 0 w 10768629"/>
              <a:gd name="connsiteY0-13626" fmla="*/ 0 h 1978172"/>
              <a:gd name="connsiteX1-13627" fmla="*/ 10768629 w 10768629"/>
              <a:gd name="connsiteY1-13628" fmla="*/ 0 h 1978172"/>
              <a:gd name="connsiteX2-13629" fmla="*/ 10733254 w 10768629"/>
              <a:gd name="connsiteY2-13630" fmla="*/ 31439 h 1978172"/>
              <a:gd name="connsiteX3-13631" fmla="*/ 10727085 w 10768629"/>
              <a:gd name="connsiteY3-13632" fmla="*/ 37910 h 1978172"/>
              <a:gd name="connsiteX4-13633" fmla="*/ 10675953 w 10768629"/>
              <a:gd name="connsiteY4-13634" fmla="*/ 68623 h 1978172"/>
              <a:gd name="connsiteX5-13635" fmla="*/ 10637091 w 10768629"/>
              <a:gd name="connsiteY5-13636" fmla="*/ 90361 h 1978172"/>
              <a:gd name="connsiteX6-13637" fmla="*/ 10610971 w 10768629"/>
              <a:gd name="connsiteY6-13638" fmla="*/ 110764 h 1978172"/>
              <a:gd name="connsiteX7-13639" fmla="*/ 10532872 w 10768629"/>
              <a:gd name="connsiteY7-13640" fmla="*/ 138028 h 1978172"/>
              <a:gd name="connsiteX8-13641" fmla="*/ 10398558 w 10768629"/>
              <a:gd name="connsiteY8-13642" fmla="*/ 172911 h 1978172"/>
              <a:gd name="connsiteX9-13643" fmla="*/ 10371128 w 10768629"/>
              <a:gd name="connsiteY9-13644" fmla="*/ 182609 h 1978172"/>
              <a:gd name="connsiteX10-13645" fmla="*/ 10352178 w 10768629"/>
              <a:gd name="connsiteY10-13646" fmla="*/ 199976 h 1978172"/>
              <a:gd name="connsiteX11-13647" fmla="*/ 10351815 w 10768629"/>
              <a:gd name="connsiteY11-13648" fmla="*/ 211879 h 1978172"/>
              <a:gd name="connsiteX12-13649" fmla="*/ 10337471 w 10768629"/>
              <a:gd name="connsiteY12-13650" fmla="*/ 218661 h 1978172"/>
              <a:gd name="connsiteX13-13651" fmla="*/ 10334625 w 10768629"/>
              <a:gd name="connsiteY13-13652" fmla="*/ 222351 h 1978172"/>
              <a:gd name="connsiteX14-13653" fmla="*/ 10256365 w 10768629"/>
              <a:gd name="connsiteY14-13654" fmla="*/ 235917 h 1978172"/>
              <a:gd name="connsiteX15-13655" fmla="*/ 10201127 w 10768629"/>
              <a:gd name="connsiteY15-13656" fmla="*/ 267448 h 1978172"/>
              <a:gd name="connsiteX16-13657" fmla="*/ 9961218 w 10768629"/>
              <a:gd name="connsiteY16-13658" fmla="*/ 326720 h 1978172"/>
              <a:gd name="connsiteX17-13659" fmla="*/ 9859715 w 10768629"/>
              <a:gd name="connsiteY17-13660" fmla="*/ 355698 h 1978172"/>
              <a:gd name="connsiteX18-13661" fmla="*/ 9679867 w 10768629"/>
              <a:gd name="connsiteY18-13662" fmla="*/ 399081 h 1978172"/>
              <a:gd name="connsiteX19-13663" fmla="*/ 9490654 w 10768629"/>
              <a:gd name="connsiteY19-13664" fmla="*/ 455225 h 1978172"/>
              <a:gd name="connsiteX20-13665" fmla="*/ 9470837 w 10768629"/>
              <a:gd name="connsiteY20-13666" fmla="*/ 452539 h 1978172"/>
              <a:gd name="connsiteX21-13667" fmla="*/ 9469082 w 10768629"/>
              <a:gd name="connsiteY21-13668" fmla="*/ 454891 h 1978172"/>
              <a:gd name="connsiteX22-13669" fmla="*/ 9448038 w 10768629"/>
              <a:gd name="connsiteY22-13670" fmla="*/ 459733 h 1978172"/>
              <a:gd name="connsiteX23-13671" fmla="*/ 9396821 w 10768629"/>
              <a:gd name="connsiteY23-13672" fmla="*/ 455795 h 1978172"/>
              <a:gd name="connsiteX24-13673" fmla="*/ 9392197 w 10768629"/>
              <a:gd name="connsiteY24-13674" fmla="*/ 459796 h 1978172"/>
              <a:gd name="connsiteX25-13675" fmla="*/ 9347994 w 10768629"/>
              <a:gd name="connsiteY25-13676" fmla="*/ 464462 h 1978172"/>
              <a:gd name="connsiteX26-13677" fmla="*/ 9347889 w 10768629"/>
              <a:gd name="connsiteY26-13678" fmla="*/ 466539 h 1978172"/>
              <a:gd name="connsiteX27-13679" fmla="*/ 9337639 w 10768629"/>
              <a:gd name="connsiteY27-13680" fmla="*/ 476654 h 1978172"/>
              <a:gd name="connsiteX28-13681" fmla="*/ 9287964 w 10768629"/>
              <a:gd name="connsiteY28-13682" fmla="*/ 513052 h 1978172"/>
              <a:gd name="connsiteX29-13683" fmla="*/ 9229283 w 10768629"/>
              <a:gd name="connsiteY29-13684" fmla="*/ 555377 h 1978172"/>
              <a:gd name="connsiteX30-13685" fmla="*/ 9220274 w 10768629"/>
              <a:gd name="connsiteY30-13686" fmla="*/ 557502 h 1978172"/>
              <a:gd name="connsiteX31-13687" fmla="*/ 9220202 w 10768629"/>
              <a:gd name="connsiteY31-13688" fmla="*/ 558001 h 1978172"/>
              <a:gd name="connsiteX32-13689" fmla="*/ 9210908 w 10768629"/>
              <a:gd name="connsiteY32-13690" fmla="*/ 561147 h 1978172"/>
              <a:gd name="connsiteX33-13691" fmla="*/ 9186374 w 10768629"/>
              <a:gd name="connsiteY33-13692" fmla="*/ 565502 h 1978172"/>
              <a:gd name="connsiteX34-13693" fmla="*/ 9181058 w 10768629"/>
              <a:gd name="connsiteY34-13694" fmla="*/ 569943 h 1978172"/>
              <a:gd name="connsiteX35-13695" fmla="*/ 9167549 w 10768629"/>
              <a:gd name="connsiteY35-13696" fmla="*/ 584727 h 1978172"/>
              <a:gd name="connsiteX36-13697" fmla="*/ 9149110 w 10768629"/>
              <a:gd name="connsiteY36-13698" fmla="*/ 598906 h 1978172"/>
              <a:gd name="connsiteX37-13699" fmla="*/ 9078556 w 10768629"/>
              <a:gd name="connsiteY37-13700" fmla="*/ 644039 h 1978172"/>
              <a:gd name="connsiteX38-13701" fmla="*/ 8996399 w 10768629"/>
              <a:gd name="connsiteY38-13702" fmla="*/ 690055 h 1978172"/>
              <a:gd name="connsiteX39-13703" fmla="*/ 8803791 w 10768629"/>
              <a:gd name="connsiteY39-13704" fmla="*/ 813860 h 1978172"/>
              <a:gd name="connsiteX40-13705" fmla="*/ 8636202 w 10768629"/>
              <a:gd name="connsiteY40-13706" fmla="*/ 848463 h 1978172"/>
              <a:gd name="connsiteX41-13707" fmla="*/ 8555372 w 10768629"/>
              <a:gd name="connsiteY41-13708" fmla="*/ 883171 h 1978172"/>
              <a:gd name="connsiteX42-13709" fmla="*/ 8507229 w 10768629"/>
              <a:gd name="connsiteY42-13710" fmla="*/ 901665 h 1978172"/>
              <a:gd name="connsiteX43-13711" fmla="*/ 8428473 w 10768629"/>
              <a:gd name="connsiteY43-13712" fmla="*/ 927985 h 1978172"/>
              <a:gd name="connsiteX44-13713" fmla="*/ 8427914 w 10768629"/>
              <a:gd name="connsiteY44-13714" fmla="*/ 933480 h 1978172"/>
              <a:gd name="connsiteX45-13715" fmla="*/ 8420327 w 10768629"/>
              <a:gd name="connsiteY45-13716" fmla="*/ 941984 h 1978172"/>
              <a:gd name="connsiteX46-13717" fmla="*/ 8394729 w 10768629"/>
              <a:gd name="connsiteY46-13718" fmla="*/ 948347 h 1978172"/>
              <a:gd name="connsiteX47-13719" fmla="*/ 8380548 w 10768629"/>
              <a:gd name="connsiteY47-13720" fmla="*/ 987916 h 1978172"/>
              <a:gd name="connsiteX48-13721" fmla="*/ 8375330 w 10768629"/>
              <a:gd name="connsiteY48-13722" fmla="*/ 965444 h 1978172"/>
              <a:gd name="connsiteX49-13723" fmla="*/ 8340796 w 10768629"/>
              <a:gd name="connsiteY49-13724" fmla="*/ 980522 h 1978172"/>
              <a:gd name="connsiteX50-13725" fmla="*/ 8304438 w 10768629"/>
              <a:gd name="connsiteY50-13726" fmla="*/ 996739 h 1978172"/>
              <a:gd name="connsiteX51-13727" fmla="*/ 8280929 w 10768629"/>
              <a:gd name="connsiteY51-13728" fmla="*/ 1023089 h 1978172"/>
              <a:gd name="connsiteX52-13729" fmla="*/ 8275760 w 10768629"/>
              <a:gd name="connsiteY52-13730" fmla="*/ 1027772 h 1978172"/>
              <a:gd name="connsiteX53-13731" fmla="*/ 8275478 w 10768629"/>
              <a:gd name="connsiteY53-13732" fmla="*/ 1027605 h 1978172"/>
              <a:gd name="connsiteX54-13733" fmla="*/ 8249003 w 10768629"/>
              <a:gd name="connsiteY54-13734" fmla="*/ 1032033 h 1978172"/>
              <a:gd name="connsiteX55-13735" fmla="*/ 8203836 w 10768629"/>
              <a:gd name="connsiteY55-13736" fmla="*/ 1037347 h 1978172"/>
              <a:gd name="connsiteX56-13737" fmla="*/ 8122936 w 10768629"/>
              <a:gd name="connsiteY56-13738" fmla="*/ 1063113 h 1978172"/>
              <a:gd name="connsiteX57-13739" fmla="*/ 8043658 w 10768629"/>
              <a:gd name="connsiteY57-13740" fmla="*/ 1092746 h 1978172"/>
              <a:gd name="connsiteX58-13741" fmla="*/ 8015351 w 10768629"/>
              <a:gd name="connsiteY58-13742" fmla="*/ 1105478 h 1978172"/>
              <a:gd name="connsiteX59-13743" fmla="*/ 7963145 w 10768629"/>
              <a:gd name="connsiteY59-13744" fmla="*/ 1119346 h 1978172"/>
              <a:gd name="connsiteX60-13745" fmla="*/ 7938145 w 10768629"/>
              <a:gd name="connsiteY60-13746" fmla="*/ 1120225 h 1978172"/>
              <a:gd name="connsiteX61-13747" fmla="*/ 7937238 w 10768629"/>
              <a:gd name="connsiteY61-13748" fmla="*/ 1121204 h 1978172"/>
              <a:gd name="connsiteX62-13749" fmla="*/ 7934398 w 10768629"/>
              <a:gd name="connsiteY62-13750" fmla="*/ 1118240 h 1978172"/>
              <a:gd name="connsiteX63-13751" fmla="*/ 7918248 w 10768629"/>
              <a:gd name="connsiteY63-13752" fmla="*/ 1124371 h 1978172"/>
              <a:gd name="connsiteX64-13753" fmla="*/ 7914119 w 10768629"/>
              <a:gd name="connsiteY64-13754" fmla="*/ 1127653 h 1978172"/>
              <a:gd name="connsiteX65-13755" fmla="*/ 7907658 w 10768629"/>
              <a:gd name="connsiteY65-13756" fmla="*/ 1130350 h 1978172"/>
              <a:gd name="connsiteX66-13757" fmla="*/ 7907434 w 10768629"/>
              <a:gd name="connsiteY66-13758" fmla="*/ 1130103 h 1978172"/>
              <a:gd name="connsiteX67-13759" fmla="*/ 7901508 w 10768629"/>
              <a:gd name="connsiteY67-13760" fmla="*/ 1133245 h 1978172"/>
              <a:gd name="connsiteX68-13761" fmla="*/ 7873287 w 10768629"/>
              <a:gd name="connsiteY68-13762" fmla="*/ 1152609 h 1978172"/>
              <a:gd name="connsiteX69-13763" fmla="*/ 7834833 w 10768629"/>
              <a:gd name="connsiteY69-13764" fmla="*/ 1153868 h 1978172"/>
              <a:gd name="connsiteX70-13765" fmla="*/ 7828661 w 10768629"/>
              <a:gd name="connsiteY70-13766" fmla="*/ 1139994 h 1978172"/>
              <a:gd name="connsiteX71-13767" fmla="*/ 7823966 w 10768629"/>
              <a:gd name="connsiteY71-13768" fmla="*/ 1143178 h 1978172"/>
              <a:gd name="connsiteX72-13769" fmla="*/ 7815078 w 10768629"/>
              <a:gd name="connsiteY72-13770" fmla="*/ 1151776 h 1978172"/>
              <a:gd name="connsiteX73-13771" fmla="*/ 7812026 w 10768629"/>
              <a:gd name="connsiteY73-13772" fmla="*/ 1151522 h 1978172"/>
              <a:gd name="connsiteX74-13773" fmla="*/ 7782249 w 10768629"/>
              <a:gd name="connsiteY74-13774" fmla="*/ 1160970 h 1978172"/>
              <a:gd name="connsiteX75-13775" fmla="*/ 7773476 w 10768629"/>
              <a:gd name="connsiteY75-13776" fmla="*/ 1157414 h 1978172"/>
              <a:gd name="connsiteX76-13777" fmla="*/ 7769600 w 10768629"/>
              <a:gd name="connsiteY76-13778" fmla="*/ 1157365 h 1978172"/>
              <a:gd name="connsiteX77-13779" fmla="*/ 7752631 w 10768629"/>
              <a:gd name="connsiteY77-13780" fmla="*/ 1172815 h 1978172"/>
              <a:gd name="connsiteX78-13781" fmla="*/ 7739392 w 10768629"/>
              <a:gd name="connsiteY78-13782" fmla="*/ 1192062 h 1978172"/>
              <a:gd name="connsiteX79-13783" fmla="*/ 7677677 w 10768629"/>
              <a:gd name="connsiteY79-13784" fmla="*/ 1216394 h 1978172"/>
              <a:gd name="connsiteX80-13785" fmla="*/ 7586920 w 10768629"/>
              <a:gd name="connsiteY80-13786" fmla="*/ 1261888 h 1978172"/>
              <a:gd name="connsiteX81-13787" fmla="*/ 7486100 w 10768629"/>
              <a:gd name="connsiteY81-13788" fmla="*/ 1292563 h 1978172"/>
              <a:gd name="connsiteX82-13789" fmla="*/ 7411323 w 10768629"/>
              <a:gd name="connsiteY82-13790" fmla="*/ 1340732 h 1978172"/>
              <a:gd name="connsiteX83-13791" fmla="*/ 7240698 w 10768629"/>
              <a:gd name="connsiteY83-13792" fmla="*/ 1438832 h 1978172"/>
              <a:gd name="connsiteX84-13793" fmla="*/ 7197675 w 10768629"/>
              <a:gd name="connsiteY84-13794" fmla="*/ 1447530 h 1978172"/>
              <a:gd name="connsiteX85-13795" fmla="*/ 7164788 w 10768629"/>
              <a:gd name="connsiteY85-13796" fmla="*/ 1480293 h 1978172"/>
              <a:gd name="connsiteX86-13797" fmla="*/ 7147929 w 10768629"/>
              <a:gd name="connsiteY86-13798" fmla="*/ 1477641 h 1978172"/>
              <a:gd name="connsiteX87-13799" fmla="*/ 7144965 w 10768629"/>
              <a:gd name="connsiteY87-13800" fmla="*/ 1476908 h 1978172"/>
              <a:gd name="connsiteX88-13801" fmla="*/ 7134299 w 10768629"/>
              <a:gd name="connsiteY88-13802" fmla="*/ 1479969 h 1978172"/>
              <a:gd name="connsiteX89-13803" fmla="*/ 7129809 w 10768629"/>
              <a:gd name="connsiteY89-13804" fmla="*/ 1473339 h 1978172"/>
              <a:gd name="connsiteX90-13805" fmla="*/ 7112688 w 10768629"/>
              <a:gd name="connsiteY90-13806" fmla="*/ 1472575 h 1978172"/>
              <a:gd name="connsiteX91-13807" fmla="*/ 7093470 w 10768629"/>
              <a:gd name="connsiteY91-13808" fmla="*/ 1480300 h 1978172"/>
              <a:gd name="connsiteX92-13809" fmla="*/ 7025034 w 10768629"/>
              <a:gd name="connsiteY92-13810" fmla="*/ 1506934 h 1978172"/>
              <a:gd name="connsiteX93-13811" fmla="*/ 7014783 w 10768629"/>
              <a:gd name="connsiteY93-13812" fmla="*/ 1515868 h 1978172"/>
              <a:gd name="connsiteX94-13813" fmla="*/ 6979706 w 10768629"/>
              <a:gd name="connsiteY94-13814" fmla="*/ 1523511 h 1978172"/>
              <a:gd name="connsiteX95-13815" fmla="*/ 6977890 w 10768629"/>
              <a:gd name="connsiteY95-13816" fmla="*/ 1525793 h 1978172"/>
              <a:gd name="connsiteX96-13817" fmla="*/ 6944339 w 10768629"/>
              <a:gd name="connsiteY96-13818" fmla="*/ 1536237 h 1978172"/>
              <a:gd name="connsiteX97-13819" fmla="*/ 6886996 w 10768629"/>
              <a:gd name="connsiteY97-13820" fmla="*/ 1563569 h 1978172"/>
              <a:gd name="connsiteX98-13821" fmla="*/ 6874510 w 10768629"/>
              <a:gd name="connsiteY98-13822" fmla="*/ 1558469 h 1978172"/>
              <a:gd name="connsiteX99-13823" fmla="*/ 6871943 w 10768629"/>
              <a:gd name="connsiteY99-13824" fmla="*/ 1554651 h 1978172"/>
              <a:gd name="connsiteX100-13825" fmla="*/ 6856174 w 10768629"/>
              <a:gd name="connsiteY100-13826" fmla="*/ 1562024 h 1978172"/>
              <a:gd name="connsiteX101-13827" fmla="*/ 6842321 w 10768629"/>
              <a:gd name="connsiteY101-13828" fmla="*/ 1560554 h 1978172"/>
              <a:gd name="connsiteX102-13829" fmla="*/ 6832713 w 10768629"/>
              <a:gd name="connsiteY102-13830" fmla="*/ 1569357 h 1978172"/>
              <a:gd name="connsiteX103-13831" fmla="*/ 6816351 w 10768629"/>
              <a:gd name="connsiteY103-13832" fmla="*/ 1571495 h 1978172"/>
              <a:gd name="connsiteX104-13833" fmla="*/ 6795800 w 10768629"/>
              <a:gd name="connsiteY104-13834" fmla="*/ 1572010 h 1978172"/>
              <a:gd name="connsiteX105-13835" fmla="*/ 6777546 w 10768629"/>
              <a:gd name="connsiteY105-13836" fmla="*/ 1568661 h 1978172"/>
              <a:gd name="connsiteX106-13837" fmla="*/ 6751528 w 10768629"/>
              <a:gd name="connsiteY106-13838" fmla="*/ 1574143 h 1978172"/>
              <a:gd name="connsiteX107-13839" fmla="*/ 6691966 w 10768629"/>
              <a:gd name="connsiteY107-13840" fmla="*/ 1582255 h 1978172"/>
              <a:gd name="connsiteX108-13841" fmla="*/ 6646941 w 10768629"/>
              <a:gd name="connsiteY108-13842" fmla="*/ 1588471 h 1978172"/>
              <a:gd name="connsiteX109-13843" fmla="*/ 6568576 w 10768629"/>
              <a:gd name="connsiteY109-13844" fmla="*/ 1606488 h 1978172"/>
              <a:gd name="connsiteX110-13845" fmla="*/ 6554358 w 10768629"/>
              <a:gd name="connsiteY110-13846" fmla="*/ 1621701 h 1978172"/>
              <a:gd name="connsiteX111-13847" fmla="*/ 6516968 w 10768629"/>
              <a:gd name="connsiteY111-13848" fmla="*/ 1617195 h 1978172"/>
              <a:gd name="connsiteX112-13849" fmla="*/ 6506479 w 10768629"/>
              <a:gd name="connsiteY112-13850" fmla="*/ 1602227 h 1978172"/>
              <a:gd name="connsiteX113-13851" fmla="*/ 6458436 w 10768629"/>
              <a:gd name="connsiteY113-13852" fmla="*/ 1607332 h 1978172"/>
              <a:gd name="connsiteX114-13853" fmla="*/ 6414786 w 10768629"/>
              <a:gd name="connsiteY114-13854" fmla="*/ 1628815 h 1978172"/>
              <a:gd name="connsiteX115-13855" fmla="*/ 6357085 w 10768629"/>
              <a:gd name="connsiteY115-13856" fmla="*/ 1640846 h 1978172"/>
              <a:gd name="connsiteX116-13857" fmla="*/ 6322636 w 10768629"/>
              <a:gd name="connsiteY116-13858" fmla="*/ 1648213 h 1978172"/>
              <a:gd name="connsiteX117-13859" fmla="*/ 6226172 w 10768629"/>
              <a:gd name="connsiteY117-13860" fmla="*/ 1654676 h 1978172"/>
              <a:gd name="connsiteX118-13861" fmla="*/ 6221217 w 10768629"/>
              <a:gd name="connsiteY118-13862" fmla="*/ 1654506 h 1978172"/>
              <a:gd name="connsiteX119-13863" fmla="*/ 6204956 w 10768629"/>
              <a:gd name="connsiteY119-13864" fmla="*/ 1664280 h 1978172"/>
              <a:gd name="connsiteX120-13865" fmla="*/ 6204270 w 10768629"/>
              <a:gd name="connsiteY120-13866" fmla="*/ 1666782 h 1978172"/>
              <a:gd name="connsiteX121-13867" fmla="*/ 6143810 w 10768629"/>
              <a:gd name="connsiteY121-13868" fmla="*/ 1661963 h 1978172"/>
              <a:gd name="connsiteX122-13869" fmla="*/ 6136560 w 10768629"/>
              <a:gd name="connsiteY122-13870" fmla="*/ 1665728 h 1978172"/>
              <a:gd name="connsiteX123-13871" fmla="*/ 6096155 w 10768629"/>
              <a:gd name="connsiteY123-13872" fmla="*/ 1656951 h 1978172"/>
              <a:gd name="connsiteX124-13873" fmla="*/ 6075812 w 10768629"/>
              <a:gd name="connsiteY124-13874" fmla="*/ 1655422 h 1978172"/>
              <a:gd name="connsiteX125-13875" fmla="*/ 6039495 w 10768629"/>
              <a:gd name="connsiteY125-13876" fmla="*/ 1649680 h 1978172"/>
              <a:gd name="connsiteX126-13877" fmla="*/ 6036523 w 10768629"/>
              <a:gd name="connsiteY126-13878" fmla="*/ 1652121 h 1978172"/>
              <a:gd name="connsiteX127-13879" fmla="*/ 6029328 w 10768629"/>
              <a:gd name="connsiteY127-13880" fmla="*/ 1649904 h 1978172"/>
              <a:gd name="connsiteX128-13881" fmla="*/ 6024075 w 10768629"/>
              <a:gd name="connsiteY128-13882" fmla="*/ 1652779 h 1978172"/>
              <a:gd name="connsiteX129-13883" fmla="*/ 6018085 w 10768629"/>
              <a:gd name="connsiteY129-13884" fmla="*/ 1652030 h 1978172"/>
              <a:gd name="connsiteX130-13885" fmla="*/ 5955513 w 10768629"/>
              <a:gd name="connsiteY130-13886" fmla="*/ 1663584 h 1978172"/>
              <a:gd name="connsiteX131-13887" fmla="*/ 5941996 w 10768629"/>
              <a:gd name="connsiteY131-13888" fmla="*/ 1661326 h 1978172"/>
              <a:gd name="connsiteX132-13889" fmla="*/ 5931789 w 10768629"/>
              <a:gd name="connsiteY132-13890" fmla="*/ 1669915 h 1978172"/>
              <a:gd name="connsiteX133-13891" fmla="*/ 5888686 w 10768629"/>
              <a:gd name="connsiteY133-13892" fmla="*/ 1672175 h 1978172"/>
              <a:gd name="connsiteX134-13893" fmla="*/ 5873794 w 10768629"/>
              <a:gd name="connsiteY134-13894" fmla="*/ 1665454 h 1978172"/>
              <a:gd name="connsiteX135-13895" fmla="*/ 5860022 w 10768629"/>
              <a:gd name="connsiteY135-13896" fmla="*/ 1660635 h 1978172"/>
              <a:gd name="connsiteX136-13897" fmla="*/ 5858237 w 10768629"/>
              <a:gd name="connsiteY136-13898" fmla="*/ 1660649 h 1978172"/>
              <a:gd name="connsiteX137-13899" fmla="*/ 5840319 w 10768629"/>
              <a:gd name="connsiteY137-13900" fmla="*/ 1660798 h 1978172"/>
              <a:gd name="connsiteX138-13901" fmla="*/ 5806984 w 10768629"/>
              <a:gd name="connsiteY138-13902" fmla="*/ 1661075 h 1978172"/>
              <a:gd name="connsiteX139-13903" fmla="*/ 5742351 w 10768629"/>
              <a:gd name="connsiteY139-13904" fmla="*/ 1667489 h 1978172"/>
              <a:gd name="connsiteX140-13905" fmla="*/ 5521171 w 10768629"/>
              <a:gd name="connsiteY140-13906" fmla="*/ 1671626 h 1978172"/>
              <a:gd name="connsiteX141-13907" fmla="*/ 5457384 w 10768629"/>
              <a:gd name="connsiteY141-13908" fmla="*/ 1683952 h 1978172"/>
              <a:gd name="connsiteX142-13909" fmla="*/ 4950070 w 10768629"/>
              <a:gd name="connsiteY142-13910" fmla="*/ 1748401 h 1978172"/>
              <a:gd name="connsiteX143-13911" fmla="*/ 4872172 w 10768629"/>
              <a:gd name="connsiteY143-13912" fmla="*/ 1757222 h 1978172"/>
              <a:gd name="connsiteX144-13913" fmla="*/ 4809524 w 10768629"/>
              <a:gd name="connsiteY144-13914" fmla="*/ 1761033 h 1978172"/>
              <a:gd name="connsiteX145-13915" fmla="*/ 4759058 w 10768629"/>
              <a:gd name="connsiteY145-13916" fmla="*/ 1766533 h 1978172"/>
              <a:gd name="connsiteX146-13917" fmla="*/ 4719749 w 10768629"/>
              <a:gd name="connsiteY146-13918" fmla="*/ 1771811 h 1978172"/>
              <a:gd name="connsiteX147-13919" fmla="*/ 4568686 w 10768629"/>
              <a:gd name="connsiteY147-13920" fmla="*/ 1786141 h 1978172"/>
              <a:gd name="connsiteX148-13921" fmla="*/ 4418751 w 10768629"/>
              <a:gd name="connsiteY148-13922" fmla="*/ 1796932 h 1978172"/>
              <a:gd name="connsiteX149-13923" fmla="*/ 4378377 w 10768629"/>
              <a:gd name="connsiteY149-13924" fmla="*/ 1815528 h 1978172"/>
              <a:gd name="connsiteX150-13925" fmla="*/ 4320575 w 10768629"/>
              <a:gd name="connsiteY150-13926" fmla="*/ 1832722 h 1978172"/>
              <a:gd name="connsiteX151-13927" fmla="*/ 4211935 w 10768629"/>
              <a:gd name="connsiteY151-13928" fmla="*/ 1860177 h 1978172"/>
              <a:gd name="connsiteX152-13929" fmla="*/ 4101228 w 10768629"/>
              <a:gd name="connsiteY152-13930" fmla="*/ 1868717 h 1978172"/>
              <a:gd name="connsiteX153-13931" fmla="*/ 3973223 w 10768629"/>
              <a:gd name="connsiteY153-13932" fmla="*/ 1881015 h 1978172"/>
              <a:gd name="connsiteX154-13933" fmla="*/ 3900992 w 10768629"/>
              <a:gd name="connsiteY154-13934" fmla="*/ 1880603 h 1978172"/>
              <a:gd name="connsiteX155-13935" fmla="*/ 3662119 w 10768629"/>
              <a:gd name="connsiteY155-13936" fmla="*/ 1889285 h 1978172"/>
              <a:gd name="connsiteX156-13937" fmla="*/ 3496919 w 10768629"/>
              <a:gd name="connsiteY156-13938" fmla="*/ 1873180 h 1978172"/>
              <a:gd name="connsiteX157-13939" fmla="*/ 3449433 w 10768629"/>
              <a:gd name="connsiteY157-13940" fmla="*/ 1889681 h 1978172"/>
              <a:gd name="connsiteX158-13941" fmla="*/ 3369766 w 10768629"/>
              <a:gd name="connsiteY158-13942" fmla="*/ 1916653 h 1978172"/>
              <a:gd name="connsiteX159-13943" fmla="*/ 3269672 w 10768629"/>
              <a:gd name="connsiteY159-13944" fmla="*/ 1938036 h 1978172"/>
              <a:gd name="connsiteX160-13945" fmla="*/ 3224897 w 10768629"/>
              <a:gd name="connsiteY160-13946" fmla="*/ 1943733 h 1978172"/>
              <a:gd name="connsiteX161-13947" fmla="*/ 3161463 w 10768629"/>
              <a:gd name="connsiteY161-13948" fmla="*/ 1946591 h 1978172"/>
              <a:gd name="connsiteX162-13949" fmla="*/ 3112044 w 10768629"/>
              <a:gd name="connsiteY162-13950" fmla="*/ 1935614 h 1978172"/>
              <a:gd name="connsiteX163-13951" fmla="*/ 3069716 w 10768629"/>
              <a:gd name="connsiteY163-13952" fmla="*/ 1930463 h 1978172"/>
              <a:gd name="connsiteX164-13953" fmla="*/ 3005773 w 10768629"/>
              <a:gd name="connsiteY164-13954" fmla="*/ 1915878 h 1978172"/>
              <a:gd name="connsiteX165-13955" fmla="*/ 2897201 w 10768629"/>
              <a:gd name="connsiteY165-13956" fmla="*/ 1926772 h 1978172"/>
              <a:gd name="connsiteX166-13957" fmla="*/ 2783891 w 10768629"/>
              <a:gd name="connsiteY166-13958" fmla="*/ 1931749 h 1978172"/>
              <a:gd name="connsiteX167-13959" fmla="*/ 2712447 w 10768629"/>
              <a:gd name="connsiteY167-13960" fmla="*/ 1933044 h 1978172"/>
              <a:gd name="connsiteX168-13961" fmla="*/ 2560151 w 10768629"/>
              <a:gd name="connsiteY168-13962" fmla="*/ 1963609 h 1978172"/>
              <a:gd name="connsiteX169-13963" fmla="*/ 2367221 w 10768629"/>
              <a:gd name="connsiteY169-13964" fmla="*/ 1971884 h 1978172"/>
              <a:gd name="connsiteX170-13965" fmla="*/ 2272130 w 10768629"/>
              <a:gd name="connsiteY170-13966" fmla="*/ 1961162 h 1978172"/>
              <a:gd name="connsiteX171-13967" fmla="*/ 2189404 w 10768629"/>
              <a:gd name="connsiteY171-13968" fmla="*/ 1978172 h 1978172"/>
              <a:gd name="connsiteX172-13969" fmla="*/ 2077704 w 10768629"/>
              <a:gd name="connsiteY172-13970" fmla="*/ 1965002 h 1978172"/>
              <a:gd name="connsiteX173-13971" fmla="*/ 2033299 w 10768629"/>
              <a:gd name="connsiteY173-13972" fmla="*/ 1969042 h 1978172"/>
              <a:gd name="connsiteX174-13973" fmla="*/ 1967996 w 10768629"/>
              <a:gd name="connsiteY174-13974" fmla="*/ 1953187 h 1978172"/>
              <a:gd name="connsiteX175-13975" fmla="*/ 1855805 w 10768629"/>
              <a:gd name="connsiteY175-13976" fmla="*/ 1926082 h 1978172"/>
              <a:gd name="connsiteX176-13977" fmla="*/ 1790957 w 10768629"/>
              <a:gd name="connsiteY176-13978" fmla="*/ 1919460 h 1978172"/>
              <a:gd name="connsiteX177-13979" fmla="*/ 1613978 w 10768629"/>
              <a:gd name="connsiteY177-13980" fmla="*/ 1891581 h 1978172"/>
              <a:gd name="connsiteX178-13981" fmla="*/ 1436831 w 10768629"/>
              <a:gd name="connsiteY178-13982" fmla="*/ 1856201 h 1978172"/>
              <a:gd name="connsiteX179-13983" fmla="*/ 1357365 w 10768629"/>
              <a:gd name="connsiteY179-13984" fmla="*/ 1832140 h 1978172"/>
              <a:gd name="connsiteX180-13985" fmla="*/ 1232341 w 10768629"/>
              <a:gd name="connsiteY180-13986" fmla="*/ 1785942 h 1978172"/>
              <a:gd name="connsiteX181-13987" fmla="*/ 1162595 w 10768629"/>
              <a:gd name="connsiteY181-13988" fmla="*/ 1758337 h 1978172"/>
              <a:gd name="connsiteX182-13989" fmla="*/ 1128523 w 10768629"/>
              <a:gd name="connsiteY182-13990" fmla="*/ 1763621 h 1978172"/>
              <a:gd name="connsiteX183-13991" fmla="*/ 991903 w 10768629"/>
              <a:gd name="connsiteY183-13992" fmla="*/ 1786741 h 1978172"/>
              <a:gd name="connsiteX184-13993" fmla="*/ 883960 w 10768629"/>
              <a:gd name="connsiteY184-13994" fmla="*/ 1822386 h 1978172"/>
              <a:gd name="connsiteX185-13995" fmla="*/ 766531 w 10768629"/>
              <a:gd name="connsiteY185-13996" fmla="*/ 1805053 h 1978172"/>
              <a:gd name="connsiteX186-13997" fmla="*/ 669779 w 10768629"/>
              <a:gd name="connsiteY186-13998" fmla="*/ 1800537 h 1978172"/>
              <a:gd name="connsiteX187-13999" fmla="*/ 523898 w 10768629"/>
              <a:gd name="connsiteY187-14000" fmla="*/ 1811085 h 1978172"/>
              <a:gd name="connsiteX188-14001" fmla="*/ 360251 w 10768629"/>
              <a:gd name="connsiteY188-14002" fmla="*/ 1830735 h 1978172"/>
              <a:gd name="connsiteX189-14003" fmla="*/ 255207 w 10768629"/>
              <a:gd name="connsiteY189-14004" fmla="*/ 1818275 h 1978172"/>
              <a:gd name="connsiteX190-14005" fmla="*/ 101803 w 10768629"/>
              <a:gd name="connsiteY190-14006" fmla="*/ 1870647 h 1978172"/>
              <a:gd name="connsiteX191-14007" fmla="*/ 25397 w 10768629"/>
              <a:gd name="connsiteY191-14008" fmla="*/ 1888443 h 1978172"/>
              <a:gd name="connsiteX192-14009" fmla="*/ 2370 w 10768629"/>
              <a:gd name="connsiteY192-14010" fmla="*/ 1878311 h 1978172"/>
              <a:gd name="connsiteX193-14011" fmla="*/ 0 w 10768629"/>
              <a:gd name="connsiteY193-14012" fmla="*/ 1878785 h 1978172"/>
              <a:gd name="connsiteX194-14013" fmla="*/ 0 w 10768629"/>
              <a:gd name="connsiteY194-14014" fmla="*/ 0 h 1978172"/>
              <a:gd name="connsiteX0-14015" fmla="*/ 0 w 10768629"/>
              <a:gd name="connsiteY0-14016" fmla="*/ 0 h 1978172"/>
              <a:gd name="connsiteX1-14017" fmla="*/ 10768629 w 10768629"/>
              <a:gd name="connsiteY1-14018" fmla="*/ 0 h 1978172"/>
              <a:gd name="connsiteX2-14019" fmla="*/ 10733254 w 10768629"/>
              <a:gd name="connsiteY2-14020" fmla="*/ 31439 h 1978172"/>
              <a:gd name="connsiteX3-14021" fmla="*/ 10727085 w 10768629"/>
              <a:gd name="connsiteY3-14022" fmla="*/ 37910 h 1978172"/>
              <a:gd name="connsiteX4-14023" fmla="*/ 10675953 w 10768629"/>
              <a:gd name="connsiteY4-14024" fmla="*/ 68623 h 1978172"/>
              <a:gd name="connsiteX5-14025" fmla="*/ 10637091 w 10768629"/>
              <a:gd name="connsiteY5-14026" fmla="*/ 90361 h 1978172"/>
              <a:gd name="connsiteX6-14027" fmla="*/ 10610971 w 10768629"/>
              <a:gd name="connsiteY6-14028" fmla="*/ 110764 h 1978172"/>
              <a:gd name="connsiteX7-14029" fmla="*/ 10532872 w 10768629"/>
              <a:gd name="connsiteY7-14030" fmla="*/ 138028 h 1978172"/>
              <a:gd name="connsiteX8-14031" fmla="*/ 10398558 w 10768629"/>
              <a:gd name="connsiteY8-14032" fmla="*/ 172911 h 1978172"/>
              <a:gd name="connsiteX9-14033" fmla="*/ 10371128 w 10768629"/>
              <a:gd name="connsiteY9-14034" fmla="*/ 182609 h 1978172"/>
              <a:gd name="connsiteX10-14035" fmla="*/ 10352178 w 10768629"/>
              <a:gd name="connsiteY10-14036" fmla="*/ 199976 h 1978172"/>
              <a:gd name="connsiteX11-14037" fmla="*/ 10351815 w 10768629"/>
              <a:gd name="connsiteY11-14038" fmla="*/ 211879 h 1978172"/>
              <a:gd name="connsiteX12-14039" fmla="*/ 10337471 w 10768629"/>
              <a:gd name="connsiteY12-14040" fmla="*/ 218661 h 1978172"/>
              <a:gd name="connsiteX13-14041" fmla="*/ 10334625 w 10768629"/>
              <a:gd name="connsiteY13-14042" fmla="*/ 222351 h 1978172"/>
              <a:gd name="connsiteX14-14043" fmla="*/ 10256365 w 10768629"/>
              <a:gd name="connsiteY14-14044" fmla="*/ 235917 h 1978172"/>
              <a:gd name="connsiteX15-14045" fmla="*/ 10201127 w 10768629"/>
              <a:gd name="connsiteY15-14046" fmla="*/ 267448 h 1978172"/>
              <a:gd name="connsiteX16-14047" fmla="*/ 9961218 w 10768629"/>
              <a:gd name="connsiteY16-14048" fmla="*/ 326720 h 1978172"/>
              <a:gd name="connsiteX17-14049" fmla="*/ 9859715 w 10768629"/>
              <a:gd name="connsiteY17-14050" fmla="*/ 355698 h 1978172"/>
              <a:gd name="connsiteX18-14051" fmla="*/ 9679867 w 10768629"/>
              <a:gd name="connsiteY18-14052" fmla="*/ 399081 h 1978172"/>
              <a:gd name="connsiteX19-14053" fmla="*/ 9490654 w 10768629"/>
              <a:gd name="connsiteY19-14054" fmla="*/ 455225 h 1978172"/>
              <a:gd name="connsiteX20-14055" fmla="*/ 9470837 w 10768629"/>
              <a:gd name="connsiteY20-14056" fmla="*/ 452539 h 1978172"/>
              <a:gd name="connsiteX21-14057" fmla="*/ 9469082 w 10768629"/>
              <a:gd name="connsiteY21-14058" fmla="*/ 454891 h 1978172"/>
              <a:gd name="connsiteX22-14059" fmla="*/ 9448038 w 10768629"/>
              <a:gd name="connsiteY22-14060" fmla="*/ 459733 h 1978172"/>
              <a:gd name="connsiteX23-14061" fmla="*/ 9396821 w 10768629"/>
              <a:gd name="connsiteY23-14062" fmla="*/ 455795 h 1978172"/>
              <a:gd name="connsiteX24-14063" fmla="*/ 9392197 w 10768629"/>
              <a:gd name="connsiteY24-14064" fmla="*/ 459796 h 1978172"/>
              <a:gd name="connsiteX25-14065" fmla="*/ 9347994 w 10768629"/>
              <a:gd name="connsiteY25-14066" fmla="*/ 464462 h 1978172"/>
              <a:gd name="connsiteX26-14067" fmla="*/ 9347889 w 10768629"/>
              <a:gd name="connsiteY26-14068" fmla="*/ 466539 h 1978172"/>
              <a:gd name="connsiteX27-14069" fmla="*/ 9337639 w 10768629"/>
              <a:gd name="connsiteY27-14070" fmla="*/ 476654 h 1978172"/>
              <a:gd name="connsiteX28-14071" fmla="*/ 9287964 w 10768629"/>
              <a:gd name="connsiteY28-14072" fmla="*/ 513052 h 1978172"/>
              <a:gd name="connsiteX29-14073" fmla="*/ 9229283 w 10768629"/>
              <a:gd name="connsiteY29-14074" fmla="*/ 555377 h 1978172"/>
              <a:gd name="connsiteX30-14075" fmla="*/ 9220274 w 10768629"/>
              <a:gd name="connsiteY30-14076" fmla="*/ 557502 h 1978172"/>
              <a:gd name="connsiteX31-14077" fmla="*/ 9220202 w 10768629"/>
              <a:gd name="connsiteY31-14078" fmla="*/ 558001 h 1978172"/>
              <a:gd name="connsiteX32-14079" fmla="*/ 9210908 w 10768629"/>
              <a:gd name="connsiteY32-14080" fmla="*/ 561147 h 1978172"/>
              <a:gd name="connsiteX33-14081" fmla="*/ 9186374 w 10768629"/>
              <a:gd name="connsiteY33-14082" fmla="*/ 565502 h 1978172"/>
              <a:gd name="connsiteX34-14083" fmla="*/ 9181058 w 10768629"/>
              <a:gd name="connsiteY34-14084" fmla="*/ 569943 h 1978172"/>
              <a:gd name="connsiteX35-14085" fmla="*/ 9167549 w 10768629"/>
              <a:gd name="connsiteY35-14086" fmla="*/ 584727 h 1978172"/>
              <a:gd name="connsiteX36-14087" fmla="*/ 9149110 w 10768629"/>
              <a:gd name="connsiteY36-14088" fmla="*/ 598906 h 1978172"/>
              <a:gd name="connsiteX37-14089" fmla="*/ 9078556 w 10768629"/>
              <a:gd name="connsiteY37-14090" fmla="*/ 644039 h 1978172"/>
              <a:gd name="connsiteX38-14091" fmla="*/ 8996399 w 10768629"/>
              <a:gd name="connsiteY38-14092" fmla="*/ 690055 h 1978172"/>
              <a:gd name="connsiteX39-14093" fmla="*/ 8803791 w 10768629"/>
              <a:gd name="connsiteY39-14094" fmla="*/ 813860 h 1978172"/>
              <a:gd name="connsiteX40-14095" fmla="*/ 8636202 w 10768629"/>
              <a:gd name="connsiteY40-14096" fmla="*/ 848463 h 1978172"/>
              <a:gd name="connsiteX41-14097" fmla="*/ 8555372 w 10768629"/>
              <a:gd name="connsiteY41-14098" fmla="*/ 883171 h 1978172"/>
              <a:gd name="connsiteX42-14099" fmla="*/ 8507229 w 10768629"/>
              <a:gd name="connsiteY42-14100" fmla="*/ 901665 h 1978172"/>
              <a:gd name="connsiteX43-14101" fmla="*/ 8428473 w 10768629"/>
              <a:gd name="connsiteY43-14102" fmla="*/ 927985 h 1978172"/>
              <a:gd name="connsiteX44-14103" fmla="*/ 8427914 w 10768629"/>
              <a:gd name="connsiteY44-14104" fmla="*/ 933480 h 1978172"/>
              <a:gd name="connsiteX45-14105" fmla="*/ 8420327 w 10768629"/>
              <a:gd name="connsiteY45-14106" fmla="*/ 941984 h 1978172"/>
              <a:gd name="connsiteX46-14107" fmla="*/ 8394729 w 10768629"/>
              <a:gd name="connsiteY46-14108" fmla="*/ 948347 h 1978172"/>
              <a:gd name="connsiteX47-14109" fmla="*/ 8380548 w 10768629"/>
              <a:gd name="connsiteY47-14110" fmla="*/ 987916 h 1978172"/>
              <a:gd name="connsiteX48-14111" fmla="*/ 8375330 w 10768629"/>
              <a:gd name="connsiteY48-14112" fmla="*/ 965444 h 1978172"/>
              <a:gd name="connsiteX49-14113" fmla="*/ 8340796 w 10768629"/>
              <a:gd name="connsiteY49-14114" fmla="*/ 980522 h 1978172"/>
              <a:gd name="connsiteX50-14115" fmla="*/ 8304438 w 10768629"/>
              <a:gd name="connsiteY50-14116" fmla="*/ 996739 h 1978172"/>
              <a:gd name="connsiteX51-14117" fmla="*/ 8280929 w 10768629"/>
              <a:gd name="connsiteY51-14118" fmla="*/ 1023089 h 1978172"/>
              <a:gd name="connsiteX52-14119" fmla="*/ 8275760 w 10768629"/>
              <a:gd name="connsiteY52-14120" fmla="*/ 1027772 h 1978172"/>
              <a:gd name="connsiteX53-14121" fmla="*/ 8275478 w 10768629"/>
              <a:gd name="connsiteY53-14122" fmla="*/ 1027605 h 1978172"/>
              <a:gd name="connsiteX54-14123" fmla="*/ 8249003 w 10768629"/>
              <a:gd name="connsiteY54-14124" fmla="*/ 1032033 h 1978172"/>
              <a:gd name="connsiteX55-14125" fmla="*/ 8203836 w 10768629"/>
              <a:gd name="connsiteY55-14126" fmla="*/ 1037347 h 1978172"/>
              <a:gd name="connsiteX56-14127" fmla="*/ 8122936 w 10768629"/>
              <a:gd name="connsiteY56-14128" fmla="*/ 1063113 h 1978172"/>
              <a:gd name="connsiteX57-14129" fmla="*/ 8043658 w 10768629"/>
              <a:gd name="connsiteY57-14130" fmla="*/ 1092746 h 1978172"/>
              <a:gd name="connsiteX58-14131" fmla="*/ 8015351 w 10768629"/>
              <a:gd name="connsiteY58-14132" fmla="*/ 1105478 h 1978172"/>
              <a:gd name="connsiteX59-14133" fmla="*/ 7963145 w 10768629"/>
              <a:gd name="connsiteY59-14134" fmla="*/ 1119346 h 1978172"/>
              <a:gd name="connsiteX60-14135" fmla="*/ 7938145 w 10768629"/>
              <a:gd name="connsiteY60-14136" fmla="*/ 1120225 h 1978172"/>
              <a:gd name="connsiteX61-14137" fmla="*/ 7937238 w 10768629"/>
              <a:gd name="connsiteY61-14138" fmla="*/ 1121204 h 1978172"/>
              <a:gd name="connsiteX62-14139" fmla="*/ 7934398 w 10768629"/>
              <a:gd name="connsiteY62-14140" fmla="*/ 1118240 h 1978172"/>
              <a:gd name="connsiteX63-14141" fmla="*/ 7918248 w 10768629"/>
              <a:gd name="connsiteY63-14142" fmla="*/ 1124371 h 1978172"/>
              <a:gd name="connsiteX64-14143" fmla="*/ 7914119 w 10768629"/>
              <a:gd name="connsiteY64-14144" fmla="*/ 1127653 h 1978172"/>
              <a:gd name="connsiteX65-14145" fmla="*/ 7907658 w 10768629"/>
              <a:gd name="connsiteY65-14146" fmla="*/ 1130350 h 1978172"/>
              <a:gd name="connsiteX66-14147" fmla="*/ 7907434 w 10768629"/>
              <a:gd name="connsiteY66-14148" fmla="*/ 1130103 h 1978172"/>
              <a:gd name="connsiteX67-14149" fmla="*/ 7901508 w 10768629"/>
              <a:gd name="connsiteY67-14150" fmla="*/ 1133245 h 1978172"/>
              <a:gd name="connsiteX68-14151" fmla="*/ 7873287 w 10768629"/>
              <a:gd name="connsiteY68-14152" fmla="*/ 1152609 h 1978172"/>
              <a:gd name="connsiteX69-14153" fmla="*/ 7834833 w 10768629"/>
              <a:gd name="connsiteY69-14154" fmla="*/ 1153868 h 1978172"/>
              <a:gd name="connsiteX70-14155" fmla="*/ 7828661 w 10768629"/>
              <a:gd name="connsiteY70-14156" fmla="*/ 1139994 h 1978172"/>
              <a:gd name="connsiteX71-14157" fmla="*/ 7823966 w 10768629"/>
              <a:gd name="connsiteY71-14158" fmla="*/ 1143178 h 1978172"/>
              <a:gd name="connsiteX72-14159" fmla="*/ 7815078 w 10768629"/>
              <a:gd name="connsiteY72-14160" fmla="*/ 1151776 h 1978172"/>
              <a:gd name="connsiteX73-14161" fmla="*/ 7812026 w 10768629"/>
              <a:gd name="connsiteY73-14162" fmla="*/ 1151522 h 1978172"/>
              <a:gd name="connsiteX74-14163" fmla="*/ 7782249 w 10768629"/>
              <a:gd name="connsiteY74-14164" fmla="*/ 1160970 h 1978172"/>
              <a:gd name="connsiteX75-14165" fmla="*/ 7773476 w 10768629"/>
              <a:gd name="connsiteY75-14166" fmla="*/ 1157414 h 1978172"/>
              <a:gd name="connsiteX76-14167" fmla="*/ 7769600 w 10768629"/>
              <a:gd name="connsiteY76-14168" fmla="*/ 1157365 h 1978172"/>
              <a:gd name="connsiteX77-14169" fmla="*/ 7752631 w 10768629"/>
              <a:gd name="connsiteY77-14170" fmla="*/ 1172815 h 1978172"/>
              <a:gd name="connsiteX78-14171" fmla="*/ 7739392 w 10768629"/>
              <a:gd name="connsiteY78-14172" fmla="*/ 1192062 h 1978172"/>
              <a:gd name="connsiteX79-14173" fmla="*/ 7677677 w 10768629"/>
              <a:gd name="connsiteY79-14174" fmla="*/ 1216394 h 1978172"/>
              <a:gd name="connsiteX80-14175" fmla="*/ 7586920 w 10768629"/>
              <a:gd name="connsiteY80-14176" fmla="*/ 1261888 h 1978172"/>
              <a:gd name="connsiteX81-14177" fmla="*/ 7486100 w 10768629"/>
              <a:gd name="connsiteY81-14178" fmla="*/ 1292563 h 1978172"/>
              <a:gd name="connsiteX82-14179" fmla="*/ 7411323 w 10768629"/>
              <a:gd name="connsiteY82-14180" fmla="*/ 1340732 h 1978172"/>
              <a:gd name="connsiteX83-14181" fmla="*/ 7240698 w 10768629"/>
              <a:gd name="connsiteY83-14182" fmla="*/ 1438832 h 1978172"/>
              <a:gd name="connsiteX84-14183" fmla="*/ 7197675 w 10768629"/>
              <a:gd name="connsiteY84-14184" fmla="*/ 1447530 h 1978172"/>
              <a:gd name="connsiteX85-14185" fmla="*/ 7164788 w 10768629"/>
              <a:gd name="connsiteY85-14186" fmla="*/ 1480293 h 1978172"/>
              <a:gd name="connsiteX86-14187" fmla="*/ 7147929 w 10768629"/>
              <a:gd name="connsiteY86-14188" fmla="*/ 1477641 h 1978172"/>
              <a:gd name="connsiteX87-14189" fmla="*/ 7144965 w 10768629"/>
              <a:gd name="connsiteY87-14190" fmla="*/ 1476908 h 1978172"/>
              <a:gd name="connsiteX88-14191" fmla="*/ 7134299 w 10768629"/>
              <a:gd name="connsiteY88-14192" fmla="*/ 1479969 h 1978172"/>
              <a:gd name="connsiteX89-14193" fmla="*/ 7129809 w 10768629"/>
              <a:gd name="connsiteY89-14194" fmla="*/ 1473339 h 1978172"/>
              <a:gd name="connsiteX90-14195" fmla="*/ 7112688 w 10768629"/>
              <a:gd name="connsiteY90-14196" fmla="*/ 1472575 h 1978172"/>
              <a:gd name="connsiteX91-14197" fmla="*/ 7093470 w 10768629"/>
              <a:gd name="connsiteY91-14198" fmla="*/ 1480300 h 1978172"/>
              <a:gd name="connsiteX92-14199" fmla="*/ 7025034 w 10768629"/>
              <a:gd name="connsiteY92-14200" fmla="*/ 1506934 h 1978172"/>
              <a:gd name="connsiteX93-14201" fmla="*/ 7014783 w 10768629"/>
              <a:gd name="connsiteY93-14202" fmla="*/ 1515868 h 1978172"/>
              <a:gd name="connsiteX94-14203" fmla="*/ 6979706 w 10768629"/>
              <a:gd name="connsiteY94-14204" fmla="*/ 1523511 h 1978172"/>
              <a:gd name="connsiteX95-14205" fmla="*/ 6977890 w 10768629"/>
              <a:gd name="connsiteY95-14206" fmla="*/ 1525793 h 1978172"/>
              <a:gd name="connsiteX96-14207" fmla="*/ 6944339 w 10768629"/>
              <a:gd name="connsiteY96-14208" fmla="*/ 1536237 h 1978172"/>
              <a:gd name="connsiteX97-14209" fmla="*/ 6886996 w 10768629"/>
              <a:gd name="connsiteY97-14210" fmla="*/ 1563569 h 1978172"/>
              <a:gd name="connsiteX98-14211" fmla="*/ 6874510 w 10768629"/>
              <a:gd name="connsiteY98-14212" fmla="*/ 1558469 h 1978172"/>
              <a:gd name="connsiteX99-14213" fmla="*/ 6871943 w 10768629"/>
              <a:gd name="connsiteY99-14214" fmla="*/ 1554651 h 1978172"/>
              <a:gd name="connsiteX100-14215" fmla="*/ 6856174 w 10768629"/>
              <a:gd name="connsiteY100-14216" fmla="*/ 1562024 h 1978172"/>
              <a:gd name="connsiteX101-14217" fmla="*/ 6842321 w 10768629"/>
              <a:gd name="connsiteY101-14218" fmla="*/ 1560554 h 1978172"/>
              <a:gd name="connsiteX102-14219" fmla="*/ 6832713 w 10768629"/>
              <a:gd name="connsiteY102-14220" fmla="*/ 1569357 h 1978172"/>
              <a:gd name="connsiteX103-14221" fmla="*/ 6816351 w 10768629"/>
              <a:gd name="connsiteY103-14222" fmla="*/ 1571495 h 1978172"/>
              <a:gd name="connsiteX104-14223" fmla="*/ 6795800 w 10768629"/>
              <a:gd name="connsiteY104-14224" fmla="*/ 1572010 h 1978172"/>
              <a:gd name="connsiteX105-14225" fmla="*/ 6777546 w 10768629"/>
              <a:gd name="connsiteY105-14226" fmla="*/ 1568661 h 1978172"/>
              <a:gd name="connsiteX106-14227" fmla="*/ 6751528 w 10768629"/>
              <a:gd name="connsiteY106-14228" fmla="*/ 1574143 h 1978172"/>
              <a:gd name="connsiteX107-14229" fmla="*/ 6691966 w 10768629"/>
              <a:gd name="connsiteY107-14230" fmla="*/ 1582255 h 1978172"/>
              <a:gd name="connsiteX108-14231" fmla="*/ 6646941 w 10768629"/>
              <a:gd name="connsiteY108-14232" fmla="*/ 1588471 h 1978172"/>
              <a:gd name="connsiteX109-14233" fmla="*/ 6568576 w 10768629"/>
              <a:gd name="connsiteY109-14234" fmla="*/ 1606488 h 1978172"/>
              <a:gd name="connsiteX110-14235" fmla="*/ 6554358 w 10768629"/>
              <a:gd name="connsiteY110-14236" fmla="*/ 1621701 h 1978172"/>
              <a:gd name="connsiteX111-14237" fmla="*/ 6516968 w 10768629"/>
              <a:gd name="connsiteY111-14238" fmla="*/ 1617195 h 1978172"/>
              <a:gd name="connsiteX112-14239" fmla="*/ 6506479 w 10768629"/>
              <a:gd name="connsiteY112-14240" fmla="*/ 1602227 h 1978172"/>
              <a:gd name="connsiteX113-14241" fmla="*/ 6458436 w 10768629"/>
              <a:gd name="connsiteY113-14242" fmla="*/ 1607332 h 1978172"/>
              <a:gd name="connsiteX114-14243" fmla="*/ 6414786 w 10768629"/>
              <a:gd name="connsiteY114-14244" fmla="*/ 1628815 h 1978172"/>
              <a:gd name="connsiteX115-14245" fmla="*/ 6357085 w 10768629"/>
              <a:gd name="connsiteY115-14246" fmla="*/ 1640846 h 1978172"/>
              <a:gd name="connsiteX116-14247" fmla="*/ 6322636 w 10768629"/>
              <a:gd name="connsiteY116-14248" fmla="*/ 1648213 h 1978172"/>
              <a:gd name="connsiteX117-14249" fmla="*/ 6226172 w 10768629"/>
              <a:gd name="connsiteY117-14250" fmla="*/ 1654676 h 1978172"/>
              <a:gd name="connsiteX118-14251" fmla="*/ 6221217 w 10768629"/>
              <a:gd name="connsiteY118-14252" fmla="*/ 1654506 h 1978172"/>
              <a:gd name="connsiteX119-14253" fmla="*/ 6204956 w 10768629"/>
              <a:gd name="connsiteY119-14254" fmla="*/ 1664280 h 1978172"/>
              <a:gd name="connsiteX120-14255" fmla="*/ 6204270 w 10768629"/>
              <a:gd name="connsiteY120-14256" fmla="*/ 1666782 h 1978172"/>
              <a:gd name="connsiteX121-14257" fmla="*/ 6143810 w 10768629"/>
              <a:gd name="connsiteY121-14258" fmla="*/ 1661963 h 1978172"/>
              <a:gd name="connsiteX122-14259" fmla="*/ 6136560 w 10768629"/>
              <a:gd name="connsiteY122-14260" fmla="*/ 1665728 h 1978172"/>
              <a:gd name="connsiteX123-14261" fmla="*/ 6096155 w 10768629"/>
              <a:gd name="connsiteY123-14262" fmla="*/ 1656951 h 1978172"/>
              <a:gd name="connsiteX124-14263" fmla="*/ 6075812 w 10768629"/>
              <a:gd name="connsiteY124-14264" fmla="*/ 1655422 h 1978172"/>
              <a:gd name="connsiteX125-14265" fmla="*/ 6039495 w 10768629"/>
              <a:gd name="connsiteY125-14266" fmla="*/ 1649680 h 1978172"/>
              <a:gd name="connsiteX126-14267" fmla="*/ 6036523 w 10768629"/>
              <a:gd name="connsiteY126-14268" fmla="*/ 1652121 h 1978172"/>
              <a:gd name="connsiteX127-14269" fmla="*/ 6029328 w 10768629"/>
              <a:gd name="connsiteY127-14270" fmla="*/ 1649904 h 1978172"/>
              <a:gd name="connsiteX128-14271" fmla="*/ 6024075 w 10768629"/>
              <a:gd name="connsiteY128-14272" fmla="*/ 1652779 h 1978172"/>
              <a:gd name="connsiteX129-14273" fmla="*/ 6018085 w 10768629"/>
              <a:gd name="connsiteY129-14274" fmla="*/ 1652030 h 1978172"/>
              <a:gd name="connsiteX130-14275" fmla="*/ 5955513 w 10768629"/>
              <a:gd name="connsiteY130-14276" fmla="*/ 1663584 h 1978172"/>
              <a:gd name="connsiteX131-14277" fmla="*/ 5941996 w 10768629"/>
              <a:gd name="connsiteY131-14278" fmla="*/ 1661326 h 1978172"/>
              <a:gd name="connsiteX132-14279" fmla="*/ 5931789 w 10768629"/>
              <a:gd name="connsiteY132-14280" fmla="*/ 1669915 h 1978172"/>
              <a:gd name="connsiteX133-14281" fmla="*/ 5888686 w 10768629"/>
              <a:gd name="connsiteY133-14282" fmla="*/ 1672175 h 1978172"/>
              <a:gd name="connsiteX134-14283" fmla="*/ 5873794 w 10768629"/>
              <a:gd name="connsiteY134-14284" fmla="*/ 1665454 h 1978172"/>
              <a:gd name="connsiteX135-14285" fmla="*/ 5860022 w 10768629"/>
              <a:gd name="connsiteY135-14286" fmla="*/ 1660635 h 1978172"/>
              <a:gd name="connsiteX136-14287" fmla="*/ 5858237 w 10768629"/>
              <a:gd name="connsiteY136-14288" fmla="*/ 1660649 h 1978172"/>
              <a:gd name="connsiteX137-14289" fmla="*/ 5840319 w 10768629"/>
              <a:gd name="connsiteY137-14290" fmla="*/ 1660798 h 1978172"/>
              <a:gd name="connsiteX138-14291" fmla="*/ 5806984 w 10768629"/>
              <a:gd name="connsiteY138-14292" fmla="*/ 1661075 h 1978172"/>
              <a:gd name="connsiteX139-14293" fmla="*/ 5742351 w 10768629"/>
              <a:gd name="connsiteY139-14294" fmla="*/ 1667489 h 1978172"/>
              <a:gd name="connsiteX140-14295" fmla="*/ 5521171 w 10768629"/>
              <a:gd name="connsiteY140-14296" fmla="*/ 1671626 h 1978172"/>
              <a:gd name="connsiteX141-14297" fmla="*/ 5457384 w 10768629"/>
              <a:gd name="connsiteY141-14298" fmla="*/ 1683952 h 1978172"/>
              <a:gd name="connsiteX142-14299" fmla="*/ 4950070 w 10768629"/>
              <a:gd name="connsiteY142-14300" fmla="*/ 1748401 h 1978172"/>
              <a:gd name="connsiteX143-14301" fmla="*/ 4872172 w 10768629"/>
              <a:gd name="connsiteY143-14302" fmla="*/ 1757222 h 1978172"/>
              <a:gd name="connsiteX144-14303" fmla="*/ 4809524 w 10768629"/>
              <a:gd name="connsiteY144-14304" fmla="*/ 1761033 h 1978172"/>
              <a:gd name="connsiteX145-14305" fmla="*/ 4759058 w 10768629"/>
              <a:gd name="connsiteY145-14306" fmla="*/ 1766533 h 1978172"/>
              <a:gd name="connsiteX146-14307" fmla="*/ 4719749 w 10768629"/>
              <a:gd name="connsiteY146-14308" fmla="*/ 1771811 h 1978172"/>
              <a:gd name="connsiteX147-14309" fmla="*/ 4568686 w 10768629"/>
              <a:gd name="connsiteY147-14310" fmla="*/ 1786141 h 1978172"/>
              <a:gd name="connsiteX148-14311" fmla="*/ 4418751 w 10768629"/>
              <a:gd name="connsiteY148-14312" fmla="*/ 1796932 h 1978172"/>
              <a:gd name="connsiteX149-14313" fmla="*/ 4378377 w 10768629"/>
              <a:gd name="connsiteY149-14314" fmla="*/ 1815528 h 1978172"/>
              <a:gd name="connsiteX150-14315" fmla="*/ 4320575 w 10768629"/>
              <a:gd name="connsiteY150-14316" fmla="*/ 1832722 h 1978172"/>
              <a:gd name="connsiteX151-14317" fmla="*/ 4211935 w 10768629"/>
              <a:gd name="connsiteY151-14318" fmla="*/ 1860177 h 1978172"/>
              <a:gd name="connsiteX152-14319" fmla="*/ 4101228 w 10768629"/>
              <a:gd name="connsiteY152-14320" fmla="*/ 1868717 h 1978172"/>
              <a:gd name="connsiteX153-14321" fmla="*/ 3973223 w 10768629"/>
              <a:gd name="connsiteY153-14322" fmla="*/ 1881015 h 1978172"/>
              <a:gd name="connsiteX154-14323" fmla="*/ 3900992 w 10768629"/>
              <a:gd name="connsiteY154-14324" fmla="*/ 1880603 h 1978172"/>
              <a:gd name="connsiteX155-14325" fmla="*/ 3662119 w 10768629"/>
              <a:gd name="connsiteY155-14326" fmla="*/ 1889285 h 1978172"/>
              <a:gd name="connsiteX156-14327" fmla="*/ 3496919 w 10768629"/>
              <a:gd name="connsiteY156-14328" fmla="*/ 1873180 h 1978172"/>
              <a:gd name="connsiteX157-14329" fmla="*/ 3449433 w 10768629"/>
              <a:gd name="connsiteY157-14330" fmla="*/ 1889681 h 1978172"/>
              <a:gd name="connsiteX158-14331" fmla="*/ 3369766 w 10768629"/>
              <a:gd name="connsiteY158-14332" fmla="*/ 1916653 h 1978172"/>
              <a:gd name="connsiteX159-14333" fmla="*/ 3269672 w 10768629"/>
              <a:gd name="connsiteY159-14334" fmla="*/ 1938036 h 1978172"/>
              <a:gd name="connsiteX160-14335" fmla="*/ 3224897 w 10768629"/>
              <a:gd name="connsiteY160-14336" fmla="*/ 1943733 h 1978172"/>
              <a:gd name="connsiteX161-14337" fmla="*/ 3161463 w 10768629"/>
              <a:gd name="connsiteY161-14338" fmla="*/ 1946591 h 1978172"/>
              <a:gd name="connsiteX162-14339" fmla="*/ 3112044 w 10768629"/>
              <a:gd name="connsiteY162-14340" fmla="*/ 1935614 h 1978172"/>
              <a:gd name="connsiteX163-14341" fmla="*/ 3069716 w 10768629"/>
              <a:gd name="connsiteY163-14342" fmla="*/ 1930463 h 1978172"/>
              <a:gd name="connsiteX164-14343" fmla="*/ 3005773 w 10768629"/>
              <a:gd name="connsiteY164-14344" fmla="*/ 1915878 h 1978172"/>
              <a:gd name="connsiteX165-14345" fmla="*/ 2897201 w 10768629"/>
              <a:gd name="connsiteY165-14346" fmla="*/ 1926772 h 1978172"/>
              <a:gd name="connsiteX166-14347" fmla="*/ 2783891 w 10768629"/>
              <a:gd name="connsiteY166-14348" fmla="*/ 1931749 h 1978172"/>
              <a:gd name="connsiteX167-14349" fmla="*/ 2712447 w 10768629"/>
              <a:gd name="connsiteY167-14350" fmla="*/ 1933044 h 1978172"/>
              <a:gd name="connsiteX168-14351" fmla="*/ 2560151 w 10768629"/>
              <a:gd name="connsiteY168-14352" fmla="*/ 1963609 h 1978172"/>
              <a:gd name="connsiteX169-14353" fmla="*/ 2367221 w 10768629"/>
              <a:gd name="connsiteY169-14354" fmla="*/ 1971884 h 1978172"/>
              <a:gd name="connsiteX170-14355" fmla="*/ 2272130 w 10768629"/>
              <a:gd name="connsiteY170-14356" fmla="*/ 1961162 h 1978172"/>
              <a:gd name="connsiteX171-14357" fmla="*/ 2189404 w 10768629"/>
              <a:gd name="connsiteY171-14358" fmla="*/ 1978172 h 1978172"/>
              <a:gd name="connsiteX172-14359" fmla="*/ 2077704 w 10768629"/>
              <a:gd name="connsiteY172-14360" fmla="*/ 1965002 h 1978172"/>
              <a:gd name="connsiteX173-14361" fmla="*/ 2033299 w 10768629"/>
              <a:gd name="connsiteY173-14362" fmla="*/ 1969042 h 1978172"/>
              <a:gd name="connsiteX174-14363" fmla="*/ 1967996 w 10768629"/>
              <a:gd name="connsiteY174-14364" fmla="*/ 1953187 h 1978172"/>
              <a:gd name="connsiteX175-14365" fmla="*/ 1855805 w 10768629"/>
              <a:gd name="connsiteY175-14366" fmla="*/ 1926082 h 1978172"/>
              <a:gd name="connsiteX176-14367" fmla="*/ 1790957 w 10768629"/>
              <a:gd name="connsiteY176-14368" fmla="*/ 1919460 h 1978172"/>
              <a:gd name="connsiteX177-14369" fmla="*/ 1613978 w 10768629"/>
              <a:gd name="connsiteY177-14370" fmla="*/ 1891581 h 1978172"/>
              <a:gd name="connsiteX178-14371" fmla="*/ 1436831 w 10768629"/>
              <a:gd name="connsiteY178-14372" fmla="*/ 1856201 h 1978172"/>
              <a:gd name="connsiteX179-14373" fmla="*/ 1357365 w 10768629"/>
              <a:gd name="connsiteY179-14374" fmla="*/ 1832140 h 1978172"/>
              <a:gd name="connsiteX180-14375" fmla="*/ 1232341 w 10768629"/>
              <a:gd name="connsiteY180-14376" fmla="*/ 1785942 h 1978172"/>
              <a:gd name="connsiteX181-14377" fmla="*/ 1162595 w 10768629"/>
              <a:gd name="connsiteY181-14378" fmla="*/ 1758337 h 1978172"/>
              <a:gd name="connsiteX182-14379" fmla="*/ 1128523 w 10768629"/>
              <a:gd name="connsiteY182-14380" fmla="*/ 1763621 h 1978172"/>
              <a:gd name="connsiteX183-14381" fmla="*/ 991903 w 10768629"/>
              <a:gd name="connsiteY183-14382" fmla="*/ 1786741 h 1978172"/>
              <a:gd name="connsiteX184-14383" fmla="*/ 883960 w 10768629"/>
              <a:gd name="connsiteY184-14384" fmla="*/ 1809389 h 1978172"/>
              <a:gd name="connsiteX185-14385" fmla="*/ 766531 w 10768629"/>
              <a:gd name="connsiteY185-14386" fmla="*/ 1805053 h 1978172"/>
              <a:gd name="connsiteX186-14387" fmla="*/ 669779 w 10768629"/>
              <a:gd name="connsiteY186-14388" fmla="*/ 1800537 h 1978172"/>
              <a:gd name="connsiteX187-14389" fmla="*/ 523898 w 10768629"/>
              <a:gd name="connsiteY187-14390" fmla="*/ 1811085 h 1978172"/>
              <a:gd name="connsiteX188-14391" fmla="*/ 360251 w 10768629"/>
              <a:gd name="connsiteY188-14392" fmla="*/ 1830735 h 1978172"/>
              <a:gd name="connsiteX189-14393" fmla="*/ 255207 w 10768629"/>
              <a:gd name="connsiteY189-14394" fmla="*/ 1818275 h 1978172"/>
              <a:gd name="connsiteX190-14395" fmla="*/ 101803 w 10768629"/>
              <a:gd name="connsiteY190-14396" fmla="*/ 1870647 h 1978172"/>
              <a:gd name="connsiteX191-14397" fmla="*/ 25397 w 10768629"/>
              <a:gd name="connsiteY191-14398" fmla="*/ 1888443 h 1978172"/>
              <a:gd name="connsiteX192-14399" fmla="*/ 2370 w 10768629"/>
              <a:gd name="connsiteY192-14400" fmla="*/ 1878311 h 1978172"/>
              <a:gd name="connsiteX193-14401" fmla="*/ 0 w 10768629"/>
              <a:gd name="connsiteY193-14402" fmla="*/ 1878785 h 1978172"/>
              <a:gd name="connsiteX194-14403" fmla="*/ 0 w 10768629"/>
              <a:gd name="connsiteY194-14404" fmla="*/ 0 h 1978172"/>
              <a:gd name="connsiteX0-14405" fmla="*/ 0 w 10768629"/>
              <a:gd name="connsiteY0-14406" fmla="*/ 0 h 1978172"/>
              <a:gd name="connsiteX1-14407" fmla="*/ 10768629 w 10768629"/>
              <a:gd name="connsiteY1-14408" fmla="*/ 0 h 1978172"/>
              <a:gd name="connsiteX2-14409" fmla="*/ 10733254 w 10768629"/>
              <a:gd name="connsiteY2-14410" fmla="*/ 31439 h 1978172"/>
              <a:gd name="connsiteX3-14411" fmla="*/ 10727085 w 10768629"/>
              <a:gd name="connsiteY3-14412" fmla="*/ 37910 h 1978172"/>
              <a:gd name="connsiteX4-14413" fmla="*/ 10675953 w 10768629"/>
              <a:gd name="connsiteY4-14414" fmla="*/ 68623 h 1978172"/>
              <a:gd name="connsiteX5-14415" fmla="*/ 10637091 w 10768629"/>
              <a:gd name="connsiteY5-14416" fmla="*/ 90361 h 1978172"/>
              <a:gd name="connsiteX6-14417" fmla="*/ 10610971 w 10768629"/>
              <a:gd name="connsiteY6-14418" fmla="*/ 110764 h 1978172"/>
              <a:gd name="connsiteX7-14419" fmla="*/ 10532872 w 10768629"/>
              <a:gd name="connsiteY7-14420" fmla="*/ 138028 h 1978172"/>
              <a:gd name="connsiteX8-14421" fmla="*/ 10398558 w 10768629"/>
              <a:gd name="connsiteY8-14422" fmla="*/ 172911 h 1978172"/>
              <a:gd name="connsiteX9-14423" fmla="*/ 10371128 w 10768629"/>
              <a:gd name="connsiteY9-14424" fmla="*/ 182609 h 1978172"/>
              <a:gd name="connsiteX10-14425" fmla="*/ 10352178 w 10768629"/>
              <a:gd name="connsiteY10-14426" fmla="*/ 199976 h 1978172"/>
              <a:gd name="connsiteX11-14427" fmla="*/ 10351815 w 10768629"/>
              <a:gd name="connsiteY11-14428" fmla="*/ 211879 h 1978172"/>
              <a:gd name="connsiteX12-14429" fmla="*/ 10337471 w 10768629"/>
              <a:gd name="connsiteY12-14430" fmla="*/ 218661 h 1978172"/>
              <a:gd name="connsiteX13-14431" fmla="*/ 10334625 w 10768629"/>
              <a:gd name="connsiteY13-14432" fmla="*/ 222351 h 1978172"/>
              <a:gd name="connsiteX14-14433" fmla="*/ 10256365 w 10768629"/>
              <a:gd name="connsiteY14-14434" fmla="*/ 235917 h 1978172"/>
              <a:gd name="connsiteX15-14435" fmla="*/ 10201127 w 10768629"/>
              <a:gd name="connsiteY15-14436" fmla="*/ 267448 h 1978172"/>
              <a:gd name="connsiteX16-14437" fmla="*/ 9961218 w 10768629"/>
              <a:gd name="connsiteY16-14438" fmla="*/ 326720 h 1978172"/>
              <a:gd name="connsiteX17-14439" fmla="*/ 9859715 w 10768629"/>
              <a:gd name="connsiteY17-14440" fmla="*/ 355698 h 1978172"/>
              <a:gd name="connsiteX18-14441" fmla="*/ 9679867 w 10768629"/>
              <a:gd name="connsiteY18-14442" fmla="*/ 399081 h 1978172"/>
              <a:gd name="connsiteX19-14443" fmla="*/ 9490654 w 10768629"/>
              <a:gd name="connsiteY19-14444" fmla="*/ 455225 h 1978172"/>
              <a:gd name="connsiteX20-14445" fmla="*/ 9470837 w 10768629"/>
              <a:gd name="connsiteY20-14446" fmla="*/ 452539 h 1978172"/>
              <a:gd name="connsiteX21-14447" fmla="*/ 9469082 w 10768629"/>
              <a:gd name="connsiteY21-14448" fmla="*/ 454891 h 1978172"/>
              <a:gd name="connsiteX22-14449" fmla="*/ 9448038 w 10768629"/>
              <a:gd name="connsiteY22-14450" fmla="*/ 459733 h 1978172"/>
              <a:gd name="connsiteX23-14451" fmla="*/ 9396821 w 10768629"/>
              <a:gd name="connsiteY23-14452" fmla="*/ 455795 h 1978172"/>
              <a:gd name="connsiteX24-14453" fmla="*/ 9392197 w 10768629"/>
              <a:gd name="connsiteY24-14454" fmla="*/ 459796 h 1978172"/>
              <a:gd name="connsiteX25-14455" fmla="*/ 9347994 w 10768629"/>
              <a:gd name="connsiteY25-14456" fmla="*/ 464462 h 1978172"/>
              <a:gd name="connsiteX26-14457" fmla="*/ 9347889 w 10768629"/>
              <a:gd name="connsiteY26-14458" fmla="*/ 466539 h 1978172"/>
              <a:gd name="connsiteX27-14459" fmla="*/ 9337639 w 10768629"/>
              <a:gd name="connsiteY27-14460" fmla="*/ 476654 h 1978172"/>
              <a:gd name="connsiteX28-14461" fmla="*/ 9287964 w 10768629"/>
              <a:gd name="connsiteY28-14462" fmla="*/ 513052 h 1978172"/>
              <a:gd name="connsiteX29-14463" fmla="*/ 9229283 w 10768629"/>
              <a:gd name="connsiteY29-14464" fmla="*/ 555377 h 1978172"/>
              <a:gd name="connsiteX30-14465" fmla="*/ 9220274 w 10768629"/>
              <a:gd name="connsiteY30-14466" fmla="*/ 557502 h 1978172"/>
              <a:gd name="connsiteX31-14467" fmla="*/ 9220202 w 10768629"/>
              <a:gd name="connsiteY31-14468" fmla="*/ 558001 h 1978172"/>
              <a:gd name="connsiteX32-14469" fmla="*/ 9210908 w 10768629"/>
              <a:gd name="connsiteY32-14470" fmla="*/ 561147 h 1978172"/>
              <a:gd name="connsiteX33-14471" fmla="*/ 9186374 w 10768629"/>
              <a:gd name="connsiteY33-14472" fmla="*/ 565502 h 1978172"/>
              <a:gd name="connsiteX34-14473" fmla="*/ 9181058 w 10768629"/>
              <a:gd name="connsiteY34-14474" fmla="*/ 569943 h 1978172"/>
              <a:gd name="connsiteX35-14475" fmla="*/ 9167549 w 10768629"/>
              <a:gd name="connsiteY35-14476" fmla="*/ 584727 h 1978172"/>
              <a:gd name="connsiteX36-14477" fmla="*/ 9149110 w 10768629"/>
              <a:gd name="connsiteY36-14478" fmla="*/ 598906 h 1978172"/>
              <a:gd name="connsiteX37-14479" fmla="*/ 9078556 w 10768629"/>
              <a:gd name="connsiteY37-14480" fmla="*/ 644039 h 1978172"/>
              <a:gd name="connsiteX38-14481" fmla="*/ 8996399 w 10768629"/>
              <a:gd name="connsiteY38-14482" fmla="*/ 690055 h 1978172"/>
              <a:gd name="connsiteX39-14483" fmla="*/ 8803791 w 10768629"/>
              <a:gd name="connsiteY39-14484" fmla="*/ 813860 h 1978172"/>
              <a:gd name="connsiteX40-14485" fmla="*/ 8636202 w 10768629"/>
              <a:gd name="connsiteY40-14486" fmla="*/ 848463 h 1978172"/>
              <a:gd name="connsiteX41-14487" fmla="*/ 8555372 w 10768629"/>
              <a:gd name="connsiteY41-14488" fmla="*/ 883171 h 1978172"/>
              <a:gd name="connsiteX42-14489" fmla="*/ 8507229 w 10768629"/>
              <a:gd name="connsiteY42-14490" fmla="*/ 901665 h 1978172"/>
              <a:gd name="connsiteX43-14491" fmla="*/ 8428473 w 10768629"/>
              <a:gd name="connsiteY43-14492" fmla="*/ 927985 h 1978172"/>
              <a:gd name="connsiteX44-14493" fmla="*/ 8427914 w 10768629"/>
              <a:gd name="connsiteY44-14494" fmla="*/ 933480 h 1978172"/>
              <a:gd name="connsiteX45-14495" fmla="*/ 8420327 w 10768629"/>
              <a:gd name="connsiteY45-14496" fmla="*/ 941984 h 1978172"/>
              <a:gd name="connsiteX46-14497" fmla="*/ 8394729 w 10768629"/>
              <a:gd name="connsiteY46-14498" fmla="*/ 948347 h 1978172"/>
              <a:gd name="connsiteX47-14499" fmla="*/ 8380548 w 10768629"/>
              <a:gd name="connsiteY47-14500" fmla="*/ 987916 h 1978172"/>
              <a:gd name="connsiteX48-14501" fmla="*/ 8375330 w 10768629"/>
              <a:gd name="connsiteY48-14502" fmla="*/ 965444 h 1978172"/>
              <a:gd name="connsiteX49-14503" fmla="*/ 8340796 w 10768629"/>
              <a:gd name="connsiteY49-14504" fmla="*/ 980522 h 1978172"/>
              <a:gd name="connsiteX50-14505" fmla="*/ 8304438 w 10768629"/>
              <a:gd name="connsiteY50-14506" fmla="*/ 996739 h 1978172"/>
              <a:gd name="connsiteX51-14507" fmla="*/ 8280929 w 10768629"/>
              <a:gd name="connsiteY51-14508" fmla="*/ 1023089 h 1978172"/>
              <a:gd name="connsiteX52-14509" fmla="*/ 8275760 w 10768629"/>
              <a:gd name="connsiteY52-14510" fmla="*/ 1027772 h 1978172"/>
              <a:gd name="connsiteX53-14511" fmla="*/ 8275478 w 10768629"/>
              <a:gd name="connsiteY53-14512" fmla="*/ 1027605 h 1978172"/>
              <a:gd name="connsiteX54-14513" fmla="*/ 8249003 w 10768629"/>
              <a:gd name="connsiteY54-14514" fmla="*/ 1032033 h 1978172"/>
              <a:gd name="connsiteX55-14515" fmla="*/ 8203836 w 10768629"/>
              <a:gd name="connsiteY55-14516" fmla="*/ 1037347 h 1978172"/>
              <a:gd name="connsiteX56-14517" fmla="*/ 8122936 w 10768629"/>
              <a:gd name="connsiteY56-14518" fmla="*/ 1063113 h 1978172"/>
              <a:gd name="connsiteX57-14519" fmla="*/ 8043658 w 10768629"/>
              <a:gd name="connsiteY57-14520" fmla="*/ 1092746 h 1978172"/>
              <a:gd name="connsiteX58-14521" fmla="*/ 8015351 w 10768629"/>
              <a:gd name="connsiteY58-14522" fmla="*/ 1105478 h 1978172"/>
              <a:gd name="connsiteX59-14523" fmla="*/ 7963145 w 10768629"/>
              <a:gd name="connsiteY59-14524" fmla="*/ 1119346 h 1978172"/>
              <a:gd name="connsiteX60-14525" fmla="*/ 7938145 w 10768629"/>
              <a:gd name="connsiteY60-14526" fmla="*/ 1120225 h 1978172"/>
              <a:gd name="connsiteX61-14527" fmla="*/ 7937238 w 10768629"/>
              <a:gd name="connsiteY61-14528" fmla="*/ 1121204 h 1978172"/>
              <a:gd name="connsiteX62-14529" fmla="*/ 7934398 w 10768629"/>
              <a:gd name="connsiteY62-14530" fmla="*/ 1118240 h 1978172"/>
              <a:gd name="connsiteX63-14531" fmla="*/ 7918248 w 10768629"/>
              <a:gd name="connsiteY63-14532" fmla="*/ 1124371 h 1978172"/>
              <a:gd name="connsiteX64-14533" fmla="*/ 7914119 w 10768629"/>
              <a:gd name="connsiteY64-14534" fmla="*/ 1127653 h 1978172"/>
              <a:gd name="connsiteX65-14535" fmla="*/ 7907658 w 10768629"/>
              <a:gd name="connsiteY65-14536" fmla="*/ 1130350 h 1978172"/>
              <a:gd name="connsiteX66-14537" fmla="*/ 7907434 w 10768629"/>
              <a:gd name="connsiteY66-14538" fmla="*/ 1130103 h 1978172"/>
              <a:gd name="connsiteX67-14539" fmla="*/ 7901508 w 10768629"/>
              <a:gd name="connsiteY67-14540" fmla="*/ 1133245 h 1978172"/>
              <a:gd name="connsiteX68-14541" fmla="*/ 7873287 w 10768629"/>
              <a:gd name="connsiteY68-14542" fmla="*/ 1152609 h 1978172"/>
              <a:gd name="connsiteX69-14543" fmla="*/ 7834833 w 10768629"/>
              <a:gd name="connsiteY69-14544" fmla="*/ 1153868 h 1978172"/>
              <a:gd name="connsiteX70-14545" fmla="*/ 7828661 w 10768629"/>
              <a:gd name="connsiteY70-14546" fmla="*/ 1139994 h 1978172"/>
              <a:gd name="connsiteX71-14547" fmla="*/ 7823966 w 10768629"/>
              <a:gd name="connsiteY71-14548" fmla="*/ 1143178 h 1978172"/>
              <a:gd name="connsiteX72-14549" fmla="*/ 7815078 w 10768629"/>
              <a:gd name="connsiteY72-14550" fmla="*/ 1151776 h 1978172"/>
              <a:gd name="connsiteX73-14551" fmla="*/ 7812026 w 10768629"/>
              <a:gd name="connsiteY73-14552" fmla="*/ 1151522 h 1978172"/>
              <a:gd name="connsiteX74-14553" fmla="*/ 7782249 w 10768629"/>
              <a:gd name="connsiteY74-14554" fmla="*/ 1160970 h 1978172"/>
              <a:gd name="connsiteX75-14555" fmla="*/ 7773476 w 10768629"/>
              <a:gd name="connsiteY75-14556" fmla="*/ 1157414 h 1978172"/>
              <a:gd name="connsiteX76-14557" fmla="*/ 7769600 w 10768629"/>
              <a:gd name="connsiteY76-14558" fmla="*/ 1157365 h 1978172"/>
              <a:gd name="connsiteX77-14559" fmla="*/ 7752631 w 10768629"/>
              <a:gd name="connsiteY77-14560" fmla="*/ 1172815 h 1978172"/>
              <a:gd name="connsiteX78-14561" fmla="*/ 7739392 w 10768629"/>
              <a:gd name="connsiteY78-14562" fmla="*/ 1192062 h 1978172"/>
              <a:gd name="connsiteX79-14563" fmla="*/ 7677677 w 10768629"/>
              <a:gd name="connsiteY79-14564" fmla="*/ 1216394 h 1978172"/>
              <a:gd name="connsiteX80-14565" fmla="*/ 7586920 w 10768629"/>
              <a:gd name="connsiteY80-14566" fmla="*/ 1261888 h 1978172"/>
              <a:gd name="connsiteX81-14567" fmla="*/ 7486100 w 10768629"/>
              <a:gd name="connsiteY81-14568" fmla="*/ 1292563 h 1978172"/>
              <a:gd name="connsiteX82-14569" fmla="*/ 7411323 w 10768629"/>
              <a:gd name="connsiteY82-14570" fmla="*/ 1340732 h 1978172"/>
              <a:gd name="connsiteX83-14571" fmla="*/ 7240698 w 10768629"/>
              <a:gd name="connsiteY83-14572" fmla="*/ 1438832 h 1978172"/>
              <a:gd name="connsiteX84-14573" fmla="*/ 7197675 w 10768629"/>
              <a:gd name="connsiteY84-14574" fmla="*/ 1447530 h 1978172"/>
              <a:gd name="connsiteX85-14575" fmla="*/ 7164788 w 10768629"/>
              <a:gd name="connsiteY85-14576" fmla="*/ 1480293 h 1978172"/>
              <a:gd name="connsiteX86-14577" fmla="*/ 7147929 w 10768629"/>
              <a:gd name="connsiteY86-14578" fmla="*/ 1477641 h 1978172"/>
              <a:gd name="connsiteX87-14579" fmla="*/ 7144965 w 10768629"/>
              <a:gd name="connsiteY87-14580" fmla="*/ 1476908 h 1978172"/>
              <a:gd name="connsiteX88-14581" fmla="*/ 7134299 w 10768629"/>
              <a:gd name="connsiteY88-14582" fmla="*/ 1479969 h 1978172"/>
              <a:gd name="connsiteX89-14583" fmla="*/ 7129809 w 10768629"/>
              <a:gd name="connsiteY89-14584" fmla="*/ 1473339 h 1978172"/>
              <a:gd name="connsiteX90-14585" fmla="*/ 7112688 w 10768629"/>
              <a:gd name="connsiteY90-14586" fmla="*/ 1472575 h 1978172"/>
              <a:gd name="connsiteX91-14587" fmla="*/ 7093470 w 10768629"/>
              <a:gd name="connsiteY91-14588" fmla="*/ 1480300 h 1978172"/>
              <a:gd name="connsiteX92-14589" fmla="*/ 7025034 w 10768629"/>
              <a:gd name="connsiteY92-14590" fmla="*/ 1506934 h 1978172"/>
              <a:gd name="connsiteX93-14591" fmla="*/ 7014783 w 10768629"/>
              <a:gd name="connsiteY93-14592" fmla="*/ 1515868 h 1978172"/>
              <a:gd name="connsiteX94-14593" fmla="*/ 6979706 w 10768629"/>
              <a:gd name="connsiteY94-14594" fmla="*/ 1523511 h 1978172"/>
              <a:gd name="connsiteX95-14595" fmla="*/ 6977890 w 10768629"/>
              <a:gd name="connsiteY95-14596" fmla="*/ 1525793 h 1978172"/>
              <a:gd name="connsiteX96-14597" fmla="*/ 6944339 w 10768629"/>
              <a:gd name="connsiteY96-14598" fmla="*/ 1536237 h 1978172"/>
              <a:gd name="connsiteX97-14599" fmla="*/ 6886996 w 10768629"/>
              <a:gd name="connsiteY97-14600" fmla="*/ 1563569 h 1978172"/>
              <a:gd name="connsiteX98-14601" fmla="*/ 6874510 w 10768629"/>
              <a:gd name="connsiteY98-14602" fmla="*/ 1558469 h 1978172"/>
              <a:gd name="connsiteX99-14603" fmla="*/ 6871943 w 10768629"/>
              <a:gd name="connsiteY99-14604" fmla="*/ 1554651 h 1978172"/>
              <a:gd name="connsiteX100-14605" fmla="*/ 6856174 w 10768629"/>
              <a:gd name="connsiteY100-14606" fmla="*/ 1562024 h 1978172"/>
              <a:gd name="connsiteX101-14607" fmla="*/ 6842321 w 10768629"/>
              <a:gd name="connsiteY101-14608" fmla="*/ 1560554 h 1978172"/>
              <a:gd name="connsiteX102-14609" fmla="*/ 6832713 w 10768629"/>
              <a:gd name="connsiteY102-14610" fmla="*/ 1569357 h 1978172"/>
              <a:gd name="connsiteX103-14611" fmla="*/ 6816351 w 10768629"/>
              <a:gd name="connsiteY103-14612" fmla="*/ 1571495 h 1978172"/>
              <a:gd name="connsiteX104-14613" fmla="*/ 6795800 w 10768629"/>
              <a:gd name="connsiteY104-14614" fmla="*/ 1572010 h 1978172"/>
              <a:gd name="connsiteX105-14615" fmla="*/ 6777546 w 10768629"/>
              <a:gd name="connsiteY105-14616" fmla="*/ 1568661 h 1978172"/>
              <a:gd name="connsiteX106-14617" fmla="*/ 6751528 w 10768629"/>
              <a:gd name="connsiteY106-14618" fmla="*/ 1574143 h 1978172"/>
              <a:gd name="connsiteX107-14619" fmla="*/ 6691966 w 10768629"/>
              <a:gd name="connsiteY107-14620" fmla="*/ 1582255 h 1978172"/>
              <a:gd name="connsiteX108-14621" fmla="*/ 6646941 w 10768629"/>
              <a:gd name="connsiteY108-14622" fmla="*/ 1588471 h 1978172"/>
              <a:gd name="connsiteX109-14623" fmla="*/ 6568576 w 10768629"/>
              <a:gd name="connsiteY109-14624" fmla="*/ 1606488 h 1978172"/>
              <a:gd name="connsiteX110-14625" fmla="*/ 6554358 w 10768629"/>
              <a:gd name="connsiteY110-14626" fmla="*/ 1621701 h 1978172"/>
              <a:gd name="connsiteX111-14627" fmla="*/ 6516968 w 10768629"/>
              <a:gd name="connsiteY111-14628" fmla="*/ 1617195 h 1978172"/>
              <a:gd name="connsiteX112-14629" fmla="*/ 6506479 w 10768629"/>
              <a:gd name="connsiteY112-14630" fmla="*/ 1602227 h 1978172"/>
              <a:gd name="connsiteX113-14631" fmla="*/ 6458436 w 10768629"/>
              <a:gd name="connsiteY113-14632" fmla="*/ 1607332 h 1978172"/>
              <a:gd name="connsiteX114-14633" fmla="*/ 6414786 w 10768629"/>
              <a:gd name="connsiteY114-14634" fmla="*/ 1628815 h 1978172"/>
              <a:gd name="connsiteX115-14635" fmla="*/ 6357085 w 10768629"/>
              <a:gd name="connsiteY115-14636" fmla="*/ 1640846 h 1978172"/>
              <a:gd name="connsiteX116-14637" fmla="*/ 6322636 w 10768629"/>
              <a:gd name="connsiteY116-14638" fmla="*/ 1648213 h 1978172"/>
              <a:gd name="connsiteX117-14639" fmla="*/ 6226172 w 10768629"/>
              <a:gd name="connsiteY117-14640" fmla="*/ 1654676 h 1978172"/>
              <a:gd name="connsiteX118-14641" fmla="*/ 6221217 w 10768629"/>
              <a:gd name="connsiteY118-14642" fmla="*/ 1654506 h 1978172"/>
              <a:gd name="connsiteX119-14643" fmla="*/ 6204956 w 10768629"/>
              <a:gd name="connsiteY119-14644" fmla="*/ 1664280 h 1978172"/>
              <a:gd name="connsiteX120-14645" fmla="*/ 6204270 w 10768629"/>
              <a:gd name="connsiteY120-14646" fmla="*/ 1666782 h 1978172"/>
              <a:gd name="connsiteX121-14647" fmla="*/ 6143810 w 10768629"/>
              <a:gd name="connsiteY121-14648" fmla="*/ 1661963 h 1978172"/>
              <a:gd name="connsiteX122-14649" fmla="*/ 6136560 w 10768629"/>
              <a:gd name="connsiteY122-14650" fmla="*/ 1665728 h 1978172"/>
              <a:gd name="connsiteX123-14651" fmla="*/ 6096155 w 10768629"/>
              <a:gd name="connsiteY123-14652" fmla="*/ 1656951 h 1978172"/>
              <a:gd name="connsiteX124-14653" fmla="*/ 6075812 w 10768629"/>
              <a:gd name="connsiteY124-14654" fmla="*/ 1655422 h 1978172"/>
              <a:gd name="connsiteX125-14655" fmla="*/ 6039495 w 10768629"/>
              <a:gd name="connsiteY125-14656" fmla="*/ 1649680 h 1978172"/>
              <a:gd name="connsiteX126-14657" fmla="*/ 6036523 w 10768629"/>
              <a:gd name="connsiteY126-14658" fmla="*/ 1652121 h 1978172"/>
              <a:gd name="connsiteX127-14659" fmla="*/ 6029328 w 10768629"/>
              <a:gd name="connsiteY127-14660" fmla="*/ 1649904 h 1978172"/>
              <a:gd name="connsiteX128-14661" fmla="*/ 6024075 w 10768629"/>
              <a:gd name="connsiteY128-14662" fmla="*/ 1652779 h 1978172"/>
              <a:gd name="connsiteX129-14663" fmla="*/ 6018085 w 10768629"/>
              <a:gd name="connsiteY129-14664" fmla="*/ 1652030 h 1978172"/>
              <a:gd name="connsiteX130-14665" fmla="*/ 5955513 w 10768629"/>
              <a:gd name="connsiteY130-14666" fmla="*/ 1663584 h 1978172"/>
              <a:gd name="connsiteX131-14667" fmla="*/ 5941996 w 10768629"/>
              <a:gd name="connsiteY131-14668" fmla="*/ 1661326 h 1978172"/>
              <a:gd name="connsiteX132-14669" fmla="*/ 5931789 w 10768629"/>
              <a:gd name="connsiteY132-14670" fmla="*/ 1669915 h 1978172"/>
              <a:gd name="connsiteX133-14671" fmla="*/ 5888686 w 10768629"/>
              <a:gd name="connsiteY133-14672" fmla="*/ 1672175 h 1978172"/>
              <a:gd name="connsiteX134-14673" fmla="*/ 5873794 w 10768629"/>
              <a:gd name="connsiteY134-14674" fmla="*/ 1665454 h 1978172"/>
              <a:gd name="connsiteX135-14675" fmla="*/ 5860022 w 10768629"/>
              <a:gd name="connsiteY135-14676" fmla="*/ 1660635 h 1978172"/>
              <a:gd name="connsiteX136-14677" fmla="*/ 5858237 w 10768629"/>
              <a:gd name="connsiteY136-14678" fmla="*/ 1660649 h 1978172"/>
              <a:gd name="connsiteX137-14679" fmla="*/ 5840319 w 10768629"/>
              <a:gd name="connsiteY137-14680" fmla="*/ 1660798 h 1978172"/>
              <a:gd name="connsiteX138-14681" fmla="*/ 5806984 w 10768629"/>
              <a:gd name="connsiteY138-14682" fmla="*/ 1661075 h 1978172"/>
              <a:gd name="connsiteX139-14683" fmla="*/ 5742351 w 10768629"/>
              <a:gd name="connsiteY139-14684" fmla="*/ 1667489 h 1978172"/>
              <a:gd name="connsiteX140-14685" fmla="*/ 5521171 w 10768629"/>
              <a:gd name="connsiteY140-14686" fmla="*/ 1671626 h 1978172"/>
              <a:gd name="connsiteX141-14687" fmla="*/ 5457384 w 10768629"/>
              <a:gd name="connsiteY141-14688" fmla="*/ 1683952 h 1978172"/>
              <a:gd name="connsiteX142-14689" fmla="*/ 4950070 w 10768629"/>
              <a:gd name="connsiteY142-14690" fmla="*/ 1748401 h 1978172"/>
              <a:gd name="connsiteX143-14691" fmla="*/ 4872172 w 10768629"/>
              <a:gd name="connsiteY143-14692" fmla="*/ 1757222 h 1978172"/>
              <a:gd name="connsiteX144-14693" fmla="*/ 4809524 w 10768629"/>
              <a:gd name="connsiteY144-14694" fmla="*/ 1761033 h 1978172"/>
              <a:gd name="connsiteX145-14695" fmla="*/ 4759058 w 10768629"/>
              <a:gd name="connsiteY145-14696" fmla="*/ 1766533 h 1978172"/>
              <a:gd name="connsiteX146-14697" fmla="*/ 4719749 w 10768629"/>
              <a:gd name="connsiteY146-14698" fmla="*/ 1771811 h 1978172"/>
              <a:gd name="connsiteX147-14699" fmla="*/ 4568686 w 10768629"/>
              <a:gd name="connsiteY147-14700" fmla="*/ 1786141 h 1978172"/>
              <a:gd name="connsiteX148-14701" fmla="*/ 4418751 w 10768629"/>
              <a:gd name="connsiteY148-14702" fmla="*/ 1796932 h 1978172"/>
              <a:gd name="connsiteX149-14703" fmla="*/ 4378377 w 10768629"/>
              <a:gd name="connsiteY149-14704" fmla="*/ 1815528 h 1978172"/>
              <a:gd name="connsiteX150-14705" fmla="*/ 4320575 w 10768629"/>
              <a:gd name="connsiteY150-14706" fmla="*/ 1832722 h 1978172"/>
              <a:gd name="connsiteX151-14707" fmla="*/ 4211935 w 10768629"/>
              <a:gd name="connsiteY151-14708" fmla="*/ 1860177 h 1978172"/>
              <a:gd name="connsiteX152-14709" fmla="*/ 4101228 w 10768629"/>
              <a:gd name="connsiteY152-14710" fmla="*/ 1868717 h 1978172"/>
              <a:gd name="connsiteX153-14711" fmla="*/ 3973223 w 10768629"/>
              <a:gd name="connsiteY153-14712" fmla="*/ 1881015 h 1978172"/>
              <a:gd name="connsiteX154-14713" fmla="*/ 3900992 w 10768629"/>
              <a:gd name="connsiteY154-14714" fmla="*/ 1880603 h 1978172"/>
              <a:gd name="connsiteX155-14715" fmla="*/ 3662119 w 10768629"/>
              <a:gd name="connsiteY155-14716" fmla="*/ 1889285 h 1978172"/>
              <a:gd name="connsiteX156-14717" fmla="*/ 3496919 w 10768629"/>
              <a:gd name="connsiteY156-14718" fmla="*/ 1873180 h 1978172"/>
              <a:gd name="connsiteX157-14719" fmla="*/ 3449433 w 10768629"/>
              <a:gd name="connsiteY157-14720" fmla="*/ 1889681 h 1978172"/>
              <a:gd name="connsiteX158-14721" fmla="*/ 3369766 w 10768629"/>
              <a:gd name="connsiteY158-14722" fmla="*/ 1916653 h 1978172"/>
              <a:gd name="connsiteX159-14723" fmla="*/ 3269672 w 10768629"/>
              <a:gd name="connsiteY159-14724" fmla="*/ 1938036 h 1978172"/>
              <a:gd name="connsiteX160-14725" fmla="*/ 3224897 w 10768629"/>
              <a:gd name="connsiteY160-14726" fmla="*/ 1943733 h 1978172"/>
              <a:gd name="connsiteX161-14727" fmla="*/ 3161463 w 10768629"/>
              <a:gd name="connsiteY161-14728" fmla="*/ 1946591 h 1978172"/>
              <a:gd name="connsiteX162-14729" fmla="*/ 3112044 w 10768629"/>
              <a:gd name="connsiteY162-14730" fmla="*/ 1935614 h 1978172"/>
              <a:gd name="connsiteX163-14731" fmla="*/ 3069716 w 10768629"/>
              <a:gd name="connsiteY163-14732" fmla="*/ 1930463 h 1978172"/>
              <a:gd name="connsiteX164-14733" fmla="*/ 3005773 w 10768629"/>
              <a:gd name="connsiteY164-14734" fmla="*/ 1915878 h 1978172"/>
              <a:gd name="connsiteX165-14735" fmla="*/ 2897201 w 10768629"/>
              <a:gd name="connsiteY165-14736" fmla="*/ 1926772 h 1978172"/>
              <a:gd name="connsiteX166-14737" fmla="*/ 2783891 w 10768629"/>
              <a:gd name="connsiteY166-14738" fmla="*/ 1931749 h 1978172"/>
              <a:gd name="connsiteX167-14739" fmla="*/ 2712447 w 10768629"/>
              <a:gd name="connsiteY167-14740" fmla="*/ 1933044 h 1978172"/>
              <a:gd name="connsiteX168-14741" fmla="*/ 2560151 w 10768629"/>
              <a:gd name="connsiteY168-14742" fmla="*/ 1963609 h 1978172"/>
              <a:gd name="connsiteX169-14743" fmla="*/ 2367221 w 10768629"/>
              <a:gd name="connsiteY169-14744" fmla="*/ 1971884 h 1978172"/>
              <a:gd name="connsiteX170-14745" fmla="*/ 2272130 w 10768629"/>
              <a:gd name="connsiteY170-14746" fmla="*/ 1961162 h 1978172"/>
              <a:gd name="connsiteX171-14747" fmla="*/ 2189404 w 10768629"/>
              <a:gd name="connsiteY171-14748" fmla="*/ 1978172 h 1978172"/>
              <a:gd name="connsiteX172-14749" fmla="*/ 2077704 w 10768629"/>
              <a:gd name="connsiteY172-14750" fmla="*/ 1965002 h 1978172"/>
              <a:gd name="connsiteX173-14751" fmla="*/ 2033299 w 10768629"/>
              <a:gd name="connsiteY173-14752" fmla="*/ 1969042 h 1978172"/>
              <a:gd name="connsiteX174-14753" fmla="*/ 1967996 w 10768629"/>
              <a:gd name="connsiteY174-14754" fmla="*/ 1953187 h 1978172"/>
              <a:gd name="connsiteX175-14755" fmla="*/ 1855805 w 10768629"/>
              <a:gd name="connsiteY175-14756" fmla="*/ 1926082 h 1978172"/>
              <a:gd name="connsiteX176-14757" fmla="*/ 1790957 w 10768629"/>
              <a:gd name="connsiteY176-14758" fmla="*/ 1919460 h 1978172"/>
              <a:gd name="connsiteX177-14759" fmla="*/ 1613978 w 10768629"/>
              <a:gd name="connsiteY177-14760" fmla="*/ 1891581 h 1978172"/>
              <a:gd name="connsiteX178-14761" fmla="*/ 1436831 w 10768629"/>
              <a:gd name="connsiteY178-14762" fmla="*/ 1856201 h 1978172"/>
              <a:gd name="connsiteX179-14763" fmla="*/ 1357365 w 10768629"/>
              <a:gd name="connsiteY179-14764" fmla="*/ 1832140 h 1978172"/>
              <a:gd name="connsiteX180-14765" fmla="*/ 1232341 w 10768629"/>
              <a:gd name="connsiteY180-14766" fmla="*/ 1785942 h 1978172"/>
              <a:gd name="connsiteX181-14767" fmla="*/ 1162595 w 10768629"/>
              <a:gd name="connsiteY181-14768" fmla="*/ 1758337 h 1978172"/>
              <a:gd name="connsiteX182-14769" fmla="*/ 1128523 w 10768629"/>
              <a:gd name="connsiteY182-14770" fmla="*/ 1763621 h 1978172"/>
              <a:gd name="connsiteX183-14771" fmla="*/ 991903 w 10768629"/>
              <a:gd name="connsiteY183-14772" fmla="*/ 1786741 h 1978172"/>
              <a:gd name="connsiteX184-14773" fmla="*/ 883960 w 10768629"/>
              <a:gd name="connsiteY184-14774" fmla="*/ 1809389 h 1978172"/>
              <a:gd name="connsiteX185-14775" fmla="*/ 766531 w 10768629"/>
              <a:gd name="connsiteY185-14776" fmla="*/ 1805053 h 1978172"/>
              <a:gd name="connsiteX186-14777" fmla="*/ 669779 w 10768629"/>
              <a:gd name="connsiteY186-14778" fmla="*/ 1800537 h 1978172"/>
              <a:gd name="connsiteX187-14779" fmla="*/ 523898 w 10768629"/>
              <a:gd name="connsiteY187-14780" fmla="*/ 1811085 h 1978172"/>
              <a:gd name="connsiteX188-14781" fmla="*/ 360251 w 10768629"/>
              <a:gd name="connsiteY188-14782" fmla="*/ 1830735 h 1978172"/>
              <a:gd name="connsiteX189-14783" fmla="*/ 255207 w 10768629"/>
              <a:gd name="connsiteY189-14784" fmla="*/ 1818275 h 1978172"/>
              <a:gd name="connsiteX190-14785" fmla="*/ 101803 w 10768629"/>
              <a:gd name="connsiteY190-14786" fmla="*/ 1870647 h 1978172"/>
              <a:gd name="connsiteX191-14787" fmla="*/ 25397 w 10768629"/>
              <a:gd name="connsiteY191-14788" fmla="*/ 1888443 h 1978172"/>
              <a:gd name="connsiteX192-14789" fmla="*/ 2370 w 10768629"/>
              <a:gd name="connsiteY192-14790" fmla="*/ 1878311 h 1978172"/>
              <a:gd name="connsiteX193-14791" fmla="*/ 0 w 10768629"/>
              <a:gd name="connsiteY193-14792" fmla="*/ 1878785 h 1978172"/>
              <a:gd name="connsiteX194-14793" fmla="*/ 0 w 10768629"/>
              <a:gd name="connsiteY194-14794" fmla="*/ 0 h 1978172"/>
              <a:gd name="connsiteX0-14795" fmla="*/ 0 w 10768629"/>
              <a:gd name="connsiteY0-14796" fmla="*/ 0 h 1978172"/>
              <a:gd name="connsiteX1-14797" fmla="*/ 10768629 w 10768629"/>
              <a:gd name="connsiteY1-14798" fmla="*/ 0 h 1978172"/>
              <a:gd name="connsiteX2-14799" fmla="*/ 10733254 w 10768629"/>
              <a:gd name="connsiteY2-14800" fmla="*/ 31439 h 1978172"/>
              <a:gd name="connsiteX3-14801" fmla="*/ 10727085 w 10768629"/>
              <a:gd name="connsiteY3-14802" fmla="*/ 37910 h 1978172"/>
              <a:gd name="connsiteX4-14803" fmla="*/ 10675953 w 10768629"/>
              <a:gd name="connsiteY4-14804" fmla="*/ 68623 h 1978172"/>
              <a:gd name="connsiteX5-14805" fmla="*/ 10637091 w 10768629"/>
              <a:gd name="connsiteY5-14806" fmla="*/ 90361 h 1978172"/>
              <a:gd name="connsiteX6-14807" fmla="*/ 10610971 w 10768629"/>
              <a:gd name="connsiteY6-14808" fmla="*/ 110764 h 1978172"/>
              <a:gd name="connsiteX7-14809" fmla="*/ 10532872 w 10768629"/>
              <a:gd name="connsiteY7-14810" fmla="*/ 138028 h 1978172"/>
              <a:gd name="connsiteX8-14811" fmla="*/ 10398558 w 10768629"/>
              <a:gd name="connsiteY8-14812" fmla="*/ 172911 h 1978172"/>
              <a:gd name="connsiteX9-14813" fmla="*/ 10371128 w 10768629"/>
              <a:gd name="connsiteY9-14814" fmla="*/ 182609 h 1978172"/>
              <a:gd name="connsiteX10-14815" fmla="*/ 10352178 w 10768629"/>
              <a:gd name="connsiteY10-14816" fmla="*/ 199976 h 1978172"/>
              <a:gd name="connsiteX11-14817" fmla="*/ 10351815 w 10768629"/>
              <a:gd name="connsiteY11-14818" fmla="*/ 211879 h 1978172"/>
              <a:gd name="connsiteX12-14819" fmla="*/ 10337471 w 10768629"/>
              <a:gd name="connsiteY12-14820" fmla="*/ 218661 h 1978172"/>
              <a:gd name="connsiteX13-14821" fmla="*/ 10334625 w 10768629"/>
              <a:gd name="connsiteY13-14822" fmla="*/ 222351 h 1978172"/>
              <a:gd name="connsiteX14-14823" fmla="*/ 10256365 w 10768629"/>
              <a:gd name="connsiteY14-14824" fmla="*/ 235917 h 1978172"/>
              <a:gd name="connsiteX15-14825" fmla="*/ 10201127 w 10768629"/>
              <a:gd name="connsiteY15-14826" fmla="*/ 267448 h 1978172"/>
              <a:gd name="connsiteX16-14827" fmla="*/ 9961218 w 10768629"/>
              <a:gd name="connsiteY16-14828" fmla="*/ 326720 h 1978172"/>
              <a:gd name="connsiteX17-14829" fmla="*/ 9859715 w 10768629"/>
              <a:gd name="connsiteY17-14830" fmla="*/ 355698 h 1978172"/>
              <a:gd name="connsiteX18-14831" fmla="*/ 9679867 w 10768629"/>
              <a:gd name="connsiteY18-14832" fmla="*/ 399081 h 1978172"/>
              <a:gd name="connsiteX19-14833" fmla="*/ 9490654 w 10768629"/>
              <a:gd name="connsiteY19-14834" fmla="*/ 455225 h 1978172"/>
              <a:gd name="connsiteX20-14835" fmla="*/ 9470837 w 10768629"/>
              <a:gd name="connsiteY20-14836" fmla="*/ 452539 h 1978172"/>
              <a:gd name="connsiteX21-14837" fmla="*/ 9469082 w 10768629"/>
              <a:gd name="connsiteY21-14838" fmla="*/ 454891 h 1978172"/>
              <a:gd name="connsiteX22-14839" fmla="*/ 9448038 w 10768629"/>
              <a:gd name="connsiteY22-14840" fmla="*/ 459733 h 1978172"/>
              <a:gd name="connsiteX23-14841" fmla="*/ 9396821 w 10768629"/>
              <a:gd name="connsiteY23-14842" fmla="*/ 455795 h 1978172"/>
              <a:gd name="connsiteX24-14843" fmla="*/ 9392197 w 10768629"/>
              <a:gd name="connsiteY24-14844" fmla="*/ 459796 h 1978172"/>
              <a:gd name="connsiteX25-14845" fmla="*/ 9347994 w 10768629"/>
              <a:gd name="connsiteY25-14846" fmla="*/ 464462 h 1978172"/>
              <a:gd name="connsiteX26-14847" fmla="*/ 9347889 w 10768629"/>
              <a:gd name="connsiteY26-14848" fmla="*/ 466539 h 1978172"/>
              <a:gd name="connsiteX27-14849" fmla="*/ 9337639 w 10768629"/>
              <a:gd name="connsiteY27-14850" fmla="*/ 476654 h 1978172"/>
              <a:gd name="connsiteX28-14851" fmla="*/ 9287964 w 10768629"/>
              <a:gd name="connsiteY28-14852" fmla="*/ 513052 h 1978172"/>
              <a:gd name="connsiteX29-14853" fmla="*/ 9229283 w 10768629"/>
              <a:gd name="connsiteY29-14854" fmla="*/ 555377 h 1978172"/>
              <a:gd name="connsiteX30-14855" fmla="*/ 9220274 w 10768629"/>
              <a:gd name="connsiteY30-14856" fmla="*/ 557502 h 1978172"/>
              <a:gd name="connsiteX31-14857" fmla="*/ 9220202 w 10768629"/>
              <a:gd name="connsiteY31-14858" fmla="*/ 558001 h 1978172"/>
              <a:gd name="connsiteX32-14859" fmla="*/ 9210908 w 10768629"/>
              <a:gd name="connsiteY32-14860" fmla="*/ 561147 h 1978172"/>
              <a:gd name="connsiteX33-14861" fmla="*/ 9186374 w 10768629"/>
              <a:gd name="connsiteY33-14862" fmla="*/ 565502 h 1978172"/>
              <a:gd name="connsiteX34-14863" fmla="*/ 9181058 w 10768629"/>
              <a:gd name="connsiteY34-14864" fmla="*/ 569943 h 1978172"/>
              <a:gd name="connsiteX35-14865" fmla="*/ 9167549 w 10768629"/>
              <a:gd name="connsiteY35-14866" fmla="*/ 584727 h 1978172"/>
              <a:gd name="connsiteX36-14867" fmla="*/ 9149110 w 10768629"/>
              <a:gd name="connsiteY36-14868" fmla="*/ 598906 h 1978172"/>
              <a:gd name="connsiteX37-14869" fmla="*/ 9078556 w 10768629"/>
              <a:gd name="connsiteY37-14870" fmla="*/ 644039 h 1978172"/>
              <a:gd name="connsiteX38-14871" fmla="*/ 8996399 w 10768629"/>
              <a:gd name="connsiteY38-14872" fmla="*/ 690055 h 1978172"/>
              <a:gd name="connsiteX39-14873" fmla="*/ 8803791 w 10768629"/>
              <a:gd name="connsiteY39-14874" fmla="*/ 813860 h 1978172"/>
              <a:gd name="connsiteX40-14875" fmla="*/ 8636202 w 10768629"/>
              <a:gd name="connsiteY40-14876" fmla="*/ 848463 h 1978172"/>
              <a:gd name="connsiteX41-14877" fmla="*/ 8555372 w 10768629"/>
              <a:gd name="connsiteY41-14878" fmla="*/ 883171 h 1978172"/>
              <a:gd name="connsiteX42-14879" fmla="*/ 8507229 w 10768629"/>
              <a:gd name="connsiteY42-14880" fmla="*/ 901665 h 1978172"/>
              <a:gd name="connsiteX43-14881" fmla="*/ 8428473 w 10768629"/>
              <a:gd name="connsiteY43-14882" fmla="*/ 927985 h 1978172"/>
              <a:gd name="connsiteX44-14883" fmla="*/ 8427914 w 10768629"/>
              <a:gd name="connsiteY44-14884" fmla="*/ 933480 h 1978172"/>
              <a:gd name="connsiteX45-14885" fmla="*/ 8420327 w 10768629"/>
              <a:gd name="connsiteY45-14886" fmla="*/ 941984 h 1978172"/>
              <a:gd name="connsiteX46-14887" fmla="*/ 8394729 w 10768629"/>
              <a:gd name="connsiteY46-14888" fmla="*/ 948347 h 1978172"/>
              <a:gd name="connsiteX47-14889" fmla="*/ 8380548 w 10768629"/>
              <a:gd name="connsiteY47-14890" fmla="*/ 987916 h 1978172"/>
              <a:gd name="connsiteX48-14891" fmla="*/ 8375330 w 10768629"/>
              <a:gd name="connsiteY48-14892" fmla="*/ 965444 h 1978172"/>
              <a:gd name="connsiteX49-14893" fmla="*/ 8340796 w 10768629"/>
              <a:gd name="connsiteY49-14894" fmla="*/ 980522 h 1978172"/>
              <a:gd name="connsiteX50-14895" fmla="*/ 8304438 w 10768629"/>
              <a:gd name="connsiteY50-14896" fmla="*/ 996739 h 1978172"/>
              <a:gd name="connsiteX51-14897" fmla="*/ 8280929 w 10768629"/>
              <a:gd name="connsiteY51-14898" fmla="*/ 1023089 h 1978172"/>
              <a:gd name="connsiteX52-14899" fmla="*/ 8275760 w 10768629"/>
              <a:gd name="connsiteY52-14900" fmla="*/ 1027772 h 1978172"/>
              <a:gd name="connsiteX53-14901" fmla="*/ 8275478 w 10768629"/>
              <a:gd name="connsiteY53-14902" fmla="*/ 1027605 h 1978172"/>
              <a:gd name="connsiteX54-14903" fmla="*/ 8249003 w 10768629"/>
              <a:gd name="connsiteY54-14904" fmla="*/ 1032033 h 1978172"/>
              <a:gd name="connsiteX55-14905" fmla="*/ 8203836 w 10768629"/>
              <a:gd name="connsiteY55-14906" fmla="*/ 1037347 h 1978172"/>
              <a:gd name="connsiteX56-14907" fmla="*/ 8122936 w 10768629"/>
              <a:gd name="connsiteY56-14908" fmla="*/ 1063113 h 1978172"/>
              <a:gd name="connsiteX57-14909" fmla="*/ 8043658 w 10768629"/>
              <a:gd name="connsiteY57-14910" fmla="*/ 1092746 h 1978172"/>
              <a:gd name="connsiteX58-14911" fmla="*/ 8015351 w 10768629"/>
              <a:gd name="connsiteY58-14912" fmla="*/ 1105478 h 1978172"/>
              <a:gd name="connsiteX59-14913" fmla="*/ 7963145 w 10768629"/>
              <a:gd name="connsiteY59-14914" fmla="*/ 1119346 h 1978172"/>
              <a:gd name="connsiteX60-14915" fmla="*/ 7938145 w 10768629"/>
              <a:gd name="connsiteY60-14916" fmla="*/ 1120225 h 1978172"/>
              <a:gd name="connsiteX61-14917" fmla="*/ 7937238 w 10768629"/>
              <a:gd name="connsiteY61-14918" fmla="*/ 1121204 h 1978172"/>
              <a:gd name="connsiteX62-14919" fmla="*/ 7934398 w 10768629"/>
              <a:gd name="connsiteY62-14920" fmla="*/ 1118240 h 1978172"/>
              <a:gd name="connsiteX63-14921" fmla="*/ 7918248 w 10768629"/>
              <a:gd name="connsiteY63-14922" fmla="*/ 1124371 h 1978172"/>
              <a:gd name="connsiteX64-14923" fmla="*/ 7914119 w 10768629"/>
              <a:gd name="connsiteY64-14924" fmla="*/ 1127653 h 1978172"/>
              <a:gd name="connsiteX65-14925" fmla="*/ 7907658 w 10768629"/>
              <a:gd name="connsiteY65-14926" fmla="*/ 1130350 h 1978172"/>
              <a:gd name="connsiteX66-14927" fmla="*/ 7907434 w 10768629"/>
              <a:gd name="connsiteY66-14928" fmla="*/ 1130103 h 1978172"/>
              <a:gd name="connsiteX67-14929" fmla="*/ 7901508 w 10768629"/>
              <a:gd name="connsiteY67-14930" fmla="*/ 1133245 h 1978172"/>
              <a:gd name="connsiteX68-14931" fmla="*/ 7873287 w 10768629"/>
              <a:gd name="connsiteY68-14932" fmla="*/ 1152609 h 1978172"/>
              <a:gd name="connsiteX69-14933" fmla="*/ 7834833 w 10768629"/>
              <a:gd name="connsiteY69-14934" fmla="*/ 1153868 h 1978172"/>
              <a:gd name="connsiteX70-14935" fmla="*/ 7828661 w 10768629"/>
              <a:gd name="connsiteY70-14936" fmla="*/ 1139994 h 1978172"/>
              <a:gd name="connsiteX71-14937" fmla="*/ 7823966 w 10768629"/>
              <a:gd name="connsiteY71-14938" fmla="*/ 1143178 h 1978172"/>
              <a:gd name="connsiteX72-14939" fmla="*/ 7815078 w 10768629"/>
              <a:gd name="connsiteY72-14940" fmla="*/ 1151776 h 1978172"/>
              <a:gd name="connsiteX73-14941" fmla="*/ 7812026 w 10768629"/>
              <a:gd name="connsiteY73-14942" fmla="*/ 1151522 h 1978172"/>
              <a:gd name="connsiteX74-14943" fmla="*/ 7782249 w 10768629"/>
              <a:gd name="connsiteY74-14944" fmla="*/ 1160970 h 1978172"/>
              <a:gd name="connsiteX75-14945" fmla="*/ 7773476 w 10768629"/>
              <a:gd name="connsiteY75-14946" fmla="*/ 1157414 h 1978172"/>
              <a:gd name="connsiteX76-14947" fmla="*/ 7769600 w 10768629"/>
              <a:gd name="connsiteY76-14948" fmla="*/ 1157365 h 1978172"/>
              <a:gd name="connsiteX77-14949" fmla="*/ 7752631 w 10768629"/>
              <a:gd name="connsiteY77-14950" fmla="*/ 1172815 h 1978172"/>
              <a:gd name="connsiteX78-14951" fmla="*/ 7739392 w 10768629"/>
              <a:gd name="connsiteY78-14952" fmla="*/ 1192062 h 1978172"/>
              <a:gd name="connsiteX79-14953" fmla="*/ 7677677 w 10768629"/>
              <a:gd name="connsiteY79-14954" fmla="*/ 1216394 h 1978172"/>
              <a:gd name="connsiteX80-14955" fmla="*/ 7586920 w 10768629"/>
              <a:gd name="connsiteY80-14956" fmla="*/ 1261888 h 1978172"/>
              <a:gd name="connsiteX81-14957" fmla="*/ 7486100 w 10768629"/>
              <a:gd name="connsiteY81-14958" fmla="*/ 1292563 h 1978172"/>
              <a:gd name="connsiteX82-14959" fmla="*/ 7411323 w 10768629"/>
              <a:gd name="connsiteY82-14960" fmla="*/ 1340732 h 1978172"/>
              <a:gd name="connsiteX83-14961" fmla="*/ 7240698 w 10768629"/>
              <a:gd name="connsiteY83-14962" fmla="*/ 1438832 h 1978172"/>
              <a:gd name="connsiteX84-14963" fmla="*/ 7197675 w 10768629"/>
              <a:gd name="connsiteY84-14964" fmla="*/ 1447530 h 1978172"/>
              <a:gd name="connsiteX85-14965" fmla="*/ 7164788 w 10768629"/>
              <a:gd name="connsiteY85-14966" fmla="*/ 1480293 h 1978172"/>
              <a:gd name="connsiteX86-14967" fmla="*/ 7147929 w 10768629"/>
              <a:gd name="connsiteY86-14968" fmla="*/ 1477641 h 1978172"/>
              <a:gd name="connsiteX87-14969" fmla="*/ 7144965 w 10768629"/>
              <a:gd name="connsiteY87-14970" fmla="*/ 1476908 h 1978172"/>
              <a:gd name="connsiteX88-14971" fmla="*/ 7134299 w 10768629"/>
              <a:gd name="connsiteY88-14972" fmla="*/ 1479969 h 1978172"/>
              <a:gd name="connsiteX89-14973" fmla="*/ 7129809 w 10768629"/>
              <a:gd name="connsiteY89-14974" fmla="*/ 1473339 h 1978172"/>
              <a:gd name="connsiteX90-14975" fmla="*/ 7112688 w 10768629"/>
              <a:gd name="connsiteY90-14976" fmla="*/ 1472575 h 1978172"/>
              <a:gd name="connsiteX91-14977" fmla="*/ 7093470 w 10768629"/>
              <a:gd name="connsiteY91-14978" fmla="*/ 1480300 h 1978172"/>
              <a:gd name="connsiteX92-14979" fmla="*/ 7025034 w 10768629"/>
              <a:gd name="connsiteY92-14980" fmla="*/ 1506934 h 1978172"/>
              <a:gd name="connsiteX93-14981" fmla="*/ 7014783 w 10768629"/>
              <a:gd name="connsiteY93-14982" fmla="*/ 1515868 h 1978172"/>
              <a:gd name="connsiteX94-14983" fmla="*/ 6979706 w 10768629"/>
              <a:gd name="connsiteY94-14984" fmla="*/ 1523511 h 1978172"/>
              <a:gd name="connsiteX95-14985" fmla="*/ 6977890 w 10768629"/>
              <a:gd name="connsiteY95-14986" fmla="*/ 1525793 h 1978172"/>
              <a:gd name="connsiteX96-14987" fmla="*/ 6944339 w 10768629"/>
              <a:gd name="connsiteY96-14988" fmla="*/ 1536237 h 1978172"/>
              <a:gd name="connsiteX97-14989" fmla="*/ 6886996 w 10768629"/>
              <a:gd name="connsiteY97-14990" fmla="*/ 1563569 h 1978172"/>
              <a:gd name="connsiteX98-14991" fmla="*/ 6874510 w 10768629"/>
              <a:gd name="connsiteY98-14992" fmla="*/ 1558469 h 1978172"/>
              <a:gd name="connsiteX99-14993" fmla="*/ 6871943 w 10768629"/>
              <a:gd name="connsiteY99-14994" fmla="*/ 1554651 h 1978172"/>
              <a:gd name="connsiteX100-14995" fmla="*/ 6856174 w 10768629"/>
              <a:gd name="connsiteY100-14996" fmla="*/ 1562024 h 1978172"/>
              <a:gd name="connsiteX101-14997" fmla="*/ 6842321 w 10768629"/>
              <a:gd name="connsiteY101-14998" fmla="*/ 1560554 h 1978172"/>
              <a:gd name="connsiteX102-14999" fmla="*/ 6832713 w 10768629"/>
              <a:gd name="connsiteY102-15000" fmla="*/ 1569357 h 1978172"/>
              <a:gd name="connsiteX103-15001" fmla="*/ 6816351 w 10768629"/>
              <a:gd name="connsiteY103-15002" fmla="*/ 1571495 h 1978172"/>
              <a:gd name="connsiteX104-15003" fmla="*/ 6795800 w 10768629"/>
              <a:gd name="connsiteY104-15004" fmla="*/ 1572010 h 1978172"/>
              <a:gd name="connsiteX105-15005" fmla="*/ 6777546 w 10768629"/>
              <a:gd name="connsiteY105-15006" fmla="*/ 1568661 h 1978172"/>
              <a:gd name="connsiteX106-15007" fmla="*/ 6751528 w 10768629"/>
              <a:gd name="connsiteY106-15008" fmla="*/ 1574143 h 1978172"/>
              <a:gd name="connsiteX107-15009" fmla="*/ 6691966 w 10768629"/>
              <a:gd name="connsiteY107-15010" fmla="*/ 1582255 h 1978172"/>
              <a:gd name="connsiteX108-15011" fmla="*/ 6646941 w 10768629"/>
              <a:gd name="connsiteY108-15012" fmla="*/ 1588471 h 1978172"/>
              <a:gd name="connsiteX109-15013" fmla="*/ 6568576 w 10768629"/>
              <a:gd name="connsiteY109-15014" fmla="*/ 1606488 h 1978172"/>
              <a:gd name="connsiteX110-15015" fmla="*/ 6554358 w 10768629"/>
              <a:gd name="connsiteY110-15016" fmla="*/ 1621701 h 1978172"/>
              <a:gd name="connsiteX111-15017" fmla="*/ 6516968 w 10768629"/>
              <a:gd name="connsiteY111-15018" fmla="*/ 1617195 h 1978172"/>
              <a:gd name="connsiteX112-15019" fmla="*/ 6506479 w 10768629"/>
              <a:gd name="connsiteY112-15020" fmla="*/ 1602227 h 1978172"/>
              <a:gd name="connsiteX113-15021" fmla="*/ 6458436 w 10768629"/>
              <a:gd name="connsiteY113-15022" fmla="*/ 1607332 h 1978172"/>
              <a:gd name="connsiteX114-15023" fmla="*/ 6414786 w 10768629"/>
              <a:gd name="connsiteY114-15024" fmla="*/ 1628815 h 1978172"/>
              <a:gd name="connsiteX115-15025" fmla="*/ 6357085 w 10768629"/>
              <a:gd name="connsiteY115-15026" fmla="*/ 1640846 h 1978172"/>
              <a:gd name="connsiteX116-15027" fmla="*/ 6322636 w 10768629"/>
              <a:gd name="connsiteY116-15028" fmla="*/ 1648213 h 1978172"/>
              <a:gd name="connsiteX117-15029" fmla="*/ 6226172 w 10768629"/>
              <a:gd name="connsiteY117-15030" fmla="*/ 1654676 h 1978172"/>
              <a:gd name="connsiteX118-15031" fmla="*/ 6221217 w 10768629"/>
              <a:gd name="connsiteY118-15032" fmla="*/ 1654506 h 1978172"/>
              <a:gd name="connsiteX119-15033" fmla="*/ 6204956 w 10768629"/>
              <a:gd name="connsiteY119-15034" fmla="*/ 1664280 h 1978172"/>
              <a:gd name="connsiteX120-15035" fmla="*/ 6204270 w 10768629"/>
              <a:gd name="connsiteY120-15036" fmla="*/ 1666782 h 1978172"/>
              <a:gd name="connsiteX121-15037" fmla="*/ 6143810 w 10768629"/>
              <a:gd name="connsiteY121-15038" fmla="*/ 1661963 h 1978172"/>
              <a:gd name="connsiteX122-15039" fmla="*/ 6136560 w 10768629"/>
              <a:gd name="connsiteY122-15040" fmla="*/ 1665728 h 1978172"/>
              <a:gd name="connsiteX123-15041" fmla="*/ 6096155 w 10768629"/>
              <a:gd name="connsiteY123-15042" fmla="*/ 1656951 h 1978172"/>
              <a:gd name="connsiteX124-15043" fmla="*/ 6075812 w 10768629"/>
              <a:gd name="connsiteY124-15044" fmla="*/ 1655422 h 1978172"/>
              <a:gd name="connsiteX125-15045" fmla="*/ 6039495 w 10768629"/>
              <a:gd name="connsiteY125-15046" fmla="*/ 1649680 h 1978172"/>
              <a:gd name="connsiteX126-15047" fmla="*/ 6036523 w 10768629"/>
              <a:gd name="connsiteY126-15048" fmla="*/ 1652121 h 1978172"/>
              <a:gd name="connsiteX127-15049" fmla="*/ 6029328 w 10768629"/>
              <a:gd name="connsiteY127-15050" fmla="*/ 1649904 h 1978172"/>
              <a:gd name="connsiteX128-15051" fmla="*/ 6024075 w 10768629"/>
              <a:gd name="connsiteY128-15052" fmla="*/ 1652779 h 1978172"/>
              <a:gd name="connsiteX129-15053" fmla="*/ 6018085 w 10768629"/>
              <a:gd name="connsiteY129-15054" fmla="*/ 1652030 h 1978172"/>
              <a:gd name="connsiteX130-15055" fmla="*/ 5955513 w 10768629"/>
              <a:gd name="connsiteY130-15056" fmla="*/ 1663584 h 1978172"/>
              <a:gd name="connsiteX131-15057" fmla="*/ 5941996 w 10768629"/>
              <a:gd name="connsiteY131-15058" fmla="*/ 1661326 h 1978172"/>
              <a:gd name="connsiteX132-15059" fmla="*/ 5931789 w 10768629"/>
              <a:gd name="connsiteY132-15060" fmla="*/ 1669915 h 1978172"/>
              <a:gd name="connsiteX133-15061" fmla="*/ 5888686 w 10768629"/>
              <a:gd name="connsiteY133-15062" fmla="*/ 1672175 h 1978172"/>
              <a:gd name="connsiteX134-15063" fmla="*/ 5873794 w 10768629"/>
              <a:gd name="connsiteY134-15064" fmla="*/ 1665454 h 1978172"/>
              <a:gd name="connsiteX135-15065" fmla="*/ 5860022 w 10768629"/>
              <a:gd name="connsiteY135-15066" fmla="*/ 1660635 h 1978172"/>
              <a:gd name="connsiteX136-15067" fmla="*/ 5858237 w 10768629"/>
              <a:gd name="connsiteY136-15068" fmla="*/ 1660649 h 1978172"/>
              <a:gd name="connsiteX137-15069" fmla="*/ 5840319 w 10768629"/>
              <a:gd name="connsiteY137-15070" fmla="*/ 1660798 h 1978172"/>
              <a:gd name="connsiteX138-15071" fmla="*/ 5806984 w 10768629"/>
              <a:gd name="connsiteY138-15072" fmla="*/ 1661075 h 1978172"/>
              <a:gd name="connsiteX139-15073" fmla="*/ 5742351 w 10768629"/>
              <a:gd name="connsiteY139-15074" fmla="*/ 1667489 h 1978172"/>
              <a:gd name="connsiteX140-15075" fmla="*/ 5521171 w 10768629"/>
              <a:gd name="connsiteY140-15076" fmla="*/ 1671626 h 1978172"/>
              <a:gd name="connsiteX141-15077" fmla="*/ 5457384 w 10768629"/>
              <a:gd name="connsiteY141-15078" fmla="*/ 1683952 h 1978172"/>
              <a:gd name="connsiteX142-15079" fmla="*/ 4950070 w 10768629"/>
              <a:gd name="connsiteY142-15080" fmla="*/ 1748401 h 1978172"/>
              <a:gd name="connsiteX143-15081" fmla="*/ 4872172 w 10768629"/>
              <a:gd name="connsiteY143-15082" fmla="*/ 1757222 h 1978172"/>
              <a:gd name="connsiteX144-15083" fmla="*/ 4809524 w 10768629"/>
              <a:gd name="connsiteY144-15084" fmla="*/ 1761033 h 1978172"/>
              <a:gd name="connsiteX145-15085" fmla="*/ 4759058 w 10768629"/>
              <a:gd name="connsiteY145-15086" fmla="*/ 1766533 h 1978172"/>
              <a:gd name="connsiteX146-15087" fmla="*/ 4719749 w 10768629"/>
              <a:gd name="connsiteY146-15088" fmla="*/ 1771811 h 1978172"/>
              <a:gd name="connsiteX147-15089" fmla="*/ 4568686 w 10768629"/>
              <a:gd name="connsiteY147-15090" fmla="*/ 1786141 h 1978172"/>
              <a:gd name="connsiteX148-15091" fmla="*/ 4418751 w 10768629"/>
              <a:gd name="connsiteY148-15092" fmla="*/ 1796932 h 1978172"/>
              <a:gd name="connsiteX149-15093" fmla="*/ 4378377 w 10768629"/>
              <a:gd name="connsiteY149-15094" fmla="*/ 1815528 h 1978172"/>
              <a:gd name="connsiteX150-15095" fmla="*/ 4320575 w 10768629"/>
              <a:gd name="connsiteY150-15096" fmla="*/ 1832722 h 1978172"/>
              <a:gd name="connsiteX151-15097" fmla="*/ 4211935 w 10768629"/>
              <a:gd name="connsiteY151-15098" fmla="*/ 1860177 h 1978172"/>
              <a:gd name="connsiteX152-15099" fmla="*/ 4101228 w 10768629"/>
              <a:gd name="connsiteY152-15100" fmla="*/ 1868717 h 1978172"/>
              <a:gd name="connsiteX153-15101" fmla="*/ 3973223 w 10768629"/>
              <a:gd name="connsiteY153-15102" fmla="*/ 1881015 h 1978172"/>
              <a:gd name="connsiteX154-15103" fmla="*/ 3900992 w 10768629"/>
              <a:gd name="connsiteY154-15104" fmla="*/ 1880603 h 1978172"/>
              <a:gd name="connsiteX155-15105" fmla="*/ 3662119 w 10768629"/>
              <a:gd name="connsiteY155-15106" fmla="*/ 1889285 h 1978172"/>
              <a:gd name="connsiteX156-15107" fmla="*/ 3496919 w 10768629"/>
              <a:gd name="connsiteY156-15108" fmla="*/ 1873180 h 1978172"/>
              <a:gd name="connsiteX157-15109" fmla="*/ 3449433 w 10768629"/>
              <a:gd name="connsiteY157-15110" fmla="*/ 1889681 h 1978172"/>
              <a:gd name="connsiteX158-15111" fmla="*/ 3369766 w 10768629"/>
              <a:gd name="connsiteY158-15112" fmla="*/ 1916653 h 1978172"/>
              <a:gd name="connsiteX159-15113" fmla="*/ 3269672 w 10768629"/>
              <a:gd name="connsiteY159-15114" fmla="*/ 1938036 h 1978172"/>
              <a:gd name="connsiteX160-15115" fmla="*/ 3224897 w 10768629"/>
              <a:gd name="connsiteY160-15116" fmla="*/ 1943733 h 1978172"/>
              <a:gd name="connsiteX161-15117" fmla="*/ 3161463 w 10768629"/>
              <a:gd name="connsiteY161-15118" fmla="*/ 1946591 h 1978172"/>
              <a:gd name="connsiteX162-15119" fmla="*/ 3112044 w 10768629"/>
              <a:gd name="connsiteY162-15120" fmla="*/ 1935614 h 1978172"/>
              <a:gd name="connsiteX163-15121" fmla="*/ 3069716 w 10768629"/>
              <a:gd name="connsiteY163-15122" fmla="*/ 1930463 h 1978172"/>
              <a:gd name="connsiteX164-15123" fmla="*/ 3005773 w 10768629"/>
              <a:gd name="connsiteY164-15124" fmla="*/ 1915878 h 1978172"/>
              <a:gd name="connsiteX165-15125" fmla="*/ 2897201 w 10768629"/>
              <a:gd name="connsiteY165-15126" fmla="*/ 1926772 h 1978172"/>
              <a:gd name="connsiteX166-15127" fmla="*/ 2783891 w 10768629"/>
              <a:gd name="connsiteY166-15128" fmla="*/ 1931749 h 1978172"/>
              <a:gd name="connsiteX167-15129" fmla="*/ 2712447 w 10768629"/>
              <a:gd name="connsiteY167-15130" fmla="*/ 1933044 h 1978172"/>
              <a:gd name="connsiteX168-15131" fmla="*/ 2560151 w 10768629"/>
              <a:gd name="connsiteY168-15132" fmla="*/ 1963609 h 1978172"/>
              <a:gd name="connsiteX169-15133" fmla="*/ 2367221 w 10768629"/>
              <a:gd name="connsiteY169-15134" fmla="*/ 1971884 h 1978172"/>
              <a:gd name="connsiteX170-15135" fmla="*/ 2272130 w 10768629"/>
              <a:gd name="connsiteY170-15136" fmla="*/ 1961162 h 1978172"/>
              <a:gd name="connsiteX171-15137" fmla="*/ 2189404 w 10768629"/>
              <a:gd name="connsiteY171-15138" fmla="*/ 1978172 h 1978172"/>
              <a:gd name="connsiteX172-15139" fmla="*/ 2077704 w 10768629"/>
              <a:gd name="connsiteY172-15140" fmla="*/ 1965002 h 1978172"/>
              <a:gd name="connsiteX173-15141" fmla="*/ 2033299 w 10768629"/>
              <a:gd name="connsiteY173-15142" fmla="*/ 1969042 h 1978172"/>
              <a:gd name="connsiteX174-15143" fmla="*/ 1967996 w 10768629"/>
              <a:gd name="connsiteY174-15144" fmla="*/ 1953187 h 1978172"/>
              <a:gd name="connsiteX175-15145" fmla="*/ 1855805 w 10768629"/>
              <a:gd name="connsiteY175-15146" fmla="*/ 1926082 h 1978172"/>
              <a:gd name="connsiteX176-15147" fmla="*/ 1790957 w 10768629"/>
              <a:gd name="connsiteY176-15148" fmla="*/ 1919460 h 1978172"/>
              <a:gd name="connsiteX177-15149" fmla="*/ 1613978 w 10768629"/>
              <a:gd name="connsiteY177-15150" fmla="*/ 1891581 h 1978172"/>
              <a:gd name="connsiteX178-15151" fmla="*/ 1436831 w 10768629"/>
              <a:gd name="connsiteY178-15152" fmla="*/ 1856201 h 1978172"/>
              <a:gd name="connsiteX179-15153" fmla="*/ 1357365 w 10768629"/>
              <a:gd name="connsiteY179-15154" fmla="*/ 1832140 h 1978172"/>
              <a:gd name="connsiteX180-15155" fmla="*/ 1232341 w 10768629"/>
              <a:gd name="connsiteY180-15156" fmla="*/ 1785942 h 1978172"/>
              <a:gd name="connsiteX181-15157" fmla="*/ 1162595 w 10768629"/>
              <a:gd name="connsiteY181-15158" fmla="*/ 1758337 h 1978172"/>
              <a:gd name="connsiteX182-15159" fmla="*/ 1128523 w 10768629"/>
              <a:gd name="connsiteY182-15160" fmla="*/ 1763621 h 1978172"/>
              <a:gd name="connsiteX183-15161" fmla="*/ 991903 w 10768629"/>
              <a:gd name="connsiteY183-15162" fmla="*/ 1786741 h 1978172"/>
              <a:gd name="connsiteX184-15163" fmla="*/ 883960 w 10768629"/>
              <a:gd name="connsiteY184-15164" fmla="*/ 1809389 h 1978172"/>
              <a:gd name="connsiteX185-15165" fmla="*/ 766531 w 10768629"/>
              <a:gd name="connsiteY185-15166" fmla="*/ 1805053 h 1978172"/>
              <a:gd name="connsiteX186-15167" fmla="*/ 669779 w 10768629"/>
              <a:gd name="connsiteY186-15168" fmla="*/ 1800537 h 1978172"/>
              <a:gd name="connsiteX187-15169" fmla="*/ 523898 w 10768629"/>
              <a:gd name="connsiteY187-15170" fmla="*/ 1811085 h 1978172"/>
              <a:gd name="connsiteX188-15171" fmla="*/ 360251 w 10768629"/>
              <a:gd name="connsiteY188-15172" fmla="*/ 1830735 h 1978172"/>
              <a:gd name="connsiteX189-15173" fmla="*/ 255207 w 10768629"/>
              <a:gd name="connsiteY189-15174" fmla="*/ 1818275 h 1978172"/>
              <a:gd name="connsiteX190-15175" fmla="*/ 101803 w 10768629"/>
              <a:gd name="connsiteY190-15176" fmla="*/ 1870647 h 1978172"/>
              <a:gd name="connsiteX191-15177" fmla="*/ 25397 w 10768629"/>
              <a:gd name="connsiteY191-15178" fmla="*/ 1888443 h 1978172"/>
              <a:gd name="connsiteX192-15179" fmla="*/ 2370 w 10768629"/>
              <a:gd name="connsiteY192-15180" fmla="*/ 1878311 h 1978172"/>
              <a:gd name="connsiteX193-15181" fmla="*/ 0 w 10768629"/>
              <a:gd name="connsiteY193-15182" fmla="*/ 1878785 h 1978172"/>
              <a:gd name="connsiteX194-15183" fmla="*/ 0 w 10768629"/>
              <a:gd name="connsiteY194-15184" fmla="*/ 0 h 1978172"/>
              <a:gd name="connsiteX0-15185" fmla="*/ 0 w 10768629"/>
              <a:gd name="connsiteY0-15186" fmla="*/ 0 h 1978172"/>
              <a:gd name="connsiteX1-15187" fmla="*/ 10768629 w 10768629"/>
              <a:gd name="connsiteY1-15188" fmla="*/ 0 h 1978172"/>
              <a:gd name="connsiteX2-15189" fmla="*/ 10733254 w 10768629"/>
              <a:gd name="connsiteY2-15190" fmla="*/ 31439 h 1978172"/>
              <a:gd name="connsiteX3-15191" fmla="*/ 10727085 w 10768629"/>
              <a:gd name="connsiteY3-15192" fmla="*/ 37910 h 1978172"/>
              <a:gd name="connsiteX4-15193" fmla="*/ 10675953 w 10768629"/>
              <a:gd name="connsiteY4-15194" fmla="*/ 68623 h 1978172"/>
              <a:gd name="connsiteX5-15195" fmla="*/ 10637091 w 10768629"/>
              <a:gd name="connsiteY5-15196" fmla="*/ 90361 h 1978172"/>
              <a:gd name="connsiteX6-15197" fmla="*/ 10610971 w 10768629"/>
              <a:gd name="connsiteY6-15198" fmla="*/ 110764 h 1978172"/>
              <a:gd name="connsiteX7-15199" fmla="*/ 10532872 w 10768629"/>
              <a:gd name="connsiteY7-15200" fmla="*/ 138028 h 1978172"/>
              <a:gd name="connsiteX8-15201" fmla="*/ 10398558 w 10768629"/>
              <a:gd name="connsiteY8-15202" fmla="*/ 172911 h 1978172"/>
              <a:gd name="connsiteX9-15203" fmla="*/ 10371128 w 10768629"/>
              <a:gd name="connsiteY9-15204" fmla="*/ 182609 h 1978172"/>
              <a:gd name="connsiteX10-15205" fmla="*/ 10352178 w 10768629"/>
              <a:gd name="connsiteY10-15206" fmla="*/ 199976 h 1978172"/>
              <a:gd name="connsiteX11-15207" fmla="*/ 10351815 w 10768629"/>
              <a:gd name="connsiteY11-15208" fmla="*/ 211879 h 1978172"/>
              <a:gd name="connsiteX12-15209" fmla="*/ 10337471 w 10768629"/>
              <a:gd name="connsiteY12-15210" fmla="*/ 218661 h 1978172"/>
              <a:gd name="connsiteX13-15211" fmla="*/ 10334625 w 10768629"/>
              <a:gd name="connsiteY13-15212" fmla="*/ 222351 h 1978172"/>
              <a:gd name="connsiteX14-15213" fmla="*/ 10256365 w 10768629"/>
              <a:gd name="connsiteY14-15214" fmla="*/ 235917 h 1978172"/>
              <a:gd name="connsiteX15-15215" fmla="*/ 10201127 w 10768629"/>
              <a:gd name="connsiteY15-15216" fmla="*/ 267448 h 1978172"/>
              <a:gd name="connsiteX16-15217" fmla="*/ 9961218 w 10768629"/>
              <a:gd name="connsiteY16-15218" fmla="*/ 326720 h 1978172"/>
              <a:gd name="connsiteX17-15219" fmla="*/ 9859715 w 10768629"/>
              <a:gd name="connsiteY17-15220" fmla="*/ 355698 h 1978172"/>
              <a:gd name="connsiteX18-15221" fmla="*/ 9679867 w 10768629"/>
              <a:gd name="connsiteY18-15222" fmla="*/ 399081 h 1978172"/>
              <a:gd name="connsiteX19-15223" fmla="*/ 9490654 w 10768629"/>
              <a:gd name="connsiteY19-15224" fmla="*/ 455225 h 1978172"/>
              <a:gd name="connsiteX20-15225" fmla="*/ 9470837 w 10768629"/>
              <a:gd name="connsiteY20-15226" fmla="*/ 452539 h 1978172"/>
              <a:gd name="connsiteX21-15227" fmla="*/ 9469082 w 10768629"/>
              <a:gd name="connsiteY21-15228" fmla="*/ 454891 h 1978172"/>
              <a:gd name="connsiteX22-15229" fmla="*/ 9448038 w 10768629"/>
              <a:gd name="connsiteY22-15230" fmla="*/ 459733 h 1978172"/>
              <a:gd name="connsiteX23-15231" fmla="*/ 9396821 w 10768629"/>
              <a:gd name="connsiteY23-15232" fmla="*/ 455795 h 1978172"/>
              <a:gd name="connsiteX24-15233" fmla="*/ 9392197 w 10768629"/>
              <a:gd name="connsiteY24-15234" fmla="*/ 459796 h 1978172"/>
              <a:gd name="connsiteX25-15235" fmla="*/ 9347994 w 10768629"/>
              <a:gd name="connsiteY25-15236" fmla="*/ 464462 h 1978172"/>
              <a:gd name="connsiteX26-15237" fmla="*/ 9347889 w 10768629"/>
              <a:gd name="connsiteY26-15238" fmla="*/ 466539 h 1978172"/>
              <a:gd name="connsiteX27-15239" fmla="*/ 9337639 w 10768629"/>
              <a:gd name="connsiteY27-15240" fmla="*/ 476654 h 1978172"/>
              <a:gd name="connsiteX28-15241" fmla="*/ 9287964 w 10768629"/>
              <a:gd name="connsiteY28-15242" fmla="*/ 513052 h 1978172"/>
              <a:gd name="connsiteX29-15243" fmla="*/ 9229283 w 10768629"/>
              <a:gd name="connsiteY29-15244" fmla="*/ 555377 h 1978172"/>
              <a:gd name="connsiteX30-15245" fmla="*/ 9220274 w 10768629"/>
              <a:gd name="connsiteY30-15246" fmla="*/ 557502 h 1978172"/>
              <a:gd name="connsiteX31-15247" fmla="*/ 9220202 w 10768629"/>
              <a:gd name="connsiteY31-15248" fmla="*/ 558001 h 1978172"/>
              <a:gd name="connsiteX32-15249" fmla="*/ 9210908 w 10768629"/>
              <a:gd name="connsiteY32-15250" fmla="*/ 561147 h 1978172"/>
              <a:gd name="connsiteX33-15251" fmla="*/ 9186374 w 10768629"/>
              <a:gd name="connsiteY33-15252" fmla="*/ 565502 h 1978172"/>
              <a:gd name="connsiteX34-15253" fmla="*/ 9181058 w 10768629"/>
              <a:gd name="connsiteY34-15254" fmla="*/ 569943 h 1978172"/>
              <a:gd name="connsiteX35-15255" fmla="*/ 9167549 w 10768629"/>
              <a:gd name="connsiteY35-15256" fmla="*/ 584727 h 1978172"/>
              <a:gd name="connsiteX36-15257" fmla="*/ 9149110 w 10768629"/>
              <a:gd name="connsiteY36-15258" fmla="*/ 598906 h 1978172"/>
              <a:gd name="connsiteX37-15259" fmla="*/ 9078556 w 10768629"/>
              <a:gd name="connsiteY37-15260" fmla="*/ 644039 h 1978172"/>
              <a:gd name="connsiteX38-15261" fmla="*/ 8996399 w 10768629"/>
              <a:gd name="connsiteY38-15262" fmla="*/ 690055 h 1978172"/>
              <a:gd name="connsiteX39-15263" fmla="*/ 8803791 w 10768629"/>
              <a:gd name="connsiteY39-15264" fmla="*/ 813860 h 1978172"/>
              <a:gd name="connsiteX40-15265" fmla="*/ 8636202 w 10768629"/>
              <a:gd name="connsiteY40-15266" fmla="*/ 848463 h 1978172"/>
              <a:gd name="connsiteX41-15267" fmla="*/ 8555372 w 10768629"/>
              <a:gd name="connsiteY41-15268" fmla="*/ 883171 h 1978172"/>
              <a:gd name="connsiteX42-15269" fmla="*/ 8507229 w 10768629"/>
              <a:gd name="connsiteY42-15270" fmla="*/ 901665 h 1978172"/>
              <a:gd name="connsiteX43-15271" fmla="*/ 8428473 w 10768629"/>
              <a:gd name="connsiteY43-15272" fmla="*/ 927985 h 1978172"/>
              <a:gd name="connsiteX44-15273" fmla="*/ 8427914 w 10768629"/>
              <a:gd name="connsiteY44-15274" fmla="*/ 933480 h 1978172"/>
              <a:gd name="connsiteX45-15275" fmla="*/ 8420327 w 10768629"/>
              <a:gd name="connsiteY45-15276" fmla="*/ 941984 h 1978172"/>
              <a:gd name="connsiteX46-15277" fmla="*/ 8394729 w 10768629"/>
              <a:gd name="connsiteY46-15278" fmla="*/ 948347 h 1978172"/>
              <a:gd name="connsiteX47-15279" fmla="*/ 8380548 w 10768629"/>
              <a:gd name="connsiteY47-15280" fmla="*/ 987916 h 1978172"/>
              <a:gd name="connsiteX48-15281" fmla="*/ 8375330 w 10768629"/>
              <a:gd name="connsiteY48-15282" fmla="*/ 965444 h 1978172"/>
              <a:gd name="connsiteX49-15283" fmla="*/ 8340796 w 10768629"/>
              <a:gd name="connsiteY49-15284" fmla="*/ 980522 h 1978172"/>
              <a:gd name="connsiteX50-15285" fmla="*/ 8304438 w 10768629"/>
              <a:gd name="connsiteY50-15286" fmla="*/ 996739 h 1978172"/>
              <a:gd name="connsiteX51-15287" fmla="*/ 8280929 w 10768629"/>
              <a:gd name="connsiteY51-15288" fmla="*/ 1023089 h 1978172"/>
              <a:gd name="connsiteX52-15289" fmla="*/ 8275760 w 10768629"/>
              <a:gd name="connsiteY52-15290" fmla="*/ 1027772 h 1978172"/>
              <a:gd name="connsiteX53-15291" fmla="*/ 8275478 w 10768629"/>
              <a:gd name="connsiteY53-15292" fmla="*/ 1027605 h 1978172"/>
              <a:gd name="connsiteX54-15293" fmla="*/ 8249003 w 10768629"/>
              <a:gd name="connsiteY54-15294" fmla="*/ 1032033 h 1978172"/>
              <a:gd name="connsiteX55-15295" fmla="*/ 8203836 w 10768629"/>
              <a:gd name="connsiteY55-15296" fmla="*/ 1037347 h 1978172"/>
              <a:gd name="connsiteX56-15297" fmla="*/ 8122936 w 10768629"/>
              <a:gd name="connsiteY56-15298" fmla="*/ 1063113 h 1978172"/>
              <a:gd name="connsiteX57-15299" fmla="*/ 8043658 w 10768629"/>
              <a:gd name="connsiteY57-15300" fmla="*/ 1092746 h 1978172"/>
              <a:gd name="connsiteX58-15301" fmla="*/ 8015351 w 10768629"/>
              <a:gd name="connsiteY58-15302" fmla="*/ 1105478 h 1978172"/>
              <a:gd name="connsiteX59-15303" fmla="*/ 7963145 w 10768629"/>
              <a:gd name="connsiteY59-15304" fmla="*/ 1119346 h 1978172"/>
              <a:gd name="connsiteX60-15305" fmla="*/ 7938145 w 10768629"/>
              <a:gd name="connsiteY60-15306" fmla="*/ 1120225 h 1978172"/>
              <a:gd name="connsiteX61-15307" fmla="*/ 7937238 w 10768629"/>
              <a:gd name="connsiteY61-15308" fmla="*/ 1121204 h 1978172"/>
              <a:gd name="connsiteX62-15309" fmla="*/ 7934398 w 10768629"/>
              <a:gd name="connsiteY62-15310" fmla="*/ 1118240 h 1978172"/>
              <a:gd name="connsiteX63-15311" fmla="*/ 7918248 w 10768629"/>
              <a:gd name="connsiteY63-15312" fmla="*/ 1124371 h 1978172"/>
              <a:gd name="connsiteX64-15313" fmla="*/ 7914119 w 10768629"/>
              <a:gd name="connsiteY64-15314" fmla="*/ 1127653 h 1978172"/>
              <a:gd name="connsiteX65-15315" fmla="*/ 7907658 w 10768629"/>
              <a:gd name="connsiteY65-15316" fmla="*/ 1130350 h 1978172"/>
              <a:gd name="connsiteX66-15317" fmla="*/ 7907434 w 10768629"/>
              <a:gd name="connsiteY66-15318" fmla="*/ 1130103 h 1978172"/>
              <a:gd name="connsiteX67-15319" fmla="*/ 7901508 w 10768629"/>
              <a:gd name="connsiteY67-15320" fmla="*/ 1133245 h 1978172"/>
              <a:gd name="connsiteX68-15321" fmla="*/ 7873287 w 10768629"/>
              <a:gd name="connsiteY68-15322" fmla="*/ 1152609 h 1978172"/>
              <a:gd name="connsiteX69-15323" fmla="*/ 7834833 w 10768629"/>
              <a:gd name="connsiteY69-15324" fmla="*/ 1153868 h 1978172"/>
              <a:gd name="connsiteX70-15325" fmla="*/ 7828661 w 10768629"/>
              <a:gd name="connsiteY70-15326" fmla="*/ 1139994 h 1978172"/>
              <a:gd name="connsiteX71-15327" fmla="*/ 7823966 w 10768629"/>
              <a:gd name="connsiteY71-15328" fmla="*/ 1143178 h 1978172"/>
              <a:gd name="connsiteX72-15329" fmla="*/ 7815078 w 10768629"/>
              <a:gd name="connsiteY72-15330" fmla="*/ 1151776 h 1978172"/>
              <a:gd name="connsiteX73-15331" fmla="*/ 7812026 w 10768629"/>
              <a:gd name="connsiteY73-15332" fmla="*/ 1151522 h 1978172"/>
              <a:gd name="connsiteX74-15333" fmla="*/ 7782249 w 10768629"/>
              <a:gd name="connsiteY74-15334" fmla="*/ 1160970 h 1978172"/>
              <a:gd name="connsiteX75-15335" fmla="*/ 7773476 w 10768629"/>
              <a:gd name="connsiteY75-15336" fmla="*/ 1157414 h 1978172"/>
              <a:gd name="connsiteX76-15337" fmla="*/ 7769600 w 10768629"/>
              <a:gd name="connsiteY76-15338" fmla="*/ 1157365 h 1978172"/>
              <a:gd name="connsiteX77-15339" fmla="*/ 7752631 w 10768629"/>
              <a:gd name="connsiteY77-15340" fmla="*/ 1172815 h 1978172"/>
              <a:gd name="connsiteX78-15341" fmla="*/ 7739392 w 10768629"/>
              <a:gd name="connsiteY78-15342" fmla="*/ 1192062 h 1978172"/>
              <a:gd name="connsiteX79-15343" fmla="*/ 7677677 w 10768629"/>
              <a:gd name="connsiteY79-15344" fmla="*/ 1216394 h 1978172"/>
              <a:gd name="connsiteX80-15345" fmla="*/ 7586920 w 10768629"/>
              <a:gd name="connsiteY80-15346" fmla="*/ 1261888 h 1978172"/>
              <a:gd name="connsiteX81-15347" fmla="*/ 7486100 w 10768629"/>
              <a:gd name="connsiteY81-15348" fmla="*/ 1292563 h 1978172"/>
              <a:gd name="connsiteX82-15349" fmla="*/ 7411323 w 10768629"/>
              <a:gd name="connsiteY82-15350" fmla="*/ 1340732 h 1978172"/>
              <a:gd name="connsiteX83-15351" fmla="*/ 7240698 w 10768629"/>
              <a:gd name="connsiteY83-15352" fmla="*/ 1438832 h 1978172"/>
              <a:gd name="connsiteX84-15353" fmla="*/ 7197675 w 10768629"/>
              <a:gd name="connsiteY84-15354" fmla="*/ 1447530 h 1978172"/>
              <a:gd name="connsiteX85-15355" fmla="*/ 7164788 w 10768629"/>
              <a:gd name="connsiteY85-15356" fmla="*/ 1480293 h 1978172"/>
              <a:gd name="connsiteX86-15357" fmla="*/ 7147929 w 10768629"/>
              <a:gd name="connsiteY86-15358" fmla="*/ 1477641 h 1978172"/>
              <a:gd name="connsiteX87-15359" fmla="*/ 7144965 w 10768629"/>
              <a:gd name="connsiteY87-15360" fmla="*/ 1476908 h 1978172"/>
              <a:gd name="connsiteX88-15361" fmla="*/ 7134299 w 10768629"/>
              <a:gd name="connsiteY88-15362" fmla="*/ 1479969 h 1978172"/>
              <a:gd name="connsiteX89-15363" fmla="*/ 7129809 w 10768629"/>
              <a:gd name="connsiteY89-15364" fmla="*/ 1473339 h 1978172"/>
              <a:gd name="connsiteX90-15365" fmla="*/ 7112688 w 10768629"/>
              <a:gd name="connsiteY90-15366" fmla="*/ 1472575 h 1978172"/>
              <a:gd name="connsiteX91-15367" fmla="*/ 7093470 w 10768629"/>
              <a:gd name="connsiteY91-15368" fmla="*/ 1480300 h 1978172"/>
              <a:gd name="connsiteX92-15369" fmla="*/ 7025034 w 10768629"/>
              <a:gd name="connsiteY92-15370" fmla="*/ 1506934 h 1978172"/>
              <a:gd name="connsiteX93-15371" fmla="*/ 7014783 w 10768629"/>
              <a:gd name="connsiteY93-15372" fmla="*/ 1515868 h 1978172"/>
              <a:gd name="connsiteX94-15373" fmla="*/ 6979706 w 10768629"/>
              <a:gd name="connsiteY94-15374" fmla="*/ 1523511 h 1978172"/>
              <a:gd name="connsiteX95-15375" fmla="*/ 6977890 w 10768629"/>
              <a:gd name="connsiteY95-15376" fmla="*/ 1525793 h 1978172"/>
              <a:gd name="connsiteX96-15377" fmla="*/ 6944339 w 10768629"/>
              <a:gd name="connsiteY96-15378" fmla="*/ 1536237 h 1978172"/>
              <a:gd name="connsiteX97-15379" fmla="*/ 6886996 w 10768629"/>
              <a:gd name="connsiteY97-15380" fmla="*/ 1563569 h 1978172"/>
              <a:gd name="connsiteX98-15381" fmla="*/ 6874510 w 10768629"/>
              <a:gd name="connsiteY98-15382" fmla="*/ 1558469 h 1978172"/>
              <a:gd name="connsiteX99-15383" fmla="*/ 6871943 w 10768629"/>
              <a:gd name="connsiteY99-15384" fmla="*/ 1554651 h 1978172"/>
              <a:gd name="connsiteX100-15385" fmla="*/ 6856174 w 10768629"/>
              <a:gd name="connsiteY100-15386" fmla="*/ 1562024 h 1978172"/>
              <a:gd name="connsiteX101-15387" fmla="*/ 6842321 w 10768629"/>
              <a:gd name="connsiteY101-15388" fmla="*/ 1560554 h 1978172"/>
              <a:gd name="connsiteX102-15389" fmla="*/ 6832713 w 10768629"/>
              <a:gd name="connsiteY102-15390" fmla="*/ 1569357 h 1978172"/>
              <a:gd name="connsiteX103-15391" fmla="*/ 6816351 w 10768629"/>
              <a:gd name="connsiteY103-15392" fmla="*/ 1571495 h 1978172"/>
              <a:gd name="connsiteX104-15393" fmla="*/ 6795800 w 10768629"/>
              <a:gd name="connsiteY104-15394" fmla="*/ 1572010 h 1978172"/>
              <a:gd name="connsiteX105-15395" fmla="*/ 6777546 w 10768629"/>
              <a:gd name="connsiteY105-15396" fmla="*/ 1568661 h 1978172"/>
              <a:gd name="connsiteX106-15397" fmla="*/ 6751528 w 10768629"/>
              <a:gd name="connsiteY106-15398" fmla="*/ 1574143 h 1978172"/>
              <a:gd name="connsiteX107-15399" fmla="*/ 6691966 w 10768629"/>
              <a:gd name="connsiteY107-15400" fmla="*/ 1582255 h 1978172"/>
              <a:gd name="connsiteX108-15401" fmla="*/ 6646941 w 10768629"/>
              <a:gd name="connsiteY108-15402" fmla="*/ 1588471 h 1978172"/>
              <a:gd name="connsiteX109-15403" fmla="*/ 6568576 w 10768629"/>
              <a:gd name="connsiteY109-15404" fmla="*/ 1606488 h 1978172"/>
              <a:gd name="connsiteX110-15405" fmla="*/ 6554358 w 10768629"/>
              <a:gd name="connsiteY110-15406" fmla="*/ 1621701 h 1978172"/>
              <a:gd name="connsiteX111-15407" fmla="*/ 6516968 w 10768629"/>
              <a:gd name="connsiteY111-15408" fmla="*/ 1617195 h 1978172"/>
              <a:gd name="connsiteX112-15409" fmla="*/ 6506479 w 10768629"/>
              <a:gd name="connsiteY112-15410" fmla="*/ 1602227 h 1978172"/>
              <a:gd name="connsiteX113-15411" fmla="*/ 6458436 w 10768629"/>
              <a:gd name="connsiteY113-15412" fmla="*/ 1607332 h 1978172"/>
              <a:gd name="connsiteX114-15413" fmla="*/ 6414786 w 10768629"/>
              <a:gd name="connsiteY114-15414" fmla="*/ 1628815 h 1978172"/>
              <a:gd name="connsiteX115-15415" fmla="*/ 6357085 w 10768629"/>
              <a:gd name="connsiteY115-15416" fmla="*/ 1640846 h 1978172"/>
              <a:gd name="connsiteX116-15417" fmla="*/ 6322636 w 10768629"/>
              <a:gd name="connsiteY116-15418" fmla="*/ 1648213 h 1978172"/>
              <a:gd name="connsiteX117-15419" fmla="*/ 6226172 w 10768629"/>
              <a:gd name="connsiteY117-15420" fmla="*/ 1654676 h 1978172"/>
              <a:gd name="connsiteX118-15421" fmla="*/ 6221217 w 10768629"/>
              <a:gd name="connsiteY118-15422" fmla="*/ 1654506 h 1978172"/>
              <a:gd name="connsiteX119-15423" fmla="*/ 6204956 w 10768629"/>
              <a:gd name="connsiteY119-15424" fmla="*/ 1664280 h 1978172"/>
              <a:gd name="connsiteX120-15425" fmla="*/ 6204270 w 10768629"/>
              <a:gd name="connsiteY120-15426" fmla="*/ 1666782 h 1978172"/>
              <a:gd name="connsiteX121-15427" fmla="*/ 6143810 w 10768629"/>
              <a:gd name="connsiteY121-15428" fmla="*/ 1661963 h 1978172"/>
              <a:gd name="connsiteX122-15429" fmla="*/ 6136560 w 10768629"/>
              <a:gd name="connsiteY122-15430" fmla="*/ 1665728 h 1978172"/>
              <a:gd name="connsiteX123-15431" fmla="*/ 6096155 w 10768629"/>
              <a:gd name="connsiteY123-15432" fmla="*/ 1656951 h 1978172"/>
              <a:gd name="connsiteX124-15433" fmla="*/ 6075812 w 10768629"/>
              <a:gd name="connsiteY124-15434" fmla="*/ 1655422 h 1978172"/>
              <a:gd name="connsiteX125-15435" fmla="*/ 6039495 w 10768629"/>
              <a:gd name="connsiteY125-15436" fmla="*/ 1649680 h 1978172"/>
              <a:gd name="connsiteX126-15437" fmla="*/ 6036523 w 10768629"/>
              <a:gd name="connsiteY126-15438" fmla="*/ 1652121 h 1978172"/>
              <a:gd name="connsiteX127-15439" fmla="*/ 6029328 w 10768629"/>
              <a:gd name="connsiteY127-15440" fmla="*/ 1649904 h 1978172"/>
              <a:gd name="connsiteX128-15441" fmla="*/ 6024075 w 10768629"/>
              <a:gd name="connsiteY128-15442" fmla="*/ 1652779 h 1978172"/>
              <a:gd name="connsiteX129-15443" fmla="*/ 6018085 w 10768629"/>
              <a:gd name="connsiteY129-15444" fmla="*/ 1652030 h 1978172"/>
              <a:gd name="connsiteX130-15445" fmla="*/ 5955513 w 10768629"/>
              <a:gd name="connsiteY130-15446" fmla="*/ 1663584 h 1978172"/>
              <a:gd name="connsiteX131-15447" fmla="*/ 5941996 w 10768629"/>
              <a:gd name="connsiteY131-15448" fmla="*/ 1661326 h 1978172"/>
              <a:gd name="connsiteX132-15449" fmla="*/ 5931789 w 10768629"/>
              <a:gd name="connsiteY132-15450" fmla="*/ 1669915 h 1978172"/>
              <a:gd name="connsiteX133-15451" fmla="*/ 5888686 w 10768629"/>
              <a:gd name="connsiteY133-15452" fmla="*/ 1672175 h 1978172"/>
              <a:gd name="connsiteX134-15453" fmla="*/ 5873794 w 10768629"/>
              <a:gd name="connsiteY134-15454" fmla="*/ 1665454 h 1978172"/>
              <a:gd name="connsiteX135-15455" fmla="*/ 5860022 w 10768629"/>
              <a:gd name="connsiteY135-15456" fmla="*/ 1660635 h 1978172"/>
              <a:gd name="connsiteX136-15457" fmla="*/ 5858237 w 10768629"/>
              <a:gd name="connsiteY136-15458" fmla="*/ 1660649 h 1978172"/>
              <a:gd name="connsiteX137-15459" fmla="*/ 5840319 w 10768629"/>
              <a:gd name="connsiteY137-15460" fmla="*/ 1660798 h 1978172"/>
              <a:gd name="connsiteX138-15461" fmla="*/ 5806984 w 10768629"/>
              <a:gd name="connsiteY138-15462" fmla="*/ 1661075 h 1978172"/>
              <a:gd name="connsiteX139-15463" fmla="*/ 5742351 w 10768629"/>
              <a:gd name="connsiteY139-15464" fmla="*/ 1667489 h 1978172"/>
              <a:gd name="connsiteX140-15465" fmla="*/ 5521171 w 10768629"/>
              <a:gd name="connsiteY140-15466" fmla="*/ 1671626 h 1978172"/>
              <a:gd name="connsiteX141-15467" fmla="*/ 5457384 w 10768629"/>
              <a:gd name="connsiteY141-15468" fmla="*/ 1683952 h 1978172"/>
              <a:gd name="connsiteX142-15469" fmla="*/ 4950070 w 10768629"/>
              <a:gd name="connsiteY142-15470" fmla="*/ 1748401 h 1978172"/>
              <a:gd name="connsiteX143-15471" fmla="*/ 4872172 w 10768629"/>
              <a:gd name="connsiteY143-15472" fmla="*/ 1757222 h 1978172"/>
              <a:gd name="connsiteX144-15473" fmla="*/ 4809524 w 10768629"/>
              <a:gd name="connsiteY144-15474" fmla="*/ 1761033 h 1978172"/>
              <a:gd name="connsiteX145-15475" fmla="*/ 4759058 w 10768629"/>
              <a:gd name="connsiteY145-15476" fmla="*/ 1766533 h 1978172"/>
              <a:gd name="connsiteX146-15477" fmla="*/ 4719749 w 10768629"/>
              <a:gd name="connsiteY146-15478" fmla="*/ 1771811 h 1978172"/>
              <a:gd name="connsiteX147-15479" fmla="*/ 4568686 w 10768629"/>
              <a:gd name="connsiteY147-15480" fmla="*/ 1786141 h 1978172"/>
              <a:gd name="connsiteX148-15481" fmla="*/ 4418751 w 10768629"/>
              <a:gd name="connsiteY148-15482" fmla="*/ 1796932 h 1978172"/>
              <a:gd name="connsiteX149-15483" fmla="*/ 4378377 w 10768629"/>
              <a:gd name="connsiteY149-15484" fmla="*/ 1815528 h 1978172"/>
              <a:gd name="connsiteX150-15485" fmla="*/ 4320575 w 10768629"/>
              <a:gd name="connsiteY150-15486" fmla="*/ 1832722 h 1978172"/>
              <a:gd name="connsiteX151-15487" fmla="*/ 4211935 w 10768629"/>
              <a:gd name="connsiteY151-15488" fmla="*/ 1860177 h 1978172"/>
              <a:gd name="connsiteX152-15489" fmla="*/ 4101228 w 10768629"/>
              <a:gd name="connsiteY152-15490" fmla="*/ 1868717 h 1978172"/>
              <a:gd name="connsiteX153-15491" fmla="*/ 3973223 w 10768629"/>
              <a:gd name="connsiteY153-15492" fmla="*/ 1881015 h 1978172"/>
              <a:gd name="connsiteX154-15493" fmla="*/ 3900992 w 10768629"/>
              <a:gd name="connsiteY154-15494" fmla="*/ 1880603 h 1978172"/>
              <a:gd name="connsiteX155-15495" fmla="*/ 3662119 w 10768629"/>
              <a:gd name="connsiteY155-15496" fmla="*/ 1889285 h 1978172"/>
              <a:gd name="connsiteX156-15497" fmla="*/ 3496919 w 10768629"/>
              <a:gd name="connsiteY156-15498" fmla="*/ 1873180 h 1978172"/>
              <a:gd name="connsiteX157-15499" fmla="*/ 3449433 w 10768629"/>
              <a:gd name="connsiteY157-15500" fmla="*/ 1889681 h 1978172"/>
              <a:gd name="connsiteX158-15501" fmla="*/ 3369766 w 10768629"/>
              <a:gd name="connsiteY158-15502" fmla="*/ 1916653 h 1978172"/>
              <a:gd name="connsiteX159-15503" fmla="*/ 3269672 w 10768629"/>
              <a:gd name="connsiteY159-15504" fmla="*/ 1938036 h 1978172"/>
              <a:gd name="connsiteX160-15505" fmla="*/ 3224897 w 10768629"/>
              <a:gd name="connsiteY160-15506" fmla="*/ 1943733 h 1978172"/>
              <a:gd name="connsiteX161-15507" fmla="*/ 3161463 w 10768629"/>
              <a:gd name="connsiteY161-15508" fmla="*/ 1946591 h 1978172"/>
              <a:gd name="connsiteX162-15509" fmla="*/ 3112044 w 10768629"/>
              <a:gd name="connsiteY162-15510" fmla="*/ 1935614 h 1978172"/>
              <a:gd name="connsiteX163-15511" fmla="*/ 3069716 w 10768629"/>
              <a:gd name="connsiteY163-15512" fmla="*/ 1930463 h 1978172"/>
              <a:gd name="connsiteX164-15513" fmla="*/ 3005773 w 10768629"/>
              <a:gd name="connsiteY164-15514" fmla="*/ 1915878 h 1978172"/>
              <a:gd name="connsiteX165-15515" fmla="*/ 2897201 w 10768629"/>
              <a:gd name="connsiteY165-15516" fmla="*/ 1926772 h 1978172"/>
              <a:gd name="connsiteX166-15517" fmla="*/ 2783891 w 10768629"/>
              <a:gd name="connsiteY166-15518" fmla="*/ 1931749 h 1978172"/>
              <a:gd name="connsiteX167-15519" fmla="*/ 2712447 w 10768629"/>
              <a:gd name="connsiteY167-15520" fmla="*/ 1933044 h 1978172"/>
              <a:gd name="connsiteX168-15521" fmla="*/ 2560151 w 10768629"/>
              <a:gd name="connsiteY168-15522" fmla="*/ 1963609 h 1978172"/>
              <a:gd name="connsiteX169-15523" fmla="*/ 2367221 w 10768629"/>
              <a:gd name="connsiteY169-15524" fmla="*/ 1971884 h 1978172"/>
              <a:gd name="connsiteX170-15525" fmla="*/ 2272130 w 10768629"/>
              <a:gd name="connsiteY170-15526" fmla="*/ 1961162 h 1978172"/>
              <a:gd name="connsiteX171-15527" fmla="*/ 2189404 w 10768629"/>
              <a:gd name="connsiteY171-15528" fmla="*/ 1978172 h 1978172"/>
              <a:gd name="connsiteX172-15529" fmla="*/ 2077704 w 10768629"/>
              <a:gd name="connsiteY172-15530" fmla="*/ 1965002 h 1978172"/>
              <a:gd name="connsiteX173-15531" fmla="*/ 2033299 w 10768629"/>
              <a:gd name="connsiteY173-15532" fmla="*/ 1969042 h 1978172"/>
              <a:gd name="connsiteX174-15533" fmla="*/ 1967996 w 10768629"/>
              <a:gd name="connsiteY174-15534" fmla="*/ 1953187 h 1978172"/>
              <a:gd name="connsiteX175-15535" fmla="*/ 1855805 w 10768629"/>
              <a:gd name="connsiteY175-15536" fmla="*/ 1926082 h 1978172"/>
              <a:gd name="connsiteX176-15537" fmla="*/ 1790957 w 10768629"/>
              <a:gd name="connsiteY176-15538" fmla="*/ 1919460 h 1978172"/>
              <a:gd name="connsiteX177-15539" fmla="*/ 1613978 w 10768629"/>
              <a:gd name="connsiteY177-15540" fmla="*/ 1891581 h 1978172"/>
              <a:gd name="connsiteX178-15541" fmla="*/ 1436831 w 10768629"/>
              <a:gd name="connsiteY178-15542" fmla="*/ 1856201 h 1978172"/>
              <a:gd name="connsiteX179-15543" fmla="*/ 1357365 w 10768629"/>
              <a:gd name="connsiteY179-15544" fmla="*/ 1832140 h 1978172"/>
              <a:gd name="connsiteX180-15545" fmla="*/ 1232341 w 10768629"/>
              <a:gd name="connsiteY180-15546" fmla="*/ 1785942 h 1978172"/>
              <a:gd name="connsiteX181-15547" fmla="*/ 1162595 w 10768629"/>
              <a:gd name="connsiteY181-15548" fmla="*/ 1758337 h 1978172"/>
              <a:gd name="connsiteX182-15549" fmla="*/ 1120257 w 10768629"/>
              <a:gd name="connsiteY182-15550" fmla="*/ 1789615 h 1978172"/>
              <a:gd name="connsiteX183-15551" fmla="*/ 991903 w 10768629"/>
              <a:gd name="connsiteY183-15552" fmla="*/ 1786741 h 1978172"/>
              <a:gd name="connsiteX184-15553" fmla="*/ 883960 w 10768629"/>
              <a:gd name="connsiteY184-15554" fmla="*/ 1809389 h 1978172"/>
              <a:gd name="connsiteX185-15555" fmla="*/ 766531 w 10768629"/>
              <a:gd name="connsiteY185-15556" fmla="*/ 1805053 h 1978172"/>
              <a:gd name="connsiteX186-15557" fmla="*/ 669779 w 10768629"/>
              <a:gd name="connsiteY186-15558" fmla="*/ 1800537 h 1978172"/>
              <a:gd name="connsiteX187-15559" fmla="*/ 523898 w 10768629"/>
              <a:gd name="connsiteY187-15560" fmla="*/ 1811085 h 1978172"/>
              <a:gd name="connsiteX188-15561" fmla="*/ 360251 w 10768629"/>
              <a:gd name="connsiteY188-15562" fmla="*/ 1830735 h 1978172"/>
              <a:gd name="connsiteX189-15563" fmla="*/ 255207 w 10768629"/>
              <a:gd name="connsiteY189-15564" fmla="*/ 1818275 h 1978172"/>
              <a:gd name="connsiteX190-15565" fmla="*/ 101803 w 10768629"/>
              <a:gd name="connsiteY190-15566" fmla="*/ 1870647 h 1978172"/>
              <a:gd name="connsiteX191-15567" fmla="*/ 25397 w 10768629"/>
              <a:gd name="connsiteY191-15568" fmla="*/ 1888443 h 1978172"/>
              <a:gd name="connsiteX192-15569" fmla="*/ 2370 w 10768629"/>
              <a:gd name="connsiteY192-15570" fmla="*/ 1878311 h 1978172"/>
              <a:gd name="connsiteX193-15571" fmla="*/ 0 w 10768629"/>
              <a:gd name="connsiteY193-15572" fmla="*/ 1878785 h 1978172"/>
              <a:gd name="connsiteX194-15573" fmla="*/ 0 w 10768629"/>
              <a:gd name="connsiteY194-15574" fmla="*/ 0 h 1978172"/>
              <a:gd name="connsiteX0-15575" fmla="*/ 0 w 10768629"/>
              <a:gd name="connsiteY0-15576" fmla="*/ 0 h 1978172"/>
              <a:gd name="connsiteX1-15577" fmla="*/ 10768629 w 10768629"/>
              <a:gd name="connsiteY1-15578" fmla="*/ 0 h 1978172"/>
              <a:gd name="connsiteX2-15579" fmla="*/ 10733254 w 10768629"/>
              <a:gd name="connsiteY2-15580" fmla="*/ 31439 h 1978172"/>
              <a:gd name="connsiteX3-15581" fmla="*/ 10727085 w 10768629"/>
              <a:gd name="connsiteY3-15582" fmla="*/ 37910 h 1978172"/>
              <a:gd name="connsiteX4-15583" fmla="*/ 10675953 w 10768629"/>
              <a:gd name="connsiteY4-15584" fmla="*/ 68623 h 1978172"/>
              <a:gd name="connsiteX5-15585" fmla="*/ 10637091 w 10768629"/>
              <a:gd name="connsiteY5-15586" fmla="*/ 90361 h 1978172"/>
              <a:gd name="connsiteX6-15587" fmla="*/ 10610971 w 10768629"/>
              <a:gd name="connsiteY6-15588" fmla="*/ 110764 h 1978172"/>
              <a:gd name="connsiteX7-15589" fmla="*/ 10532872 w 10768629"/>
              <a:gd name="connsiteY7-15590" fmla="*/ 138028 h 1978172"/>
              <a:gd name="connsiteX8-15591" fmla="*/ 10398558 w 10768629"/>
              <a:gd name="connsiteY8-15592" fmla="*/ 172911 h 1978172"/>
              <a:gd name="connsiteX9-15593" fmla="*/ 10371128 w 10768629"/>
              <a:gd name="connsiteY9-15594" fmla="*/ 182609 h 1978172"/>
              <a:gd name="connsiteX10-15595" fmla="*/ 10352178 w 10768629"/>
              <a:gd name="connsiteY10-15596" fmla="*/ 199976 h 1978172"/>
              <a:gd name="connsiteX11-15597" fmla="*/ 10351815 w 10768629"/>
              <a:gd name="connsiteY11-15598" fmla="*/ 211879 h 1978172"/>
              <a:gd name="connsiteX12-15599" fmla="*/ 10337471 w 10768629"/>
              <a:gd name="connsiteY12-15600" fmla="*/ 218661 h 1978172"/>
              <a:gd name="connsiteX13-15601" fmla="*/ 10334625 w 10768629"/>
              <a:gd name="connsiteY13-15602" fmla="*/ 222351 h 1978172"/>
              <a:gd name="connsiteX14-15603" fmla="*/ 10256365 w 10768629"/>
              <a:gd name="connsiteY14-15604" fmla="*/ 235917 h 1978172"/>
              <a:gd name="connsiteX15-15605" fmla="*/ 10201127 w 10768629"/>
              <a:gd name="connsiteY15-15606" fmla="*/ 267448 h 1978172"/>
              <a:gd name="connsiteX16-15607" fmla="*/ 9961218 w 10768629"/>
              <a:gd name="connsiteY16-15608" fmla="*/ 326720 h 1978172"/>
              <a:gd name="connsiteX17-15609" fmla="*/ 9859715 w 10768629"/>
              <a:gd name="connsiteY17-15610" fmla="*/ 355698 h 1978172"/>
              <a:gd name="connsiteX18-15611" fmla="*/ 9679867 w 10768629"/>
              <a:gd name="connsiteY18-15612" fmla="*/ 399081 h 1978172"/>
              <a:gd name="connsiteX19-15613" fmla="*/ 9490654 w 10768629"/>
              <a:gd name="connsiteY19-15614" fmla="*/ 455225 h 1978172"/>
              <a:gd name="connsiteX20-15615" fmla="*/ 9470837 w 10768629"/>
              <a:gd name="connsiteY20-15616" fmla="*/ 452539 h 1978172"/>
              <a:gd name="connsiteX21-15617" fmla="*/ 9469082 w 10768629"/>
              <a:gd name="connsiteY21-15618" fmla="*/ 454891 h 1978172"/>
              <a:gd name="connsiteX22-15619" fmla="*/ 9448038 w 10768629"/>
              <a:gd name="connsiteY22-15620" fmla="*/ 459733 h 1978172"/>
              <a:gd name="connsiteX23-15621" fmla="*/ 9396821 w 10768629"/>
              <a:gd name="connsiteY23-15622" fmla="*/ 455795 h 1978172"/>
              <a:gd name="connsiteX24-15623" fmla="*/ 9392197 w 10768629"/>
              <a:gd name="connsiteY24-15624" fmla="*/ 459796 h 1978172"/>
              <a:gd name="connsiteX25-15625" fmla="*/ 9347994 w 10768629"/>
              <a:gd name="connsiteY25-15626" fmla="*/ 464462 h 1978172"/>
              <a:gd name="connsiteX26-15627" fmla="*/ 9347889 w 10768629"/>
              <a:gd name="connsiteY26-15628" fmla="*/ 466539 h 1978172"/>
              <a:gd name="connsiteX27-15629" fmla="*/ 9337639 w 10768629"/>
              <a:gd name="connsiteY27-15630" fmla="*/ 476654 h 1978172"/>
              <a:gd name="connsiteX28-15631" fmla="*/ 9287964 w 10768629"/>
              <a:gd name="connsiteY28-15632" fmla="*/ 513052 h 1978172"/>
              <a:gd name="connsiteX29-15633" fmla="*/ 9229283 w 10768629"/>
              <a:gd name="connsiteY29-15634" fmla="*/ 555377 h 1978172"/>
              <a:gd name="connsiteX30-15635" fmla="*/ 9220274 w 10768629"/>
              <a:gd name="connsiteY30-15636" fmla="*/ 557502 h 1978172"/>
              <a:gd name="connsiteX31-15637" fmla="*/ 9220202 w 10768629"/>
              <a:gd name="connsiteY31-15638" fmla="*/ 558001 h 1978172"/>
              <a:gd name="connsiteX32-15639" fmla="*/ 9210908 w 10768629"/>
              <a:gd name="connsiteY32-15640" fmla="*/ 561147 h 1978172"/>
              <a:gd name="connsiteX33-15641" fmla="*/ 9186374 w 10768629"/>
              <a:gd name="connsiteY33-15642" fmla="*/ 565502 h 1978172"/>
              <a:gd name="connsiteX34-15643" fmla="*/ 9181058 w 10768629"/>
              <a:gd name="connsiteY34-15644" fmla="*/ 569943 h 1978172"/>
              <a:gd name="connsiteX35-15645" fmla="*/ 9167549 w 10768629"/>
              <a:gd name="connsiteY35-15646" fmla="*/ 584727 h 1978172"/>
              <a:gd name="connsiteX36-15647" fmla="*/ 9149110 w 10768629"/>
              <a:gd name="connsiteY36-15648" fmla="*/ 598906 h 1978172"/>
              <a:gd name="connsiteX37-15649" fmla="*/ 9078556 w 10768629"/>
              <a:gd name="connsiteY37-15650" fmla="*/ 644039 h 1978172"/>
              <a:gd name="connsiteX38-15651" fmla="*/ 8996399 w 10768629"/>
              <a:gd name="connsiteY38-15652" fmla="*/ 690055 h 1978172"/>
              <a:gd name="connsiteX39-15653" fmla="*/ 8803791 w 10768629"/>
              <a:gd name="connsiteY39-15654" fmla="*/ 813860 h 1978172"/>
              <a:gd name="connsiteX40-15655" fmla="*/ 8636202 w 10768629"/>
              <a:gd name="connsiteY40-15656" fmla="*/ 848463 h 1978172"/>
              <a:gd name="connsiteX41-15657" fmla="*/ 8555372 w 10768629"/>
              <a:gd name="connsiteY41-15658" fmla="*/ 883171 h 1978172"/>
              <a:gd name="connsiteX42-15659" fmla="*/ 8507229 w 10768629"/>
              <a:gd name="connsiteY42-15660" fmla="*/ 901665 h 1978172"/>
              <a:gd name="connsiteX43-15661" fmla="*/ 8428473 w 10768629"/>
              <a:gd name="connsiteY43-15662" fmla="*/ 927985 h 1978172"/>
              <a:gd name="connsiteX44-15663" fmla="*/ 8427914 w 10768629"/>
              <a:gd name="connsiteY44-15664" fmla="*/ 933480 h 1978172"/>
              <a:gd name="connsiteX45-15665" fmla="*/ 8420327 w 10768629"/>
              <a:gd name="connsiteY45-15666" fmla="*/ 941984 h 1978172"/>
              <a:gd name="connsiteX46-15667" fmla="*/ 8394729 w 10768629"/>
              <a:gd name="connsiteY46-15668" fmla="*/ 948347 h 1978172"/>
              <a:gd name="connsiteX47-15669" fmla="*/ 8380548 w 10768629"/>
              <a:gd name="connsiteY47-15670" fmla="*/ 987916 h 1978172"/>
              <a:gd name="connsiteX48-15671" fmla="*/ 8375330 w 10768629"/>
              <a:gd name="connsiteY48-15672" fmla="*/ 965444 h 1978172"/>
              <a:gd name="connsiteX49-15673" fmla="*/ 8340796 w 10768629"/>
              <a:gd name="connsiteY49-15674" fmla="*/ 980522 h 1978172"/>
              <a:gd name="connsiteX50-15675" fmla="*/ 8304438 w 10768629"/>
              <a:gd name="connsiteY50-15676" fmla="*/ 996739 h 1978172"/>
              <a:gd name="connsiteX51-15677" fmla="*/ 8280929 w 10768629"/>
              <a:gd name="connsiteY51-15678" fmla="*/ 1023089 h 1978172"/>
              <a:gd name="connsiteX52-15679" fmla="*/ 8275760 w 10768629"/>
              <a:gd name="connsiteY52-15680" fmla="*/ 1027772 h 1978172"/>
              <a:gd name="connsiteX53-15681" fmla="*/ 8275478 w 10768629"/>
              <a:gd name="connsiteY53-15682" fmla="*/ 1027605 h 1978172"/>
              <a:gd name="connsiteX54-15683" fmla="*/ 8249003 w 10768629"/>
              <a:gd name="connsiteY54-15684" fmla="*/ 1032033 h 1978172"/>
              <a:gd name="connsiteX55-15685" fmla="*/ 8203836 w 10768629"/>
              <a:gd name="connsiteY55-15686" fmla="*/ 1037347 h 1978172"/>
              <a:gd name="connsiteX56-15687" fmla="*/ 8122936 w 10768629"/>
              <a:gd name="connsiteY56-15688" fmla="*/ 1063113 h 1978172"/>
              <a:gd name="connsiteX57-15689" fmla="*/ 8043658 w 10768629"/>
              <a:gd name="connsiteY57-15690" fmla="*/ 1092746 h 1978172"/>
              <a:gd name="connsiteX58-15691" fmla="*/ 8015351 w 10768629"/>
              <a:gd name="connsiteY58-15692" fmla="*/ 1105478 h 1978172"/>
              <a:gd name="connsiteX59-15693" fmla="*/ 7963145 w 10768629"/>
              <a:gd name="connsiteY59-15694" fmla="*/ 1119346 h 1978172"/>
              <a:gd name="connsiteX60-15695" fmla="*/ 7938145 w 10768629"/>
              <a:gd name="connsiteY60-15696" fmla="*/ 1120225 h 1978172"/>
              <a:gd name="connsiteX61-15697" fmla="*/ 7937238 w 10768629"/>
              <a:gd name="connsiteY61-15698" fmla="*/ 1121204 h 1978172"/>
              <a:gd name="connsiteX62-15699" fmla="*/ 7934398 w 10768629"/>
              <a:gd name="connsiteY62-15700" fmla="*/ 1118240 h 1978172"/>
              <a:gd name="connsiteX63-15701" fmla="*/ 7918248 w 10768629"/>
              <a:gd name="connsiteY63-15702" fmla="*/ 1124371 h 1978172"/>
              <a:gd name="connsiteX64-15703" fmla="*/ 7914119 w 10768629"/>
              <a:gd name="connsiteY64-15704" fmla="*/ 1127653 h 1978172"/>
              <a:gd name="connsiteX65-15705" fmla="*/ 7907658 w 10768629"/>
              <a:gd name="connsiteY65-15706" fmla="*/ 1130350 h 1978172"/>
              <a:gd name="connsiteX66-15707" fmla="*/ 7907434 w 10768629"/>
              <a:gd name="connsiteY66-15708" fmla="*/ 1130103 h 1978172"/>
              <a:gd name="connsiteX67-15709" fmla="*/ 7901508 w 10768629"/>
              <a:gd name="connsiteY67-15710" fmla="*/ 1133245 h 1978172"/>
              <a:gd name="connsiteX68-15711" fmla="*/ 7873287 w 10768629"/>
              <a:gd name="connsiteY68-15712" fmla="*/ 1152609 h 1978172"/>
              <a:gd name="connsiteX69-15713" fmla="*/ 7834833 w 10768629"/>
              <a:gd name="connsiteY69-15714" fmla="*/ 1153868 h 1978172"/>
              <a:gd name="connsiteX70-15715" fmla="*/ 7828661 w 10768629"/>
              <a:gd name="connsiteY70-15716" fmla="*/ 1139994 h 1978172"/>
              <a:gd name="connsiteX71-15717" fmla="*/ 7823966 w 10768629"/>
              <a:gd name="connsiteY71-15718" fmla="*/ 1143178 h 1978172"/>
              <a:gd name="connsiteX72-15719" fmla="*/ 7815078 w 10768629"/>
              <a:gd name="connsiteY72-15720" fmla="*/ 1151776 h 1978172"/>
              <a:gd name="connsiteX73-15721" fmla="*/ 7812026 w 10768629"/>
              <a:gd name="connsiteY73-15722" fmla="*/ 1151522 h 1978172"/>
              <a:gd name="connsiteX74-15723" fmla="*/ 7782249 w 10768629"/>
              <a:gd name="connsiteY74-15724" fmla="*/ 1160970 h 1978172"/>
              <a:gd name="connsiteX75-15725" fmla="*/ 7773476 w 10768629"/>
              <a:gd name="connsiteY75-15726" fmla="*/ 1157414 h 1978172"/>
              <a:gd name="connsiteX76-15727" fmla="*/ 7769600 w 10768629"/>
              <a:gd name="connsiteY76-15728" fmla="*/ 1157365 h 1978172"/>
              <a:gd name="connsiteX77-15729" fmla="*/ 7752631 w 10768629"/>
              <a:gd name="connsiteY77-15730" fmla="*/ 1172815 h 1978172"/>
              <a:gd name="connsiteX78-15731" fmla="*/ 7739392 w 10768629"/>
              <a:gd name="connsiteY78-15732" fmla="*/ 1192062 h 1978172"/>
              <a:gd name="connsiteX79-15733" fmla="*/ 7677677 w 10768629"/>
              <a:gd name="connsiteY79-15734" fmla="*/ 1216394 h 1978172"/>
              <a:gd name="connsiteX80-15735" fmla="*/ 7586920 w 10768629"/>
              <a:gd name="connsiteY80-15736" fmla="*/ 1261888 h 1978172"/>
              <a:gd name="connsiteX81-15737" fmla="*/ 7486100 w 10768629"/>
              <a:gd name="connsiteY81-15738" fmla="*/ 1292563 h 1978172"/>
              <a:gd name="connsiteX82-15739" fmla="*/ 7411323 w 10768629"/>
              <a:gd name="connsiteY82-15740" fmla="*/ 1340732 h 1978172"/>
              <a:gd name="connsiteX83-15741" fmla="*/ 7240698 w 10768629"/>
              <a:gd name="connsiteY83-15742" fmla="*/ 1438832 h 1978172"/>
              <a:gd name="connsiteX84-15743" fmla="*/ 7197675 w 10768629"/>
              <a:gd name="connsiteY84-15744" fmla="*/ 1447530 h 1978172"/>
              <a:gd name="connsiteX85-15745" fmla="*/ 7164788 w 10768629"/>
              <a:gd name="connsiteY85-15746" fmla="*/ 1480293 h 1978172"/>
              <a:gd name="connsiteX86-15747" fmla="*/ 7147929 w 10768629"/>
              <a:gd name="connsiteY86-15748" fmla="*/ 1477641 h 1978172"/>
              <a:gd name="connsiteX87-15749" fmla="*/ 7144965 w 10768629"/>
              <a:gd name="connsiteY87-15750" fmla="*/ 1476908 h 1978172"/>
              <a:gd name="connsiteX88-15751" fmla="*/ 7134299 w 10768629"/>
              <a:gd name="connsiteY88-15752" fmla="*/ 1479969 h 1978172"/>
              <a:gd name="connsiteX89-15753" fmla="*/ 7129809 w 10768629"/>
              <a:gd name="connsiteY89-15754" fmla="*/ 1473339 h 1978172"/>
              <a:gd name="connsiteX90-15755" fmla="*/ 7112688 w 10768629"/>
              <a:gd name="connsiteY90-15756" fmla="*/ 1472575 h 1978172"/>
              <a:gd name="connsiteX91-15757" fmla="*/ 7093470 w 10768629"/>
              <a:gd name="connsiteY91-15758" fmla="*/ 1480300 h 1978172"/>
              <a:gd name="connsiteX92-15759" fmla="*/ 7025034 w 10768629"/>
              <a:gd name="connsiteY92-15760" fmla="*/ 1506934 h 1978172"/>
              <a:gd name="connsiteX93-15761" fmla="*/ 7014783 w 10768629"/>
              <a:gd name="connsiteY93-15762" fmla="*/ 1515868 h 1978172"/>
              <a:gd name="connsiteX94-15763" fmla="*/ 6979706 w 10768629"/>
              <a:gd name="connsiteY94-15764" fmla="*/ 1523511 h 1978172"/>
              <a:gd name="connsiteX95-15765" fmla="*/ 6977890 w 10768629"/>
              <a:gd name="connsiteY95-15766" fmla="*/ 1525793 h 1978172"/>
              <a:gd name="connsiteX96-15767" fmla="*/ 6944339 w 10768629"/>
              <a:gd name="connsiteY96-15768" fmla="*/ 1536237 h 1978172"/>
              <a:gd name="connsiteX97-15769" fmla="*/ 6886996 w 10768629"/>
              <a:gd name="connsiteY97-15770" fmla="*/ 1563569 h 1978172"/>
              <a:gd name="connsiteX98-15771" fmla="*/ 6874510 w 10768629"/>
              <a:gd name="connsiteY98-15772" fmla="*/ 1558469 h 1978172"/>
              <a:gd name="connsiteX99-15773" fmla="*/ 6871943 w 10768629"/>
              <a:gd name="connsiteY99-15774" fmla="*/ 1554651 h 1978172"/>
              <a:gd name="connsiteX100-15775" fmla="*/ 6856174 w 10768629"/>
              <a:gd name="connsiteY100-15776" fmla="*/ 1562024 h 1978172"/>
              <a:gd name="connsiteX101-15777" fmla="*/ 6842321 w 10768629"/>
              <a:gd name="connsiteY101-15778" fmla="*/ 1560554 h 1978172"/>
              <a:gd name="connsiteX102-15779" fmla="*/ 6832713 w 10768629"/>
              <a:gd name="connsiteY102-15780" fmla="*/ 1569357 h 1978172"/>
              <a:gd name="connsiteX103-15781" fmla="*/ 6816351 w 10768629"/>
              <a:gd name="connsiteY103-15782" fmla="*/ 1571495 h 1978172"/>
              <a:gd name="connsiteX104-15783" fmla="*/ 6795800 w 10768629"/>
              <a:gd name="connsiteY104-15784" fmla="*/ 1572010 h 1978172"/>
              <a:gd name="connsiteX105-15785" fmla="*/ 6777546 w 10768629"/>
              <a:gd name="connsiteY105-15786" fmla="*/ 1568661 h 1978172"/>
              <a:gd name="connsiteX106-15787" fmla="*/ 6751528 w 10768629"/>
              <a:gd name="connsiteY106-15788" fmla="*/ 1574143 h 1978172"/>
              <a:gd name="connsiteX107-15789" fmla="*/ 6691966 w 10768629"/>
              <a:gd name="connsiteY107-15790" fmla="*/ 1582255 h 1978172"/>
              <a:gd name="connsiteX108-15791" fmla="*/ 6646941 w 10768629"/>
              <a:gd name="connsiteY108-15792" fmla="*/ 1588471 h 1978172"/>
              <a:gd name="connsiteX109-15793" fmla="*/ 6568576 w 10768629"/>
              <a:gd name="connsiteY109-15794" fmla="*/ 1606488 h 1978172"/>
              <a:gd name="connsiteX110-15795" fmla="*/ 6554358 w 10768629"/>
              <a:gd name="connsiteY110-15796" fmla="*/ 1621701 h 1978172"/>
              <a:gd name="connsiteX111-15797" fmla="*/ 6516968 w 10768629"/>
              <a:gd name="connsiteY111-15798" fmla="*/ 1617195 h 1978172"/>
              <a:gd name="connsiteX112-15799" fmla="*/ 6506479 w 10768629"/>
              <a:gd name="connsiteY112-15800" fmla="*/ 1602227 h 1978172"/>
              <a:gd name="connsiteX113-15801" fmla="*/ 6458436 w 10768629"/>
              <a:gd name="connsiteY113-15802" fmla="*/ 1607332 h 1978172"/>
              <a:gd name="connsiteX114-15803" fmla="*/ 6414786 w 10768629"/>
              <a:gd name="connsiteY114-15804" fmla="*/ 1628815 h 1978172"/>
              <a:gd name="connsiteX115-15805" fmla="*/ 6357085 w 10768629"/>
              <a:gd name="connsiteY115-15806" fmla="*/ 1640846 h 1978172"/>
              <a:gd name="connsiteX116-15807" fmla="*/ 6322636 w 10768629"/>
              <a:gd name="connsiteY116-15808" fmla="*/ 1648213 h 1978172"/>
              <a:gd name="connsiteX117-15809" fmla="*/ 6226172 w 10768629"/>
              <a:gd name="connsiteY117-15810" fmla="*/ 1654676 h 1978172"/>
              <a:gd name="connsiteX118-15811" fmla="*/ 6221217 w 10768629"/>
              <a:gd name="connsiteY118-15812" fmla="*/ 1654506 h 1978172"/>
              <a:gd name="connsiteX119-15813" fmla="*/ 6204956 w 10768629"/>
              <a:gd name="connsiteY119-15814" fmla="*/ 1664280 h 1978172"/>
              <a:gd name="connsiteX120-15815" fmla="*/ 6204270 w 10768629"/>
              <a:gd name="connsiteY120-15816" fmla="*/ 1666782 h 1978172"/>
              <a:gd name="connsiteX121-15817" fmla="*/ 6143810 w 10768629"/>
              <a:gd name="connsiteY121-15818" fmla="*/ 1661963 h 1978172"/>
              <a:gd name="connsiteX122-15819" fmla="*/ 6136560 w 10768629"/>
              <a:gd name="connsiteY122-15820" fmla="*/ 1665728 h 1978172"/>
              <a:gd name="connsiteX123-15821" fmla="*/ 6096155 w 10768629"/>
              <a:gd name="connsiteY123-15822" fmla="*/ 1656951 h 1978172"/>
              <a:gd name="connsiteX124-15823" fmla="*/ 6075812 w 10768629"/>
              <a:gd name="connsiteY124-15824" fmla="*/ 1655422 h 1978172"/>
              <a:gd name="connsiteX125-15825" fmla="*/ 6039495 w 10768629"/>
              <a:gd name="connsiteY125-15826" fmla="*/ 1649680 h 1978172"/>
              <a:gd name="connsiteX126-15827" fmla="*/ 6036523 w 10768629"/>
              <a:gd name="connsiteY126-15828" fmla="*/ 1652121 h 1978172"/>
              <a:gd name="connsiteX127-15829" fmla="*/ 6029328 w 10768629"/>
              <a:gd name="connsiteY127-15830" fmla="*/ 1649904 h 1978172"/>
              <a:gd name="connsiteX128-15831" fmla="*/ 6024075 w 10768629"/>
              <a:gd name="connsiteY128-15832" fmla="*/ 1652779 h 1978172"/>
              <a:gd name="connsiteX129-15833" fmla="*/ 6018085 w 10768629"/>
              <a:gd name="connsiteY129-15834" fmla="*/ 1652030 h 1978172"/>
              <a:gd name="connsiteX130-15835" fmla="*/ 5955513 w 10768629"/>
              <a:gd name="connsiteY130-15836" fmla="*/ 1663584 h 1978172"/>
              <a:gd name="connsiteX131-15837" fmla="*/ 5941996 w 10768629"/>
              <a:gd name="connsiteY131-15838" fmla="*/ 1661326 h 1978172"/>
              <a:gd name="connsiteX132-15839" fmla="*/ 5931789 w 10768629"/>
              <a:gd name="connsiteY132-15840" fmla="*/ 1669915 h 1978172"/>
              <a:gd name="connsiteX133-15841" fmla="*/ 5888686 w 10768629"/>
              <a:gd name="connsiteY133-15842" fmla="*/ 1672175 h 1978172"/>
              <a:gd name="connsiteX134-15843" fmla="*/ 5873794 w 10768629"/>
              <a:gd name="connsiteY134-15844" fmla="*/ 1665454 h 1978172"/>
              <a:gd name="connsiteX135-15845" fmla="*/ 5860022 w 10768629"/>
              <a:gd name="connsiteY135-15846" fmla="*/ 1660635 h 1978172"/>
              <a:gd name="connsiteX136-15847" fmla="*/ 5858237 w 10768629"/>
              <a:gd name="connsiteY136-15848" fmla="*/ 1660649 h 1978172"/>
              <a:gd name="connsiteX137-15849" fmla="*/ 5840319 w 10768629"/>
              <a:gd name="connsiteY137-15850" fmla="*/ 1660798 h 1978172"/>
              <a:gd name="connsiteX138-15851" fmla="*/ 5806984 w 10768629"/>
              <a:gd name="connsiteY138-15852" fmla="*/ 1661075 h 1978172"/>
              <a:gd name="connsiteX139-15853" fmla="*/ 5742351 w 10768629"/>
              <a:gd name="connsiteY139-15854" fmla="*/ 1667489 h 1978172"/>
              <a:gd name="connsiteX140-15855" fmla="*/ 5521171 w 10768629"/>
              <a:gd name="connsiteY140-15856" fmla="*/ 1671626 h 1978172"/>
              <a:gd name="connsiteX141-15857" fmla="*/ 5457384 w 10768629"/>
              <a:gd name="connsiteY141-15858" fmla="*/ 1683952 h 1978172"/>
              <a:gd name="connsiteX142-15859" fmla="*/ 4950070 w 10768629"/>
              <a:gd name="connsiteY142-15860" fmla="*/ 1748401 h 1978172"/>
              <a:gd name="connsiteX143-15861" fmla="*/ 4872172 w 10768629"/>
              <a:gd name="connsiteY143-15862" fmla="*/ 1757222 h 1978172"/>
              <a:gd name="connsiteX144-15863" fmla="*/ 4809524 w 10768629"/>
              <a:gd name="connsiteY144-15864" fmla="*/ 1761033 h 1978172"/>
              <a:gd name="connsiteX145-15865" fmla="*/ 4759058 w 10768629"/>
              <a:gd name="connsiteY145-15866" fmla="*/ 1766533 h 1978172"/>
              <a:gd name="connsiteX146-15867" fmla="*/ 4719749 w 10768629"/>
              <a:gd name="connsiteY146-15868" fmla="*/ 1771811 h 1978172"/>
              <a:gd name="connsiteX147-15869" fmla="*/ 4568686 w 10768629"/>
              <a:gd name="connsiteY147-15870" fmla="*/ 1786141 h 1978172"/>
              <a:gd name="connsiteX148-15871" fmla="*/ 4418751 w 10768629"/>
              <a:gd name="connsiteY148-15872" fmla="*/ 1796932 h 1978172"/>
              <a:gd name="connsiteX149-15873" fmla="*/ 4378377 w 10768629"/>
              <a:gd name="connsiteY149-15874" fmla="*/ 1815528 h 1978172"/>
              <a:gd name="connsiteX150-15875" fmla="*/ 4320575 w 10768629"/>
              <a:gd name="connsiteY150-15876" fmla="*/ 1832722 h 1978172"/>
              <a:gd name="connsiteX151-15877" fmla="*/ 4211935 w 10768629"/>
              <a:gd name="connsiteY151-15878" fmla="*/ 1860177 h 1978172"/>
              <a:gd name="connsiteX152-15879" fmla="*/ 4101228 w 10768629"/>
              <a:gd name="connsiteY152-15880" fmla="*/ 1868717 h 1978172"/>
              <a:gd name="connsiteX153-15881" fmla="*/ 3973223 w 10768629"/>
              <a:gd name="connsiteY153-15882" fmla="*/ 1881015 h 1978172"/>
              <a:gd name="connsiteX154-15883" fmla="*/ 3900992 w 10768629"/>
              <a:gd name="connsiteY154-15884" fmla="*/ 1880603 h 1978172"/>
              <a:gd name="connsiteX155-15885" fmla="*/ 3662119 w 10768629"/>
              <a:gd name="connsiteY155-15886" fmla="*/ 1889285 h 1978172"/>
              <a:gd name="connsiteX156-15887" fmla="*/ 3496919 w 10768629"/>
              <a:gd name="connsiteY156-15888" fmla="*/ 1873180 h 1978172"/>
              <a:gd name="connsiteX157-15889" fmla="*/ 3449433 w 10768629"/>
              <a:gd name="connsiteY157-15890" fmla="*/ 1889681 h 1978172"/>
              <a:gd name="connsiteX158-15891" fmla="*/ 3369766 w 10768629"/>
              <a:gd name="connsiteY158-15892" fmla="*/ 1916653 h 1978172"/>
              <a:gd name="connsiteX159-15893" fmla="*/ 3269672 w 10768629"/>
              <a:gd name="connsiteY159-15894" fmla="*/ 1938036 h 1978172"/>
              <a:gd name="connsiteX160-15895" fmla="*/ 3224897 w 10768629"/>
              <a:gd name="connsiteY160-15896" fmla="*/ 1943733 h 1978172"/>
              <a:gd name="connsiteX161-15897" fmla="*/ 3161463 w 10768629"/>
              <a:gd name="connsiteY161-15898" fmla="*/ 1946591 h 1978172"/>
              <a:gd name="connsiteX162-15899" fmla="*/ 3112044 w 10768629"/>
              <a:gd name="connsiteY162-15900" fmla="*/ 1935614 h 1978172"/>
              <a:gd name="connsiteX163-15901" fmla="*/ 3069716 w 10768629"/>
              <a:gd name="connsiteY163-15902" fmla="*/ 1930463 h 1978172"/>
              <a:gd name="connsiteX164-15903" fmla="*/ 3005773 w 10768629"/>
              <a:gd name="connsiteY164-15904" fmla="*/ 1915878 h 1978172"/>
              <a:gd name="connsiteX165-15905" fmla="*/ 2897201 w 10768629"/>
              <a:gd name="connsiteY165-15906" fmla="*/ 1926772 h 1978172"/>
              <a:gd name="connsiteX166-15907" fmla="*/ 2783891 w 10768629"/>
              <a:gd name="connsiteY166-15908" fmla="*/ 1931749 h 1978172"/>
              <a:gd name="connsiteX167-15909" fmla="*/ 2712447 w 10768629"/>
              <a:gd name="connsiteY167-15910" fmla="*/ 1933044 h 1978172"/>
              <a:gd name="connsiteX168-15911" fmla="*/ 2560151 w 10768629"/>
              <a:gd name="connsiteY168-15912" fmla="*/ 1963609 h 1978172"/>
              <a:gd name="connsiteX169-15913" fmla="*/ 2367221 w 10768629"/>
              <a:gd name="connsiteY169-15914" fmla="*/ 1971884 h 1978172"/>
              <a:gd name="connsiteX170-15915" fmla="*/ 2272130 w 10768629"/>
              <a:gd name="connsiteY170-15916" fmla="*/ 1961162 h 1978172"/>
              <a:gd name="connsiteX171-15917" fmla="*/ 2189404 w 10768629"/>
              <a:gd name="connsiteY171-15918" fmla="*/ 1978172 h 1978172"/>
              <a:gd name="connsiteX172-15919" fmla="*/ 2077704 w 10768629"/>
              <a:gd name="connsiteY172-15920" fmla="*/ 1965002 h 1978172"/>
              <a:gd name="connsiteX173-15921" fmla="*/ 2033299 w 10768629"/>
              <a:gd name="connsiteY173-15922" fmla="*/ 1969042 h 1978172"/>
              <a:gd name="connsiteX174-15923" fmla="*/ 1967996 w 10768629"/>
              <a:gd name="connsiteY174-15924" fmla="*/ 1953187 h 1978172"/>
              <a:gd name="connsiteX175-15925" fmla="*/ 1855805 w 10768629"/>
              <a:gd name="connsiteY175-15926" fmla="*/ 1926082 h 1978172"/>
              <a:gd name="connsiteX176-15927" fmla="*/ 1790957 w 10768629"/>
              <a:gd name="connsiteY176-15928" fmla="*/ 1919460 h 1978172"/>
              <a:gd name="connsiteX177-15929" fmla="*/ 1613978 w 10768629"/>
              <a:gd name="connsiteY177-15930" fmla="*/ 1891581 h 1978172"/>
              <a:gd name="connsiteX178-15931" fmla="*/ 1436831 w 10768629"/>
              <a:gd name="connsiteY178-15932" fmla="*/ 1856201 h 1978172"/>
              <a:gd name="connsiteX179-15933" fmla="*/ 1357365 w 10768629"/>
              <a:gd name="connsiteY179-15934" fmla="*/ 1832140 h 1978172"/>
              <a:gd name="connsiteX180-15935" fmla="*/ 1232341 w 10768629"/>
              <a:gd name="connsiteY180-15936" fmla="*/ 1785942 h 1978172"/>
              <a:gd name="connsiteX181-15937" fmla="*/ 1162595 w 10768629"/>
              <a:gd name="connsiteY181-15938" fmla="*/ 1784330 h 1978172"/>
              <a:gd name="connsiteX182-15939" fmla="*/ 1120257 w 10768629"/>
              <a:gd name="connsiteY182-15940" fmla="*/ 1789615 h 1978172"/>
              <a:gd name="connsiteX183-15941" fmla="*/ 991903 w 10768629"/>
              <a:gd name="connsiteY183-15942" fmla="*/ 1786741 h 1978172"/>
              <a:gd name="connsiteX184-15943" fmla="*/ 883960 w 10768629"/>
              <a:gd name="connsiteY184-15944" fmla="*/ 1809389 h 1978172"/>
              <a:gd name="connsiteX185-15945" fmla="*/ 766531 w 10768629"/>
              <a:gd name="connsiteY185-15946" fmla="*/ 1805053 h 1978172"/>
              <a:gd name="connsiteX186-15947" fmla="*/ 669779 w 10768629"/>
              <a:gd name="connsiteY186-15948" fmla="*/ 1800537 h 1978172"/>
              <a:gd name="connsiteX187-15949" fmla="*/ 523898 w 10768629"/>
              <a:gd name="connsiteY187-15950" fmla="*/ 1811085 h 1978172"/>
              <a:gd name="connsiteX188-15951" fmla="*/ 360251 w 10768629"/>
              <a:gd name="connsiteY188-15952" fmla="*/ 1830735 h 1978172"/>
              <a:gd name="connsiteX189-15953" fmla="*/ 255207 w 10768629"/>
              <a:gd name="connsiteY189-15954" fmla="*/ 1818275 h 1978172"/>
              <a:gd name="connsiteX190-15955" fmla="*/ 101803 w 10768629"/>
              <a:gd name="connsiteY190-15956" fmla="*/ 1870647 h 1978172"/>
              <a:gd name="connsiteX191-15957" fmla="*/ 25397 w 10768629"/>
              <a:gd name="connsiteY191-15958" fmla="*/ 1888443 h 1978172"/>
              <a:gd name="connsiteX192-15959" fmla="*/ 2370 w 10768629"/>
              <a:gd name="connsiteY192-15960" fmla="*/ 1878311 h 1978172"/>
              <a:gd name="connsiteX193-15961" fmla="*/ 0 w 10768629"/>
              <a:gd name="connsiteY193-15962" fmla="*/ 1878785 h 1978172"/>
              <a:gd name="connsiteX194-15963" fmla="*/ 0 w 10768629"/>
              <a:gd name="connsiteY194-15964" fmla="*/ 0 h 19781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  <a:cxn ang="0">
                <a:pos x="connsiteX56-113" y="connsiteY56-114"/>
              </a:cxn>
              <a:cxn ang="0">
                <a:pos x="connsiteX57-115" y="connsiteY57-116"/>
              </a:cxn>
              <a:cxn ang="0">
                <a:pos x="connsiteX58-117" y="connsiteY58-118"/>
              </a:cxn>
              <a:cxn ang="0">
                <a:pos x="connsiteX59-119" y="connsiteY59-120"/>
              </a:cxn>
              <a:cxn ang="0">
                <a:pos x="connsiteX60-121" y="connsiteY60-122"/>
              </a:cxn>
              <a:cxn ang="0">
                <a:pos x="connsiteX61-123" y="connsiteY61-124"/>
              </a:cxn>
              <a:cxn ang="0">
                <a:pos x="connsiteX62-125" y="connsiteY62-126"/>
              </a:cxn>
              <a:cxn ang="0">
                <a:pos x="connsiteX63-127" y="connsiteY63-128"/>
              </a:cxn>
              <a:cxn ang="0">
                <a:pos x="connsiteX64-129" y="connsiteY64-130"/>
              </a:cxn>
              <a:cxn ang="0">
                <a:pos x="connsiteX65-131" y="connsiteY65-132"/>
              </a:cxn>
              <a:cxn ang="0">
                <a:pos x="connsiteX66-133" y="connsiteY66-134"/>
              </a:cxn>
              <a:cxn ang="0">
                <a:pos x="connsiteX67-135" y="connsiteY67-136"/>
              </a:cxn>
              <a:cxn ang="0">
                <a:pos x="connsiteX68-137" y="connsiteY68-138"/>
              </a:cxn>
              <a:cxn ang="0">
                <a:pos x="connsiteX69-139" y="connsiteY69-140"/>
              </a:cxn>
              <a:cxn ang="0">
                <a:pos x="connsiteX70-141" y="connsiteY70-142"/>
              </a:cxn>
              <a:cxn ang="0">
                <a:pos x="connsiteX71-143" y="connsiteY71-144"/>
              </a:cxn>
              <a:cxn ang="0">
                <a:pos x="connsiteX72-145" y="connsiteY72-146"/>
              </a:cxn>
              <a:cxn ang="0">
                <a:pos x="connsiteX73-147" y="connsiteY73-148"/>
              </a:cxn>
              <a:cxn ang="0">
                <a:pos x="connsiteX74-149" y="connsiteY74-150"/>
              </a:cxn>
              <a:cxn ang="0">
                <a:pos x="connsiteX75-151" y="connsiteY75-152"/>
              </a:cxn>
              <a:cxn ang="0">
                <a:pos x="connsiteX76-153" y="connsiteY76-154"/>
              </a:cxn>
              <a:cxn ang="0">
                <a:pos x="connsiteX77-155" y="connsiteY77-156"/>
              </a:cxn>
              <a:cxn ang="0">
                <a:pos x="connsiteX78-157" y="connsiteY78-158"/>
              </a:cxn>
              <a:cxn ang="0">
                <a:pos x="connsiteX79-159" y="connsiteY79-160"/>
              </a:cxn>
              <a:cxn ang="0">
                <a:pos x="connsiteX80-161" y="connsiteY80-162"/>
              </a:cxn>
              <a:cxn ang="0">
                <a:pos x="connsiteX81-163" y="connsiteY81-164"/>
              </a:cxn>
              <a:cxn ang="0">
                <a:pos x="connsiteX82-165" y="connsiteY82-166"/>
              </a:cxn>
              <a:cxn ang="0">
                <a:pos x="connsiteX83-167" y="connsiteY83-168"/>
              </a:cxn>
              <a:cxn ang="0">
                <a:pos x="connsiteX84-169" y="connsiteY84-170"/>
              </a:cxn>
              <a:cxn ang="0">
                <a:pos x="connsiteX85-171" y="connsiteY85-172"/>
              </a:cxn>
              <a:cxn ang="0">
                <a:pos x="connsiteX86-173" y="connsiteY86-174"/>
              </a:cxn>
              <a:cxn ang="0">
                <a:pos x="connsiteX87-175" y="connsiteY87-176"/>
              </a:cxn>
              <a:cxn ang="0">
                <a:pos x="connsiteX88-177" y="connsiteY88-178"/>
              </a:cxn>
              <a:cxn ang="0">
                <a:pos x="connsiteX89-179" y="connsiteY89-180"/>
              </a:cxn>
              <a:cxn ang="0">
                <a:pos x="connsiteX90-181" y="connsiteY90-182"/>
              </a:cxn>
              <a:cxn ang="0">
                <a:pos x="connsiteX91-183" y="connsiteY91-184"/>
              </a:cxn>
              <a:cxn ang="0">
                <a:pos x="connsiteX92-185" y="connsiteY92-186"/>
              </a:cxn>
              <a:cxn ang="0">
                <a:pos x="connsiteX93-187" y="connsiteY93-188"/>
              </a:cxn>
              <a:cxn ang="0">
                <a:pos x="connsiteX94-189" y="connsiteY94-190"/>
              </a:cxn>
              <a:cxn ang="0">
                <a:pos x="connsiteX95-191" y="connsiteY95-192"/>
              </a:cxn>
              <a:cxn ang="0">
                <a:pos x="connsiteX96-193" y="connsiteY96-194"/>
              </a:cxn>
              <a:cxn ang="0">
                <a:pos x="connsiteX97-195" y="connsiteY97-196"/>
              </a:cxn>
              <a:cxn ang="0">
                <a:pos x="connsiteX98-197" y="connsiteY98-198"/>
              </a:cxn>
              <a:cxn ang="0">
                <a:pos x="connsiteX99-199" y="connsiteY99-200"/>
              </a:cxn>
              <a:cxn ang="0">
                <a:pos x="connsiteX100-201" y="connsiteY100-202"/>
              </a:cxn>
              <a:cxn ang="0">
                <a:pos x="connsiteX101-203" y="connsiteY101-204"/>
              </a:cxn>
              <a:cxn ang="0">
                <a:pos x="connsiteX102-205" y="connsiteY102-206"/>
              </a:cxn>
              <a:cxn ang="0">
                <a:pos x="connsiteX103-207" y="connsiteY103-208"/>
              </a:cxn>
              <a:cxn ang="0">
                <a:pos x="connsiteX104-209" y="connsiteY104-210"/>
              </a:cxn>
              <a:cxn ang="0">
                <a:pos x="connsiteX105-211" y="connsiteY105-212"/>
              </a:cxn>
              <a:cxn ang="0">
                <a:pos x="connsiteX106-213" y="connsiteY106-214"/>
              </a:cxn>
              <a:cxn ang="0">
                <a:pos x="connsiteX107-215" y="connsiteY107-216"/>
              </a:cxn>
              <a:cxn ang="0">
                <a:pos x="connsiteX108-217" y="connsiteY108-218"/>
              </a:cxn>
              <a:cxn ang="0">
                <a:pos x="connsiteX109-219" y="connsiteY109-220"/>
              </a:cxn>
              <a:cxn ang="0">
                <a:pos x="connsiteX110-221" y="connsiteY110-222"/>
              </a:cxn>
              <a:cxn ang="0">
                <a:pos x="connsiteX111-223" y="connsiteY111-224"/>
              </a:cxn>
              <a:cxn ang="0">
                <a:pos x="connsiteX112-225" y="connsiteY112-226"/>
              </a:cxn>
              <a:cxn ang="0">
                <a:pos x="connsiteX113-227" y="connsiteY113-228"/>
              </a:cxn>
              <a:cxn ang="0">
                <a:pos x="connsiteX114-229" y="connsiteY114-230"/>
              </a:cxn>
              <a:cxn ang="0">
                <a:pos x="connsiteX115-231" y="connsiteY115-232"/>
              </a:cxn>
              <a:cxn ang="0">
                <a:pos x="connsiteX116-233" y="connsiteY116-234"/>
              </a:cxn>
              <a:cxn ang="0">
                <a:pos x="connsiteX117-235" y="connsiteY117-236"/>
              </a:cxn>
              <a:cxn ang="0">
                <a:pos x="connsiteX118-237" y="connsiteY118-238"/>
              </a:cxn>
              <a:cxn ang="0">
                <a:pos x="connsiteX119-239" y="connsiteY119-240"/>
              </a:cxn>
              <a:cxn ang="0">
                <a:pos x="connsiteX120-241" y="connsiteY120-242"/>
              </a:cxn>
              <a:cxn ang="0">
                <a:pos x="connsiteX121-243" y="connsiteY121-244"/>
              </a:cxn>
              <a:cxn ang="0">
                <a:pos x="connsiteX122-245" y="connsiteY122-246"/>
              </a:cxn>
              <a:cxn ang="0">
                <a:pos x="connsiteX123-247" y="connsiteY123-248"/>
              </a:cxn>
              <a:cxn ang="0">
                <a:pos x="connsiteX124-249" y="connsiteY124-250"/>
              </a:cxn>
              <a:cxn ang="0">
                <a:pos x="connsiteX125-251" y="connsiteY125-252"/>
              </a:cxn>
              <a:cxn ang="0">
                <a:pos x="connsiteX126-253" y="connsiteY126-254"/>
              </a:cxn>
              <a:cxn ang="0">
                <a:pos x="connsiteX127-255" y="connsiteY127-256"/>
              </a:cxn>
              <a:cxn ang="0">
                <a:pos x="connsiteX128-257" y="connsiteY128-258"/>
              </a:cxn>
              <a:cxn ang="0">
                <a:pos x="connsiteX129-259" y="connsiteY129-260"/>
              </a:cxn>
              <a:cxn ang="0">
                <a:pos x="connsiteX130-261" y="connsiteY130-262"/>
              </a:cxn>
              <a:cxn ang="0">
                <a:pos x="connsiteX131-263" y="connsiteY131-264"/>
              </a:cxn>
              <a:cxn ang="0">
                <a:pos x="connsiteX132-265" y="connsiteY132-266"/>
              </a:cxn>
              <a:cxn ang="0">
                <a:pos x="connsiteX133-267" y="connsiteY133-268"/>
              </a:cxn>
              <a:cxn ang="0">
                <a:pos x="connsiteX134-269" y="connsiteY134-270"/>
              </a:cxn>
              <a:cxn ang="0">
                <a:pos x="connsiteX135-271" y="connsiteY135-272"/>
              </a:cxn>
              <a:cxn ang="0">
                <a:pos x="connsiteX136-273" y="connsiteY136-274"/>
              </a:cxn>
              <a:cxn ang="0">
                <a:pos x="connsiteX137-275" y="connsiteY137-276"/>
              </a:cxn>
              <a:cxn ang="0">
                <a:pos x="connsiteX138-277" y="connsiteY138-278"/>
              </a:cxn>
              <a:cxn ang="0">
                <a:pos x="connsiteX139-279" y="connsiteY139-280"/>
              </a:cxn>
              <a:cxn ang="0">
                <a:pos x="connsiteX140-281" y="connsiteY140-282"/>
              </a:cxn>
              <a:cxn ang="0">
                <a:pos x="connsiteX141-283" y="connsiteY141-284"/>
              </a:cxn>
              <a:cxn ang="0">
                <a:pos x="connsiteX142-285" y="connsiteY142-286"/>
              </a:cxn>
              <a:cxn ang="0">
                <a:pos x="connsiteX143-287" y="connsiteY143-288"/>
              </a:cxn>
              <a:cxn ang="0">
                <a:pos x="connsiteX144-289" y="connsiteY144-290"/>
              </a:cxn>
              <a:cxn ang="0">
                <a:pos x="connsiteX145-291" y="connsiteY145-292"/>
              </a:cxn>
              <a:cxn ang="0">
                <a:pos x="connsiteX146-293" y="connsiteY146-294"/>
              </a:cxn>
              <a:cxn ang="0">
                <a:pos x="connsiteX147-295" y="connsiteY147-296"/>
              </a:cxn>
              <a:cxn ang="0">
                <a:pos x="connsiteX148-297" y="connsiteY148-298"/>
              </a:cxn>
              <a:cxn ang="0">
                <a:pos x="connsiteX149-299" y="connsiteY149-300"/>
              </a:cxn>
              <a:cxn ang="0">
                <a:pos x="connsiteX150-301" y="connsiteY150-302"/>
              </a:cxn>
              <a:cxn ang="0">
                <a:pos x="connsiteX151-303" y="connsiteY151-304"/>
              </a:cxn>
              <a:cxn ang="0">
                <a:pos x="connsiteX152-305" y="connsiteY152-306"/>
              </a:cxn>
              <a:cxn ang="0">
                <a:pos x="connsiteX153-307" y="connsiteY153-308"/>
              </a:cxn>
              <a:cxn ang="0">
                <a:pos x="connsiteX154-309" y="connsiteY154-310"/>
              </a:cxn>
              <a:cxn ang="0">
                <a:pos x="connsiteX155-311" y="connsiteY155-312"/>
              </a:cxn>
              <a:cxn ang="0">
                <a:pos x="connsiteX156-313" y="connsiteY156-314"/>
              </a:cxn>
              <a:cxn ang="0">
                <a:pos x="connsiteX157-315" y="connsiteY157-316"/>
              </a:cxn>
              <a:cxn ang="0">
                <a:pos x="connsiteX158-317" y="connsiteY158-318"/>
              </a:cxn>
              <a:cxn ang="0">
                <a:pos x="connsiteX159-319" y="connsiteY159-320"/>
              </a:cxn>
              <a:cxn ang="0">
                <a:pos x="connsiteX160-321" y="connsiteY160-322"/>
              </a:cxn>
              <a:cxn ang="0">
                <a:pos x="connsiteX161-323" y="connsiteY161-324"/>
              </a:cxn>
              <a:cxn ang="0">
                <a:pos x="connsiteX162-325" y="connsiteY162-326"/>
              </a:cxn>
              <a:cxn ang="0">
                <a:pos x="connsiteX163-327" y="connsiteY163-328"/>
              </a:cxn>
              <a:cxn ang="0">
                <a:pos x="connsiteX164-329" y="connsiteY164-330"/>
              </a:cxn>
              <a:cxn ang="0">
                <a:pos x="connsiteX165-331" y="connsiteY165-332"/>
              </a:cxn>
              <a:cxn ang="0">
                <a:pos x="connsiteX166-333" y="connsiteY166-334"/>
              </a:cxn>
              <a:cxn ang="0">
                <a:pos x="connsiteX167-335" y="connsiteY167-336"/>
              </a:cxn>
              <a:cxn ang="0">
                <a:pos x="connsiteX168-337" y="connsiteY168-338"/>
              </a:cxn>
              <a:cxn ang="0">
                <a:pos x="connsiteX169-339" y="connsiteY169-340"/>
              </a:cxn>
              <a:cxn ang="0">
                <a:pos x="connsiteX170-341" y="connsiteY170-342"/>
              </a:cxn>
              <a:cxn ang="0">
                <a:pos x="connsiteX171-343" y="connsiteY171-344"/>
              </a:cxn>
              <a:cxn ang="0">
                <a:pos x="connsiteX172-345" y="connsiteY172-346"/>
              </a:cxn>
              <a:cxn ang="0">
                <a:pos x="connsiteX173-347" y="connsiteY173-348"/>
              </a:cxn>
              <a:cxn ang="0">
                <a:pos x="connsiteX174-349" y="connsiteY174-350"/>
              </a:cxn>
              <a:cxn ang="0">
                <a:pos x="connsiteX175-351" y="connsiteY175-352"/>
              </a:cxn>
              <a:cxn ang="0">
                <a:pos x="connsiteX176-353" y="connsiteY176-354"/>
              </a:cxn>
              <a:cxn ang="0">
                <a:pos x="connsiteX177-355" y="connsiteY177-356"/>
              </a:cxn>
              <a:cxn ang="0">
                <a:pos x="connsiteX178-357" y="connsiteY178-358"/>
              </a:cxn>
              <a:cxn ang="0">
                <a:pos x="connsiteX179-359" y="connsiteY179-360"/>
              </a:cxn>
              <a:cxn ang="0">
                <a:pos x="connsiteX180-361" y="connsiteY180-362"/>
              </a:cxn>
              <a:cxn ang="0">
                <a:pos x="connsiteX181-363" y="connsiteY181-364"/>
              </a:cxn>
              <a:cxn ang="0">
                <a:pos x="connsiteX182-365" y="connsiteY182-366"/>
              </a:cxn>
              <a:cxn ang="0">
                <a:pos x="connsiteX183-367" y="connsiteY183-368"/>
              </a:cxn>
              <a:cxn ang="0">
                <a:pos x="connsiteX184-369" y="connsiteY184-370"/>
              </a:cxn>
              <a:cxn ang="0">
                <a:pos x="connsiteX185-371" y="connsiteY185-372"/>
              </a:cxn>
              <a:cxn ang="0">
                <a:pos x="connsiteX186-373" y="connsiteY186-374"/>
              </a:cxn>
              <a:cxn ang="0">
                <a:pos x="connsiteX187-375" y="connsiteY187-376"/>
              </a:cxn>
              <a:cxn ang="0">
                <a:pos x="connsiteX188-377" y="connsiteY188-378"/>
              </a:cxn>
              <a:cxn ang="0">
                <a:pos x="connsiteX189-379" y="connsiteY189-380"/>
              </a:cxn>
              <a:cxn ang="0">
                <a:pos x="connsiteX190-381" y="connsiteY190-382"/>
              </a:cxn>
              <a:cxn ang="0">
                <a:pos x="connsiteX191-383" y="connsiteY191-384"/>
              </a:cxn>
              <a:cxn ang="0">
                <a:pos x="connsiteX192-385" y="connsiteY192-386"/>
              </a:cxn>
              <a:cxn ang="0">
                <a:pos x="connsiteX193-773" y="connsiteY193-774"/>
              </a:cxn>
              <a:cxn ang="0">
                <a:pos x="connsiteX194-5043" y="connsiteY194-504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Understanding and Installing Power Supplies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 dirty="0">
                <a:ea typeface="+mn-lt"/>
                <a:cs typeface="+mn-lt"/>
              </a:rPr>
              <a:t>Types of Power Supplies:</a:t>
            </a:r>
            <a:endParaRPr lang="en-US" sz="2000" dirty="0">
              <a:ea typeface="+mn-lt"/>
              <a:cs typeface="+mn-lt"/>
            </a:endParaRPr>
          </a:p>
          <a:p>
            <a:pPr lvl="1"/>
            <a:r>
              <a:rPr lang="en-US" sz="2000" b="1" dirty="0">
                <a:ea typeface="+mn-lt"/>
                <a:cs typeface="+mn-lt"/>
              </a:rPr>
              <a:t>Modular:</a:t>
            </a:r>
            <a:r>
              <a:rPr lang="en-US" sz="2000" dirty="0">
                <a:ea typeface="+mn-lt"/>
                <a:cs typeface="+mn-lt"/>
              </a:rPr>
              <a:t> Cables can be added/removed as needed</a:t>
            </a:r>
          </a:p>
          <a:p>
            <a:pPr lvl="1"/>
            <a:r>
              <a:rPr lang="en-US" sz="2000" b="1" dirty="0">
                <a:ea typeface="+mn-lt"/>
                <a:cs typeface="+mn-lt"/>
              </a:rPr>
              <a:t>Semi-Modular:</a:t>
            </a:r>
            <a:r>
              <a:rPr lang="en-US" sz="2000" dirty="0">
                <a:ea typeface="+mn-lt"/>
                <a:cs typeface="+mn-lt"/>
              </a:rPr>
              <a:t> Essential cables are fixed; others modular</a:t>
            </a:r>
          </a:p>
          <a:p>
            <a:pPr lvl="1"/>
            <a:r>
              <a:rPr lang="en-US" sz="2000" b="1" dirty="0">
                <a:ea typeface="+mn-lt"/>
                <a:cs typeface="+mn-lt"/>
              </a:rPr>
              <a:t>Non-Modular:</a:t>
            </a:r>
            <a:r>
              <a:rPr lang="en-US" sz="2000" dirty="0">
                <a:ea typeface="+mn-lt"/>
                <a:cs typeface="+mn-lt"/>
              </a:rPr>
              <a:t> All cables are permanently attached</a:t>
            </a:r>
          </a:p>
          <a:p>
            <a:r>
              <a:rPr lang="en-US" sz="2000" b="1" dirty="0">
                <a:ea typeface="+mn-lt"/>
                <a:cs typeface="+mn-lt"/>
              </a:rPr>
              <a:t>Wattage Calculation:</a:t>
            </a:r>
            <a:endParaRPr lang="en-US" sz="2000" dirty="0">
              <a:ea typeface="+mn-lt"/>
              <a:cs typeface="+mn-lt"/>
            </a:endParaRPr>
          </a:p>
          <a:p>
            <a:pPr lvl="1"/>
            <a:r>
              <a:rPr lang="en-US" sz="2000" dirty="0">
                <a:ea typeface="+mn-lt"/>
                <a:cs typeface="+mn-lt"/>
              </a:rPr>
              <a:t>Use PSU calculators (like from Cooler Master or </a:t>
            </a:r>
            <a:r>
              <a:rPr lang="en-US" sz="2000" dirty="0" err="1">
                <a:ea typeface="+mn-lt"/>
                <a:cs typeface="+mn-lt"/>
              </a:rPr>
              <a:t>PCPartPicker</a:t>
            </a:r>
            <a:r>
              <a:rPr lang="en-US" sz="2000" dirty="0">
                <a:ea typeface="+mn-lt"/>
                <a:cs typeface="+mn-lt"/>
              </a:rPr>
              <a:t>)</a:t>
            </a:r>
          </a:p>
          <a:p>
            <a:pPr lvl="1"/>
            <a:r>
              <a:rPr lang="en-US" sz="2000" dirty="0">
                <a:ea typeface="+mn-lt"/>
                <a:cs typeface="+mn-lt"/>
              </a:rPr>
              <a:t>Consider GPU, CPU, and future expansion</a:t>
            </a:r>
          </a:p>
        </p:txBody>
      </p:sp>
      <p:pic>
        <p:nvPicPr>
          <p:cNvPr id="4" name="Picture 3" descr="A black box with a fan and wire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167" y="2345635"/>
            <a:ext cx="5838357" cy="2716695"/>
          </a:xfrm>
          <a:prstGeom prst="rect">
            <a:avLst/>
          </a:prstGeom>
        </p:spPr>
      </p:pic>
      <p:sp>
        <p:nvSpPr>
          <p:cNvPr id="13" name="Freeform: Shap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 descr="A close-up of a logo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>
                <a:ea typeface="+mj-lt"/>
                <a:cs typeface="+mj-lt"/>
              </a:rPr>
              <a:t>Power Supply Connectors</a:t>
            </a:r>
            <a:endParaRPr lang="en-US" sz="5000"/>
          </a:p>
        </p:txBody>
      </p:sp>
      <p:sp>
        <p:nvSpPr>
          <p:cNvPr id="11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dirty="0">
                <a:ea typeface="+mn-lt"/>
                <a:cs typeface="+mn-lt"/>
              </a:rPr>
              <a:t>24-pin ATX Connector:</a:t>
            </a:r>
            <a:r>
              <a:rPr lang="en-US" sz="2000" dirty="0">
                <a:ea typeface="+mn-lt"/>
                <a:cs typeface="+mn-lt"/>
              </a:rPr>
              <a:t> Main power for motherboard</a:t>
            </a:r>
            <a:endParaRPr lang="en-US" sz="2000" dirty="0"/>
          </a:p>
          <a:p>
            <a:r>
              <a:rPr lang="en-US" sz="2000" b="1" dirty="0">
                <a:ea typeface="+mn-lt"/>
                <a:cs typeface="+mn-lt"/>
              </a:rPr>
              <a:t>4/8-pin CPU Connector (EPS12V):</a:t>
            </a:r>
            <a:r>
              <a:rPr lang="en-US" sz="2000" dirty="0">
                <a:ea typeface="+mn-lt"/>
                <a:cs typeface="+mn-lt"/>
              </a:rPr>
              <a:t> Powers CPU</a:t>
            </a:r>
            <a:endParaRPr lang="en-US" sz="2000" dirty="0"/>
          </a:p>
          <a:p>
            <a:r>
              <a:rPr lang="en-US" sz="2000" b="1" dirty="0">
                <a:ea typeface="+mn-lt"/>
                <a:cs typeface="+mn-lt"/>
              </a:rPr>
              <a:t>PCIe Connectors (6-pin/8-pin):</a:t>
            </a:r>
            <a:r>
              <a:rPr lang="en-US" sz="2000" dirty="0">
                <a:ea typeface="+mn-lt"/>
                <a:cs typeface="+mn-lt"/>
              </a:rPr>
              <a:t> Power for graphics cards</a:t>
            </a:r>
            <a:endParaRPr lang="en-US" sz="2000" dirty="0"/>
          </a:p>
          <a:p>
            <a:r>
              <a:rPr lang="en-US" sz="2000" b="1" dirty="0">
                <a:ea typeface="+mn-lt"/>
                <a:cs typeface="+mn-lt"/>
              </a:rPr>
              <a:t>SATA Power Connectors:</a:t>
            </a:r>
            <a:r>
              <a:rPr lang="en-US" sz="2000" dirty="0">
                <a:ea typeface="+mn-lt"/>
                <a:cs typeface="+mn-lt"/>
              </a:rPr>
              <a:t> Modern drives (HDDs, SSDs)</a:t>
            </a:r>
            <a:endParaRPr lang="en-US" sz="2000" dirty="0"/>
          </a:p>
          <a:p>
            <a:r>
              <a:rPr lang="en-US" sz="2000" b="1" dirty="0">
                <a:ea typeface="+mn-lt"/>
                <a:cs typeface="+mn-lt"/>
              </a:rPr>
              <a:t>Molex Connectors:</a:t>
            </a:r>
            <a:r>
              <a:rPr lang="en-US" sz="2000" dirty="0">
                <a:ea typeface="+mn-lt"/>
                <a:cs typeface="+mn-lt"/>
              </a:rPr>
              <a:t> Legacy devices (fans, older drives)</a:t>
            </a:r>
            <a:endParaRPr lang="en-US" sz="2000" dirty="0"/>
          </a:p>
        </p:txBody>
      </p:sp>
      <p:pic>
        <p:nvPicPr>
          <p:cNvPr id="4" name="Picture 3" descr="A group of different colored wire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293179"/>
            <a:ext cx="5458968" cy="4271642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4100" b="1">
                <a:solidFill>
                  <a:srgbClr val="FFFFFF"/>
                </a:solidFill>
                <a:ea typeface="+mj-lt"/>
                <a:cs typeface="+mj-lt"/>
              </a:rPr>
              <a:t>System Board Components</a:t>
            </a:r>
            <a:endParaRPr lang="en-US" sz="4100" b="1">
              <a:solidFill>
                <a:srgbClr val="FFFFFF"/>
              </a:solidFill>
            </a:endParaRPr>
          </a:p>
        </p:txBody>
      </p:sp>
      <p:sp>
        <p:nvSpPr>
          <p:cNvPr id="20" name="Arc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Bus architecture </a:t>
            </a:r>
          </a:p>
          <a:p>
            <a:r>
              <a:rPr lang="en-US" sz="2400">
                <a:ea typeface="+mn-lt"/>
                <a:cs typeface="+mn-lt"/>
              </a:rPr>
              <a:t>Chipsets </a:t>
            </a:r>
          </a:p>
          <a:p>
            <a:r>
              <a:rPr lang="en-US" sz="2400">
                <a:ea typeface="+mn-lt"/>
                <a:cs typeface="+mn-lt"/>
              </a:rPr>
              <a:t>Expansion slots </a:t>
            </a:r>
          </a:p>
          <a:p>
            <a:r>
              <a:rPr lang="en-US" sz="2400">
                <a:ea typeface="+mn-lt"/>
                <a:cs typeface="+mn-lt"/>
              </a:rPr>
              <a:t>Memory slots and cache </a:t>
            </a:r>
          </a:p>
          <a:p>
            <a:r>
              <a:rPr lang="en-US" sz="2400">
                <a:ea typeface="+mn-lt"/>
                <a:cs typeface="+mn-lt"/>
              </a:rPr>
              <a:t>Central processing units and processor sockets </a:t>
            </a:r>
          </a:p>
          <a:p>
            <a:r>
              <a:rPr lang="en-US" sz="2400">
                <a:ea typeface="+mn-lt"/>
                <a:cs typeface="+mn-lt"/>
              </a:rPr>
              <a:t>Power connectors </a:t>
            </a:r>
          </a:p>
          <a:p>
            <a:r>
              <a:rPr lang="en-US" sz="2400">
                <a:ea typeface="+mn-lt"/>
                <a:cs typeface="+mn-lt"/>
              </a:rPr>
              <a:t>Onboard non-volatile storage connectors (such as for hard drives) </a:t>
            </a:r>
          </a:p>
          <a:p>
            <a:r>
              <a:rPr lang="en-US" sz="2400">
                <a:ea typeface="+mn-lt"/>
                <a:cs typeface="+mn-lt"/>
              </a:rPr>
              <a:t>Motherboard headers </a:t>
            </a:r>
          </a:p>
          <a:p>
            <a:r>
              <a:rPr lang="en-US" sz="2400">
                <a:ea typeface="+mn-lt"/>
                <a:cs typeface="+mn-lt"/>
              </a:rPr>
              <a:t>BIOS/UEFI/firmware </a:t>
            </a:r>
          </a:p>
          <a:p>
            <a:r>
              <a:rPr lang="en-US" sz="2400">
                <a:ea typeface="+mn-lt"/>
                <a:cs typeface="+mn-lt"/>
              </a:rPr>
              <a:t>CMOS and CMOS battery </a:t>
            </a:r>
          </a:p>
          <a:p>
            <a:r>
              <a:rPr lang="en-US" sz="2400">
                <a:ea typeface="+mn-lt"/>
                <a:cs typeface="+mn-lt"/>
              </a:rPr>
              <a:t>Front-panel connectors and headers</a:t>
            </a:r>
            <a:endParaRPr lang="en-US" sz="2400"/>
          </a:p>
        </p:txBody>
      </p:sp>
      <p:pic>
        <p:nvPicPr>
          <p:cNvPr id="5" name="Picture 4" descr="A close-up of a logo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8205" r="9085" b="3609"/>
          <a:stretch>
            <a:fillRect/>
          </a:stretch>
        </p:blipFill>
        <p:spPr>
          <a:xfrm>
            <a:off x="20" y="12710"/>
            <a:ext cx="12191980" cy="6857990"/>
          </a:xfrm>
          <a:prstGeom prst="rect">
            <a:avLst/>
          </a:prstGeom>
        </p:spPr>
      </p:pic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Bus Architecture</a:t>
            </a:r>
            <a:endParaRPr lang="en-US" dirty="0"/>
          </a:p>
        </p:txBody>
      </p:sp>
      <p:graphicFrame>
        <p:nvGraphicFramePr>
          <p:cNvPr id="1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5012929"/>
              </p:ext>
            </p:extLst>
          </p:nvPr>
        </p:nvGraphicFramePr>
        <p:xfrm>
          <a:off x="-1717096" y="1562514"/>
          <a:ext cx="829665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6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19770" y="1951383"/>
            <a:ext cx="5587068" cy="4114800"/>
          </a:xfrm>
          <a:prstGeom prst="rect">
            <a:avLst/>
          </a:prstGeom>
        </p:spPr>
      </p:pic>
      <p:pic>
        <p:nvPicPr>
          <p:cNvPr id="12" name="Picture 11" descr="A close-up of a logo&#10;&#10;AI-generated content may be incorrect.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44993" y="151052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Chipsets</a:t>
            </a:r>
            <a:endParaRPr lang="en-US" dirty="0"/>
          </a:p>
        </p:txBody>
      </p:sp>
      <p:sp>
        <p:nvSpPr>
          <p:cNvPr id="25" name="Freeform: Shap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 dirty="0">
                <a:ea typeface="+mn-lt"/>
                <a:cs typeface="+mn-lt"/>
              </a:rPr>
              <a:t>Coordinates data flow between CPU, RAM, storage, and I/O.</a:t>
            </a:r>
          </a:p>
          <a:p>
            <a:pPr marL="0" indent="0">
              <a:buNone/>
            </a:pPr>
            <a:r>
              <a:rPr lang="en-US" sz="2200" b="1" dirty="0">
                <a:ea typeface="+mn-lt"/>
                <a:cs typeface="+mn-lt"/>
              </a:rPr>
              <a:t>Traditional Design</a:t>
            </a:r>
            <a:r>
              <a:rPr lang="en-US" sz="2200" dirty="0">
                <a:ea typeface="+mn-lt"/>
                <a:cs typeface="+mn-lt"/>
              </a:rPr>
              <a:t>:</a:t>
            </a:r>
          </a:p>
          <a:p>
            <a:pPr>
              <a:buFont typeface="Arial" panose="020B0604020202020204"/>
            </a:pPr>
            <a:r>
              <a:rPr lang="en-US" sz="2200" b="1" dirty="0">
                <a:ea typeface="+mn-lt"/>
                <a:cs typeface="+mn-lt"/>
              </a:rPr>
              <a:t>Northbridge</a:t>
            </a:r>
            <a:r>
              <a:rPr lang="en-US" sz="2200" dirty="0">
                <a:ea typeface="+mn-lt"/>
                <a:cs typeface="+mn-lt"/>
              </a:rPr>
              <a:t>: Manages high-speed interfaces (CPU, RAM, GPU)</a:t>
            </a:r>
            <a:endParaRPr lang="en-US" sz="2200" dirty="0"/>
          </a:p>
          <a:p>
            <a:pPr>
              <a:buFont typeface="Arial" panose="020B0604020202020204"/>
              <a:buChar char="•"/>
            </a:pPr>
            <a:r>
              <a:rPr lang="en-US" sz="2200" b="1" dirty="0">
                <a:ea typeface="+mn-lt"/>
                <a:cs typeface="+mn-lt"/>
              </a:rPr>
              <a:t>Southbridge</a:t>
            </a:r>
            <a:r>
              <a:rPr lang="en-US" sz="2200" dirty="0">
                <a:ea typeface="+mn-lt"/>
                <a:cs typeface="+mn-lt"/>
              </a:rPr>
              <a:t>: Handles slower devices (USB, SATA, audio)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ea typeface="+mn-lt"/>
                <a:cs typeface="+mn-lt"/>
              </a:rPr>
              <a:t>Modern Chipsets</a:t>
            </a:r>
            <a:r>
              <a:rPr lang="en-US" sz="2200" dirty="0">
                <a:ea typeface="+mn-lt"/>
                <a:cs typeface="+mn-lt"/>
              </a:rPr>
              <a:t>:</a:t>
            </a:r>
            <a:endParaRPr lang="en-US" sz="2200" dirty="0"/>
          </a:p>
          <a:p>
            <a:pPr>
              <a:buFont typeface="Arial" panose="020B0604020202020204"/>
              <a:buChar char="•"/>
            </a:pPr>
            <a:r>
              <a:rPr lang="en-US" sz="2200" dirty="0">
                <a:ea typeface="+mn-lt"/>
                <a:cs typeface="+mn-lt"/>
              </a:rPr>
              <a:t>Single chip architecture</a:t>
            </a:r>
            <a:endParaRPr lang="en-US" sz="2200" dirty="0"/>
          </a:p>
          <a:p>
            <a:pPr>
              <a:buFont typeface="Arial" panose="020B0604020202020204"/>
              <a:buChar char="•"/>
            </a:pPr>
            <a:r>
              <a:rPr lang="en-US" sz="2200" dirty="0">
                <a:ea typeface="+mn-lt"/>
                <a:cs typeface="+mn-lt"/>
              </a:rPr>
              <a:t>Integrated memory and PCIe controllers in the CPU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27" name="Oval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Block Arc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Freeform: Shape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6" name="Straight Connector 25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reeform: Shap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Arc 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-up of a logo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ea typeface="+mj-lt"/>
                <a:cs typeface="+mj-lt"/>
              </a:rPr>
              <a:t>Expansion Slots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0" name="Arc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val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ea typeface="+mn-lt"/>
                <a:cs typeface="+mn-lt"/>
              </a:rPr>
              <a:t>Purpose</a:t>
            </a:r>
            <a:r>
              <a:rPr lang="en-US" sz="2000" dirty="0">
                <a:ea typeface="+mn-lt"/>
                <a:cs typeface="+mn-lt"/>
              </a:rPr>
              <a:t>: Allow additional cards to be installed (GPU, sound, NIC, etc.)</a:t>
            </a:r>
            <a:endParaRPr lang="en-US" dirty="0"/>
          </a:p>
          <a:p>
            <a:pPr marL="0" indent="0">
              <a:buNone/>
            </a:pPr>
            <a:r>
              <a:rPr lang="en-US" sz="2000" b="1" dirty="0">
                <a:ea typeface="+mn-lt"/>
                <a:cs typeface="+mn-lt"/>
              </a:rPr>
              <a:t>Common Types</a:t>
            </a:r>
            <a:r>
              <a:rPr lang="en-US" sz="2000" dirty="0">
                <a:ea typeface="+mn-lt"/>
                <a:cs typeface="+mn-lt"/>
              </a:rPr>
              <a:t>:</a:t>
            </a:r>
            <a:endParaRPr lang="en-US" dirty="0">
              <a:ea typeface="+mn-lt"/>
              <a:cs typeface="+mn-lt"/>
            </a:endParaRPr>
          </a:p>
          <a:p>
            <a:pPr>
              <a:buFont typeface="Arial" panose="020B0604020202020204"/>
              <a:buChar char="•"/>
            </a:pPr>
            <a:r>
              <a:rPr lang="en-US" sz="2000" b="1" dirty="0">
                <a:ea typeface="+mn-lt"/>
                <a:cs typeface="+mn-lt"/>
              </a:rPr>
              <a:t>PCIe x16</a:t>
            </a:r>
            <a:r>
              <a:rPr lang="en-US" sz="2000" dirty="0">
                <a:ea typeface="+mn-lt"/>
                <a:cs typeface="+mn-lt"/>
              </a:rPr>
              <a:t> – Graphics cards</a:t>
            </a:r>
            <a:endParaRPr lang="en-US" dirty="0"/>
          </a:p>
          <a:p>
            <a:pPr>
              <a:buFont typeface="Arial" panose="020B0604020202020204"/>
              <a:buChar char="•"/>
            </a:pPr>
            <a:r>
              <a:rPr lang="en-US" sz="2000" b="1" dirty="0">
                <a:ea typeface="+mn-lt"/>
                <a:cs typeface="+mn-lt"/>
              </a:rPr>
              <a:t>PCIe x1</a:t>
            </a:r>
            <a:r>
              <a:rPr lang="en-US" sz="2000" dirty="0">
                <a:ea typeface="+mn-lt"/>
                <a:cs typeface="+mn-lt"/>
              </a:rPr>
              <a:t> – NICs, USB cards</a:t>
            </a:r>
            <a:endParaRPr lang="en-US" dirty="0"/>
          </a:p>
          <a:p>
            <a:pPr>
              <a:buFont typeface="Arial" panose="020B0604020202020204"/>
              <a:buChar char="•"/>
            </a:pPr>
            <a:r>
              <a:rPr lang="en-US" sz="2000" b="1" dirty="0">
                <a:ea typeface="+mn-lt"/>
                <a:cs typeface="+mn-lt"/>
              </a:rPr>
              <a:t>Legacy PCI</a:t>
            </a:r>
            <a:r>
              <a:rPr lang="en-US" sz="2000" dirty="0">
                <a:ea typeface="+mn-lt"/>
                <a:cs typeface="+mn-lt"/>
              </a:rPr>
              <a:t> – Rare in modern systems</a:t>
            </a:r>
            <a:endParaRPr lang="en-US" dirty="0"/>
          </a:p>
          <a:p>
            <a:pPr>
              <a:buFont typeface="Arial" panose="020B0604020202020204"/>
              <a:buChar char="•"/>
            </a:pPr>
            <a:r>
              <a:rPr lang="en-US" sz="2000" b="1" dirty="0">
                <a:ea typeface="+mn-lt"/>
                <a:cs typeface="+mn-lt"/>
              </a:rPr>
              <a:t>PCIe Versions</a:t>
            </a:r>
            <a:r>
              <a:rPr lang="en-US" sz="2000" dirty="0">
                <a:ea typeface="+mn-lt"/>
                <a:cs typeface="+mn-lt"/>
              </a:rPr>
              <a:t>: 3.0, 4.0, 5.0 — higher bandwidth each gen</a:t>
            </a:r>
            <a:endParaRPr lang="en-US" dirty="0"/>
          </a:p>
        </p:txBody>
      </p:sp>
      <p:pic>
        <p:nvPicPr>
          <p:cNvPr id="5" name="Picture 4" descr="A close-up of a logo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 b="1">
                <a:ea typeface="+mj-lt"/>
                <a:cs typeface="+mj-lt"/>
              </a:rPr>
              <a:t>Memory Slots and Cache</a:t>
            </a:r>
            <a:endParaRPr lang="en-US" sz="4800"/>
          </a:p>
        </p:txBody>
      </p:sp>
      <p:grpSp>
        <p:nvGrpSpPr>
          <p:cNvPr id="18" name="Group 17"/>
          <p:cNvGrpSpPr>
            <a:grpSpLocks noGrp="1" noUngrp="1" noRot="1" noChangeAspect="1" noMove="1" noResize="1"/>
          </p:cNvGrpSpPr>
          <p:nvPr/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9" name="Rectangle 18"/>
            <p:cNvSpPr/>
            <p:nvPr/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ea typeface="+mn-lt"/>
                <a:cs typeface="+mn-lt"/>
              </a:rPr>
              <a:t>Memory Slots</a:t>
            </a:r>
            <a:r>
              <a:rPr lang="en-US" sz="2200" dirty="0">
                <a:ea typeface="+mn-lt"/>
                <a:cs typeface="+mn-lt"/>
              </a:rPr>
              <a:t>:</a:t>
            </a:r>
            <a:endParaRPr lang="en-US" sz="2200" dirty="0"/>
          </a:p>
          <a:p>
            <a:pPr>
              <a:buFont typeface="Arial" panose="020B0604020202020204"/>
              <a:buChar char="•"/>
            </a:pPr>
            <a:r>
              <a:rPr lang="en-US" sz="2200" dirty="0">
                <a:ea typeface="+mn-lt"/>
                <a:cs typeface="+mn-lt"/>
              </a:rPr>
              <a:t>Called </a:t>
            </a:r>
            <a:r>
              <a:rPr lang="en-US" altLang="en-GB" sz="2200" b="1" dirty="0">
                <a:ea typeface="+mn-lt"/>
                <a:cs typeface="+mn-lt"/>
              </a:rPr>
              <a:t>DIMM (Dual In-line Memory Module)</a:t>
            </a:r>
            <a:r>
              <a:rPr lang="en-US" sz="2200" b="1" dirty="0">
                <a:ea typeface="+mn-lt"/>
                <a:cs typeface="+mn-lt"/>
              </a:rPr>
              <a:t> slots</a:t>
            </a:r>
            <a:r>
              <a:rPr lang="en-US" sz="2200" dirty="0">
                <a:ea typeface="+mn-lt"/>
                <a:cs typeface="+mn-lt"/>
              </a:rPr>
              <a:t> on desktops</a:t>
            </a:r>
            <a:endParaRPr lang="en-US" sz="2200" dirty="0"/>
          </a:p>
          <a:p>
            <a:pPr>
              <a:buFont typeface="Arial" panose="020B0604020202020204"/>
              <a:buChar char="•"/>
            </a:pPr>
            <a:r>
              <a:rPr lang="en-US" altLang="en-GB" sz="2200" b="1" dirty="0">
                <a:ea typeface="+mn-lt"/>
                <a:cs typeface="+mn-lt"/>
              </a:rPr>
              <a:t>SODIMM (Small Outline Dual In-line Memory Module)</a:t>
            </a:r>
            <a:r>
              <a:rPr lang="en-US" sz="2200" b="1" dirty="0">
                <a:ea typeface="+mn-lt"/>
                <a:cs typeface="+mn-lt"/>
              </a:rPr>
              <a:t> </a:t>
            </a:r>
            <a:r>
              <a:rPr lang="en-US" sz="2200" dirty="0">
                <a:ea typeface="+mn-lt"/>
                <a:cs typeface="+mn-lt"/>
              </a:rPr>
              <a:t>for laptops</a:t>
            </a:r>
            <a:endParaRPr lang="en-US" sz="2200" dirty="0"/>
          </a:p>
          <a:p>
            <a:pPr>
              <a:buFont typeface="Arial" panose="020B0604020202020204"/>
              <a:buChar char="•"/>
            </a:pPr>
            <a:r>
              <a:rPr lang="en-US" sz="2200" dirty="0">
                <a:ea typeface="+mn-lt"/>
                <a:cs typeface="+mn-lt"/>
              </a:rPr>
              <a:t>Support dual/quad channel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ea typeface="+mn-lt"/>
                <a:cs typeface="+mn-lt"/>
              </a:rPr>
              <a:t>Cache Memory</a:t>
            </a:r>
            <a:r>
              <a:rPr lang="en-US" sz="2200" dirty="0">
                <a:ea typeface="+mn-lt"/>
                <a:cs typeface="+mn-lt"/>
              </a:rPr>
              <a:t>:</a:t>
            </a:r>
          </a:p>
          <a:p>
            <a:pPr>
              <a:buFont typeface="Arial" panose="020B0604020202020204"/>
            </a:pPr>
            <a:r>
              <a:rPr lang="en-US" sz="2200" b="1" dirty="0">
                <a:ea typeface="+mn-lt"/>
                <a:cs typeface="+mn-lt"/>
              </a:rPr>
              <a:t>L1/L2/L3</a:t>
            </a:r>
            <a:r>
              <a:rPr lang="en-US" sz="2200" dirty="0">
                <a:ea typeface="+mn-lt"/>
                <a:cs typeface="+mn-lt"/>
              </a:rPr>
              <a:t>: Located on CPU</a:t>
            </a:r>
          </a:p>
          <a:p>
            <a:pPr>
              <a:buFont typeface="Arial" panose="020B0604020202020204"/>
              <a:buChar char="•"/>
            </a:pPr>
            <a:r>
              <a:rPr lang="en-US" sz="2200" b="1" dirty="0">
                <a:ea typeface="+mn-lt"/>
                <a:cs typeface="+mn-lt"/>
              </a:rPr>
              <a:t>Function</a:t>
            </a:r>
            <a:r>
              <a:rPr lang="en-US" sz="2200" dirty="0">
                <a:ea typeface="+mn-lt"/>
                <a:cs typeface="+mn-lt"/>
              </a:rPr>
              <a:t>: Stores frequently used instructions to reduce access time</a:t>
            </a:r>
            <a:endParaRPr lang="en-US" sz="2200" dirty="0"/>
          </a:p>
          <a:p>
            <a:pPr marL="0" indent="0">
              <a:buNone/>
            </a:pPr>
            <a:endParaRPr lang="en-US" sz="2200" b="1" dirty="0"/>
          </a:p>
        </p:txBody>
      </p:sp>
      <p:pic>
        <p:nvPicPr>
          <p:cNvPr id="5" name="Picture 4" descr="A close-up of a logo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Memory Hierarchy Diagram">
            <a:extLst>
              <a:ext uri="{FF2B5EF4-FFF2-40B4-BE49-F238E27FC236}">
                <a16:creationId xmlns:a16="http://schemas.microsoft.com/office/drawing/2014/main" id="{3D1AB1D5-7929-AAE0-67A3-B47A2EAC10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0250" b="549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9910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7971155" cy="342963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9001760" y="728980"/>
            <a:ext cx="2202180" cy="13671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GB">
                <a:latin typeface="Arial Black" panose="020B0A04020102020204" charset="0"/>
                <a:cs typeface="Arial Black" panose="020B0A04020102020204" charset="0"/>
              </a:rPr>
              <a:t>67.6 mm</a:t>
            </a:r>
          </a:p>
          <a:p>
            <a:r>
              <a:rPr lang="en-IN" altLang="en-GB">
                <a:latin typeface="Arial Black" panose="020B0A04020102020204" charset="0"/>
                <a:cs typeface="Arial Black" panose="020B0A04020102020204" charset="0"/>
              </a:rPr>
              <a:t>260 Pins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8912860" y="4345940"/>
            <a:ext cx="25488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GB" dirty="0">
                <a:latin typeface="Arial Black" panose="020B0A04020102020204" charset="0"/>
                <a:cs typeface="Arial Black" panose="020B0A04020102020204" charset="0"/>
              </a:rPr>
              <a:t>133.35 mm</a:t>
            </a:r>
          </a:p>
          <a:p>
            <a:r>
              <a:rPr lang="en-IN" altLang="en-GB" dirty="0">
                <a:latin typeface="Arial Black" panose="020B0A04020102020204" charset="0"/>
                <a:cs typeface="Arial Black" panose="020B0A04020102020204" charset="0"/>
              </a:rPr>
              <a:t>288 Pins</a:t>
            </a:r>
          </a:p>
        </p:txBody>
      </p:sp>
      <p:pic>
        <p:nvPicPr>
          <p:cNvPr id="3" name="Picture 2" descr="EVM 8GB DDR5 Desktop RAM Memory | 5600MHz | PC5-44800 | Long-DIMM | 288-Pin | CL19 | 1.1V Low Voltage | High Performance |...">
            <a:extLst>
              <a:ext uri="{FF2B5EF4-FFF2-40B4-BE49-F238E27FC236}">
                <a16:creationId xmlns:a16="http://schemas.microsoft.com/office/drawing/2014/main" id="{CCDBA694-6FDB-C2F7-C0EF-7C2BB50952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53" t="34992" r="-5253" b="36796"/>
          <a:stretch>
            <a:fillRect/>
          </a:stretch>
        </p:blipFill>
        <p:spPr>
          <a:xfrm>
            <a:off x="171450" y="3703983"/>
            <a:ext cx="8741410" cy="234563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173345" cy="36372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3637280"/>
            <a:ext cx="5088890" cy="32207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3345" y="0"/>
            <a:ext cx="711581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 b="1">
                <a:ea typeface="+mj-lt"/>
                <a:cs typeface="+mj-lt"/>
              </a:rPr>
              <a:t>Memory Slots and Cache Contd...</a:t>
            </a:r>
            <a:endParaRPr lang="en-US" sz="4800"/>
          </a:p>
        </p:txBody>
      </p:sp>
      <p:grpSp>
        <p:nvGrpSpPr>
          <p:cNvPr id="18" name="Group 17"/>
          <p:cNvGrpSpPr>
            <a:grpSpLocks noGrp="1" noUngrp="1" noRot="1" noChangeAspect="1" noMove="1" noResize="1"/>
          </p:cNvGrpSpPr>
          <p:nvPr/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9" name="Rectangle 18"/>
            <p:cNvSpPr/>
            <p:nvPr/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ea typeface="+mn-lt"/>
                <a:cs typeface="+mn-lt"/>
              </a:rPr>
              <a:t>Types of Cache Memory:</a:t>
            </a:r>
          </a:p>
          <a:p>
            <a:pPr marL="0" indent="0">
              <a:buNone/>
            </a:pPr>
            <a:r>
              <a:rPr lang="en-US" sz="2200" b="1" dirty="0"/>
              <a:t>Level 1 Cache: </a:t>
            </a:r>
          </a:p>
          <a:p>
            <a:pPr>
              <a:buFont typeface="Arial" panose="020B0604020202020204"/>
              <a:buChar char="•"/>
            </a:pPr>
            <a:r>
              <a:rPr lang="en-US" sz="2200" b="1" dirty="0">
                <a:ea typeface="+mn-lt"/>
                <a:cs typeface="+mn-lt"/>
              </a:rPr>
              <a:t>Fastest</a:t>
            </a:r>
            <a:r>
              <a:rPr lang="en-US" sz="2200" dirty="0">
                <a:ea typeface="+mn-lt"/>
                <a:cs typeface="+mn-lt"/>
              </a:rPr>
              <a:t> and </a:t>
            </a:r>
            <a:r>
              <a:rPr lang="en-US" sz="2200" b="1" dirty="0">
                <a:ea typeface="+mn-lt"/>
                <a:cs typeface="+mn-lt"/>
              </a:rPr>
              <a:t>smallest</a:t>
            </a:r>
            <a:r>
              <a:rPr lang="en-US" sz="2200" dirty="0">
                <a:ea typeface="+mn-lt"/>
                <a:cs typeface="+mn-lt"/>
              </a:rPr>
              <a:t> type of cache.</a:t>
            </a:r>
            <a:endParaRPr lang="en-US" sz="2200" dirty="0"/>
          </a:p>
          <a:p>
            <a:pPr>
              <a:buFont typeface="Arial" panose="020B0604020202020204"/>
              <a:buChar char="•"/>
            </a:pPr>
            <a:r>
              <a:rPr lang="en-US" sz="2200" dirty="0">
                <a:ea typeface="+mn-lt"/>
                <a:cs typeface="+mn-lt"/>
              </a:rPr>
              <a:t>Located </a:t>
            </a:r>
            <a:r>
              <a:rPr lang="en-US" sz="2200" b="1" dirty="0">
                <a:ea typeface="+mn-lt"/>
                <a:cs typeface="+mn-lt"/>
              </a:rPr>
              <a:t>directly on the processor die</a:t>
            </a:r>
            <a:r>
              <a:rPr lang="en-US" sz="2200" dirty="0">
                <a:ea typeface="+mn-lt"/>
                <a:cs typeface="+mn-lt"/>
              </a:rPr>
              <a:t>.</a:t>
            </a:r>
            <a:endParaRPr lang="en-US" sz="2200" dirty="0"/>
          </a:p>
          <a:p>
            <a:pPr>
              <a:buFont typeface="Arial" panose="020B0604020202020204"/>
              <a:buChar char="•"/>
            </a:pPr>
            <a:r>
              <a:rPr lang="en-US" sz="2200" dirty="0">
                <a:ea typeface="+mn-lt"/>
                <a:cs typeface="+mn-lt"/>
              </a:rPr>
              <a:t>Integrated into the CPU core itself—closest possible location for maximum speed.</a:t>
            </a:r>
            <a:endParaRPr lang="en-US" sz="2200" dirty="0"/>
          </a:p>
          <a:p>
            <a:pPr>
              <a:buFont typeface="Arial" panose="020B0604020202020204"/>
              <a:buChar char="•"/>
            </a:pPr>
            <a:r>
              <a:rPr lang="en-US" sz="2200" dirty="0">
                <a:ea typeface="+mn-lt"/>
                <a:cs typeface="+mn-lt"/>
              </a:rPr>
              <a:t>Stores both </a:t>
            </a:r>
            <a:r>
              <a:rPr lang="en-US" sz="2200" b="1" dirty="0">
                <a:ea typeface="+mn-lt"/>
                <a:cs typeface="+mn-lt"/>
              </a:rPr>
              <a:t>instructions</a:t>
            </a:r>
            <a:r>
              <a:rPr lang="en-US" sz="2200" dirty="0">
                <a:ea typeface="+mn-lt"/>
                <a:cs typeface="+mn-lt"/>
              </a:rPr>
              <a:t> and </a:t>
            </a:r>
            <a:r>
              <a:rPr lang="en-US" sz="2200" b="1" dirty="0">
                <a:ea typeface="+mn-lt"/>
                <a:cs typeface="+mn-lt"/>
              </a:rPr>
              <a:t>data</a:t>
            </a:r>
            <a:r>
              <a:rPr lang="en-US" sz="2200" dirty="0">
                <a:ea typeface="+mn-lt"/>
                <a:cs typeface="+mn-lt"/>
              </a:rPr>
              <a:t>.</a:t>
            </a:r>
            <a:endParaRPr lang="en-US" sz="2200" dirty="0"/>
          </a:p>
          <a:p>
            <a:pPr>
              <a:buFont typeface="Arial" panose="020B0604020202020204"/>
              <a:buChar char="•"/>
            </a:pPr>
            <a:r>
              <a:rPr lang="en-US" sz="2200" dirty="0">
                <a:ea typeface="+mn-lt"/>
                <a:cs typeface="+mn-lt"/>
              </a:rPr>
              <a:t>Typical size: </a:t>
            </a:r>
            <a:r>
              <a:rPr lang="en-US" sz="2200" b="1" dirty="0">
                <a:ea typeface="+mn-lt"/>
                <a:cs typeface="+mn-lt"/>
              </a:rPr>
              <a:t>80 KB</a:t>
            </a:r>
            <a:r>
              <a:rPr lang="en-US" sz="2200" dirty="0">
                <a:ea typeface="+mn-lt"/>
                <a:cs typeface="+mn-lt"/>
              </a:rPr>
              <a:t> total (e.g., 32 KB for instructions, 48 KB for data per core).</a:t>
            </a:r>
            <a:endParaRPr lang="en-US" sz="2200" dirty="0"/>
          </a:p>
          <a:p>
            <a:pPr>
              <a:buFont typeface="Arial" panose="020B0604020202020204"/>
              <a:buChar char="•"/>
            </a:pPr>
            <a:r>
              <a:rPr lang="en-US" sz="2200" b="1" dirty="0">
                <a:ea typeface="+mn-lt"/>
                <a:cs typeface="+mn-lt"/>
              </a:rPr>
              <a:t>Dedicated to each core</a:t>
            </a:r>
            <a:r>
              <a:rPr lang="en-US" sz="2200" dirty="0">
                <a:ea typeface="+mn-lt"/>
                <a:cs typeface="+mn-lt"/>
              </a:rPr>
              <a:t> — not shared</a:t>
            </a:r>
            <a:endParaRPr lang="en-US" sz="2200" dirty="0"/>
          </a:p>
          <a:p>
            <a:pPr marL="0" indent="0">
              <a:buNone/>
            </a:pPr>
            <a:endParaRPr lang="en-US" sz="2200" b="1" dirty="0"/>
          </a:p>
        </p:txBody>
      </p:sp>
      <p:pic>
        <p:nvPicPr>
          <p:cNvPr id="5" name="Picture 4" descr="A close-up of a logo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 b="1">
                <a:ea typeface="+mj-lt"/>
                <a:cs typeface="+mj-lt"/>
              </a:rPr>
              <a:t>Memory Slots and Cache Contd...</a:t>
            </a:r>
            <a:endParaRPr lang="en-US" sz="4800"/>
          </a:p>
        </p:txBody>
      </p:sp>
      <p:grpSp>
        <p:nvGrpSpPr>
          <p:cNvPr id="18" name="Group 17"/>
          <p:cNvGrpSpPr>
            <a:grpSpLocks noGrp="1" noUngrp="1" noRot="1" noChangeAspect="1" noMove="1" noResize="1"/>
          </p:cNvGrpSpPr>
          <p:nvPr/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9" name="Rectangle 18"/>
            <p:cNvSpPr/>
            <p:nvPr/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b="1">
                <a:ea typeface="+mn-lt"/>
                <a:cs typeface="+mn-lt"/>
              </a:rPr>
              <a:t>Types of Cache Memory:</a:t>
            </a:r>
          </a:p>
          <a:p>
            <a:pPr marL="0" indent="0">
              <a:buNone/>
            </a:pPr>
            <a:r>
              <a:rPr lang="en-US" sz="2200" b="1"/>
              <a:t>Level 2 Cache: </a:t>
            </a:r>
          </a:p>
          <a:p>
            <a:pPr>
              <a:buFont typeface="Arial" panose="020B0604020202020204"/>
              <a:buChar char="•"/>
            </a:pPr>
            <a:r>
              <a:rPr lang="en-US" sz="2200" b="1">
                <a:ea typeface="+mn-lt"/>
                <a:cs typeface="+mn-lt"/>
              </a:rPr>
              <a:t>Larger but slower</a:t>
            </a:r>
            <a:r>
              <a:rPr lang="en-US" sz="2200">
                <a:ea typeface="+mn-lt"/>
                <a:cs typeface="+mn-lt"/>
              </a:rPr>
              <a:t> than L1 cache.</a:t>
            </a:r>
          </a:p>
          <a:p>
            <a:pPr>
              <a:buFont typeface="Arial" panose="020B0604020202020204"/>
              <a:buChar char="•"/>
            </a:pPr>
            <a:r>
              <a:rPr lang="en-US" sz="2200">
                <a:ea typeface="+mn-lt"/>
                <a:cs typeface="+mn-lt"/>
              </a:rPr>
              <a:t>Still located on the CPU die in modern processors.</a:t>
            </a:r>
          </a:p>
          <a:p>
            <a:pPr>
              <a:buFont typeface="Arial" panose="020B0604020202020204"/>
              <a:buChar char="•"/>
            </a:pPr>
            <a:r>
              <a:rPr lang="en-US" sz="2200">
                <a:ea typeface="+mn-lt"/>
                <a:cs typeface="+mn-lt"/>
              </a:rPr>
              <a:t>Typical size: </a:t>
            </a:r>
            <a:r>
              <a:rPr lang="en-US" sz="2200" b="1">
                <a:ea typeface="+mn-lt"/>
                <a:cs typeface="+mn-lt"/>
              </a:rPr>
              <a:t>512 KB per core</a:t>
            </a:r>
            <a:r>
              <a:rPr lang="en-US" sz="2200">
                <a:ea typeface="+mn-lt"/>
                <a:cs typeface="+mn-lt"/>
              </a:rPr>
              <a:t>.</a:t>
            </a:r>
            <a:endParaRPr lang="en-US" sz="2200"/>
          </a:p>
          <a:p>
            <a:pPr>
              <a:buFont typeface="Arial" panose="020B0604020202020204"/>
              <a:buChar char="•"/>
            </a:pPr>
            <a:r>
              <a:rPr lang="en-US" sz="2200">
                <a:ea typeface="+mn-lt"/>
                <a:cs typeface="+mn-lt"/>
              </a:rPr>
              <a:t>Usually </a:t>
            </a:r>
            <a:r>
              <a:rPr lang="en-US" sz="2200" b="1">
                <a:ea typeface="+mn-lt"/>
                <a:cs typeface="+mn-lt"/>
              </a:rPr>
              <a:t>dedicated per core</a:t>
            </a:r>
            <a:r>
              <a:rPr lang="en-US" sz="2200">
                <a:ea typeface="+mn-lt"/>
                <a:cs typeface="+mn-lt"/>
              </a:rPr>
              <a:t>, but in some architectures, it's </a:t>
            </a:r>
            <a:r>
              <a:rPr lang="en-US" sz="2200" b="1">
                <a:ea typeface="+mn-lt"/>
                <a:cs typeface="+mn-lt"/>
              </a:rPr>
              <a:t>shared</a:t>
            </a:r>
            <a:r>
              <a:rPr lang="en-US" sz="2200">
                <a:ea typeface="+mn-lt"/>
                <a:cs typeface="+mn-lt"/>
              </a:rPr>
              <a:t> between cores.</a:t>
            </a:r>
            <a:endParaRPr lang="en-US" sz="2200"/>
          </a:p>
          <a:p>
            <a:pPr>
              <a:buFont typeface="Arial" panose="020B0604020202020204"/>
              <a:buChar char="•"/>
            </a:pPr>
            <a:r>
              <a:rPr lang="en-US" sz="2200">
                <a:ea typeface="+mn-lt"/>
                <a:cs typeface="+mn-lt"/>
              </a:rPr>
              <a:t>Acts as an intermediate layer between L1 and L3.</a:t>
            </a:r>
            <a:endParaRPr lang="en-US" sz="2200"/>
          </a:p>
        </p:txBody>
      </p:sp>
      <p:pic>
        <p:nvPicPr>
          <p:cNvPr id="5" name="Picture 4" descr="A close-up of a logo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  <a:ea typeface="+mj-lt"/>
                <a:cs typeface="+mj-lt"/>
              </a:rPr>
              <a:t>Memory Slots and Cache Contd...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Arc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val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Types of Cache Memory:</a:t>
            </a:r>
          </a:p>
          <a:p>
            <a:pPr marL="0" indent="0">
              <a:buNone/>
            </a:pPr>
            <a:r>
              <a:rPr lang="en-US" sz="2400" b="1"/>
              <a:t>Level 3 Cache: </a:t>
            </a:r>
          </a:p>
          <a:p>
            <a:pPr>
              <a:buFont typeface="Arial" panose="020B0604020202020204"/>
              <a:buChar char="•"/>
            </a:pPr>
            <a:r>
              <a:rPr lang="en-US" sz="2400" b="1">
                <a:ea typeface="+mn-lt"/>
                <a:cs typeface="+mn-lt"/>
              </a:rPr>
              <a:t>Largest</a:t>
            </a:r>
            <a:r>
              <a:rPr lang="en-US" sz="2400">
                <a:ea typeface="+mn-lt"/>
                <a:cs typeface="+mn-lt"/>
              </a:rPr>
              <a:t> and </a:t>
            </a:r>
            <a:r>
              <a:rPr lang="en-US" sz="2400" b="1">
                <a:ea typeface="+mn-lt"/>
                <a:cs typeface="+mn-lt"/>
              </a:rPr>
              <a:t>slowest</a:t>
            </a:r>
            <a:r>
              <a:rPr lang="en-US" sz="2400">
                <a:ea typeface="+mn-lt"/>
                <a:cs typeface="+mn-lt"/>
              </a:rPr>
              <a:t> among the cache hierarchy.</a:t>
            </a:r>
          </a:p>
          <a:p>
            <a:pPr>
              <a:buFont typeface="Arial" panose="020B0604020202020204"/>
              <a:buChar char="•"/>
            </a:pPr>
            <a:r>
              <a:rPr lang="en-US" sz="2400">
                <a:ea typeface="+mn-lt"/>
                <a:cs typeface="+mn-lt"/>
              </a:rPr>
              <a:t>Size: typically </a:t>
            </a:r>
            <a:r>
              <a:rPr lang="en-US" sz="2400" b="1">
                <a:ea typeface="+mn-lt"/>
                <a:cs typeface="+mn-lt"/>
              </a:rPr>
              <a:t>8–16 MB</a:t>
            </a:r>
            <a:r>
              <a:rPr lang="en-US" sz="2400">
                <a:ea typeface="+mn-lt"/>
                <a:cs typeface="+mn-lt"/>
              </a:rPr>
              <a:t>.</a:t>
            </a:r>
          </a:p>
          <a:p>
            <a:pPr>
              <a:buFont typeface="Arial" panose="020B0604020202020204"/>
              <a:buChar char="•"/>
            </a:pPr>
            <a:r>
              <a:rPr lang="en-US" sz="2400" b="1">
                <a:ea typeface="+mn-lt"/>
                <a:cs typeface="+mn-lt"/>
              </a:rPr>
              <a:t>Shared among all cores</a:t>
            </a:r>
            <a:r>
              <a:rPr lang="en-US" sz="2400">
                <a:ea typeface="+mn-lt"/>
                <a:cs typeface="+mn-lt"/>
              </a:rPr>
              <a:t> of a processor.</a:t>
            </a:r>
          </a:p>
          <a:p>
            <a:pPr>
              <a:buFont typeface="Arial" panose="020B0604020202020204"/>
              <a:buChar char="•"/>
            </a:pPr>
            <a:r>
              <a:rPr lang="en-US" sz="2400">
                <a:ea typeface="+mn-lt"/>
                <a:cs typeface="+mn-lt"/>
              </a:rPr>
              <a:t>Allows efficient communication and data exchange between CPU cores.</a:t>
            </a:r>
          </a:p>
        </p:txBody>
      </p:sp>
      <p:pic>
        <p:nvPicPr>
          <p:cNvPr id="5" name="Picture 4" descr="A close-up of a logo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wn Arrow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Memory Slots and Cache Contd...</a:t>
            </a:r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777316" y="2122332"/>
          <a:ext cx="6780703" cy="2611008"/>
        </p:xfrm>
        <a:graphic>
          <a:graphicData uri="http://schemas.openxmlformats.org/drawingml/2006/table">
            <a:tbl>
              <a:tblPr bandRow="1">
                <a:solidFill>
                  <a:srgbClr val="F7F7F7"/>
                </a:solidFill>
                <a:tableStyleId>{5C22544A-7EE6-4342-B048-85BDC9FD1C3A}</a:tableStyleId>
              </a:tblPr>
              <a:tblGrid>
                <a:gridCol w="882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21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7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2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66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2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en-US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0242" marR="90242" marT="45121" marB="902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Location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0242" marR="90242" marT="45121" marB="902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Size Range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0242" marR="90242" marT="45121" marB="902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Speed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0242" marR="90242" marT="45121" marB="902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Shared/Dedicated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0242" marR="90242" marT="45121" marB="902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L1 Cache</a:t>
                      </a:r>
                    </a:p>
                  </a:txBody>
                  <a:tcPr marL="90242" marR="90242" marT="45121" marB="902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On processor die</a:t>
                      </a:r>
                    </a:p>
                  </a:txBody>
                  <a:tcPr marL="90242" marR="90242" marT="45121" marB="902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~80 KB</a:t>
                      </a:r>
                    </a:p>
                  </a:txBody>
                  <a:tcPr marL="90242" marR="90242" marT="45121" marB="902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Fastest</a:t>
                      </a:r>
                    </a:p>
                  </a:txBody>
                  <a:tcPr marL="90242" marR="90242" marT="45121" marB="902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Dedicated per core</a:t>
                      </a:r>
                    </a:p>
                  </a:txBody>
                  <a:tcPr marL="90242" marR="90242" marT="45121" marB="902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L2 Cache</a:t>
                      </a:r>
                    </a:p>
                  </a:txBody>
                  <a:tcPr marL="90242" marR="90242" marT="45121" marB="902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On processor die</a:t>
                      </a:r>
                    </a:p>
                  </a:txBody>
                  <a:tcPr marL="90242" marR="90242" marT="45121" marB="902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~512 KB</a:t>
                      </a:r>
                    </a:p>
                  </a:txBody>
                  <a:tcPr marL="90242" marR="90242" marT="45121" marB="902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Very fast</a:t>
                      </a:r>
                    </a:p>
                  </a:txBody>
                  <a:tcPr marL="90242" marR="90242" marT="45121" marB="902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Usually per core</a:t>
                      </a:r>
                    </a:p>
                  </a:txBody>
                  <a:tcPr marL="90242" marR="90242" marT="45121" marB="902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L3 Cache</a:t>
                      </a:r>
                    </a:p>
                  </a:txBody>
                  <a:tcPr marL="90242" marR="90242" marT="45121" marB="902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On processor die</a:t>
                      </a:r>
                    </a:p>
                  </a:txBody>
                  <a:tcPr marL="90242" marR="90242" marT="45121" marB="902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8–16 MB</a:t>
                      </a:r>
                    </a:p>
                  </a:txBody>
                  <a:tcPr marL="90242" marR="90242" marT="45121" marB="902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Slower</a:t>
                      </a:r>
                    </a:p>
                  </a:txBody>
                  <a:tcPr marL="90242" marR="90242" marT="45121" marB="902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Shared across all cores</a:t>
                      </a:r>
                    </a:p>
                  </a:txBody>
                  <a:tcPr marL="90242" marR="90242" marT="45121" marB="902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 descr="A close-up of a logo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altLang="en-US"/>
          </a:p>
        </p:txBody>
      </p:sp>
      <p:pic>
        <p:nvPicPr>
          <p:cNvPr id="4" name="Picture 3" descr="Aug 9, 2026, 09_11_42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3655"/>
            <a:ext cx="12193270" cy="682434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ea typeface="+mj-lt"/>
                <a:cs typeface="+mj-lt"/>
              </a:rPr>
              <a:t>Central Processing Units (CPUs)</a:t>
            </a:r>
            <a:endParaRPr lang="en-US" sz="4000" b="1">
              <a:solidFill>
                <a:srgbClr val="FFFFFF"/>
              </a:solidFill>
            </a:endParaRPr>
          </a:p>
        </p:txBody>
      </p:sp>
      <p:graphicFrame>
        <p:nvGraphicFramePr>
          <p:cNvPr id="13" name="Content Placeholder 2"/>
          <p:cNvGraphicFramePr>
            <a:graphicFrameLocks noGrp="1"/>
          </p:cNvGraphicFramePr>
          <p:nvPr>
            <p:ph idx="1"/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Picture 11" descr="A close-up of a logo&#10;&#10;AI-generated content may be incorrect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 b="1">
                <a:ea typeface="+mj-lt"/>
                <a:cs typeface="+mj-lt"/>
              </a:rPr>
              <a:t>Processor Socket</a:t>
            </a:r>
            <a:endParaRPr lang="en-US" sz="5400"/>
          </a:p>
        </p:txBody>
      </p:sp>
      <p:sp>
        <p:nvSpPr>
          <p:cNvPr id="23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2807208"/>
            <a:ext cx="3954316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604020202020204"/>
              <a:buChar char="•"/>
            </a:pPr>
            <a:r>
              <a:rPr lang="en-US" sz="1900" b="1" dirty="0">
                <a:ea typeface="+mn-lt"/>
                <a:cs typeface="+mn-lt"/>
              </a:rPr>
              <a:t>LGA (Land Grid Array)</a:t>
            </a:r>
            <a:r>
              <a:rPr lang="en-US" sz="1900" dirty="0">
                <a:ea typeface="+mn-lt"/>
                <a:cs typeface="+mn-lt"/>
              </a:rPr>
              <a:t> – Intel CPUs</a:t>
            </a:r>
          </a:p>
          <a:p>
            <a:pPr>
              <a:buFont typeface="Arial" panose="020B0604020202020204"/>
              <a:buChar char="•"/>
            </a:pPr>
            <a:r>
              <a:rPr lang="en-US" sz="1900" b="1" dirty="0">
                <a:ea typeface="+mn-lt"/>
                <a:cs typeface="+mn-lt"/>
              </a:rPr>
              <a:t>PGA (Pin Grid Array)</a:t>
            </a:r>
            <a:r>
              <a:rPr lang="en-US" sz="1900" dirty="0">
                <a:ea typeface="+mn-lt"/>
                <a:cs typeface="+mn-lt"/>
              </a:rPr>
              <a:t> – AMD CPUs</a:t>
            </a:r>
          </a:p>
          <a:p>
            <a:pPr>
              <a:buFont typeface="Arial" panose="020B0604020202020204"/>
              <a:buChar char="•"/>
            </a:pPr>
            <a:r>
              <a:rPr lang="en-US" sz="1900" b="1" dirty="0">
                <a:ea typeface="+mn-lt"/>
                <a:cs typeface="+mn-lt"/>
              </a:rPr>
              <a:t>BGA (Ball Grid Array)</a:t>
            </a:r>
            <a:r>
              <a:rPr lang="en-US" sz="1900" dirty="0">
                <a:ea typeface="+mn-lt"/>
                <a:cs typeface="+mn-lt"/>
              </a:rPr>
              <a:t> – Non-removable, soldered</a:t>
            </a:r>
          </a:p>
          <a:p>
            <a:pPr>
              <a:buFont typeface="Arial" panose="020B0604020202020204"/>
              <a:buChar char="•"/>
            </a:pPr>
            <a:r>
              <a:rPr lang="en-US" sz="1900" dirty="0">
                <a:ea typeface="+mn-lt"/>
                <a:cs typeface="+mn-lt"/>
              </a:rPr>
              <a:t>Socket must match CPU model</a:t>
            </a:r>
          </a:p>
          <a:p>
            <a:pPr>
              <a:buFont typeface="Arial" panose="020B0604020202020204"/>
              <a:buChar char="•"/>
            </a:pPr>
            <a:r>
              <a:rPr lang="en-US" sz="1900" dirty="0">
                <a:ea typeface="+mn-lt"/>
                <a:cs typeface="+mn-lt"/>
              </a:rPr>
              <a:t>Motherboard BIOS may need updating for newer CPUs</a:t>
            </a:r>
          </a:p>
        </p:txBody>
      </p:sp>
      <p:pic>
        <p:nvPicPr>
          <p:cNvPr id="4" name="Picture 3" descr="A close-up of a computer chip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849774"/>
            <a:ext cx="6903720" cy="3158451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 b="1">
                <a:ea typeface="+mj-lt"/>
                <a:cs typeface="+mj-lt"/>
              </a:rPr>
              <a:t>Power Connectors</a:t>
            </a:r>
            <a:endParaRPr 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604020202020204"/>
              <a:buChar char="•"/>
            </a:pPr>
            <a:r>
              <a:rPr lang="en-US" sz="2000">
                <a:ea typeface="+mn-lt"/>
                <a:cs typeface="+mn-lt"/>
              </a:rPr>
              <a:t>Distribute power from PSU to motherboard and components</a:t>
            </a:r>
          </a:p>
          <a:p>
            <a:pPr>
              <a:buFont typeface="Arial" panose="020B0604020202020204"/>
              <a:buChar char="•"/>
            </a:pPr>
            <a:r>
              <a:rPr lang="en-US" sz="2000" b="1">
                <a:ea typeface="+mn-lt"/>
                <a:cs typeface="+mn-lt"/>
              </a:rPr>
              <a:t>Main 24-pin ATX power connector</a:t>
            </a:r>
            <a:endParaRPr lang="en-US" sz="2000"/>
          </a:p>
          <a:p>
            <a:pPr>
              <a:buFont typeface="Arial" panose="020B0604020202020204"/>
              <a:buChar char="•"/>
            </a:pPr>
            <a:r>
              <a:rPr lang="en-US" sz="2000" b="1">
                <a:ea typeface="+mn-lt"/>
                <a:cs typeface="+mn-lt"/>
              </a:rPr>
              <a:t>4/8-pin CPU power connector</a:t>
            </a:r>
            <a:endParaRPr lang="en-US" sz="2000"/>
          </a:p>
          <a:p>
            <a:pPr>
              <a:buFont typeface="Arial" panose="020B0604020202020204"/>
              <a:buChar char="•"/>
            </a:pPr>
            <a:r>
              <a:rPr lang="en-US" sz="2000" b="1">
                <a:ea typeface="+mn-lt"/>
                <a:cs typeface="+mn-lt"/>
              </a:rPr>
              <a:t>SATA power connectors</a:t>
            </a:r>
            <a:r>
              <a:rPr lang="en-US" sz="2000">
                <a:ea typeface="+mn-lt"/>
                <a:cs typeface="+mn-lt"/>
              </a:rPr>
              <a:t> for drives</a:t>
            </a:r>
            <a:endParaRPr lang="en-US" sz="2000"/>
          </a:p>
          <a:p>
            <a:pPr>
              <a:buFont typeface="Arial" panose="020B0604020202020204"/>
              <a:buChar char="•"/>
            </a:pPr>
            <a:r>
              <a:rPr lang="en-US" sz="2000" b="1">
                <a:ea typeface="+mn-lt"/>
                <a:cs typeface="+mn-lt"/>
              </a:rPr>
              <a:t>PCIe power connectors</a:t>
            </a:r>
            <a:r>
              <a:rPr lang="en-US" sz="2000">
                <a:ea typeface="+mn-lt"/>
                <a:cs typeface="+mn-lt"/>
              </a:rPr>
              <a:t> for graphics cards</a:t>
            </a:r>
            <a:endParaRPr lang="en-US" sz="2000"/>
          </a:p>
          <a:p>
            <a:pPr>
              <a:buFont typeface="Arial" panose="020B0604020202020204"/>
              <a:buChar char="•"/>
            </a:pPr>
            <a:endParaRPr lang="en-US" sz="2000">
              <a:ea typeface="+mn-lt"/>
              <a:cs typeface="+mn-lt"/>
            </a:endParaRPr>
          </a:p>
        </p:txBody>
      </p:sp>
      <p:sp>
        <p:nvSpPr>
          <p:cNvPr id="25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close-up of a computer component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757" y="909081"/>
            <a:ext cx="4116949" cy="5071731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3822610"/>
            <a:ext cx="4229100" cy="2255461"/>
          </a:xfrm>
        </p:spPr>
        <p:txBody>
          <a:bodyPr anchor="t">
            <a:normAutofit/>
          </a:bodyPr>
          <a:lstStyle/>
          <a:p>
            <a:r>
              <a:rPr lang="en-US" sz="3200" b="1">
                <a:ea typeface="+mj-lt"/>
                <a:cs typeface="+mj-lt"/>
              </a:rPr>
              <a:t>Onboard Non-Volatile Storage Connectors</a:t>
            </a:r>
            <a:endParaRPr lang="en-US" sz="3200"/>
          </a:p>
        </p:txBody>
      </p:sp>
      <p:pic>
        <p:nvPicPr>
          <p:cNvPr id="4" name="Picture 3" descr="A close-up of a computer&#10;&#10;AI-generated content may be incorrect."/>
          <p:cNvPicPr>
            <a:picLocks noChangeAspect="1"/>
          </p:cNvPicPr>
          <p:nvPr/>
        </p:nvPicPr>
        <p:blipFill>
          <a:blip r:embed="rId2"/>
          <a:srcRect t="4580"/>
          <a:stretch>
            <a:fillRect/>
          </a:stretch>
        </p:blipFill>
        <p:spPr>
          <a:xfrm>
            <a:off x="866422" y="387458"/>
            <a:ext cx="10459156" cy="3130536"/>
          </a:xfrm>
          <a:prstGeom prst="rect">
            <a:avLst/>
          </a:prstGeom>
        </p:spPr>
      </p:pic>
      <p:cxnSp>
        <p:nvCxnSpPr>
          <p:cNvPr id="16" name="Straight Connector 15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866422" y="3517997"/>
            <a:ext cx="10459156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7844" y="3854885"/>
            <a:ext cx="5365955" cy="238455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Arial" panose="020B0604020202020204"/>
              <a:buChar char="•"/>
            </a:pPr>
            <a:r>
              <a:rPr lang="en-US" sz="1700">
                <a:ea typeface="+mn-lt"/>
                <a:cs typeface="+mn-lt"/>
              </a:rPr>
              <a:t>Connectors for </a:t>
            </a:r>
            <a:r>
              <a:rPr lang="en-US" sz="1700" b="1">
                <a:ea typeface="+mn-lt"/>
                <a:cs typeface="+mn-lt"/>
              </a:rPr>
              <a:t>storage drives</a:t>
            </a:r>
            <a:r>
              <a:rPr lang="en-US" sz="1700">
                <a:ea typeface="+mn-lt"/>
                <a:cs typeface="+mn-lt"/>
              </a:rPr>
              <a:t> that retain data after power-off</a:t>
            </a:r>
            <a:endParaRPr lang="en-US" sz="1700"/>
          </a:p>
          <a:p>
            <a:pPr>
              <a:buFont typeface="Arial" panose="020B0604020202020204"/>
              <a:buChar char="•"/>
            </a:pPr>
            <a:r>
              <a:rPr lang="en-US" sz="1700" b="1">
                <a:ea typeface="+mn-lt"/>
                <a:cs typeface="+mn-lt"/>
              </a:rPr>
              <a:t>SATA III</a:t>
            </a:r>
            <a:r>
              <a:rPr lang="en-US" sz="1700">
                <a:ea typeface="+mn-lt"/>
                <a:cs typeface="+mn-lt"/>
              </a:rPr>
              <a:t> – Standard for SSDs and HDDs</a:t>
            </a:r>
            <a:endParaRPr lang="en-US" sz="1700"/>
          </a:p>
          <a:p>
            <a:pPr>
              <a:buFont typeface="Arial" panose="020B0604020202020204"/>
              <a:buChar char="•"/>
            </a:pPr>
            <a:r>
              <a:rPr lang="en-US" sz="1700" b="1">
                <a:ea typeface="+mn-lt"/>
                <a:cs typeface="+mn-lt"/>
              </a:rPr>
              <a:t>M.2</a:t>
            </a:r>
            <a:r>
              <a:rPr lang="en-US" sz="1700">
                <a:ea typeface="+mn-lt"/>
                <a:cs typeface="+mn-lt"/>
              </a:rPr>
              <a:t> – For NVMe SSDs (faster, smaller)</a:t>
            </a:r>
            <a:endParaRPr lang="en-US" sz="1700"/>
          </a:p>
          <a:p>
            <a:pPr>
              <a:buFont typeface="Arial" panose="020B0604020202020204"/>
              <a:buChar char="•"/>
            </a:pPr>
            <a:r>
              <a:rPr lang="en-US" sz="1700" b="1">
                <a:ea typeface="+mn-lt"/>
                <a:cs typeface="+mn-lt"/>
              </a:rPr>
              <a:t>U.2</a:t>
            </a:r>
            <a:r>
              <a:rPr lang="en-US" sz="1700">
                <a:ea typeface="+mn-lt"/>
                <a:cs typeface="+mn-lt"/>
              </a:rPr>
              <a:t>, </a:t>
            </a:r>
            <a:r>
              <a:rPr lang="en-US" sz="1700" b="1">
                <a:ea typeface="+mn-lt"/>
                <a:cs typeface="+mn-lt"/>
              </a:rPr>
              <a:t>mSATA</a:t>
            </a:r>
            <a:r>
              <a:rPr lang="en-US" sz="1700">
                <a:ea typeface="+mn-lt"/>
                <a:cs typeface="+mn-lt"/>
              </a:rPr>
              <a:t> – Older/enterprise connections</a:t>
            </a:r>
            <a:endParaRPr lang="en-US" sz="1700"/>
          </a:p>
          <a:p>
            <a:pPr>
              <a:buFont typeface="Arial" panose="020B0604020202020204"/>
              <a:buChar char="•"/>
            </a:pPr>
            <a:r>
              <a:rPr lang="en-US" sz="1700">
                <a:ea typeface="+mn-lt"/>
                <a:cs typeface="+mn-lt"/>
              </a:rPr>
              <a:t>Connected directly to chipset or CPU (for NVMe)</a:t>
            </a:r>
            <a:endParaRPr lang="en-US" sz="1700"/>
          </a:p>
          <a:p>
            <a:pPr>
              <a:buFont typeface="Arial" panose="020B0604020202020204"/>
              <a:buChar char="•"/>
            </a:pPr>
            <a:endParaRPr lang="en-US" sz="1700">
              <a:ea typeface="+mn-lt"/>
              <a:cs typeface="+mn-lt"/>
            </a:endParaRPr>
          </a:p>
        </p:txBody>
      </p:sp>
      <p:pic>
        <p:nvPicPr>
          <p:cNvPr id="6" name="Picture 5" descr="A close-up of a logo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5841" y="120265"/>
            <a:ext cx="1346683" cy="59074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8" name="Freeform: Shap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close-up of a computer connector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236" y="1142274"/>
            <a:ext cx="4192520" cy="419252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20" name="Arc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Motherboard Headers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984443"/>
            <a:ext cx="5257800" cy="419252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Arial" panose="020B0604020202020204"/>
              <a:buChar char="•"/>
            </a:pPr>
            <a:r>
              <a:rPr lang="en-US" sz="2600" dirty="0">
                <a:ea typeface="+mn-lt"/>
                <a:cs typeface="+mn-lt"/>
              </a:rPr>
              <a:t>Internal connectors used for:</a:t>
            </a:r>
          </a:p>
          <a:p>
            <a:pPr>
              <a:buFont typeface="Arial" panose="020B0604020202020204"/>
              <a:buChar char="•"/>
            </a:pPr>
            <a:r>
              <a:rPr lang="en-US" sz="2600" b="1" dirty="0">
                <a:ea typeface="+mn-lt"/>
                <a:cs typeface="+mn-lt"/>
              </a:rPr>
              <a:t>USB headers</a:t>
            </a:r>
            <a:r>
              <a:rPr lang="en-US" sz="2600" dirty="0">
                <a:ea typeface="+mn-lt"/>
                <a:cs typeface="+mn-lt"/>
              </a:rPr>
              <a:t> (USB 2.0, 3.0, 3.2)</a:t>
            </a:r>
          </a:p>
          <a:p>
            <a:pPr>
              <a:buFont typeface="Arial" panose="020B0604020202020204"/>
              <a:buChar char="•"/>
            </a:pPr>
            <a:r>
              <a:rPr lang="en-US" sz="2600" b="1" dirty="0">
                <a:ea typeface="+mn-lt"/>
                <a:cs typeface="+mn-lt"/>
              </a:rPr>
              <a:t>Audio headers</a:t>
            </a:r>
            <a:r>
              <a:rPr lang="en-US" sz="2600" dirty="0">
                <a:ea typeface="+mn-lt"/>
                <a:cs typeface="+mn-lt"/>
              </a:rPr>
              <a:t> (front panel audio)</a:t>
            </a:r>
          </a:p>
          <a:p>
            <a:pPr>
              <a:buFont typeface="Arial" panose="020B0604020202020204"/>
              <a:buChar char="•"/>
            </a:pPr>
            <a:r>
              <a:rPr lang="en-US" sz="2600" b="1" dirty="0">
                <a:ea typeface="+mn-lt"/>
                <a:cs typeface="+mn-lt"/>
              </a:rPr>
              <a:t>Fan headers</a:t>
            </a:r>
            <a:r>
              <a:rPr lang="en-US" sz="2600" dirty="0">
                <a:ea typeface="+mn-lt"/>
                <a:cs typeface="+mn-lt"/>
              </a:rPr>
              <a:t> (CPU_FAN, SYS_FAN)</a:t>
            </a:r>
          </a:p>
          <a:p>
            <a:pPr>
              <a:buFont typeface="Arial" panose="020B0604020202020204"/>
              <a:buChar char="•"/>
            </a:pPr>
            <a:r>
              <a:rPr lang="en-US" sz="2600" b="1" dirty="0">
                <a:ea typeface="+mn-lt"/>
                <a:cs typeface="+mn-lt"/>
              </a:rPr>
              <a:t>RGB/LED headers</a:t>
            </a:r>
            <a:endParaRPr lang="en-US" sz="2600" dirty="0">
              <a:ea typeface="+mn-lt"/>
              <a:cs typeface="+mn-lt"/>
            </a:endParaRPr>
          </a:p>
          <a:p>
            <a:pPr>
              <a:buFont typeface="Arial" panose="020B0604020202020204"/>
              <a:buChar char="•"/>
            </a:pPr>
            <a:r>
              <a:rPr lang="en-US" sz="2600" dirty="0">
                <a:ea typeface="+mn-lt"/>
                <a:cs typeface="+mn-lt"/>
              </a:rPr>
              <a:t>Header types differ in pin count/layout</a:t>
            </a:r>
          </a:p>
          <a:p>
            <a:pPr marL="0" indent="0">
              <a:buNone/>
            </a:pPr>
            <a:endParaRPr lang="en-US" sz="2600" dirty="0">
              <a:ea typeface="+mn-lt"/>
              <a:cs typeface="+mn-lt"/>
            </a:endParaRPr>
          </a:p>
        </p:txBody>
      </p:sp>
      <p:pic>
        <p:nvPicPr>
          <p:cNvPr id="6" name="Picture 5" descr="A close-up of a logo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 b="1">
                <a:ea typeface="+mj-lt"/>
                <a:cs typeface="+mj-lt"/>
              </a:rPr>
              <a:t>BIOS, UEFI</a:t>
            </a:r>
            <a:endParaRPr lang="en-US" sz="2800"/>
          </a:p>
        </p:txBody>
      </p:sp>
      <p:sp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604020202020204"/>
              <a:buChar char="•"/>
            </a:pPr>
            <a:r>
              <a:rPr lang="en-US" sz="1400" b="1" dirty="0">
                <a:ea typeface="+mn-lt"/>
                <a:cs typeface="+mn-lt"/>
              </a:rPr>
              <a:t>BIOS (Basic Input/Output System)</a:t>
            </a:r>
            <a:r>
              <a:rPr lang="en-US" sz="1400" dirty="0">
                <a:ea typeface="+mn-lt"/>
                <a:cs typeface="+mn-lt"/>
              </a:rPr>
              <a:t>: Legacy firmware</a:t>
            </a:r>
          </a:p>
          <a:p>
            <a:pPr>
              <a:buFont typeface="Arial" panose="020B0604020202020204"/>
              <a:buChar char="•"/>
            </a:pPr>
            <a:r>
              <a:rPr lang="en-US" sz="1400" b="1" dirty="0">
                <a:ea typeface="+mn-lt"/>
                <a:cs typeface="+mn-lt"/>
              </a:rPr>
              <a:t>UEFI (Unified Extensible Firmware Interface)</a:t>
            </a:r>
            <a:r>
              <a:rPr lang="en-US" sz="1400" dirty="0">
                <a:ea typeface="+mn-lt"/>
                <a:cs typeface="+mn-lt"/>
              </a:rPr>
              <a:t>: Modern, GUI-based</a:t>
            </a:r>
            <a:endParaRPr lang="en-US" sz="1400" dirty="0"/>
          </a:p>
          <a:p>
            <a:pPr marL="0" indent="0">
              <a:buNone/>
            </a:pPr>
            <a:r>
              <a:rPr lang="en-US" sz="1400">
                <a:ea typeface="+mn-lt"/>
                <a:cs typeface="+mn-lt"/>
              </a:rPr>
              <a:t>Functions:</a:t>
            </a:r>
            <a:endParaRPr lang="en-US" sz="1400"/>
          </a:p>
          <a:p>
            <a:pPr>
              <a:buFont typeface="Arial" panose="020B0604020202020204"/>
              <a:buChar char="•"/>
            </a:pPr>
            <a:r>
              <a:rPr lang="en-US" sz="1400" dirty="0">
                <a:ea typeface="+mn-lt"/>
                <a:cs typeface="+mn-lt"/>
              </a:rPr>
              <a:t>Hardware initialization</a:t>
            </a:r>
            <a:endParaRPr lang="en-US" sz="1400" dirty="0"/>
          </a:p>
          <a:p>
            <a:pPr>
              <a:buFont typeface="Arial" panose="020B0604020202020204"/>
              <a:buChar char="•"/>
            </a:pPr>
            <a:r>
              <a:rPr lang="en-US" sz="1400" dirty="0">
                <a:ea typeface="+mn-lt"/>
                <a:cs typeface="+mn-lt"/>
              </a:rPr>
              <a:t>Boot sequence</a:t>
            </a:r>
            <a:endParaRPr lang="en-US" sz="1400" dirty="0"/>
          </a:p>
          <a:p>
            <a:pPr>
              <a:buFont typeface="Arial" panose="020B0604020202020204"/>
              <a:buChar char="•"/>
            </a:pPr>
            <a:r>
              <a:rPr lang="en-US" sz="1400" dirty="0">
                <a:ea typeface="+mn-lt"/>
                <a:cs typeface="+mn-lt"/>
              </a:rPr>
              <a:t>Configuration utility</a:t>
            </a:r>
            <a:endParaRPr lang="en-US" sz="1400" dirty="0"/>
          </a:p>
          <a:p>
            <a:pPr>
              <a:buFont typeface="Arial" panose="020B0604020202020204"/>
              <a:buChar char="•"/>
            </a:pPr>
            <a:r>
              <a:rPr lang="en-US" sz="1400" dirty="0">
                <a:ea typeface="+mn-lt"/>
                <a:cs typeface="+mn-lt"/>
              </a:rPr>
              <a:t>Stored in </a:t>
            </a:r>
            <a:r>
              <a:rPr lang="en-US" sz="1400" b="1" dirty="0">
                <a:ea typeface="+mn-lt"/>
                <a:cs typeface="+mn-lt"/>
              </a:rPr>
              <a:t>non-volatile flash memory</a:t>
            </a:r>
            <a:endParaRPr lang="en-US" sz="1400" dirty="0"/>
          </a:p>
          <a:p>
            <a:pPr marL="0" indent="0">
              <a:buNone/>
            </a:pPr>
            <a:endParaRPr lang="en-US" sz="1400">
              <a:ea typeface="+mn-lt"/>
              <a:cs typeface="+mn-lt"/>
            </a:endParaRPr>
          </a:p>
        </p:txBody>
      </p:sp>
      <p:pic>
        <p:nvPicPr>
          <p:cNvPr id="4" name="Picture 3" descr="A screenshot of a computer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564924"/>
            <a:ext cx="6922008" cy="3828735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ea typeface="+mj-lt"/>
                <a:cs typeface="+mj-lt"/>
              </a:rPr>
              <a:t>CMOS &amp; CMOS Battery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13" name="Content Placeholder 2"/>
          <p:cNvGraphicFramePr>
            <a:graphicFrameLocks noGrp="1"/>
          </p:cNvGraphicFramePr>
          <p:nvPr>
            <p:ph idx="1"/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5" name="Picture 24" descr="A close-up of a logo&#10;&#10;AI-generated content may be incorrect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3278" r="9085" b="-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Front-Panel Connectors and Headers </a:t>
            </a:r>
            <a:endParaRPr lang="en-US" dirty="0"/>
          </a:p>
        </p:txBody>
      </p:sp>
      <p:graphicFrame>
        <p:nvGraphicFramePr>
          <p:cNvPr id="13" name="Content Placeholder 2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2" name="Picture 11" descr="A close-up of a logo&#10;&#10;AI-generated content may be incorrect.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4600">
                <a:ea typeface="+mj-lt"/>
                <a:cs typeface="+mj-lt"/>
              </a:rPr>
              <a:t>Cooling Components and Installation</a:t>
            </a:r>
          </a:p>
        </p:txBody>
      </p:sp>
      <p:sp>
        <p:nvSpPr>
          <p:cNvPr id="18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ontent Placeholder 2"/>
          <p:cNvGraphicFramePr>
            <a:graphicFrameLocks noGrp="1"/>
          </p:cNvGraphicFramePr>
          <p:nvPr>
            <p:ph idx="1"/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 descr="A close-up of a logo&#10;&#10;AI-generated content may be incorrect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5" name="Picture 4" descr="1d8c33b5-b8e5-4b34-915d-7f75b50a43b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0"/>
            <a:ext cx="6273800" cy="6857365"/>
          </a:xfrm>
          <a:prstGeom prst="rect">
            <a:avLst/>
          </a:prstGeom>
        </p:spPr>
      </p:pic>
      <p:pic>
        <p:nvPicPr>
          <p:cNvPr id="4" name="Picture 3" descr="Gemini_Generated_Image_nyh2xdnyh2xdnyh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070" y="0"/>
            <a:ext cx="59175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4" name="Picture 3" descr="Gemini_Generated_Image_nl8nrenl8nrenl8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140"/>
            <a:ext cx="12192000" cy="66497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4" name="Picture 3" descr="dff54f1b-4504-43b7-b384-01a6fc280d5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430" y="640715"/>
            <a:ext cx="3661410" cy="5582920"/>
          </a:xfrm>
        </p:spPr>
        <p:txBody>
          <a:bodyPr anchor="ctr">
            <a:normAutofit/>
          </a:bodyPr>
          <a:lstStyle/>
          <a:p>
            <a:r>
              <a:rPr lang="en-US" sz="4600">
                <a:ea typeface="+mj-lt"/>
                <a:cs typeface="+mj-lt"/>
              </a:rPr>
              <a:t>Connecting Storage Components</a:t>
            </a:r>
          </a:p>
        </p:txBody>
      </p:sp>
      <p:sp>
        <p:nvSpPr>
          <p:cNvPr id="11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1633800" y="346906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Picture 13" descr="A close-up of a logo&#10;&#10;AI-generated content may be incorrect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Setting Up Storage in BIOS/OS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030926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2" name="Picture 21" descr="A close-up of a logo&#10;&#10;AI-generated content may be incorrect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  <a:ea typeface="+mj-lt"/>
                <a:cs typeface="+mj-lt"/>
              </a:rPr>
              <a:t>Understanding RAM Installation</a:t>
            </a:r>
            <a:endParaRPr lang="en-US" sz="3700">
              <a:solidFill>
                <a:srgbClr val="FFFFFF"/>
              </a:solidFill>
            </a:endParaRPr>
          </a:p>
        </p:txBody>
      </p:sp>
      <p:sp>
        <p:nvSpPr>
          <p:cNvPr id="12" name="Arc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RAM Types: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DDR3 (older), DDR4 (current mainstream), DDR5 (newer, faster)</a:t>
            </a:r>
          </a:p>
          <a:p>
            <a:r>
              <a:rPr lang="en-US" b="1" dirty="0">
                <a:ea typeface="+mn-lt"/>
                <a:cs typeface="+mn-lt"/>
              </a:rPr>
              <a:t>RAM Channels: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Single, Dual, Quad channel setups for better performance</a:t>
            </a:r>
          </a:p>
          <a:p>
            <a:r>
              <a:rPr lang="en-US" b="1" dirty="0">
                <a:ea typeface="+mn-lt"/>
                <a:cs typeface="+mn-lt"/>
              </a:rPr>
              <a:t>Installation Tips: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Match RAM speed and size</a:t>
            </a:r>
          </a:p>
          <a:p>
            <a:pPr lvl="1"/>
            <a:r>
              <a:rPr lang="en-US" dirty="0">
                <a:ea typeface="+mn-lt"/>
                <a:cs typeface="+mn-lt"/>
              </a:rPr>
              <a:t>Insert in correct slots (check motherboard manual)</a:t>
            </a:r>
          </a:p>
          <a:p>
            <a:r>
              <a:rPr lang="en-US" b="1" dirty="0">
                <a:ea typeface="+mn-lt"/>
                <a:cs typeface="+mn-lt"/>
              </a:rPr>
              <a:t>BIOS Check: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Ensure full capacity detected</a:t>
            </a:r>
          </a:p>
          <a:p>
            <a:pPr lvl="1"/>
            <a:r>
              <a:rPr lang="en-US" dirty="0">
                <a:ea typeface="+mn-lt"/>
                <a:cs typeface="+mn-lt"/>
              </a:rPr>
              <a:t>Enable </a:t>
            </a:r>
            <a:r>
              <a:rPr lang="en-US" b="1" dirty="0">
                <a:ea typeface="+mn-lt"/>
                <a:cs typeface="+mn-lt"/>
              </a:rPr>
              <a:t>XMP Profile</a:t>
            </a:r>
            <a:r>
              <a:rPr lang="en-US" dirty="0">
                <a:ea typeface="+mn-lt"/>
                <a:cs typeface="+mn-lt"/>
              </a:rPr>
              <a:t> for correct speed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close-up of a logo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>
                <a:ea typeface="+mj-lt"/>
                <a:cs typeface="+mj-lt"/>
              </a:rPr>
              <a:t>CPU Installation Guide</a:t>
            </a:r>
          </a:p>
        </p:txBody>
      </p:sp>
      <p:sp>
        <p:nvSpPr>
          <p:cNvPr id="11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Intel vs AMD Sockets:</a:t>
            </a:r>
            <a:endParaRPr lang="en-US" sz="2000"/>
          </a:p>
          <a:p>
            <a:pPr lvl="1"/>
            <a:r>
              <a:rPr lang="en-US" sz="2000">
                <a:ea typeface="+mn-lt"/>
                <a:cs typeface="+mn-lt"/>
              </a:rPr>
              <a:t>Intel (LGA1700, LGA1200), AMD (AM4, AM5)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Installation Steps:</a:t>
            </a:r>
            <a:endParaRPr lang="en-US" sz="2000"/>
          </a:p>
          <a:p>
            <a:pPr lvl="1"/>
            <a:r>
              <a:rPr lang="en-US" sz="2000">
                <a:ea typeface="+mn-lt"/>
                <a:cs typeface="+mn-lt"/>
              </a:rPr>
              <a:t>Lift socket arm/cover</a:t>
            </a:r>
            <a:endParaRPr lang="en-US" sz="2000"/>
          </a:p>
          <a:p>
            <a:pPr lvl="1"/>
            <a:r>
              <a:rPr lang="en-US" sz="2000">
                <a:ea typeface="+mn-lt"/>
                <a:cs typeface="+mn-lt"/>
              </a:rPr>
              <a:t>Align notches and gently insert CPU</a:t>
            </a:r>
            <a:endParaRPr lang="en-US" sz="2000"/>
          </a:p>
          <a:p>
            <a:pPr lvl="1"/>
            <a:r>
              <a:rPr lang="en-US" sz="2000">
                <a:ea typeface="+mn-lt"/>
                <a:cs typeface="+mn-lt"/>
              </a:rPr>
              <a:t>Lock down with arm or retention mechanism</a:t>
            </a:r>
            <a:endParaRPr lang="en-US" sz="2000"/>
          </a:p>
          <a:p>
            <a:pPr lvl="1"/>
            <a:r>
              <a:rPr lang="en-US" sz="2000">
                <a:ea typeface="+mn-lt"/>
                <a:cs typeface="+mn-lt"/>
              </a:rPr>
              <a:t>Apply thermal paste and install cooler</a:t>
            </a:r>
            <a:endParaRPr lang="en-US" sz="2000"/>
          </a:p>
        </p:txBody>
      </p:sp>
      <p:pic>
        <p:nvPicPr>
          <p:cNvPr id="4" name="Picture 3" descr="A diagram of a computer chip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5753" y="755534"/>
            <a:ext cx="5145557" cy="5454690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8872" y="120265"/>
            <a:ext cx="1423652" cy="62153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Managing System Thermals</a:t>
            </a:r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900" b="1">
                <a:ea typeface="+mn-lt"/>
                <a:cs typeface="+mn-lt"/>
              </a:rPr>
              <a:t>Thermal Paste Application:</a:t>
            </a:r>
            <a:endParaRPr lang="en-US" sz="1900">
              <a:ea typeface="+mn-lt"/>
              <a:cs typeface="+mn-lt"/>
            </a:endParaRPr>
          </a:p>
          <a:p>
            <a:pPr lvl="1"/>
            <a:r>
              <a:rPr lang="en-US" sz="1900">
                <a:ea typeface="+mn-lt"/>
                <a:cs typeface="+mn-lt"/>
              </a:rPr>
              <a:t>Pea-sized dot or line in the center</a:t>
            </a:r>
          </a:p>
          <a:p>
            <a:pPr lvl="1"/>
            <a:r>
              <a:rPr lang="en-US" sz="1900">
                <a:ea typeface="+mn-lt"/>
                <a:cs typeface="+mn-lt"/>
              </a:rPr>
              <a:t>Avoid over-application</a:t>
            </a:r>
          </a:p>
          <a:p>
            <a:r>
              <a:rPr lang="en-US" sz="1900" b="1">
                <a:ea typeface="+mn-lt"/>
                <a:cs typeface="+mn-lt"/>
              </a:rPr>
              <a:t>Airflow Planning:</a:t>
            </a:r>
            <a:endParaRPr lang="en-US" sz="1900">
              <a:ea typeface="+mn-lt"/>
              <a:cs typeface="+mn-lt"/>
            </a:endParaRPr>
          </a:p>
          <a:p>
            <a:pPr lvl="1"/>
            <a:r>
              <a:rPr lang="en-US" sz="1900">
                <a:ea typeface="+mn-lt"/>
                <a:cs typeface="+mn-lt"/>
              </a:rPr>
              <a:t>Front: Intake, Rear/Top: Exhaust</a:t>
            </a:r>
          </a:p>
          <a:p>
            <a:pPr lvl="1"/>
            <a:r>
              <a:rPr lang="en-US" sz="1900">
                <a:ea typeface="+mn-lt"/>
                <a:cs typeface="+mn-lt"/>
              </a:rPr>
              <a:t>Maintain positive/neutral pressure</a:t>
            </a:r>
          </a:p>
          <a:p>
            <a:r>
              <a:rPr lang="en-US" sz="1900" b="1">
                <a:ea typeface="+mn-lt"/>
                <a:cs typeface="+mn-lt"/>
              </a:rPr>
              <a:t>Fan Placement Tips:</a:t>
            </a:r>
            <a:endParaRPr lang="en-US" sz="1900">
              <a:ea typeface="+mn-lt"/>
              <a:cs typeface="+mn-lt"/>
            </a:endParaRPr>
          </a:p>
          <a:p>
            <a:pPr lvl="1"/>
            <a:r>
              <a:rPr lang="en-US" sz="1900">
                <a:ea typeface="+mn-lt"/>
                <a:cs typeface="+mn-lt"/>
              </a:rPr>
              <a:t>Use dust filters, align airflow</a:t>
            </a:r>
          </a:p>
          <a:p>
            <a:pPr lvl="1"/>
            <a:r>
              <a:rPr lang="en-US" sz="1900">
                <a:ea typeface="+mn-lt"/>
                <a:cs typeface="+mn-lt"/>
              </a:rPr>
              <a:t>Connect fans to headers (CPU_FAN, SYS_FAN)</a:t>
            </a:r>
          </a:p>
        </p:txBody>
      </p:sp>
      <p:pic>
        <p:nvPicPr>
          <p:cNvPr id="4" name="Picture 3" descr="A collage of several images of a computer chip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137500"/>
            <a:ext cx="5150277" cy="2407754"/>
          </a:xfrm>
          <a:prstGeom prst="rect">
            <a:avLst/>
          </a:prstGeom>
        </p:spPr>
      </p:pic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lose-up of a logo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Final System Build Checklist</a:t>
            </a:r>
          </a:p>
        </p:txBody>
      </p:sp>
      <p:graphicFrame>
        <p:nvGraphicFramePr>
          <p:cNvPr id="12" name="Content Placeholder 2"/>
          <p:cNvGraphicFramePr>
            <a:graphicFrameLocks noGrp="1"/>
          </p:cNvGraphicFramePr>
          <p:nvPr>
            <p:ph idx="1"/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6" name="Picture 15" descr="A close-up of a logo&#10;&#10;AI-generated content may be incorrect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4145" y="120265"/>
            <a:ext cx="1608379" cy="70619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690</TotalTime>
  <Words>1779</Words>
  <Application>Microsoft Office PowerPoint</Application>
  <PresentationFormat>Widescreen</PresentationFormat>
  <Paragraphs>297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Aptos</vt:lpstr>
      <vt:lpstr>Aptos Display</vt:lpstr>
      <vt:lpstr>Arial</vt:lpstr>
      <vt:lpstr>Arial Black</vt:lpstr>
      <vt:lpstr>Calibri</vt:lpstr>
      <vt:lpstr>Courier New</vt:lpstr>
      <vt:lpstr>office theme</vt:lpstr>
      <vt:lpstr>Installing Motherboards and Connectors &amp; Installing System Devices</vt:lpstr>
      <vt:lpstr>What is a Motherboard?</vt:lpstr>
      <vt:lpstr>PowerPoint Presentation</vt:lpstr>
      <vt:lpstr>Key Components on a Motherboard</vt:lpstr>
      <vt:lpstr>Common Cable Types in PCs</vt:lpstr>
      <vt:lpstr>How to Install a Motherboard</vt:lpstr>
      <vt:lpstr>PowerPoint Presentation</vt:lpstr>
      <vt:lpstr>PowerPoint Presentation</vt:lpstr>
      <vt:lpstr>PowerPoint Presentation</vt:lpstr>
      <vt:lpstr>PowerPoint Presentation</vt:lpstr>
      <vt:lpstr>Older Cable Interfaces</vt:lpstr>
      <vt:lpstr>Maintaining BIOS Settings</vt:lpstr>
      <vt:lpstr>BIOS vs UEFI</vt:lpstr>
      <vt:lpstr>Understanding and Installing Power Supplies</vt:lpstr>
      <vt:lpstr>Power Supply Connectors</vt:lpstr>
      <vt:lpstr>System Board Components</vt:lpstr>
      <vt:lpstr>Bus Architecture</vt:lpstr>
      <vt:lpstr>Chipsets</vt:lpstr>
      <vt:lpstr>Expansion Slots</vt:lpstr>
      <vt:lpstr>Memory Slots and Cache</vt:lpstr>
      <vt:lpstr>PowerPoint Presentation</vt:lpstr>
      <vt:lpstr>PowerPoint Presentation</vt:lpstr>
      <vt:lpstr>PowerPoint Presentation</vt:lpstr>
      <vt:lpstr>Memory Slots and Cache Contd...</vt:lpstr>
      <vt:lpstr>Memory Slots and Cache Contd...</vt:lpstr>
      <vt:lpstr>Memory Slots and Cache Contd...</vt:lpstr>
      <vt:lpstr>Memory Slots and Cache Contd...</vt:lpstr>
      <vt:lpstr>PowerPoint Presentation</vt:lpstr>
      <vt:lpstr>Central Processing Units (CPUs)</vt:lpstr>
      <vt:lpstr>Processor Socket</vt:lpstr>
      <vt:lpstr>Power Connectors</vt:lpstr>
      <vt:lpstr>Onboard Non-Volatile Storage Connectors</vt:lpstr>
      <vt:lpstr>Motherboard Headers</vt:lpstr>
      <vt:lpstr>BIOS, UEFI</vt:lpstr>
      <vt:lpstr>CMOS &amp; CMOS Battery</vt:lpstr>
      <vt:lpstr>Front-Panel Connectors and Headers </vt:lpstr>
      <vt:lpstr>Cooling Components and Installation</vt:lpstr>
      <vt:lpstr>PowerPoint Presentation</vt:lpstr>
      <vt:lpstr>PowerPoint Presentation</vt:lpstr>
      <vt:lpstr>PowerPoint Presentation</vt:lpstr>
      <vt:lpstr>Connecting Storage Components</vt:lpstr>
      <vt:lpstr>Setting Up Storage in BIOS/OS</vt:lpstr>
      <vt:lpstr>Understanding RAM Installation</vt:lpstr>
      <vt:lpstr>CPU Installation Guide</vt:lpstr>
      <vt:lpstr>Managing System Thermals</vt:lpstr>
      <vt:lpstr>Final System Build Checklist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Hari Krishan Goyal</cp:lastModifiedBy>
  <cp:revision>336</cp:revision>
  <dcterms:created xsi:type="dcterms:W3CDTF">2025-08-12T15:43:00Z</dcterms:created>
  <dcterms:modified xsi:type="dcterms:W3CDTF">2026-10-20T04:43:14Z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93A8B5092C8D4888A9090CC3DD323F5E_12</vt:lpwstr>
  </property>
  <property fmtid="{D5CDD505-2E9C-101B-9397-08002B2CF9AE}" pid="3" name="KSOProductBuildVer">
    <vt:lpwstr>2057-12.2.0.23206</vt:lpwstr>
  </property>
</Properties>
</file>