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6" r:id="rId38"/>
    <p:sldId id="297" r:id="rId39"/>
    <p:sldId id="298" r:id="rId40"/>
    <p:sldId id="299" r:id="rId41"/>
    <p:sldId id="300" r:id="rId42"/>
    <p:sldId id="301" r:id="rId43"/>
    <p:sldId id="303" r:id="rId44"/>
    <p:sldId id="304" r:id="rId45"/>
    <p:sldId id="305" r:id="rId46"/>
    <p:sldId id="30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4" Type="http://schemas.openxmlformats.org/officeDocument/2006/relationships/image" Target="../media/image3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48.svg"/><Relationship Id="rId4" Type="http://schemas.openxmlformats.org/officeDocument/2006/relationships/image" Target="../media/image51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svg"/><Relationship Id="rId1" Type="http://schemas.openxmlformats.org/officeDocument/2006/relationships/image" Target="../media/image52.svg"/><Relationship Id="rId6" Type="http://schemas.openxmlformats.org/officeDocument/2006/relationships/image" Target="../media/image57.svg"/><Relationship Id="rId5" Type="http://schemas.openxmlformats.org/officeDocument/2006/relationships/image" Target="../media/image56.svg"/><Relationship Id="rId4" Type="http://schemas.openxmlformats.org/officeDocument/2006/relationships/image" Target="../media/image55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svg"/><Relationship Id="rId1" Type="http://schemas.openxmlformats.org/officeDocument/2006/relationships/image" Target="../media/image58.svg"/><Relationship Id="rId4" Type="http://schemas.openxmlformats.org/officeDocument/2006/relationships/image" Target="../media/image61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4" Type="http://schemas.openxmlformats.org/officeDocument/2006/relationships/image" Target="../media/image3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48.svg"/><Relationship Id="rId4" Type="http://schemas.openxmlformats.org/officeDocument/2006/relationships/image" Target="../media/image51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svg"/><Relationship Id="rId1" Type="http://schemas.openxmlformats.org/officeDocument/2006/relationships/image" Target="../media/image52.svg"/><Relationship Id="rId6" Type="http://schemas.openxmlformats.org/officeDocument/2006/relationships/image" Target="../media/image57.svg"/><Relationship Id="rId5" Type="http://schemas.openxmlformats.org/officeDocument/2006/relationships/image" Target="../media/image56.svg"/><Relationship Id="rId4" Type="http://schemas.openxmlformats.org/officeDocument/2006/relationships/image" Target="../media/image55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svg"/><Relationship Id="rId1" Type="http://schemas.openxmlformats.org/officeDocument/2006/relationships/image" Target="../media/image58.svg"/><Relationship Id="rId4" Type="http://schemas.openxmlformats.org/officeDocument/2006/relationships/image" Target="../media/image6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#4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#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#6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#7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16FCB-A16E-4728-ABF6-325A6D728001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CC60601E-DB03-4C8E-91FF-CC1196DFBC85}">
      <dgm:prSet/>
      <dgm:spPr/>
      <dgm:t>
        <a:bodyPr/>
        <a:lstStyle/>
        <a:p>
          <a:r>
            <a:rPr lang="en-US" b="1" i="0" baseline="0"/>
            <a:t>A computer network is a collection of connected devices that communicate and share resources.</a:t>
          </a:r>
          <a:endParaRPr lang="en-US"/>
        </a:p>
      </dgm:t>
    </dgm:pt>
    <dgm:pt modelId="{BF0E6825-DE10-4F89-99C4-82CA52CCBC3D}" type="parTrans" cxnId="{2D0BF8CB-A4B7-4FE1-A764-A98B52DB744A}">
      <dgm:prSet/>
      <dgm:spPr/>
      <dgm:t>
        <a:bodyPr/>
        <a:lstStyle/>
        <a:p>
          <a:endParaRPr lang="en-US"/>
        </a:p>
      </dgm:t>
    </dgm:pt>
    <dgm:pt modelId="{51A075E9-520E-4DE7-9C61-102BFAEA85E6}" type="sibTrans" cxnId="{2D0BF8CB-A4B7-4FE1-A764-A98B52DB744A}">
      <dgm:prSet/>
      <dgm:spPr/>
      <dgm:t>
        <a:bodyPr/>
        <a:lstStyle/>
        <a:p>
          <a:endParaRPr lang="en-US"/>
        </a:p>
      </dgm:t>
    </dgm:pt>
    <dgm:pt modelId="{6CA8A9EB-6479-480D-A54D-679247615609}" type="pres">
      <dgm:prSet presAssocID="{DE916FCB-A16E-4728-ABF6-325A6D728001}" presName="root" presStyleCnt="0">
        <dgm:presLayoutVars>
          <dgm:dir/>
          <dgm:resizeHandles val="exact"/>
        </dgm:presLayoutVars>
      </dgm:prSet>
      <dgm:spPr/>
    </dgm:pt>
    <dgm:pt modelId="{164965F2-DE04-4B20-B570-4F0AE584D775}" type="pres">
      <dgm:prSet presAssocID="{CC60601E-DB03-4C8E-91FF-CC1196DFBC85}" presName="compNode" presStyleCnt="0"/>
      <dgm:spPr/>
    </dgm:pt>
    <dgm:pt modelId="{CE3A9A8D-38D8-420E-95BC-C31D28CAAE68}" type="pres">
      <dgm:prSet presAssocID="{CC60601E-DB03-4C8E-91FF-CC1196DFBC85}" presName="bgRect" presStyleLbl="bgShp" presStyleIdx="0" presStyleCnt="1"/>
      <dgm:spPr/>
    </dgm:pt>
    <dgm:pt modelId="{8FB14F93-96AD-4CC2-A474-11A5A6B4F337}" type="pres">
      <dgm:prSet presAssocID="{CC60601E-DB03-4C8E-91FF-CC1196DFBC85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029D6183-25D2-4C96-AC6E-711BA855EF06}" type="pres">
      <dgm:prSet presAssocID="{CC60601E-DB03-4C8E-91FF-CC1196DFBC85}" presName="spaceRect" presStyleCnt="0"/>
      <dgm:spPr/>
    </dgm:pt>
    <dgm:pt modelId="{686519F7-E7BB-4617-902F-5E48D89A5386}" type="pres">
      <dgm:prSet presAssocID="{CC60601E-DB03-4C8E-91FF-CC1196DFBC85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D976863B-B491-41E9-A40E-8A4277BEA193}" type="presOf" srcId="{DE916FCB-A16E-4728-ABF6-325A6D728001}" destId="{6CA8A9EB-6479-480D-A54D-679247615609}" srcOrd="0" destOrd="0" presId="urn:microsoft.com/office/officeart/2018/2/layout/IconVerticalSolidList"/>
    <dgm:cxn modelId="{28BE8D83-7A86-4721-AAAD-AA3AB642A226}" type="presOf" srcId="{CC60601E-DB03-4C8E-91FF-CC1196DFBC85}" destId="{686519F7-E7BB-4617-902F-5E48D89A5386}" srcOrd="0" destOrd="0" presId="urn:microsoft.com/office/officeart/2018/2/layout/IconVerticalSolidList"/>
    <dgm:cxn modelId="{2D0BF8CB-A4B7-4FE1-A764-A98B52DB744A}" srcId="{DE916FCB-A16E-4728-ABF6-325A6D728001}" destId="{CC60601E-DB03-4C8E-91FF-CC1196DFBC85}" srcOrd="0" destOrd="0" parTransId="{BF0E6825-DE10-4F89-99C4-82CA52CCBC3D}" sibTransId="{51A075E9-520E-4DE7-9C61-102BFAEA85E6}"/>
    <dgm:cxn modelId="{B722F9E7-43D7-4FB5-BE00-3A075F67F6EC}" type="presParOf" srcId="{6CA8A9EB-6479-480D-A54D-679247615609}" destId="{164965F2-DE04-4B20-B570-4F0AE584D775}" srcOrd="0" destOrd="0" presId="urn:microsoft.com/office/officeart/2018/2/layout/IconVerticalSolidList"/>
    <dgm:cxn modelId="{E22B9802-847E-43F2-9640-A40BDA06556C}" type="presParOf" srcId="{164965F2-DE04-4B20-B570-4F0AE584D775}" destId="{CE3A9A8D-38D8-420E-95BC-C31D28CAAE68}" srcOrd="0" destOrd="0" presId="urn:microsoft.com/office/officeart/2018/2/layout/IconVerticalSolidList"/>
    <dgm:cxn modelId="{50068E4D-E6E9-406A-B540-7E7E6C40FE2B}" type="presParOf" srcId="{164965F2-DE04-4B20-B570-4F0AE584D775}" destId="{8FB14F93-96AD-4CC2-A474-11A5A6B4F337}" srcOrd="1" destOrd="0" presId="urn:microsoft.com/office/officeart/2018/2/layout/IconVerticalSolidList"/>
    <dgm:cxn modelId="{F62FABA9-509F-496C-AF45-C16B04C1032C}" type="presParOf" srcId="{164965F2-DE04-4B20-B570-4F0AE584D775}" destId="{029D6183-25D2-4C96-AC6E-711BA855EF06}" srcOrd="2" destOrd="0" presId="urn:microsoft.com/office/officeart/2018/2/layout/IconVerticalSolidList"/>
    <dgm:cxn modelId="{9DEF1B3C-392E-4AA8-9CFF-39DAD98BEE78}" type="presParOf" srcId="{164965F2-DE04-4B20-B570-4F0AE584D775}" destId="{686519F7-E7BB-4617-902F-5E48D89A53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48DD37-A46D-471D-860C-964A6EE0929F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22EE3CA-6787-4508-9768-F56761B2BA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LAN: building or local area; high speed; commonly privately managed</a:t>
          </a:r>
          <a:endParaRPr lang="en-US"/>
        </a:p>
      </dgm:t>
    </dgm:pt>
    <dgm:pt modelId="{1BFB2A92-AEF5-4576-96C0-1893E09DE6D8}" type="parTrans" cxnId="{C4A824E8-AFC9-4AE4-874F-4D11693B8E5D}">
      <dgm:prSet/>
      <dgm:spPr/>
      <dgm:t>
        <a:bodyPr/>
        <a:lstStyle/>
        <a:p>
          <a:endParaRPr lang="en-US"/>
        </a:p>
      </dgm:t>
    </dgm:pt>
    <dgm:pt modelId="{7118C80E-C869-4DA3-B6E2-26D8652F5E0D}" type="sibTrans" cxnId="{C4A824E8-AFC9-4AE4-874F-4D11693B8E5D}">
      <dgm:prSet/>
      <dgm:spPr/>
      <dgm:t>
        <a:bodyPr/>
        <a:lstStyle/>
        <a:p>
          <a:endParaRPr lang="en-US"/>
        </a:p>
      </dgm:t>
    </dgm:pt>
    <dgm:pt modelId="{CCC9E0A4-A2FB-41F5-843A-EE4BED1DA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MAN: city or metropolitan area; connects multiple LANs</a:t>
          </a:r>
          <a:endParaRPr lang="en-US"/>
        </a:p>
      </dgm:t>
    </dgm:pt>
    <dgm:pt modelId="{590200E5-9762-4F2B-A318-58685992620F}" type="parTrans" cxnId="{E6D51B30-F396-453C-8383-AEB91A404C2F}">
      <dgm:prSet/>
      <dgm:spPr/>
      <dgm:t>
        <a:bodyPr/>
        <a:lstStyle/>
        <a:p>
          <a:endParaRPr lang="en-US"/>
        </a:p>
      </dgm:t>
    </dgm:pt>
    <dgm:pt modelId="{27275356-3858-4ED4-A2F5-381F748CB394}" type="sibTrans" cxnId="{E6D51B30-F396-453C-8383-AEB91A404C2F}">
      <dgm:prSet/>
      <dgm:spPr/>
      <dgm:t>
        <a:bodyPr/>
        <a:lstStyle/>
        <a:p>
          <a:endParaRPr lang="en-US"/>
        </a:p>
      </dgm:t>
    </dgm:pt>
    <dgm:pt modelId="{3BBEEF21-709D-4094-848A-663BEE815D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WAN: country or global area; connects geographically distant networks</a:t>
          </a:r>
          <a:endParaRPr lang="en-US"/>
        </a:p>
      </dgm:t>
    </dgm:pt>
    <dgm:pt modelId="{815CC4B0-5B5D-4FD2-8589-3673CCD6744A}" type="parTrans" cxnId="{B9C08E33-E07B-47AB-9A50-837D99226C83}">
      <dgm:prSet/>
      <dgm:spPr/>
      <dgm:t>
        <a:bodyPr/>
        <a:lstStyle/>
        <a:p>
          <a:endParaRPr lang="en-US"/>
        </a:p>
      </dgm:t>
    </dgm:pt>
    <dgm:pt modelId="{4C572607-BB4E-46BC-8589-95D8C3303452}" type="sibTrans" cxnId="{B9C08E33-E07B-47AB-9A50-837D99226C83}">
      <dgm:prSet/>
      <dgm:spPr/>
      <dgm:t>
        <a:bodyPr/>
        <a:lstStyle/>
        <a:p>
          <a:endParaRPr lang="en-US"/>
        </a:p>
      </dgm:t>
    </dgm:pt>
    <dgm:pt modelId="{7D8F87EC-9292-4D46-932D-8EFFCC10FC7C}" type="pres">
      <dgm:prSet presAssocID="{FD48DD37-A46D-471D-860C-964A6EE0929F}" presName="root" presStyleCnt="0">
        <dgm:presLayoutVars>
          <dgm:dir/>
          <dgm:resizeHandles val="exact"/>
        </dgm:presLayoutVars>
      </dgm:prSet>
      <dgm:spPr/>
    </dgm:pt>
    <dgm:pt modelId="{FC34298C-DF01-4E91-8612-7D8A0A2E2082}" type="pres">
      <dgm:prSet presAssocID="{A22EE3CA-6787-4508-9768-F56761B2BA2A}" presName="compNode" presStyleCnt="0"/>
      <dgm:spPr/>
    </dgm:pt>
    <dgm:pt modelId="{73CB9B0A-5F96-4D8A-BFC2-4281DED31DE2}" type="pres">
      <dgm:prSet presAssocID="{A22EE3CA-6787-4508-9768-F56761B2BA2A}" presName="bgRect" presStyleLbl="bgShp" presStyleIdx="0" presStyleCnt="3"/>
      <dgm:spPr/>
    </dgm:pt>
    <dgm:pt modelId="{8CE2994F-7548-43BB-AC3D-59152DE3AD05}" type="pres">
      <dgm:prSet presAssocID="{A22EE3CA-6787-4508-9768-F56761B2BA2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79E2144-FF11-4DAC-993D-C53F55858CC2}" type="pres">
      <dgm:prSet presAssocID="{A22EE3CA-6787-4508-9768-F56761B2BA2A}" presName="spaceRect" presStyleCnt="0"/>
      <dgm:spPr/>
    </dgm:pt>
    <dgm:pt modelId="{8641B3C6-FC20-4871-AD7B-6B3057D8509C}" type="pres">
      <dgm:prSet presAssocID="{A22EE3CA-6787-4508-9768-F56761B2BA2A}" presName="parTx" presStyleLbl="revTx" presStyleIdx="0" presStyleCnt="3">
        <dgm:presLayoutVars>
          <dgm:chMax val="0"/>
          <dgm:chPref val="0"/>
        </dgm:presLayoutVars>
      </dgm:prSet>
      <dgm:spPr/>
    </dgm:pt>
    <dgm:pt modelId="{6B2E09F9-496B-483C-BCB3-0CE5D1375829}" type="pres">
      <dgm:prSet presAssocID="{7118C80E-C869-4DA3-B6E2-26D8652F5E0D}" presName="sibTrans" presStyleCnt="0"/>
      <dgm:spPr/>
    </dgm:pt>
    <dgm:pt modelId="{B7D6BB03-FBC1-45B4-BB77-B18CFB131CC3}" type="pres">
      <dgm:prSet presAssocID="{CCC9E0A4-A2FB-41F5-843A-EE4BED1DAEDA}" presName="compNode" presStyleCnt="0"/>
      <dgm:spPr/>
    </dgm:pt>
    <dgm:pt modelId="{B913D14F-CF3D-4D2C-9D18-D8B285E19F3E}" type="pres">
      <dgm:prSet presAssocID="{CCC9E0A4-A2FB-41F5-843A-EE4BED1DAEDA}" presName="bgRect" presStyleLbl="bgShp" presStyleIdx="1" presStyleCnt="3"/>
      <dgm:spPr/>
    </dgm:pt>
    <dgm:pt modelId="{63AA241A-7AF1-49B7-ABC4-593C675E5499}" type="pres">
      <dgm:prSet presAssocID="{CCC9E0A4-A2FB-41F5-843A-EE4BED1DAED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B29297F-6700-4628-B948-48CA1361D543}" type="pres">
      <dgm:prSet presAssocID="{CCC9E0A4-A2FB-41F5-843A-EE4BED1DAEDA}" presName="spaceRect" presStyleCnt="0"/>
      <dgm:spPr/>
    </dgm:pt>
    <dgm:pt modelId="{DE242B4B-04ED-4E51-A04A-42B08561AD2C}" type="pres">
      <dgm:prSet presAssocID="{CCC9E0A4-A2FB-41F5-843A-EE4BED1DAEDA}" presName="parTx" presStyleLbl="revTx" presStyleIdx="1" presStyleCnt="3">
        <dgm:presLayoutVars>
          <dgm:chMax val="0"/>
          <dgm:chPref val="0"/>
        </dgm:presLayoutVars>
      </dgm:prSet>
      <dgm:spPr/>
    </dgm:pt>
    <dgm:pt modelId="{44690212-7F0F-4145-B825-D28FF0457E5A}" type="pres">
      <dgm:prSet presAssocID="{27275356-3858-4ED4-A2F5-381F748CB394}" presName="sibTrans" presStyleCnt="0"/>
      <dgm:spPr/>
    </dgm:pt>
    <dgm:pt modelId="{EB452D66-8074-4230-B503-09362E3D2A0F}" type="pres">
      <dgm:prSet presAssocID="{3BBEEF21-709D-4094-848A-663BEE815D92}" presName="compNode" presStyleCnt="0"/>
      <dgm:spPr/>
    </dgm:pt>
    <dgm:pt modelId="{B97E6D36-DD7E-41F4-8B48-C17596370B2D}" type="pres">
      <dgm:prSet presAssocID="{3BBEEF21-709D-4094-848A-663BEE815D92}" presName="bgRect" presStyleLbl="bgShp" presStyleIdx="2" presStyleCnt="3"/>
      <dgm:spPr/>
    </dgm:pt>
    <dgm:pt modelId="{D4E23602-CA95-4C90-8C14-8F7BA25BC271}" type="pres">
      <dgm:prSet presAssocID="{3BBEEF21-709D-4094-848A-663BEE815D9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C74BE18D-ACA8-497A-872B-17CC06A8D4D4}" type="pres">
      <dgm:prSet presAssocID="{3BBEEF21-709D-4094-848A-663BEE815D92}" presName="spaceRect" presStyleCnt="0"/>
      <dgm:spPr/>
    </dgm:pt>
    <dgm:pt modelId="{E261DF49-7E48-4D03-9BE3-B5E2C446128C}" type="pres">
      <dgm:prSet presAssocID="{3BBEEF21-709D-4094-848A-663BEE815D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6D51B30-F396-453C-8383-AEB91A404C2F}" srcId="{FD48DD37-A46D-471D-860C-964A6EE0929F}" destId="{CCC9E0A4-A2FB-41F5-843A-EE4BED1DAEDA}" srcOrd="1" destOrd="0" parTransId="{590200E5-9762-4F2B-A318-58685992620F}" sibTransId="{27275356-3858-4ED4-A2F5-381F748CB394}"/>
    <dgm:cxn modelId="{B9C08E33-E07B-47AB-9A50-837D99226C83}" srcId="{FD48DD37-A46D-471D-860C-964A6EE0929F}" destId="{3BBEEF21-709D-4094-848A-663BEE815D92}" srcOrd="2" destOrd="0" parTransId="{815CC4B0-5B5D-4FD2-8589-3673CCD6744A}" sibTransId="{4C572607-BB4E-46BC-8589-95D8C3303452}"/>
    <dgm:cxn modelId="{7D89AC35-F16A-4747-9A4F-D522492EB48F}" type="presOf" srcId="{A22EE3CA-6787-4508-9768-F56761B2BA2A}" destId="{8641B3C6-FC20-4871-AD7B-6B3057D8509C}" srcOrd="0" destOrd="0" presId="urn:microsoft.com/office/officeart/2018/2/layout/IconVerticalSolidList"/>
    <dgm:cxn modelId="{B5560B48-A1DA-476E-978A-5A82486BACC7}" type="presOf" srcId="{FD48DD37-A46D-471D-860C-964A6EE0929F}" destId="{7D8F87EC-9292-4D46-932D-8EFFCC10FC7C}" srcOrd="0" destOrd="0" presId="urn:microsoft.com/office/officeart/2018/2/layout/IconVerticalSolidList"/>
    <dgm:cxn modelId="{5299E388-9EAA-46F9-960F-B5FA54A852B3}" type="presOf" srcId="{CCC9E0A4-A2FB-41F5-843A-EE4BED1DAEDA}" destId="{DE242B4B-04ED-4E51-A04A-42B08561AD2C}" srcOrd="0" destOrd="0" presId="urn:microsoft.com/office/officeart/2018/2/layout/IconVerticalSolidList"/>
    <dgm:cxn modelId="{72F039A6-441E-4277-B537-D94EC3002723}" type="presOf" srcId="{3BBEEF21-709D-4094-848A-663BEE815D92}" destId="{E261DF49-7E48-4D03-9BE3-B5E2C446128C}" srcOrd="0" destOrd="0" presId="urn:microsoft.com/office/officeart/2018/2/layout/IconVerticalSolidList"/>
    <dgm:cxn modelId="{C4A824E8-AFC9-4AE4-874F-4D11693B8E5D}" srcId="{FD48DD37-A46D-471D-860C-964A6EE0929F}" destId="{A22EE3CA-6787-4508-9768-F56761B2BA2A}" srcOrd="0" destOrd="0" parTransId="{1BFB2A92-AEF5-4576-96C0-1893E09DE6D8}" sibTransId="{7118C80E-C869-4DA3-B6E2-26D8652F5E0D}"/>
    <dgm:cxn modelId="{49B9B39B-13C5-4DCF-BBA2-7F46F1CB9641}" type="presParOf" srcId="{7D8F87EC-9292-4D46-932D-8EFFCC10FC7C}" destId="{FC34298C-DF01-4E91-8612-7D8A0A2E2082}" srcOrd="0" destOrd="0" presId="urn:microsoft.com/office/officeart/2018/2/layout/IconVerticalSolidList"/>
    <dgm:cxn modelId="{011C846E-E570-4E99-BFCD-4EEA5ECFEB64}" type="presParOf" srcId="{FC34298C-DF01-4E91-8612-7D8A0A2E2082}" destId="{73CB9B0A-5F96-4D8A-BFC2-4281DED31DE2}" srcOrd="0" destOrd="0" presId="urn:microsoft.com/office/officeart/2018/2/layout/IconVerticalSolidList"/>
    <dgm:cxn modelId="{2DC79E93-3AE6-40BF-B324-627ED122B95C}" type="presParOf" srcId="{FC34298C-DF01-4E91-8612-7D8A0A2E2082}" destId="{8CE2994F-7548-43BB-AC3D-59152DE3AD05}" srcOrd="1" destOrd="0" presId="urn:microsoft.com/office/officeart/2018/2/layout/IconVerticalSolidList"/>
    <dgm:cxn modelId="{CE072D78-A139-4932-B74F-ACF94C1BDAD4}" type="presParOf" srcId="{FC34298C-DF01-4E91-8612-7D8A0A2E2082}" destId="{379E2144-FF11-4DAC-993D-C53F55858CC2}" srcOrd="2" destOrd="0" presId="urn:microsoft.com/office/officeart/2018/2/layout/IconVerticalSolidList"/>
    <dgm:cxn modelId="{0151C5B0-8297-4ACB-9C98-329A51E6A984}" type="presParOf" srcId="{FC34298C-DF01-4E91-8612-7D8A0A2E2082}" destId="{8641B3C6-FC20-4871-AD7B-6B3057D8509C}" srcOrd="3" destOrd="0" presId="urn:microsoft.com/office/officeart/2018/2/layout/IconVerticalSolidList"/>
    <dgm:cxn modelId="{C9F238D0-3ADC-4232-90E2-7EFD44887C2C}" type="presParOf" srcId="{7D8F87EC-9292-4D46-932D-8EFFCC10FC7C}" destId="{6B2E09F9-496B-483C-BCB3-0CE5D1375829}" srcOrd="1" destOrd="0" presId="urn:microsoft.com/office/officeart/2018/2/layout/IconVerticalSolidList"/>
    <dgm:cxn modelId="{E43D1758-5A34-45E0-984D-3B3F5694EE0E}" type="presParOf" srcId="{7D8F87EC-9292-4D46-932D-8EFFCC10FC7C}" destId="{B7D6BB03-FBC1-45B4-BB77-B18CFB131CC3}" srcOrd="2" destOrd="0" presId="urn:microsoft.com/office/officeart/2018/2/layout/IconVerticalSolidList"/>
    <dgm:cxn modelId="{7DB2D0CA-4F86-4D26-AE68-6366BF00CAE4}" type="presParOf" srcId="{B7D6BB03-FBC1-45B4-BB77-B18CFB131CC3}" destId="{B913D14F-CF3D-4D2C-9D18-D8B285E19F3E}" srcOrd="0" destOrd="0" presId="urn:microsoft.com/office/officeart/2018/2/layout/IconVerticalSolidList"/>
    <dgm:cxn modelId="{99EC238D-0851-43A7-A951-95BB7BC975CD}" type="presParOf" srcId="{B7D6BB03-FBC1-45B4-BB77-B18CFB131CC3}" destId="{63AA241A-7AF1-49B7-ABC4-593C675E5499}" srcOrd="1" destOrd="0" presId="urn:microsoft.com/office/officeart/2018/2/layout/IconVerticalSolidList"/>
    <dgm:cxn modelId="{92FC6B03-9988-4034-A308-5D3ADCEB7764}" type="presParOf" srcId="{B7D6BB03-FBC1-45B4-BB77-B18CFB131CC3}" destId="{7B29297F-6700-4628-B948-48CA1361D543}" srcOrd="2" destOrd="0" presId="urn:microsoft.com/office/officeart/2018/2/layout/IconVerticalSolidList"/>
    <dgm:cxn modelId="{0B537D5B-160F-43BA-80A1-14BB4B503938}" type="presParOf" srcId="{B7D6BB03-FBC1-45B4-BB77-B18CFB131CC3}" destId="{DE242B4B-04ED-4E51-A04A-42B08561AD2C}" srcOrd="3" destOrd="0" presId="urn:microsoft.com/office/officeart/2018/2/layout/IconVerticalSolidList"/>
    <dgm:cxn modelId="{CB11B0B8-5869-4970-A4CE-8C8F341344D3}" type="presParOf" srcId="{7D8F87EC-9292-4D46-932D-8EFFCC10FC7C}" destId="{44690212-7F0F-4145-B825-D28FF0457E5A}" srcOrd="3" destOrd="0" presId="urn:microsoft.com/office/officeart/2018/2/layout/IconVerticalSolidList"/>
    <dgm:cxn modelId="{0AB81087-72B9-4945-B9D7-B58FB80BE7FB}" type="presParOf" srcId="{7D8F87EC-9292-4D46-932D-8EFFCC10FC7C}" destId="{EB452D66-8074-4230-B503-09362E3D2A0F}" srcOrd="4" destOrd="0" presId="urn:microsoft.com/office/officeart/2018/2/layout/IconVerticalSolidList"/>
    <dgm:cxn modelId="{78773D14-0768-4D30-AE22-E6F16318D400}" type="presParOf" srcId="{EB452D66-8074-4230-B503-09362E3D2A0F}" destId="{B97E6D36-DD7E-41F4-8B48-C17596370B2D}" srcOrd="0" destOrd="0" presId="urn:microsoft.com/office/officeart/2018/2/layout/IconVerticalSolidList"/>
    <dgm:cxn modelId="{F3922B8F-A25F-42E8-BE7F-B952B6AE033E}" type="presParOf" srcId="{EB452D66-8074-4230-B503-09362E3D2A0F}" destId="{D4E23602-CA95-4C90-8C14-8F7BA25BC271}" srcOrd="1" destOrd="0" presId="urn:microsoft.com/office/officeart/2018/2/layout/IconVerticalSolidList"/>
    <dgm:cxn modelId="{C91ECE60-9336-4F31-AE25-E6BCCE1A648E}" type="presParOf" srcId="{EB452D66-8074-4230-B503-09362E3D2A0F}" destId="{C74BE18D-ACA8-497A-872B-17CC06A8D4D4}" srcOrd="2" destOrd="0" presId="urn:microsoft.com/office/officeart/2018/2/layout/IconVerticalSolidList"/>
    <dgm:cxn modelId="{3D66DCF6-19BE-4452-8C48-2AC8F9BC5F24}" type="presParOf" srcId="{EB452D66-8074-4230-B503-09362E3D2A0F}" destId="{E261DF49-7E48-4D03-9BE3-B5E2C44612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A3B77C-D5B9-4056-9E5B-5E2660C3B02A}" type="doc">
      <dgm:prSet loTypeId="urn:microsoft.com/office/officeart/2018/5/layout/CenteredIconLabelDescriptionList" loCatId="icon" qsTypeId="urn:microsoft.com/office/officeart/2005/8/quickstyle/simple1#3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E1124B6F-9E8B-454D-B97A-61282E5804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4G</a:t>
          </a:r>
          <a:endParaRPr lang="en-US"/>
        </a:p>
      </dgm:t>
    </dgm:pt>
    <dgm:pt modelId="{C36D9616-3529-41F1-9E52-0E7F58705C57}" type="parTrans" cxnId="{9E61D020-582B-4477-B0D9-D99FACBF1293}">
      <dgm:prSet/>
      <dgm:spPr/>
      <dgm:t>
        <a:bodyPr/>
        <a:lstStyle/>
        <a:p>
          <a:endParaRPr lang="en-US"/>
        </a:p>
      </dgm:t>
    </dgm:pt>
    <dgm:pt modelId="{2813C1E6-0C70-42B5-87DD-B87F523B12F7}" type="sibTrans" cxnId="{9E61D020-582B-4477-B0D9-D99FACBF1293}">
      <dgm:prSet/>
      <dgm:spPr/>
      <dgm:t>
        <a:bodyPr/>
        <a:lstStyle/>
        <a:p>
          <a:endParaRPr lang="en-US"/>
        </a:p>
      </dgm:t>
    </dgm:pt>
    <dgm:pt modelId="{F2A089BD-2BFE-4946-8748-DB7CC4D01D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High-speed mobile Internet and LTE-based services</a:t>
          </a:r>
          <a:endParaRPr lang="en-US"/>
        </a:p>
      </dgm:t>
    </dgm:pt>
    <dgm:pt modelId="{E7D4E885-2D5A-4448-AF40-14AAE03EEF08}" type="parTrans" cxnId="{D64EA959-8F4E-40C0-A4DF-03A62DD8BB75}">
      <dgm:prSet/>
      <dgm:spPr/>
      <dgm:t>
        <a:bodyPr/>
        <a:lstStyle/>
        <a:p>
          <a:endParaRPr lang="en-US"/>
        </a:p>
      </dgm:t>
    </dgm:pt>
    <dgm:pt modelId="{F4146511-2423-4815-B33B-427A24E407C8}" type="sibTrans" cxnId="{D64EA959-8F4E-40C0-A4DF-03A62DD8BB75}">
      <dgm:prSet/>
      <dgm:spPr/>
      <dgm:t>
        <a:bodyPr/>
        <a:lstStyle/>
        <a:p>
          <a:endParaRPr lang="en-US"/>
        </a:p>
      </dgm:t>
    </dgm:pt>
    <dgm:pt modelId="{F9A202C5-A655-4F21-8824-7B1B1A9031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Video streaming and mobile applications</a:t>
          </a:r>
          <a:endParaRPr lang="en-US"/>
        </a:p>
      </dgm:t>
    </dgm:pt>
    <dgm:pt modelId="{10328F1C-7974-48B5-A54B-A699F9795CFF}" type="parTrans" cxnId="{AD987943-3FCB-4C5D-BB95-C7AC728C3D50}">
      <dgm:prSet/>
      <dgm:spPr/>
      <dgm:t>
        <a:bodyPr/>
        <a:lstStyle/>
        <a:p>
          <a:endParaRPr lang="en-US"/>
        </a:p>
      </dgm:t>
    </dgm:pt>
    <dgm:pt modelId="{253DA73C-8303-43A6-803C-159E76972770}" type="sibTrans" cxnId="{AD987943-3FCB-4C5D-BB95-C7AC728C3D50}">
      <dgm:prSet/>
      <dgm:spPr/>
      <dgm:t>
        <a:bodyPr/>
        <a:lstStyle/>
        <a:p>
          <a:endParaRPr lang="en-US"/>
        </a:p>
      </dgm:t>
    </dgm:pt>
    <dgm:pt modelId="{54F00B2C-ACE8-4762-860C-5508BB9AAC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5G</a:t>
          </a:r>
          <a:endParaRPr lang="en-US"/>
        </a:p>
      </dgm:t>
    </dgm:pt>
    <dgm:pt modelId="{FC624C3F-ECDB-466E-9424-F6D62DEC4BC4}" type="parTrans" cxnId="{CC70F06F-EB3D-43E7-BA87-6BF7D95A1573}">
      <dgm:prSet/>
      <dgm:spPr/>
      <dgm:t>
        <a:bodyPr/>
        <a:lstStyle/>
        <a:p>
          <a:endParaRPr lang="en-US"/>
        </a:p>
      </dgm:t>
    </dgm:pt>
    <dgm:pt modelId="{FF2BD152-5CB4-4821-887D-3360CEE0BEBD}" type="sibTrans" cxnId="{CC70F06F-EB3D-43E7-BA87-6BF7D95A1573}">
      <dgm:prSet/>
      <dgm:spPr/>
      <dgm:t>
        <a:bodyPr/>
        <a:lstStyle/>
        <a:p>
          <a:endParaRPr lang="en-US"/>
        </a:p>
      </dgm:t>
    </dgm:pt>
    <dgm:pt modelId="{9A37C03E-E634-4684-BA5C-ED60B94B2F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Higher capacity and potentially lower latency</a:t>
          </a:r>
          <a:endParaRPr lang="en-US"/>
        </a:p>
      </dgm:t>
    </dgm:pt>
    <dgm:pt modelId="{B4396C55-D5F2-4952-9667-F10FD162AAA1}" type="parTrans" cxnId="{57E747A1-095F-47A4-B94F-FF1032498C5D}">
      <dgm:prSet/>
      <dgm:spPr/>
      <dgm:t>
        <a:bodyPr/>
        <a:lstStyle/>
        <a:p>
          <a:endParaRPr lang="en-US"/>
        </a:p>
      </dgm:t>
    </dgm:pt>
    <dgm:pt modelId="{E9CB582A-85DF-440B-9A15-5418C2E22858}" type="sibTrans" cxnId="{57E747A1-095F-47A4-B94F-FF1032498C5D}">
      <dgm:prSet/>
      <dgm:spPr/>
      <dgm:t>
        <a:bodyPr/>
        <a:lstStyle/>
        <a:p>
          <a:endParaRPr lang="en-US"/>
        </a:p>
      </dgm:t>
    </dgm:pt>
    <dgm:pt modelId="{6A06F90D-659A-4681-B1DB-DBF6C874CF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Higher speeds and support for advanced IoT and industrial use cases</a:t>
          </a:r>
          <a:endParaRPr lang="en-US"/>
        </a:p>
      </dgm:t>
    </dgm:pt>
    <dgm:pt modelId="{7FBC972E-393A-42C4-8CAB-93EB6C571624}" type="parTrans" cxnId="{77F6A84B-8243-44D6-89F7-A67DDD5C958D}">
      <dgm:prSet/>
      <dgm:spPr/>
      <dgm:t>
        <a:bodyPr/>
        <a:lstStyle/>
        <a:p>
          <a:endParaRPr lang="en-US"/>
        </a:p>
      </dgm:t>
    </dgm:pt>
    <dgm:pt modelId="{646419E3-DA79-4D77-B448-30C10D39DEA9}" type="sibTrans" cxnId="{77F6A84B-8243-44D6-89F7-A67DDD5C958D}">
      <dgm:prSet/>
      <dgm:spPr/>
      <dgm:t>
        <a:bodyPr/>
        <a:lstStyle/>
        <a:p>
          <a:endParaRPr lang="en-US"/>
        </a:p>
      </dgm:t>
    </dgm:pt>
    <dgm:pt modelId="{08504D0E-2D3D-45DA-BBD5-193DBE6BB200}" type="pres">
      <dgm:prSet presAssocID="{AFA3B77C-D5B9-4056-9E5B-5E2660C3B02A}" presName="root" presStyleCnt="0">
        <dgm:presLayoutVars>
          <dgm:dir/>
          <dgm:resizeHandles val="exact"/>
        </dgm:presLayoutVars>
      </dgm:prSet>
      <dgm:spPr/>
    </dgm:pt>
    <dgm:pt modelId="{4D022EAF-4CDB-46DC-84E8-A956F783DEF3}" type="pres">
      <dgm:prSet presAssocID="{E1124B6F-9E8B-454D-B97A-61282E58040D}" presName="compNode" presStyleCnt="0"/>
      <dgm:spPr/>
    </dgm:pt>
    <dgm:pt modelId="{10EE3CE2-132B-48F8-9FC5-7AA47ED3DCDF}" type="pres">
      <dgm:prSet presAssocID="{E1124B6F-9E8B-454D-B97A-61282E58040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90256D01-A2CF-46DE-BAE1-5EA01D8897A4}" type="pres">
      <dgm:prSet presAssocID="{E1124B6F-9E8B-454D-B97A-61282E58040D}" presName="iconSpace" presStyleCnt="0"/>
      <dgm:spPr/>
    </dgm:pt>
    <dgm:pt modelId="{E5CC4F54-C886-4873-B0ED-73A162B42C84}" type="pres">
      <dgm:prSet presAssocID="{E1124B6F-9E8B-454D-B97A-61282E58040D}" presName="parTx" presStyleLbl="revTx" presStyleIdx="0" presStyleCnt="4">
        <dgm:presLayoutVars>
          <dgm:chMax val="0"/>
          <dgm:chPref val="0"/>
        </dgm:presLayoutVars>
      </dgm:prSet>
      <dgm:spPr/>
    </dgm:pt>
    <dgm:pt modelId="{33417B19-E840-4551-B469-8B4751267BB4}" type="pres">
      <dgm:prSet presAssocID="{E1124B6F-9E8B-454D-B97A-61282E58040D}" presName="txSpace" presStyleCnt="0"/>
      <dgm:spPr/>
    </dgm:pt>
    <dgm:pt modelId="{53EB8C8C-844B-4BBC-8593-5491AC1E4F55}" type="pres">
      <dgm:prSet presAssocID="{E1124B6F-9E8B-454D-B97A-61282E58040D}" presName="desTx" presStyleLbl="revTx" presStyleIdx="1" presStyleCnt="4">
        <dgm:presLayoutVars/>
      </dgm:prSet>
      <dgm:spPr/>
    </dgm:pt>
    <dgm:pt modelId="{D8BCC7A1-F55C-470A-997E-6EEEAACD834B}" type="pres">
      <dgm:prSet presAssocID="{2813C1E6-0C70-42B5-87DD-B87F523B12F7}" presName="sibTrans" presStyleCnt="0"/>
      <dgm:spPr/>
    </dgm:pt>
    <dgm:pt modelId="{258E9A2E-E4BE-47A0-897B-57A4A747CEF0}" type="pres">
      <dgm:prSet presAssocID="{54F00B2C-ACE8-4762-860C-5508BB9AAC4A}" presName="compNode" presStyleCnt="0"/>
      <dgm:spPr/>
    </dgm:pt>
    <dgm:pt modelId="{9FF0F69C-45C6-4134-BCEF-C07987AC39C1}" type="pres">
      <dgm:prSet presAssocID="{54F00B2C-ACE8-4762-860C-5508BB9AAC4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9E397FB-B8D3-4934-BB02-1B3097A2563B}" type="pres">
      <dgm:prSet presAssocID="{54F00B2C-ACE8-4762-860C-5508BB9AAC4A}" presName="iconSpace" presStyleCnt="0"/>
      <dgm:spPr/>
    </dgm:pt>
    <dgm:pt modelId="{1F4C8850-49CD-49B7-B13A-8F170ADF9B9A}" type="pres">
      <dgm:prSet presAssocID="{54F00B2C-ACE8-4762-860C-5508BB9AAC4A}" presName="parTx" presStyleLbl="revTx" presStyleIdx="2" presStyleCnt="4">
        <dgm:presLayoutVars>
          <dgm:chMax val="0"/>
          <dgm:chPref val="0"/>
        </dgm:presLayoutVars>
      </dgm:prSet>
      <dgm:spPr/>
    </dgm:pt>
    <dgm:pt modelId="{9E72865E-A3C4-4937-9992-F018AB45B549}" type="pres">
      <dgm:prSet presAssocID="{54F00B2C-ACE8-4762-860C-5508BB9AAC4A}" presName="txSpace" presStyleCnt="0"/>
      <dgm:spPr/>
    </dgm:pt>
    <dgm:pt modelId="{CF5DE8B0-563C-4968-9ED2-2C6597287054}" type="pres">
      <dgm:prSet presAssocID="{54F00B2C-ACE8-4762-860C-5508BB9AAC4A}" presName="desTx" presStyleLbl="revTx" presStyleIdx="3" presStyleCnt="4">
        <dgm:presLayoutVars/>
      </dgm:prSet>
      <dgm:spPr/>
    </dgm:pt>
  </dgm:ptLst>
  <dgm:cxnLst>
    <dgm:cxn modelId="{9E61D020-582B-4477-B0D9-D99FACBF1293}" srcId="{AFA3B77C-D5B9-4056-9E5B-5E2660C3B02A}" destId="{E1124B6F-9E8B-454D-B97A-61282E58040D}" srcOrd="0" destOrd="0" parTransId="{C36D9616-3529-41F1-9E52-0E7F58705C57}" sibTransId="{2813C1E6-0C70-42B5-87DD-B87F523B12F7}"/>
    <dgm:cxn modelId="{68C93D22-4A22-48D6-AEB5-FE85C7CC1C64}" type="presOf" srcId="{54F00B2C-ACE8-4762-860C-5508BB9AAC4A}" destId="{1F4C8850-49CD-49B7-B13A-8F170ADF9B9A}" srcOrd="0" destOrd="0" presId="urn:microsoft.com/office/officeart/2018/5/layout/CenteredIconLabelDescriptionList"/>
    <dgm:cxn modelId="{BFA7912E-EF46-49BB-8EC0-40DBF25FC7A6}" type="presOf" srcId="{E1124B6F-9E8B-454D-B97A-61282E58040D}" destId="{E5CC4F54-C886-4873-B0ED-73A162B42C84}" srcOrd="0" destOrd="0" presId="urn:microsoft.com/office/officeart/2018/5/layout/CenteredIconLabelDescriptionList"/>
    <dgm:cxn modelId="{AD987943-3FCB-4C5D-BB95-C7AC728C3D50}" srcId="{E1124B6F-9E8B-454D-B97A-61282E58040D}" destId="{F9A202C5-A655-4F21-8824-7B1B1A9031E3}" srcOrd="1" destOrd="0" parTransId="{10328F1C-7974-48B5-A54B-A699F9795CFF}" sibTransId="{253DA73C-8303-43A6-803C-159E76972770}"/>
    <dgm:cxn modelId="{50035A66-0EAF-496B-B7F6-A07E15D2FCA3}" type="presOf" srcId="{6A06F90D-659A-4681-B1DB-DBF6C874CF75}" destId="{CF5DE8B0-563C-4968-9ED2-2C6597287054}" srcOrd="0" destOrd="1" presId="urn:microsoft.com/office/officeart/2018/5/layout/CenteredIconLabelDescriptionList"/>
    <dgm:cxn modelId="{77F6A84B-8243-44D6-89F7-A67DDD5C958D}" srcId="{54F00B2C-ACE8-4762-860C-5508BB9AAC4A}" destId="{6A06F90D-659A-4681-B1DB-DBF6C874CF75}" srcOrd="1" destOrd="0" parTransId="{7FBC972E-393A-42C4-8CAB-93EB6C571624}" sibTransId="{646419E3-DA79-4D77-B448-30C10D39DEA9}"/>
    <dgm:cxn modelId="{6F18066C-016A-446A-BEEB-7E69C95E47FC}" type="presOf" srcId="{AFA3B77C-D5B9-4056-9E5B-5E2660C3B02A}" destId="{08504D0E-2D3D-45DA-BBD5-193DBE6BB200}" srcOrd="0" destOrd="0" presId="urn:microsoft.com/office/officeart/2018/5/layout/CenteredIconLabelDescriptionList"/>
    <dgm:cxn modelId="{CC70F06F-EB3D-43E7-BA87-6BF7D95A1573}" srcId="{AFA3B77C-D5B9-4056-9E5B-5E2660C3B02A}" destId="{54F00B2C-ACE8-4762-860C-5508BB9AAC4A}" srcOrd="1" destOrd="0" parTransId="{FC624C3F-ECDB-466E-9424-F6D62DEC4BC4}" sibTransId="{FF2BD152-5CB4-4821-887D-3360CEE0BEBD}"/>
    <dgm:cxn modelId="{D64EA959-8F4E-40C0-A4DF-03A62DD8BB75}" srcId="{E1124B6F-9E8B-454D-B97A-61282E58040D}" destId="{F2A089BD-2BFE-4946-8748-DB7CC4D01DD3}" srcOrd="0" destOrd="0" parTransId="{E7D4E885-2D5A-4448-AF40-14AAE03EEF08}" sibTransId="{F4146511-2423-4815-B33B-427A24E407C8}"/>
    <dgm:cxn modelId="{B43E9399-2850-4CE7-A8A0-B605CF5F5AD5}" type="presOf" srcId="{9A37C03E-E634-4684-BA5C-ED60B94B2F1F}" destId="{CF5DE8B0-563C-4968-9ED2-2C6597287054}" srcOrd="0" destOrd="0" presId="urn:microsoft.com/office/officeart/2018/5/layout/CenteredIconLabelDescriptionList"/>
    <dgm:cxn modelId="{57E747A1-095F-47A4-B94F-FF1032498C5D}" srcId="{54F00B2C-ACE8-4762-860C-5508BB9AAC4A}" destId="{9A37C03E-E634-4684-BA5C-ED60B94B2F1F}" srcOrd="0" destOrd="0" parTransId="{B4396C55-D5F2-4952-9667-F10FD162AAA1}" sibTransId="{E9CB582A-85DF-440B-9A15-5418C2E22858}"/>
    <dgm:cxn modelId="{33CC02F4-737E-4C88-AFB9-968A3B1D6381}" type="presOf" srcId="{F9A202C5-A655-4F21-8824-7B1B1A9031E3}" destId="{53EB8C8C-844B-4BBC-8593-5491AC1E4F55}" srcOrd="0" destOrd="1" presId="urn:microsoft.com/office/officeart/2018/5/layout/CenteredIconLabelDescriptionList"/>
    <dgm:cxn modelId="{EE0F04F8-4DEB-4821-8384-484A856C6EED}" type="presOf" srcId="{F2A089BD-2BFE-4946-8748-DB7CC4D01DD3}" destId="{53EB8C8C-844B-4BBC-8593-5491AC1E4F55}" srcOrd="0" destOrd="0" presId="urn:microsoft.com/office/officeart/2018/5/layout/CenteredIconLabelDescriptionList"/>
    <dgm:cxn modelId="{49A6371F-A338-4064-938B-4EBCFD5A685A}" type="presParOf" srcId="{08504D0E-2D3D-45DA-BBD5-193DBE6BB200}" destId="{4D022EAF-4CDB-46DC-84E8-A956F783DEF3}" srcOrd="0" destOrd="0" presId="urn:microsoft.com/office/officeart/2018/5/layout/CenteredIconLabelDescriptionList"/>
    <dgm:cxn modelId="{688168D5-923A-4122-B26F-657DDCBDDD63}" type="presParOf" srcId="{4D022EAF-4CDB-46DC-84E8-A956F783DEF3}" destId="{10EE3CE2-132B-48F8-9FC5-7AA47ED3DCDF}" srcOrd="0" destOrd="0" presId="urn:microsoft.com/office/officeart/2018/5/layout/CenteredIconLabelDescriptionList"/>
    <dgm:cxn modelId="{D9E0BB82-5578-4E0B-9813-A8BF960E70F4}" type="presParOf" srcId="{4D022EAF-4CDB-46DC-84E8-A956F783DEF3}" destId="{90256D01-A2CF-46DE-BAE1-5EA01D8897A4}" srcOrd="1" destOrd="0" presId="urn:microsoft.com/office/officeart/2018/5/layout/CenteredIconLabelDescriptionList"/>
    <dgm:cxn modelId="{7FB92BF1-7783-4B82-9135-8C6AB9606326}" type="presParOf" srcId="{4D022EAF-4CDB-46DC-84E8-A956F783DEF3}" destId="{E5CC4F54-C886-4873-B0ED-73A162B42C84}" srcOrd="2" destOrd="0" presId="urn:microsoft.com/office/officeart/2018/5/layout/CenteredIconLabelDescriptionList"/>
    <dgm:cxn modelId="{E6F7DC6F-75E0-4E6D-8E6F-04E502AC110F}" type="presParOf" srcId="{4D022EAF-4CDB-46DC-84E8-A956F783DEF3}" destId="{33417B19-E840-4551-B469-8B4751267BB4}" srcOrd="3" destOrd="0" presId="urn:microsoft.com/office/officeart/2018/5/layout/CenteredIconLabelDescriptionList"/>
    <dgm:cxn modelId="{B45ED106-63A1-4A5C-9D3C-62F93DEB3D88}" type="presParOf" srcId="{4D022EAF-4CDB-46DC-84E8-A956F783DEF3}" destId="{53EB8C8C-844B-4BBC-8593-5491AC1E4F55}" srcOrd="4" destOrd="0" presId="urn:microsoft.com/office/officeart/2018/5/layout/CenteredIconLabelDescriptionList"/>
    <dgm:cxn modelId="{3D9C7595-FF16-4FF0-A6CB-B7A445743E27}" type="presParOf" srcId="{08504D0E-2D3D-45DA-BBD5-193DBE6BB200}" destId="{D8BCC7A1-F55C-470A-997E-6EEEAACD834B}" srcOrd="1" destOrd="0" presId="urn:microsoft.com/office/officeart/2018/5/layout/CenteredIconLabelDescriptionList"/>
    <dgm:cxn modelId="{44B5B30F-C203-448E-B75D-2B69BC746D1B}" type="presParOf" srcId="{08504D0E-2D3D-45DA-BBD5-193DBE6BB200}" destId="{258E9A2E-E4BE-47A0-897B-57A4A747CEF0}" srcOrd="2" destOrd="0" presId="urn:microsoft.com/office/officeart/2018/5/layout/CenteredIconLabelDescriptionList"/>
    <dgm:cxn modelId="{D6A2466A-0B11-48DD-836A-7D21698AD111}" type="presParOf" srcId="{258E9A2E-E4BE-47A0-897B-57A4A747CEF0}" destId="{9FF0F69C-45C6-4134-BCEF-C07987AC39C1}" srcOrd="0" destOrd="0" presId="urn:microsoft.com/office/officeart/2018/5/layout/CenteredIconLabelDescriptionList"/>
    <dgm:cxn modelId="{1FA3D3E8-0940-440C-9F46-9C494B2866CD}" type="presParOf" srcId="{258E9A2E-E4BE-47A0-897B-57A4A747CEF0}" destId="{B9E397FB-B8D3-4934-BB02-1B3097A2563B}" srcOrd="1" destOrd="0" presId="urn:microsoft.com/office/officeart/2018/5/layout/CenteredIconLabelDescriptionList"/>
    <dgm:cxn modelId="{310FCD8D-0E26-446F-A11B-07F407A003BE}" type="presParOf" srcId="{258E9A2E-E4BE-47A0-897B-57A4A747CEF0}" destId="{1F4C8850-49CD-49B7-B13A-8F170ADF9B9A}" srcOrd="2" destOrd="0" presId="urn:microsoft.com/office/officeart/2018/5/layout/CenteredIconLabelDescriptionList"/>
    <dgm:cxn modelId="{CA048F20-FC39-4F84-9AC7-B4990250AC2E}" type="presParOf" srcId="{258E9A2E-E4BE-47A0-897B-57A4A747CEF0}" destId="{9E72865E-A3C4-4937-9992-F018AB45B549}" srcOrd="3" destOrd="0" presId="urn:microsoft.com/office/officeart/2018/5/layout/CenteredIconLabelDescriptionList"/>
    <dgm:cxn modelId="{193C2855-624C-4920-83D4-D39C65B02258}" type="presParOf" srcId="{258E9A2E-E4BE-47A0-897B-57A4A747CEF0}" destId="{CF5DE8B0-563C-4968-9ED2-2C659728705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1B4356-A315-4B36-AF65-91E424DC18FB}" type="doc">
      <dgm:prSet loTypeId="urn:microsoft.com/office/officeart/2018/2/layout/IconVerticalSolidList" loCatId="icon" qsTypeId="urn:microsoft.com/office/officeart/2005/8/quickstyle/simple1#4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28472C2-AB40-455A-883D-80A72FDFBC57}">
      <dgm:prSet/>
      <dgm:spPr/>
      <dgm:t>
        <a:bodyPr/>
        <a:lstStyle/>
        <a:p>
          <a:r>
            <a:rPr lang="en-US" b="1" i="0" baseline="0"/>
            <a:t>CIDR notation represents the number of network bits.</a:t>
          </a:r>
          <a:endParaRPr lang="en-US"/>
        </a:p>
      </dgm:t>
    </dgm:pt>
    <dgm:pt modelId="{ACF2C2F0-24BE-4A33-8091-7B14F3117C96}" type="parTrans" cxnId="{E8F2CD03-388F-42F6-BF0C-3AC0744E2A40}">
      <dgm:prSet/>
      <dgm:spPr/>
      <dgm:t>
        <a:bodyPr/>
        <a:lstStyle/>
        <a:p>
          <a:endParaRPr lang="en-US"/>
        </a:p>
      </dgm:t>
    </dgm:pt>
    <dgm:pt modelId="{94D85A19-1EA7-4ABC-83E9-A5D739FB8BAD}" type="sibTrans" cxnId="{E8F2CD03-388F-42F6-BF0C-3AC0744E2A40}">
      <dgm:prSet/>
      <dgm:spPr/>
      <dgm:t>
        <a:bodyPr/>
        <a:lstStyle/>
        <a:p>
          <a:endParaRPr lang="en-US"/>
        </a:p>
      </dgm:t>
    </dgm:pt>
    <dgm:pt modelId="{AB1A77C3-5780-4418-8161-F621736C78A4}">
      <dgm:prSet/>
      <dgm:spPr/>
      <dgm:t>
        <a:bodyPr/>
        <a:lstStyle/>
        <a:p>
          <a:r>
            <a:rPr lang="en-US" b="1" i="0" baseline="0"/>
            <a:t>Example: 192.168.1.0/24</a:t>
          </a:r>
          <a:endParaRPr lang="en-US"/>
        </a:p>
      </dgm:t>
    </dgm:pt>
    <dgm:pt modelId="{51EA759A-B597-4B61-8C26-82B86C8527AE}" type="parTrans" cxnId="{9282F72A-E941-4B45-A1C2-7E126EFA60A1}">
      <dgm:prSet/>
      <dgm:spPr/>
      <dgm:t>
        <a:bodyPr/>
        <a:lstStyle/>
        <a:p>
          <a:endParaRPr lang="en-US"/>
        </a:p>
      </dgm:t>
    </dgm:pt>
    <dgm:pt modelId="{D20995D5-D597-462C-BABE-E713E9241562}" type="sibTrans" cxnId="{9282F72A-E941-4B45-A1C2-7E126EFA60A1}">
      <dgm:prSet/>
      <dgm:spPr/>
      <dgm:t>
        <a:bodyPr/>
        <a:lstStyle/>
        <a:p>
          <a:endParaRPr lang="en-US"/>
        </a:p>
      </dgm:t>
    </dgm:pt>
    <dgm:pt modelId="{DF204E23-E9C3-4D61-8B6C-17744E6D8C21}">
      <dgm:prSet/>
      <dgm:spPr/>
      <dgm:t>
        <a:bodyPr/>
        <a:lstStyle/>
        <a:p>
          <a:r>
            <a:rPr lang="en-US" b="1" i="0" baseline="0" dirty="0"/>
            <a:t>/24 means 24 network bits</a:t>
          </a:r>
          <a:endParaRPr lang="en-US" dirty="0"/>
        </a:p>
      </dgm:t>
    </dgm:pt>
    <dgm:pt modelId="{4758A86F-101E-462A-85B9-E5934619C21C}" type="parTrans" cxnId="{D79E34AF-5FD0-4FBD-A5AA-6C91F4C1E19E}">
      <dgm:prSet/>
      <dgm:spPr/>
      <dgm:t>
        <a:bodyPr/>
        <a:lstStyle/>
        <a:p>
          <a:endParaRPr lang="en-US"/>
        </a:p>
      </dgm:t>
    </dgm:pt>
    <dgm:pt modelId="{9D4992EE-88C8-4607-8AD8-170B9216D131}" type="sibTrans" cxnId="{D79E34AF-5FD0-4FBD-A5AA-6C91F4C1E19E}">
      <dgm:prSet/>
      <dgm:spPr/>
      <dgm:t>
        <a:bodyPr/>
        <a:lstStyle/>
        <a:p>
          <a:endParaRPr lang="en-US"/>
        </a:p>
      </dgm:t>
    </dgm:pt>
    <dgm:pt modelId="{B4E3C2D6-B7C9-4BB2-B7F6-F114DB36C099}">
      <dgm:prSet/>
      <dgm:spPr/>
      <dgm:t>
        <a:bodyPr/>
        <a:lstStyle/>
        <a:p>
          <a:r>
            <a:rPr lang="en-US" b="1" i="0" baseline="0"/>
            <a:t>Subnet mask: 255.255.255.0</a:t>
          </a:r>
          <a:endParaRPr lang="en-US"/>
        </a:p>
      </dgm:t>
    </dgm:pt>
    <dgm:pt modelId="{5A95E1F5-C66A-4628-8988-60E7CAF96676}" type="parTrans" cxnId="{FBEEF1AB-D579-4C2E-8055-1E682086171E}">
      <dgm:prSet/>
      <dgm:spPr/>
      <dgm:t>
        <a:bodyPr/>
        <a:lstStyle/>
        <a:p>
          <a:endParaRPr lang="en-US"/>
        </a:p>
      </dgm:t>
    </dgm:pt>
    <dgm:pt modelId="{B6A49663-DF51-4BAB-84BA-847EFE252078}" type="sibTrans" cxnId="{FBEEF1AB-D579-4C2E-8055-1E682086171E}">
      <dgm:prSet/>
      <dgm:spPr/>
      <dgm:t>
        <a:bodyPr/>
        <a:lstStyle/>
        <a:p>
          <a:endParaRPr lang="en-US"/>
        </a:p>
      </dgm:t>
    </dgm:pt>
    <dgm:pt modelId="{3B7C334F-58EB-496D-83E6-B1F98830664D}" type="pres">
      <dgm:prSet presAssocID="{C51B4356-A315-4B36-AF65-91E424DC18FB}" presName="root" presStyleCnt="0">
        <dgm:presLayoutVars>
          <dgm:dir/>
          <dgm:resizeHandles val="exact"/>
        </dgm:presLayoutVars>
      </dgm:prSet>
      <dgm:spPr/>
    </dgm:pt>
    <dgm:pt modelId="{CAF5BDDB-4067-4201-A5C1-08C793CF468D}" type="pres">
      <dgm:prSet presAssocID="{428472C2-AB40-455A-883D-80A72FDFBC57}" presName="compNode" presStyleCnt="0"/>
      <dgm:spPr/>
    </dgm:pt>
    <dgm:pt modelId="{E6D5302F-D143-41E3-8017-ABA66331EA67}" type="pres">
      <dgm:prSet presAssocID="{428472C2-AB40-455A-883D-80A72FDFBC57}" presName="bgRect" presStyleLbl="bgShp" presStyleIdx="0" presStyleCnt="4"/>
      <dgm:spPr/>
    </dgm:pt>
    <dgm:pt modelId="{7875A6F7-3ADE-4033-B8C6-9FA9A538FC6D}" type="pres">
      <dgm:prSet presAssocID="{428472C2-AB40-455A-883D-80A72FDFBC5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C3451F7D-8180-4355-B8B3-EE378AAE6AFC}" type="pres">
      <dgm:prSet presAssocID="{428472C2-AB40-455A-883D-80A72FDFBC57}" presName="spaceRect" presStyleCnt="0"/>
      <dgm:spPr/>
    </dgm:pt>
    <dgm:pt modelId="{4F95090F-A32A-4961-BFB1-DBA07FF49EE5}" type="pres">
      <dgm:prSet presAssocID="{428472C2-AB40-455A-883D-80A72FDFBC57}" presName="parTx" presStyleLbl="revTx" presStyleIdx="0" presStyleCnt="4">
        <dgm:presLayoutVars>
          <dgm:chMax val="0"/>
          <dgm:chPref val="0"/>
        </dgm:presLayoutVars>
      </dgm:prSet>
      <dgm:spPr/>
    </dgm:pt>
    <dgm:pt modelId="{987B75AE-C9EA-4448-BC47-BE4E80A8532E}" type="pres">
      <dgm:prSet presAssocID="{94D85A19-1EA7-4ABC-83E9-A5D739FB8BAD}" presName="sibTrans" presStyleCnt="0"/>
      <dgm:spPr/>
    </dgm:pt>
    <dgm:pt modelId="{6A396C8A-CA1C-4F13-8F97-26501E98B279}" type="pres">
      <dgm:prSet presAssocID="{AB1A77C3-5780-4418-8161-F621736C78A4}" presName="compNode" presStyleCnt="0"/>
      <dgm:spPr/>
    </dgm:pt>
    <dgm:pt modelId="{5314E8E4-D02E-44B2-865B-970C010FD530}" type="pres">
      <dgm:prSet presAssocID="{AB1A77C3-5780-4418-8161-F621736C78A4}" presName="bgRect" presStyleLbl="bgShp" presStyleIdx="1" presStyleCnt="4"/>
      <dgm:spPr/>
    </dgm:pt>
    <dgm:pt modelId="{C622AA89-D0B6-4525-80A5-4D8B2066C84D}" type="pres">
      <dgm:prSet presAssocID="{AB1A77C3-5780-4418-8161-F621736C78A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E1B10E8-B75F-47B6-AAA8-B1C1D85F732B}" type="pres">
      <dgm:prSet presAssocID="{AB1A77C3-5780-4418-8161-F621736C78A4}" presName="spaceRect" presStyleCnt="0"/>
      <dgm:spPr/>
    </dgm:pt>
    <dgm:pt modelId="{7E95CC01-ECA2-40FB-BB49-CAC38B0B0E7C}" type="pres">
      <dgm:prSet presAssocID="{AB1A77C3-5780-4418-8161-F621736C78A4}" presName="parTx" presStyleLbl="revTx" presStyleIdx="1" presStyleCnt="4">
        <dgm:presLayoutVars>
          <dgm:chMax val="0"/>
          <dgm:chPref val="0"/>
        </dgm:presLayoutVars>
      </dgm:prSet>
      <dgm:spPr/>
    </dgm:pt>
    <dgm:pt modelId="{E8244143-2A60-4788-817E-AABB073CB6F6}" type="pres">
      <dgm:prSet presAssocID="{D20995D5-D597-462C-BABE-E713E9241562}" presName="sibTrans" presStyleCnt="0"/>
      <dgm:spPr/>
    </dgm:pt>
    <dgm:pt modelId="{2A5A7DE4-9795-4A14-AE82-CC007A5396AC}" type="pres">
      <dgm:prSet presAssocID="{DF204E23-E9C3-4D61-8B6C-17744E6D8C21}" presName="compNode" presStyleCnt="0"/>
      <dgm:spPr/>
    </dgm:pt>
    <dgm:pt modelId="{A51354E8-A0A3-4CF4-BA59-65B2EE0E8392}" type="pres">
      <dgm:prSet presAssocID="{DF204E23-E9C3-4D61-8B6C-17744E6D8C21}" presName="bgRect" presStyleLbl="bgShp" presStyleIdx="2" presStyleCnt="4"/>
      <dgm:spPr/>
    </dgm:pt>
    <dgm:pt modelId="{C805FA5A-37D8-4C90-90EA-11AB2541354E}" type="pres">
      <dgm:prSet presAssocID="{DF204E23-E9C3-4D61-8B6C-17744E6D8C2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9F9DF69-E214-4813-AF32-EA8ABE92A937}" type="pres">
      <dgm:prSet presAssocID="{DF204E23-E9C3-4D61-8B6C-17744E6D8C21}" presName="spaceRect" presStyleCnt="0"/>
      <dgm:spPr/>
    </dgm:pt>
    <dgm:pt modelId="{9EAF27FE-135B-4755-90B4-5FF683D1CDE3}" type="pres">
      <dgm:prSet presAssocID="{DF204E23-E9C3-4D61-8B6C-17744E6D8C21}" presName="parTx" presStyleLbl="revTx" presStyleIdx="2" presStyleCnt="4">
        <dgm:presLayoutVars>
          <dgm:chMax val="0"/>
          <dgm:chPref val="0"/>
        </dgm:presLayoutVars>
      </dgm:prSet>
      <dgm:spPr/>
    </dgm:pt>
    <dgm:pt modelId="{7305E8C1-190D-4149-84D0-27052438BE3A}" type="pres">
      <dgm:prSet presAssocID="{9D4992EE-88C8-4607-8AD8-170B9216D131}" presName="sibTrans" presStyleCnt="0"/>
      <dgm:spPr/>
    </dgm:pt>
    <dgm:pt modelId="{CFA09349-81FD-4610-ADBB-27CF23B7B30B}" type="pres">
      <dgm:prSet presAssocID="{B4E3C2D6-B7C9-4BB2-B7F6-F114DB36C099}" presName="compNode" presStyleCnt="0"/>
      <dgm:spPr/>
    </dgm:pt>
    <dgm:pt modelId="{160BEBB6-00E7-4E95-B7FC-C2CAD5B21E98}" type="pres">
      <dgm:prSet presAssocID="{B4E3C2D6-B7C9-4BB2-B7F6-F114DB36C099}" presName="bgRect" presStyleLbl="bgShp" presStyleIdx="3" presStyleCnt="4"/>
      <dgm:spPr/>
    </dgm:pt>
    <dgm:pt modelId="{C9DB1412-8708-4EC2-B632-7B607E05D857}" type="pres">
      <dgm:prSet presAssocID="{B4E3C2D6-B7C9-4BB2-B7F6-F114DB36C09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DD3E83AF-6576-448E-87AB-5927A778654C}" type="pres">
      <dgm:prSet presAssocID="{B4E3C2D6-B7C9-4BB2-B7F6-F114DB36C099}" presName="spaceRect" presStyleCnt="0"/>
      <dgm:spPr/>
    </dgm:pt>
    <dgm:pt modelId="{A04CDA57-8612-4631-9FEA-D9EADFBEE916}" type="pres">
      <dgm:prSet presAssocID="{B4E3C2D6-B7C9-4BB2-B7F6-F114DB36C09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8F2CD03-388F-42F6-BF0C-3AC0744E2A40}" srcId="{C51B4356-A315-4B36-AF65-91E424DC18FB}" destId="{428472C2-AB40-455A-883D-80A72FDFBC57}" srcOrd="0" destOrd="0" parTransId="{ACF2C2F0-24BE-4A33-8091-7B14F3117C96}" sibTransId="{94D85A19-1EA7-4ABC-83E9-A5D739FB8BAD}"/>
    <dgm:cxn modelId="{A0076723-D370-48C2-A6F1-0CA528D4902D}" type="presOf" srcId="{AB1A77C3-5780-4418-8161-F621736C78A4}" destId="{7E95CC01-ECA2-40FB-BB49-CAC38B0B0E7C}" srcOrd="0" destOrd="0" presId="urn:microsoft.com/office/officeart/2018/2/layout/IconVerticalSolidList"/>
    <dgm:cxn modelId="{9282F72A-E941-4B45-A1C2-7E126EFA60A1}" srcId="{C51B4356-A315-4B36-AF65-91E424DC18FB}" destId="{AB1A77C3-5780-4418-8161-F621736C78A4}" srcOrd="1" destOrd="0" parTransId="{51EA759A-B597-4B61-8C26-82B86C8527AE}" sibTransId="{D20995D5-D597-462C-BABE-E713E9241562}"/>
    <dgm:cxn modelId="{0FF97C2B-1FDB-4DC7-8DAB-03113816007E}" type="presOf" srcId="{428472C2-AB40-455A-883D-80A72FDFBC57}" destId="{4F95090F-A32A-4961-BFB1-DBA07FF49EE5}" srcOrd="0" destOrd="0" presId="urn:microsoft.com/office/officeart/2018/2/layout/IconVerticalSolidList"/>
    <dgm:cxn modelId="{8AFC2362-8821-49FD-8800-1D77149C1AE6}" type="presOf" srcId="{B4E3C2D6-B7C9-4BB2-B7F6-F114DB36C099}" destId="{A04CDA57-8612-4631-9FEA-D9EADFBEE916}" srcOrd="0" destOrd="0" presId="urn:microsoft.com/office/officeart/2018/2/layout/IconVerticalSolidList"/>
    <dgm:cxn modelId="{FBEEF1AB-D579-4C2E-8055-1E682086171E}" srcId="{C51B4356-A315-4B36-AF65-91E424DC18FB}" destId="{B4E3C2D6-B7C9-4BB2-B7F6-F114DB36C099}" srcOrd="3" destOrd="0" parTransId="{5A95E1F5-C66A-4628-8988-60E7CAF96676}" sibTransId="{B6A49663-DF51-4BAB-84BA-847EFE252078}"/>
    <dgm:cxn modelId="{D79E34AF-5FD0-4FBD-A5AA-6C91F4C1E19E}" srcId="{C51B4356-A315-4B36-AF65-91E424DC18FB}" destId="{DF204E23-E9C3-4D61-8B6C-17744E6D8C21}" srcOrd="2" destOrd="0" parTransId="{4758A86F-101E-462A-85B9-E5934619C21C}" sibTransId="{9D4992EE-88C8-4607-8AD8-170B9216D131}"/>
    <dgm:cxn modelId="{DA1CABC6-E6CB-4630-AAE0-C91249DF6B21}" type="presOf" srcId="{C51B4356-A315-4B36-AF65-91E424DC18FB}" destId="{3B7C334F-58EB-496D-83E6-B1F98830664D}" srcOrd="0" destOrd="0" presId="urn:microsoft.com/office/officeart/2018/2/layout/IconVerticalSolidList"/>
    <dgm:cxn modelId="{328F3ECD-B21C-4FA4-8CB9-923CAB93341D}" type="presOf" srcId="{DF204E23-E9C3-4D61-8B6C-17744E6D8C21}" destId="{9EAF27FE-135B-4755-90B4-5FF683D1CDE3}" srcOrd="0" destOrd="0" presId="urn:microsoft.com/office/officeart/2018/2/layout/IconVerticalSolidList"/>
    <dgm:cxn modelId="{69046AA8-6143-4387-BF98-95F33C18719B}" type="presParOf" srcId="{3B7C334F-58EB-496D-83E6-B1F98830664D}" destId="{CAF5BDDB-4067-4201-A5C1-08C793CF468D}" srcOrd="0" destOrd="0" presId="urn:microsoft.com/office/officeart/2018/2/layout/IconVerticalSolidList"/>
    <dgm:cxn modelId="{4825BF3F-BCE7-4512-A072-3D048A1B75E7}" type="presParOf" srcId="{CAF5BDDB-4067-4201-A5C1-08C793CF468D}" destId="{E6D5302F-D143-41E3-8017-ABA66331EA67}" srcOrd="0" destOrd="0" presId="urn:microsoft.com/office/officeart/2018/2/layout/IconVerticalSolidList"/>
    <dgm:cxn modelId="{EFEAC6C8-9C6D-42F3-9880-7DF805858F31}" type="presParOf" srcId="{CAF5BDDB-4067-4201-A5C1-08C793CF468D}" destId="{7875A6F7-3ADE-4033-B8C6-9FA9A538FC6D}" srcOrd="1" destOrd="0" presId="urn:microsoft.com/office/officeart/2018/2/layout/IconVerticalSolidList"/>
    <dgm:cxn modelId="{0D90B75B-1A4F-4E0E-B804-118D9D55CB58}" type="presParOf" srcId="{CAF5BDDB-4067-4201-A5C1-08C793CF468D}" destId="{C3451F7D-8180-4355-B8B3-EE378AAE6AFC}" srcOrd="2" destOrd="0" presId="urn:microsoft.com/office/officeart/2018/2/layout/IconVerticalSolidList"/>
    <dgm:cxn modelId="{232580AA-64F2-456C-BD46-0E6F99BD03F3}" type="presParOf" srcId="{CAF5BDDB-4067-4201-A5C1-08C793CF468D}" destId="{4F95090F-A32A-4961-BFB1-DBA07FF49EE5}" srcOrd="3" destOrd="0" presId="urn:microsoft.com/office/officeart/2018/2/layout/IconVerticalSolidList"/>
    <dgm:cxn modelId="{D5A59D24-A56D-413B-B205-89F0BA03C4ED}" type="presParOf" srcId="{3B7C334F-58EB-496D-83E6-B1F98830664D}" destId="{987B75AE-C9EA-4448-BC47-BE4E80A8532E}" srcOrd="1" destOrd="0" presId="urn:microsoft.com/office/officeart/2018/2/layout/IconVerticalSolidList"/>
    <dgm:cxn modelId="{563370CA-42C1-4668-80F1-B5DA05E3ED5B}" type="presParOf" srcId="{3B7C334F-58EB-496D-83E6-B1F98830664D}" destId="{6A396C8A-CA1C-4F13-8F97-26501E98B279}" srcOrd="2" destOrd="0" presId="urn:microsoft.com/office/officeart/2018/2/layout/IconVerticalSolidList"/>
    <dgm:cxn modelId="{B007CB14-1839-4B5A-8D9A-C7DB04C11D6B}" type="presParOf" srcId="{6A396C8A-CA1C-4F13-8F97-26501E98B279}" destId="{5314E8E4-D02E-44B2-865B-970C010FD530}" srcOrd="0" destOrd="0" presId="urn:microsoft.com/office/officeart/2018/2/layout/IconVerticalSolidList"/>
    <dgm:cxn modelId="{A1418B25-0AFF-44A0-A838-35B53C395DF5}" type="presParOf" srcId="{6A396C8A-CA1C-4F13-8F97-26501E98B279}" destId="{C622AA89-D0B6-4525-80A5-4D8B2066C84D}" srcOrd="1" destOrd="0" presId="urn:microsoft.com/office/officeart/2018/2/layout/IconVerticalSolidList"/>
    <dgm:cxn modelId="{9C8A5521-48A6-479B-B9F9-3CD249729D30}" type="presParOf" srcId="{6A396C8A-CA1C-4F13-8F97-26501E98B279}" destId="{DE1B10E8-B75F-47B6-AAA8-B1C1D85F732B}" srcOrd="2" destOrd="0" presId="urn:microsoft.com/office/officeart/2018/2/layout/IconVerticalSolidList"/>
    <dgm:cxn modelId="{80EBACDE-4350-4EF1-AE19-6DEDF072D00F}" type="presParOf" srcId="{6A396C8A-CA1C-4F13-8F97-26501E98B279}" destId="{7E95CC01-ECA2-40FB-BB49-CAC38B0B0E7C}" srcOrd="3" destOrd="0" presId="urn:microsoft.com/office/officeart/2018/2/layout/IconVerticalSolidList"/>
    <dgm:cxn modelId="{48BB0286-A351-4DC6-B3B8-EE63209C5380}" type="presParOf" srcId="{3B7C334F-58EB-496D-83E6-B1F98830664D}" destId="{E8244143-2A60-4788-817E-AABB073CB6F6}" srcOrd="3" destOrd="0" presId="urn:microsoft.com/office/officeart/2018/2/layout/IconVerticalSolidList"/>
    <dgm:cxn modelId="{189BE4D9-FDCB-4AD7-8BF5-8A677305D22A}" type="presParOf" srcId="{3B7C334F-58EB-496D-83E6-B1F98830664D}" destId="{2A5A7DE4-9795-4A14-AE82-CC007A5396AC}" srcOrd="4" destOrd="0" presId="urn:microsoft.com/office/officeart/2018/2/layout/IconVerticalSolidList"/>
    <dgm:cxn modelId="{851232C7-C257-412C-832D-2FFC25C38AB3}" type="presParOf" srcId="{2A5A7DE4-9795-4A14-AE82-CC007A5396AC}" destId="{A51354E8-A0A3-4CF4-BA59-65B2EE0E8392}" srcOrd="0" destOrd="0" presId="urn:microsoft.com/office/officeart/2018/2/layout/IconVerticalSolidList"/>
    <dgm:cxn modelId="{AB3C7044-70C7-4CC3-8708-4E1782AD7E11}" type="presParOf" srcId="{2A5A7DE4-9795-4A14-AE82-CC007A5396AC}" destId="{C805FA5A-37D8-4C90-90EA-11AB2541354E}" srcOrd="1" destOrd="0" presId="urn:microsoft.com/office/officeart/2018/2/layout/IconVerticalSolidList"/>
    <dgm:cxn modelId="{A693D42B-1CBA-489A-B17E-69203C88FFE3}" type="presParOf" srcId="{2A5A7DE4-9795-4A14-AE82-CC007A5396AC}" destId="{D9F9DF69-E214-4813-AF32-EA8ABE92A937}" srcOrd="2" destOrd="0" presId="urn:microsoft.com/office/officeart/2018/2/layout/IconVerticalSolidList"/>
    <dgm:cxn modelId="{22F298D7-6059-47E3-96BB-B2566C1BBA8D}" type="presParOf" srcId="{2A5A7DE4-9795-4A14-AE82-CC007A5396AC}" destId="{9EAF27FE-135B-4755-90B4-5FF683D1CDE3}" srcOrd="3" destOrd="0" presId="urn:microsoft.com/office/officeart/2018/2/layout/IconVerticalSolidList"/>
    <dgm:cxn modelId="{A9C84CFE-0461-4900-8B22-2CD3433D94E7}" type="presParOf" srcId="{3B7C334F-58EB-496D-83E6-B1F98830664D}" destId="{7305E8C1-190D-4149-84D0-27052438BE3A}" srcOrd="5" destOrd="0" presId="urn:microsoft.com/office/officeart/2018/2/layout/IconVerticalSolidList"/>
    <dgm:cxn modelId="{C44F9C78-30A5-4416-8560-6E2607A9E55B}" type="presParOf" srcId="{3B7C334F-58EB-496D-83E6-B1F98830664D}" destId="{CFA09349-81FD-4610-ADBB-27CF23B7B30B}" srcOrd="6" destOrd="0" presId="urn:microsoft.com/office/officeart/2018/2/layout/IconVerticalSolidList"/>
    <dgm:cxn modelId="{4B6F63C5-79A0-4A42-A831-D3A61A931A12}" type="presParOf" srcId="{CFA09349-81FD-4610-ADBB-27CF23B7B30B}" destId="{160BEBB6-00E7-4E95-B7FC-C2CAD5B21E98}" srcOrd="0" destOrd="0" presId="urn:microsoft.com/office/officeart/2018/2/layout/IconVerticalSolidList"/>
    <dgm:cxn modelId="{C71286D9-55D7-4092-8379-40AD7ACE90D1}" type="presParOf" srcId="{CFA09349-81FD-4610-ADBB-27CF23B7B30B}" destId="{C9DB1412-8708-4EC2-B632-7B607E05D857}" srcOrd="1" destOrd="0" presId="urn:microsoft.com/office/officeart/2018/2/layout/IconVerticalSolidList"/>
    <dgm:cxn modelId="{95C16835-1D54-40FD-8A0E-13F910273A9C}" type="presParOf" srcId="{CFA09349-81FD-4610-ADBB-27CF23B7B30B}" destId="{DD3E83AF-6576-448E-87AB-5927A778654C}" srcOrd="2" destOrd="0" presId="urn:microsoft.com/office/officeart/2018/2/layout/IconVerticalSolidList"/>
    <dgm:cxn modelId="{11C57F06-FEEE-47FF-BA42-C80ADB2E0570}" type="presParOf" srcId="{CFA09349-81FD-4610-ADBB-27CF23B7B30B}" destId="{A04CDA57-8612-4631-9FEA-D9EADFBEE9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198DD5-BB63-4C23-AF5C-5CC98BC45CEE}" type="doc">
      <dgm:prSet loTypeId="urn:microsoft.com/office/officeart/2005/8/layout/vList2" loCatId="list" qsTypeId="urn:microsoft.com/office/officeart/2005/8/quickstyle/simple1#5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4039BF6A-70E5-4A52-9119-E9348DEB53B6}">
      <dgm:prSet/>
      <dgm:spPr/>
      <dgm:t>
        <a:bodyPr/>
        <a:lstStyle/>
        <a:p>
          <a:r>
            <a:rPr lang="en-US" b="1" i="0" baseline="0"/>
            <a:t>Network: 192.168.1.0/24</a:t>
          </a:r>
          <a:endParaRPr lang="en-US"/>
        </a:p>
      </dgm:t>
    </dgm:pt>
    <dgm:pt modelId="{649B0174-30ED-4750-81B5-6A491E8D7C9A}" type="parTrans" cxnId="{D4A80529-C3EE-4AA3-A8AB-1FE381E82654}">
      <dgm:prSet/>
      <dgm:spPr/>
      <dgm:t>
        <a:bodyPr/>
        <a:lstStyle/>
        <a:p>
          <a:endParaRPr lang="en-US"/>
        </a:p>
      </dgm:t>
    </dgm:pt>
    <dgm:pt modelId="{1CBC9215-7726-4607-B337-7E01E86AC86F}" type="sibTrans" cxnId="{D4A80529-C3EE-4AA3-A8AB-1FE381E82654}">
      <dgm:prSet/>
      <dgm:spPr/>
      <dgm:t>
        <a:bodyPr/>
        <a:lstStyle/>
        <a:p>
          <a:endParaRPr lang="en-US"/>
        </a:p>
      </dgm:t>
    </dgm:pt>
    <dgm:pt modelId="{00DD1F50-D493-497E-B48E-149EE330934E}">
      <dgm:prSet/>
      <dgm:spPr/>
      <dgm:t>
        <a:bodyPr/>
        <a:lstStyle/>
        <a:p>
          <a:r>
            <a:rPr lang="en-US" b="1" i="0" baseline="0"/>
            <a:t>Divide into 4 equal subnets.</a:t>
          </a:r>
          <a:endParaRPr lang="en-US"/>
        </a:p>
      </dgm:t>
    </dgm:pt>
    <dgm:pt modelId="{2CE92637-A6C6-4F9C-9567-A18464F1F4C0}" type="parTrans" cxnId="{76179D61-16EE-40B9-A493-4465E81DC22C}">
      <dgm:prSet/>
      <dgm:spPr/>
      <dgm:t>
        <a:bodyPr/>
        <a:lstStyle/>
        <a:p>
          <a:endParaRPr lang="en-US"/>
        </a:p>
      </dgm:t>
    </dgm:pt>
    <dgm:pt modelId="{EDE3E406-F18B-4990-9788-87B5545776EF}" type="sibTrans" cxnId="{76179D61-16EE-40B9-A493-4465E81DC22C}">
      <dgm:prSet/>
      <dgm:spPr/>
      <dgm:t>
        <a:bodyPr/>
        <a:lstStyle/>
        <a:p>
          <a:endParaRPr lang="en-US"/>
        </a:p>
      </dgm:t>
    </dgm:pt>
    <dgm:pt modelId="{2054C4C4-3BAC-427E-8893-2436A5F3A3D0}">
      <dgm:prSet/>
      <dgm:spPr/>
      <dgm:t>
        <a:bodyPr/>
        <a:lstStyle/>
        <a:p>
          <a:r>
            <a:rPr lang="en-US" b="1" i="0" baseline="0"/>
            <a:t>New prefix: /26</a:t>
          </a:r>
          <a:endParaRPr lang="en-US"/>
        </a:p>
      </dgm:t>
    </dgm:pt>
    <dgm:pt modelId="{D44903F7-CBE8-4A71-822D-78862BA0B606}" type="parTrans" cxnId="{91CF77D1-06A2-4443-A9CC-A4BE5462C571}">
      <dgm:prSet/>
      <dgm:spPr/>
      <dgm:t>
        <a:bodyPr/>
        <a:lstStyle/>
        <a:p>
          <a:endParaRPr lang="en-US"/>
        </a:p>
      </dgm:t>
    </dgm:pt>
    <dgm:pt modelId="{BA1F108F-16A0-4067-A2B8-24975252B6DF}" type="sibTrans" cxnId="{91CF77D1-06A2-4443-A9CC-A4BE5462C571}">
      <dgm:prSet/>
      <dgm:spPr/>
      <dgm:t>
        <a:bodyPr/>
        <a:lstStyle/>
        <a:p>
          <a:endParaRPr lang="en-US"/>
        </a:p>
      </dgm:t>
    </dgm:pt>
    <dgm:pt modelId="{64CD2CE7-5CA3-4C1A-AEAE-131CAC1EF8D0}">
      <dgm:prSet/>
      <dgm:spPr/>
      <dgm:t>
        <a:bodyPr/>
        <a:lstStyle/>
        <a:p>
          <a:r>
            <a:rPr lang="en-US" b="1" i="0" baseline="0"/>
            <a:t>Subnets</a:t>
          </a:r>
          <a:endParaRPr lang="en-US"/>
        </a:p>
      </dgm:t>
    </dgm:pt>
    <dgm:pt modelId="{403974C8-5D9B-42EB-A3BB-56A07CAF2F5D}" type="parTrans" cxnId="{96466218-6686-42E6-B7BB-C8123C4CA6CD}">
      <dgm:prSet/>
      <dgm:spPr/>
      <dgm:t>
        <a:bodyPr/>
        <a:lstStyle/>
        <a:p>
          <a:endParaRPr lang="en-US"/>
        </a:p>
      </dgm:t>
    </dgm:pt>
    <dgm:pt modelId="{B5371435-9FA0-4F8B-AC04-E5A0C40A9422}" type="sibTrans" cxnId="{96466218-6686-42E6-B7BB-C8123C4CA6CD}">
      <dgm:prSet/>
      <dgm:spPr/>
      <dgm:t>
        <a:bodyPr/>
        <a:lstStyle/>
        <a:p>
          <a:endParaRPr lang="en-US"/>
        </a:p>
      </dgm:t>
    </dgm:pt>
    <dgm:pt modelId="{1896C891-50F9-4AAD-863D-AFC88D7B3B4B}">
      <dgm:prSet/>
      <dgm:spPr/>
      <dgm:t>
        <a:bodyPr/>
        <a:lstStyle/>
        <a:p>
          <a:r>
            <a:rPr lang="en-US" b="1" i="0" baseline="0"/>
            <a:t>192.168.1.0/26</a:t>
          </a:r>
          <a:endParaRPr lang="en-US"/>
        </a:p>
      </dgm:t>
    </dgm:pt>
    <dgm:pt modelId="{53C621B7-33F8-4351-8134-71C6B2209ECA}" type="parTrans" cxnId="{5D48CB54-F394-498F-81AF-EE2D3FEB418B}">
      <dgm:prSet/>
      <dgm:spPr/>
      <dgm:t>
        <a:bodyPr/>
        <a:lstStyle/>
        <a:p>
          <a:endParaRPr lang="en-US"/>
        </a:p>
      </dgm:t>
    </dgm:pt>
    <dgm:pt modelId="{BF855267-0F94-4F54-B33B-76154B31E791}" type="sibTrans" cxnId="{5D48CB54-F394-498F-81AF-EE2D3FEB418B}">
      <dgm:prSet/>
      <dgm:spPr/>
      <dgm:t>
        <a:bodyPr/>
        <a:lstStyle/>
        <a:p>
          <a:endParaRPr lang="en-US"/>
        </a:p>
      </dgm:t>
    </dgm:pt>
    <dgm:pt modelId="{11DD203D-D903-4D84-8CCC-B23CBBE6E745}">
      <dgm:prSet/>
      <dgm:spPr/>
      <dgm:t>
        <a:bodyPr/>
        <a:lstStyle/>
        <a:p>
          <a:r>
            <a:rPr lang="en-US" b="1" i="0" baseline="0"/>
            <a:t>192.168.1.64/26</a:t>
          </a:r>
          <a:endParaRPr lang="en-US"/>
        </a:p>
      </dgm:t>
    </dgm:pt>
    <dgm:pt modelId="{DDD74366-A85B-45F0-B010-43BD1F61F67B}" type="parTrans" cxnId="{243D77AB-38FE-4CB7-A892-2BCFCE99FA13}">
      <dgm:prSet/>
      <dgm:spPr/>
      <dgm:t>
        <a:bodyPr/>
        <a:lstStyle/>
        <a:p>
          <a:endParaRPr lang="en-US"/>
        </a:p>
      </dgm:t>
    </dgm:pt>
    <dgm:pt modelId="{D300C1FF-B87E-44E8-9E21-F62B29CFFDB1}" type="sibTrans" cxnId="{243D77AB-38FE-4CB7-A892-2BCFCE99FA13}">
      <dgm:prSet/>
      <dgm:spPr/>
      <dgm:t>
        <a:bodyPr/>
        <a:lstStyle/>
        <a:p>
          <a:endParaRPr lang="en-US"/>
        </a:p>
      </dgm:t>
    </dgm:pt>
    <dgm:pt modelId="{4B113C0D-F050-40BA-A3BA-2C0A33F5C951}">
      <dgm:prSet/>
      <dgm:spPr/>
      <dgm:t>
        <a:bodyPr/>
        <a:lstStyle/>
        <a:p>
          <a:r>
            <a:rPr lang="en-US" b="1" i="0" baseline="0"/>
            <a:t>192.168.1.128/26</a:t>
          </a:r>
          <a:endParaRPr lang="en-US"/>
        </a:p>
      </dgm:t>
    </dgm:pt>
    <dgm:pt modelId="{1FB90654-FE41-42BF-86B7-F6D91EA09810}" type="parTrans" cxnId="{DD62DE25-9559-482B-9CF6-A7F909A35612}">
      <dgm:prSet/>
      <dgm:spPr/>
      <dgm:t>
        <a:bodyPr/>
        <a:lstStyle/>
        <a:p>
          <a:endParaRPr lang="en-US"/>
        </a:p>
      </dgm:t>
    </dgm:pt>
    <dgm:pt modelId="{C2571899-9CB4-46D9-8599-1483D8A1F98F}" type="sibTrans" cxnId="{DD62DE25-9559-482B-9CF6-A7F909A35612}">
      <dgm:prSet/>
      <dgm:spPr/>
      <dgm:t>
        <a:bodyPr/>
        <a:lstStyle/>
        <a:p>
          <a:endParaRPr lang="en-US"/>
        </a:p>
      </dgm:t>
    </dgm:pt>
    <dgm:pt modelId="{7081EDD4-C6C8-4E0E-AD0A-4AE66D604081}">
      <dgm:prSet/>
      <dgm:spPr/>
      <dgm:t>
        <a:bodyPr/>
        <a:lstStyle/>
        <a:p>
          <a:r>
            <a:rPr lang="en-US" b="1" i="0" baseline="0"/>
            <a:t>192.168.1.192/26</a:t>
          </a:r>
          <a:endParaRPr lang="en-US"/>
        </a:p>
      </dgm:t>
    </dgm:pt>
    <dgm:pt modelId="{EAEBD2DD-C028-42D4-9B3B-0688CE722959}" type="parTrans" cxnId="{B7018810-86A9-4C5E-95EA-305F586BD702}">
      <dgm:prSet/>
      <dgm:spPr/>
      <dgm:t>
        <a:bodyPr/>
        <a:lstStyle/>
        <a:p>
          <a:endParaRPr lang="en-US"/>
        </a:p>
      </dgm:t>
    </dgm:pt>
    <dgm:pt modelId="{26323368-2937-4FA5-94CB-C2D1C7682AC0}" type="sibTrans" cxnId="{B7018810-86A9-4C5E-95EA-305F586BD702}">
      <dgm:prSet/>
      <dgm:spPr/>
      <dgm:t>
        <a:bodyPr/>
        <a:lstStyle/>
        <a:p>
          <a:endParaRPr lang="en-US"/>
        </a:p>
      </dgm:t>
    </dgm:pt>
    <dgm:pt modelId="{351F740E-C3FB-4AAE-9DA0-B8A48612537A}">
      <dgm:prSet/>
      <dgm:spPr/>
      <dgm:t>
        <a:bodyPr/>
        <a:lstStyle/>
        <a:p>
          <a:r>
            <a:rPr lang="en-US" b="1" i="0" baseline="0"/>
            <a:t>Each /26 has 64 total addresses and 62 usable host addresses in traditional IPv4 subnetting.</a:t>
          </a:r>
          <a:endParaRPr lang="en-US"/>
        </a:p>
      </dgm:t>
    </dgm:pt>
    <dgm:pt modelId="{B90B4BF0-D415-4123-9586-356C6E0363F9}" type="parTrans" cxnId="{208A6F24-342F-4AA8-A03F-8F17EACA4943}">
      <dgm:prSet/>
      <dgm:spPr/>
      <dgm:t>
        <a:bodyPr/>
        <a:lstStyle/>
        <a:p>
          <a:endParaRPr lang="en-US"/>
        </a:p>
      </dgm:t>
    </dgm:pt>
    <dgm:pt modelId="{A92BF107-C77C-4EC7-B920-88B614B50BC7}" type="sibTrans" cxnId="{208A6F24-342F-4AA8-A03F-8F17EACA4943}">
      <dgm:prSet/>
      <dgm:spPr/>
      <dgm:t>
        <a:bodyPr/>
        <a:lstStyle/>
        <a:p>
          <a:endParaRPr lang="en-US"/>
        </a:p>
      </dgm:t>
    </dgm:pt>
    <dgm:pt modelId="{A594804D-63C3-4823-B27A-32EEB034E13B}" type="pres">
      <dgm:prSet presAssocID="{FA198DD5-BB63-4C23-AF5C-5CC98BC45CEE}" presName="linear" presStyleCnt="0">
        <dgm:presLayoutVars>
          <dgm:animLvl val="lvl"/>
          <dgm:resizeHandles val="exact"/>
        </dgm:presLayoutVars>
      </dgm:prSet>
      <dgm:spPr/>
    </dgm:pt>
    <dgm:pt modelId="{A73545D5-7AD6-4134-A80C-52B3953BAC19}" type="pres">
      <dgm:prSet presAssocID="{4039BF6A-70E5-4A52-9119-E9348DEB53B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ABE4FF-3EDF-424E-A80C-F75CC405A4B0}" type="pres">
      <dgm:prSet presAssocID="{1CBC9215-7726-4607-B337-7E01E86AC86F}" presName="spacer" presStyleCnt="0"/>
      <dgm:spPr/>
    </dgm:pt>
    <dgm:pt modelId="{9536CBC9-255A-4782-A2E3-BBFB15A8A0E7}" type="pres">
      <dgm:prSet presAssocID="{00DD1F50-D493-497E-B48E-149EE33093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E89C3BF-03CE-4CA9-B5C7-FD9CE1569BC8}" type="pres">
      <dgm:prSet presAssocID="{EDE3E406-F18B-4990-9788-87B5545776EF}" presName="spacer" presStyleCnt="0"/>
      <dgm:spPr/>
    </dgm:pt>
    <dgm:pt modelId="{626F2E18-131B-4883-AC2B-41AF6AE2CE10}" type="pres">
      <dgm:prSet presAssocID="{2054C4C4-3BAC-427E-8893-2436A5F3A3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C5F08D0-4BD0-4BF3-BFF3-D7502C2B9A79}" type="pres">
      <dgm:prSet presAssocID="{BA1F108F-16A0-4067-A2B8-24975252B6DF}" presName="spacer" presStyleCnt="0"/>
      <dgm:spPr/>
    </dgm:pt>
    <dgm:pt modelId="{10E8EA3B-C063-4FA0-8BC0-6F6418CA6A67}" type="pres">
      <dgm:prSet presAssocID="{64CD2CE7-5CA3-4C1A-AEAE-131CAC1EF8D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C061DD5-D8AC-4BF9-B4EF-8CF9BACD5BB5}" type="pres">
      <dgm:prSet presAssocID="{64CD2CE7-5CA3-4C1A-AEAE-131CAC1EF8D0}" presName="childText" presStyleLbl="revTx" presStyleIdx="0" presStyleCnt="1">
        <dgm:presLayoutVars>
          <dgm:bulletEnabled val="1"/>
        </dgm:presLayoutVars>
      </dgm:prSet>
      <dgm:spPr/>
    </dgm:pt>
    <dgm:pt modelId="{08DFD38B-28E7-459D-B886-D81752CCDDD1}" type="pres">
      <dgm:prSet presAssocID="{351F740E-C3FB-4AAE-9DA0-B8A48612537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C045D09-32B8-4ACF-BF16-BEF1A96037AF}" type="presOf" srcId="{FA198DD5-BB63-4C23-AF5C-5CC98BC45CEE}" destId="{A594804D-63C3-4823-B27A-32EEB034E13B}" srcOrd="0" destOrd="0" presId="urn:microsoft.com/office/officeart/2005/8/layout/vList2"/>
    <dgm:cxn modelId="{B7018810-86A9-4C5E-95EA-305F586BD702}" srcId="{64CD2CE7-5CA3-4C1A-AEAE-131CAC1EF8D0}" destId="{7081EDD4-C6C8-4E0E-AD0A-4AE66D604081}" srcOrd="3" destOrd="0" parTransId="{EAEBD2DD-C028-42D4-9B3B-0688CE722959}" sibTransId="{26323368-2937-4FA5-94CB-C2D1C7682AC0}"/>
    <dgm:cxn modelId="{8A491F11-AF3F-4EBA-88DD-899474323F34}" type="presOf" srcId="{00DD1F50-D493-497E-B48E-149EE330934E}" destId="{9536CBC9-255A-4782-A2E3-BBFB15A8A0E7}" srcOrd="0" destOrd="0" presId="urn:microsoft.com/office/officeart/2005/8/layout/vList2"/>
    <dgm:cxn modelId="{96466218-6686-42E6-B7BB-C8123C4CA6CD}" srcId="{FA198DD5-BB63-4C23-AF5C-5CC98BC45CEE}" destId="{64CD2CE7-5CA3-4C1A-AEAE-131CAC1EF8D0}" srcOrd="3" destOrd="0" parTransId="{403974C8-5D9B-42EB-A3BB-56A07CAF2F5D}" sibTransId="{B5371435-9FA0-4F8B-AC04-E5A0C40A9422}"/>
    <dgm:cxn modelId="{208A6F24-342F-4AA8-A03F-8F17EACA4943}" srcId="{FA198DD5-BB63-4C23-AF5C-5CC98BC45CEE}" destId="{351F740E-C3FB-4AAE-9DA0-B8A48612537A}" srcOrd="4" destOrd="0" parTransId="{B90B4BF0-D415-4123-9586-356C6E0363F9}" sibTransId="{A92BF107-C77C-4EC7-B920-88B614B50BC7}"/>
    <dgm:cxn modelId="{DD62DE25-9559-482B-9CF6-A7F909A35612}" srcId="{64CD2CE7-5CA3-4C1A-AEAE-131CAC1EF8D0}" destId="{4B113C0D-F050-40BA-A3BA-2C0A33F5C951}" srcOrd="2" destOrd="0" parTransId="{1FB90654-FE41-42BF-86B7-F6D91EA09810}" sibTransId="{C2571899-9CB4-46D9-8599-1483D8A1F98F}"/>
    <dgm:cxn modelId="{D4A80529-C3EE-4AA3-A8AB-1FE381E82654}" srcId="{FA198DD5-BB63-4C23-AF5C-5CC98BC45CEE}" destId="{4039BF6A-70E5-4A52-9119-E9348DEB53B6}" srcOrd="0" destOrd="0" parTransId="{649B0174-30ED-4750-81B5-6A491E8D7C9A}" sibTransId="{1CBC9215-7726-4607-B337-7E01E86AC86F}"/>
    <dgm:cxn modelId="{145DCD33-EBB3-423E-966A-1B555C2D9709}" type="presOf" srcId="{11DD203D-D903-4D84-8CCC-B23CBBE6E745}" destId="{FC061DD5-D8AC-4BF9-B4EF-8CF9BACD5BB5}" srcOrd="0" destOrd="1" presId="urn:microsoft.com/office/officeart/2005/8/layout/vList2"/>
    <dgm:cxn modelId="{C4530535-CAB5-4670-AB0F-8ADB0135D5DC}" type="presOf" srcId="{7081EDD4-C6C8-4E0E-AD0A-4AE66D604081}" destId="{FC061DD5-D8AC-4BF9-B4EF-8CF9BACD5BB5}" srcOrd="0" destOrd="3" presId="urn:microsoft.com/office/officeart/2005/8/layout/vList2"/>
    <dgm:cxn modelId="{76179D61-16EE-40B9-A493-4465E81DC22C}" srcId="{FA198DD5-BB63-4C23-AF5C-5CC98BC45CEE}" destId="{00DD1F50-D493-497E-B48E-149EE330934E}" srcOrd="1" destOrd="0" parTransId="{2CE92637-A6C6-4F9C-9567-A18464F1F4C0}" sibTransId="{EDE3E406-F18B-4990-9788-87B5545776EF}"/>
    <dgm:cxn modelId="{5D48CB54-F394-498F-81AF-EE2D3FEB418B}" srcId="{64CD2CE7-5CA3-4C1A-AEAE-131CAC1EF8D0}" destId="{1896C891-50F9-4AAD-863D-AFC88D7B3B4B}" srcOrd="0" destOrd="0" parTransId="{53C621B7-33F8-4351-8134-71C6B2209ECA}" sibTransId="{BF855267-0F94-4F54-B33B-76154B31E791}"/>
    <dgm:cxn modelId="{B4EDDC77-1EF4-4464-BBDC-85DBCA1A9CF5}" type="presOf" srcId="{1896C891-50F9-4AAD-863D-AFC88D7B3B4B}" destId="{FC061DD5-D8AC-4BF9-B4EF-8CF9BACD5BB5}" srcOrd="0" destOrd="0" presId="urn:microsoft.com/office/officeart/2005/8/layout/vList2"/>
    <dgm:cxn modelId="{78CF458D-F91A-4C57-B6A3-5390A9271177}" type="presOf" srcId="{351F740E-C3FB-4AAE-9DA0-B8A48612537A}" destId="{08DFD38B-28E7-459D-B886-D81752CCDDD1}" srcOrd="0" destOrd="0" presId="urn:microsoft.com/office/officeart/2005/8/layout/vList2"/>
    <dgm:cxn modelId="{220E40AA-69DE-45D0-A305-95B9F8DC28D8}" type="presOf" srcId="{4039BF6A-70E5-4A52-9119-E9348DEB53B6}" destId="{A73545D5-7AD6-4134-A80C-52B3953BAC19}" srcOrd="0" destOrd="0" presId="urn:microsoft.com/office/officeart/2005/8/layout/vList2"/>
    <dgm:cxn modelId="{243D77AB-38FE-4CB7-A892-2BCFCE99FA13}" srcId="{64CD2CE7-5CA3-4C1A-AEAE-131CAC1EF8D0}" destId="{11DD203D-D903-4D84-8CCC-B23CBBE6E745}" srcOrd="1" destOrd="0" parTransId="{DDD74366-A85B-45F0-B010-43BD1F61F67B}" sibTransId="{D300C1FF-B87E-44E8-9E21-F62B29CFFDB1}"/>
    <dgm:cxn modelId="{91CF77D1-06A2-4443-A9CC-A4BE5462C571}" srcId="{FA198DD5-BB63-4C23-AF5C-5CC98BC45CEE}" destId="{2054C4C4-3BAC-427E-8893-2436A5F3A3D0}" srcOrd="2" destOrd="0" parTransId="{D44903F7-CBE8-4A71-822D-78862BA0B606}" sibTransId="{BA1F108F-16A0-4067-A2B8-24975252B6DF}"/>
    <dgm:cxn modelId="{38F27BE1-4802-4A53-A5FC-02F68DCB7BEF}" type="presOf" srcId="{4B113C0D-F050-40BA-A3BA-2C0A33F5C951}" destId="{FC061DD5-D8AC-4BF9-B4EF-8CF9BACD5BB5}" srcOrd="0" destOrd="2" presId="urn:microsoft.com/office/officeart/2005/8/layout/vList2"/>
    <dgm:cxn modelId="{44D7CEEA-0F23-4E66-9074-1F7B565562E7}" type="presOf" srcId="{2054C4C4-3BAC-427E-8893-2436A5F3A3D0}" destId="{626F2E18-131B-4883-AC2B-41AF6AE2CE10}" srcOrd="0" destOrd="0" presId="urn:microsoft.com/office/officeart/2005/8/layout/vList2"/>
    <dgm:cxn modelId="{845771FA-1270-47B9-9398-16890B3D27D6}" type="presOf" srcId="{64CD2CE7-5CA3-4C1A-AEAE-131CAC1EF8D0}" destId="{10E8EA3B-C063-4FA0-8BC0-6F6418CA6A67}" srcOrd="0" destOrd="0" presId="urn:microsoft.com/office/officeart/2005/8/layout/vList2"/>
    <dgm:cxn modelId="{8E958FDE-6951-4C21-BBD4-F6F0EC000663}" type="presParOf" srcId="{A594804D-63C3-4823-B27A-32EEB034E13B}" destId="{A73545D5-7AD6-4134-A80C-52B3953BAC19}" srcOrd="0" destOrd="0" presId="urn:microsoft.com/office/officeart/2005/8/layout/vList2"/>
    <dgm:cxn modelId="{3904D398-2B00-4ABA-A22A-56F2EE9DE953}" type="presParOf" srcId="{A594804D-63C3-4823-B27A-32EEB034E13B}" destId="{6DABE4FF-3EDF-424E-A80C-F75CC405A4B0}" srcOrd="1" destOrd="0" presId="urn:microsoft.com/office/officeart/2005/8/layout/vList2"/>
    <dgm:cxn modelId="{82A7B2F6-1287-4DBF-B741-A1A38E3830FF}" type="presParOf" srcId="{A594804D-63C3-4823-B27A-32EEB034E13B}" destId="{9536CBC9-255A-4782-A2E3-BBFB15A8A0E7}" srcOrd="2" destOrd="0" presId="urn:microsoft.com/office/officeart/2005/8/layout/vList2"/>
    <dgm:cxn modelId="{4BC0A89E-7E5A-473E-99E2-DFDD3E491C3F}" type="presParOf" srcId="{A594804D-63C3-4823-B27A-32EEB034E13B}" destId="{4E89C3BF-03CE-4CA9-B5C7-FD9CE1569BC8}" srcOrd="3" destOrd="0" presId="urn:microsoft.com/office/officeart/2005/8/layout/vList2"/>
    <dgm:cxn modelId="{EFDDE95B-019C-46FF-B852-A8D235E5B443}" type="presParOf" srcId="{A594804D-63C3-4823-B27A-32EEB034E13B}" destId="{626F2E18-131B-4883-AC2B-41AF6AE2CE10}" srcOrd="4" destOrd="0" presId="urn:microsoft.com/office/officeart/2005/8/layout/vList2"/>
    <dgm:cxn modelId="{4AD786D7-7117-4024-9326-F0C6F1E950A8}" type="presParOf" srcId="{A594804D-63C3-4823-B27A-32EEB034E13B}" destId="{0C5F08D0-4BD0-4BF3-BFF3-D7502C2B9A79}" srcOrd="5" destOrd="0" presId="urn:microsoft.com/office/officeart/2005/8/layout/vList2"/>
    <dgm:cxn modelId="{242CACA4-D194-4160-A26A-38D1B1E2F06C}" type="presParOf" srcId="{A594804D-63C3-4823-B27A-32EEB034E13B}" destId="{10E8EA3B-C063-4FA0-8BC0-6F6418CA6A67}" srcOrd="6" destOrd="0" presId="urn:microsoft.com/office/officeart/2005/8/layout/vList2"/>
    <dgm:cxn modelId="{AE618B62-0942-4E46-BD6F-394701448771}" type="presParOf" srcId="{A594804D-63C3-4823-B27A-32EEB034E13B}" destId="{FC061DD5-D8AC-4BF9-B4EF-8CF9BACD5BB5}" srcOrd="7" destOrd="0" presId="urn:microsoft.com/office/officeart/2005/8/layout/vList2"/>
    <dgm:cxn modelId="{5D711F54-079E-4070-8A28-1BFE3CC68D4C}" type="presParOf" srcId="{A594804D-63C3-4823-B27A-32EEB034E13B}" destId="{08DFD38B-28E7-459D-B886-D81752CCDDD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BC4F4F-CADE-4E1A-9603-2F8EF181377D}" type="doc">
      <dgm:prSet loTypeId="urn:microsoft.com/office/officeart/2005/8/layout/vList2" loCatId="list" qsTypeId="urn:microsoft.com/office/officeart/2005/8/quickstyle/simple1#6" qsCatId="simple" csTypeId="urn:microsoft.com/office/officeart/2005/8/colors/colorful5#2" csCatId="colorful" phldr="1"/>
      <dgm:spPr/>
      <dgm:t>
        <a:bodyPr/>
        <a:lstStyle/>
        <a:p>
          <a:endParaRPr lang="en-US"/>
        </a:p>
      </dgm:t>
    </dgm:pt>
    <dgm:pt modelId="{A120FE8A-30E6-4878-8892-8FBC27BA8BE5}">
      <dgm:prSet/>
      <dgm:spPr/>
      <dgm:t>
        <a:bodyPr/>
        <a:lstStyle/>
        <a:p>
          <a:r>
            <a:rPr lang="en-US" b="1" i="0" baseline="0" dirty="0"/>
            <a:t>Number of host per subnets = 2^n, where n is the number of borrowed host bits.</a:t>
          </a:r>
          <a:endParaRPr lang="en-US" dirty="0"/>
        </a:p>
      </dgm:t>
    </dgm:pt>
    <dgm:pt modelId="{424EFC0E-D017-4B1B-A7A0-320CCD903EC0}" type="parTrans" cxnId="{67FDF530-5854-4FA0-AF03-CB3E5EF6523C}">
      <dgm:prSet/>
      <dgm:spPr/>
      <dgm:t>
        <a:bodyPr/>
        <a:lstStyle/>
        <a:p>
          <a:endParaRPr lang="en-US"/>
        </a:p>
      </dgm:t>
    </dgm:pt>
    <dgm:pt modelId="{C31BDEC9-B08D-4D50-8E32-F991E9E79AF2}" type="sibTrans" cxnId="{67FDF530-5854-4FA0-AF03-CB3E5EF6523C}">
      <dgm:prSet/>
      <dgm:spPr/>
      <dgm:t>
        <a:bodyPr/>
        <a:lstStyle/>
        <a:p>
          <a:endParaRPr lang="en-US"/>
        </a:p>
      </dgm:t>
    </dgm:pt>
    <dgm:pt modelId="{A7DC8443-A149-460D-ABA4-D5FCBF27DFB4}">
      <dgm:prSet/>
      <dgm:spPr/>
      <dgm:t>
        <a:bodyPr/>
        <a:lstStyle/>
        <a:p>
          <a:r>
            <a:rPr lang="en-US" b="1" i="0" baseline="0"/>
            <a:t>Usable hosts per subnet = 2^h − 2, where h is the number of remaining host bits.</a:t>
          </a:r>
          <a:endParaRPr lang="en-US"/>
        </a:p>
      </dgm:t>
    </dgm:pt>
    <dgm:pt modelId="{2D910A97-E77A-4E8B-A30D-B0F89B8BD61B}" type="parTrans" cxnId="{08A890A8-8144-4DEA-9D03-74FFF7F1E0DD}">
      <dgm:prSet/>
      <dgm:spPr/>
      <dgm:t>
        <a:bodyPr/>
        <a:lstStyle/>
        <a:p>
          <a:endParaRPr lang="en-US"/>
        </a:p>
      </dgm:t>
    </dgm:pt>
    <dgm:pt modelId="{702D262F-B78F-475A-9E48-E9FE3E851705}" type="sibTrans" cxnId="{08A890A8-8144-4DEA-9D03-74FFF7F1E0DD}">
      <dgm:prSet/>
      <dgm:spPr/>
      <dgm:t>
        <a:bodyPr/>
        <a:lstStyle/>
        <a:p>
          <a:endParaRPr lang="en-US"/>
        </a:p>
      </dgm:t>
    </dgm:pt>
    <dgm:pt modelId="{026271F0-B714-4D45-BBCF-3FFCF11C2A0A}">
      <dgm:prSet/>
      <dgm:spPr/>
      <dgm:t>
        <a:bodyPr/>
        <a:lstStyle/>
        <a:p>
          <a:r>
            <a:rPr lang="en-US" b="1" i="0" baseline="0"/>
            <a:t>Example: /26 leaves 6 host bits.</a:t>
          </a:r>
          <a:endParaRPr lang="en-US"/>
        </a:p>
      </dgm:t>
    </dgm:pt>
    <dgm:pt modelId="{535D8758-6155-44E5-BDBD-0B7D8C13F98D}" type="parTrans" cxnId="{0446E8A7-5DC7-4F98-8537-500F8C1EEBE7}">
      <dgm:prSet/>
      <dgm:spPr/>
      <dgm:t>
        <a:bodyPr/>
        <a:lstStyle/>
        <a:p>
          <a:endParaRPr lang="en-US"/>
        </a:p>
      </dgm:t>
    </dgm:pt>
    <dgm:pt modelId="{06A62179-B92A-4692-9614-0AA154E7FAD3}" type="sibTrans" cxnId="{0446E8A7-5DC7-4F98-8537-500F8C1EEBE7}">
      <dgm:prSet/>
      <dgm:spPr/>
      <dgm:t>
        <a:bodyPr/>
        <a:lstStyle/>
        <a:p>
          <a:endParaRPr lang="en-US"/>
        </a:p>
      </dgm:t>
    </dgm:pt>
    <dgm:pt modelId="{93FDBD5E-A475-4A17-85AF-FF61236325AD}">
      <dgm:prSet/>
      <dgm:spPr/>
      <dgm:t>
        <a:bodyPr/>
        <a:lstStyle/>
        <a:p>
          <a:r>
            <a:rPr lang="en-US" b="1" i="0" baseline="0"/>
            <a:t>2^6 − 2 = 62 usable host addresses.</a:t>
          </a:r>
          <a:endParaRPr lang="en-US"/>
        </a:p>
      </dgm:t>
    </dgm:pt>
    <dgm:pt modelId="{88CA3427-9DDF-40DF-9328-33C169C51B35}" type="parTrans" cxnId="{8AD0B58E-493D-4822-A81C-05A8A201CF44}">
      <dgm:prSet/>
      <dgm:spPr/>
      <dgm:t>
        <a:bodyPr/>
        <a:lstStyle/>
        <a:p>
          <a:endParaRPr lang="en-US"/>
        </a:p>
      </dgm:t>
    </dgm:pt>
    <dgm:pt modelId="{86A04BCC-CC12-4E2D-A737-E7242F6FA0F2}" type="sibTrans" cxnId="{8AD0B58E-493D-4822-A81C-05A8A201CF44}">
      <dgm:prSet/>
      <dgm:spPr/>
      <dgm:t>
        <a:bodyPr/>
        <a:lstStyle/>
        <a:p>
          <a:endParaRPr lang="en-US"/>
        </a:p>
      </dgm:t>
    </dgm:pt>
    <dgm:pt modelId="{F49492E5-8358-4D51-BB85-36DEBCC292ED}" type="pres">
      <dgm:prSet presAssocID="{01BC4F4F-CADE-4E1A-9603-2F8EF181377D}" presName="linear" presStyleCnt="0">
        <dgm:presLayoutVars>
          <dgm:animLvl val="lvl"/>
          <dgm:resizeHandles val="exact"/>
        </dgm:presLayoutVars>
      </dgm:prSet>
      <dgm:spPr/>
    </dgm:pt>
    <dgm:pt modelId="{8146FFCB-5582-4CD9-ACF2-06F8D43A118C}" type="pres">
      <dgm:prSet presAssocID="{A120FE8A-30E6-4878-8892-8FBC27BA8B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00E968-7FF2-4E0E-8D42-FB621E78A906}" type="pres">
      <dgm:prSet presAssocID="{C31BDEC9-B08D-4D50-8E32-F991E9E79AF2}" presName="spacer" presStyleCnt="0"/>
      <dgm:spPr/>
    </dgm:pt>
    <dgm:pt modelId="{6534424F-3E81-4CF9-BAE5-86FDA9C36856}" type="pres">
      <dgm:prSet presAssocID="{A7DC8443-A149-460D-ABA4-D5FCBF27DF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648FE1-1B89-4BEE-9B5C-D3C6C5373139}" type="pres">
      <dgm:prSet presAssocID="{702D262F-B78F-475A-9E48-E9FE3E851705}" presName="spacer" presStyleCnt="0"/>
      <dgm:spPr/>
    </dgm:pt>
    <dgm:pt modelId="{7B186530-D99A-4A37-AB3C-5FFB0E94A304}" type="pres">
      <dgm:prSet presAssocID="{026271F0-B714-4D45-BBCF-3FFCF11C2A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4EDC19-9132-4BD8-AEDA-A63128C7496F}" type="pres">
      <dgm:prSet presAssocID="{06A62179-B92A-4692-9614-0AA154E7FAD3}" presName="spacer" presStyleCnt="0"/>
      <dgm:spPr/>
    </dgm:pt>
    <dgm:pt modelId="{5CCADE08-9192-47B5-B4DB-A93691610878}" type="pres">
      <dgm:prSet presAssocID="{93FDBD5E-A475-4A17-85AF-FF61236325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5E3009-D362-4585-A8EF-B2B9A70D6830}" type="presOf" srcId="{93FDBD5E-A475-4A17-85AF-FF61236325AD}" destId="{5CCADE08-9192-47B5-B4DB-A93691610878}" srcOrd="0" destOrd="0" presId="urn:microsoft.com/office/officeart/2005/8/layout/vList2"/>
    <dgm:cxn modelId="{67FDF530-5854-4FA0-AF03-CB3E5EF6523C}" srcId="{01BC4F4F-CADE-4E1A-9603-2F8EF181377D}" destId="{A120FE8A-30E6-4878-8892-8FBC27BA8BE5}" srcOrd="0" destOrd="0" parTransId="{424EFC0E-D017-4B1B-A7A0-320CCD903EC0}" sibTransId="{C31BDEC9-B08D-4D50-8E32-F991E9E79AF2}"/>
    <dgm:cxn modelId="{2DD5BD38-DD4E-480A-9B60-0590A18C9A90}" type="presOf" srcId="{026271F0-B714-4D45-BBCF-3FFCF11C2A0A}" destId="{7B186530-D99A-4A37-AB3C-5FFB0E94A304}" srcOrd="0" destOrd="0" presId="urn:microsoft.com/office/officeart/2005/8/layout/vList2"/>
    <dgm:cxn modelId="{EFF82A7B-B01C-4CD3-8950-924C02F4B9E8}" type="presOf" srcId="{01BC4F4F-CADE-4E1A-9603-2F8EF181377D}" destId="{F49492E5-8358-4D51-BB85-36DEBCC292ED}" srcOrd="0" destOrd="0" presId="urn:microsoft.com/office/officeart/2005/8/layout/vList2"/>
    <dgm:cxn modelId="{8AD0B58E-493D-4822-A81C-05A8A201CF44}" srcId="{01BC4F4F-CADE-4E1A-9603-2F8EF181377D}" destId="{93FDBD5E-A475-4A17-85AF-FF61236325AD}" srcOrd="3" destOrd="0" parTransId="{88CA3427-9DDF-40DF-9328-33C169C51B35}" sibTransId="{86A04BCC-CC12-4E2D-A737-E7242F6FA0F2}"/>
    <dgm:cxn modelId="{0446E8A7-5DC7-4F98-8537-500F8C1EEBE7}" srcId="{01BC4F4F-CADE-4E1A-9603-2F8EF181377D}" destId="{026271F0-B714-4D45-BBCF-3FFCF11C2A0A}" srcOrd="2" destOrd="0" parTransId="{535D8758-6155-44E5-BDBD-0B7D8C13F98D}" sibTransId="{06A62179-B92A-4692-9614-0AA154E7FAD3}"/>
    <dgm:cxn modelId="{08A890A8-8144-4DEA-9D03-74FFF7F1E0DD}" srcId="{01BC4F4F-CADE-4E1A-9603-2F8EF181377D}" destId="{A7DC8443-A149-460D-ABA4-D5FCBF27DFB4}" srcOrd="1" destOrd="0" parTransId="{2D910A97-E77A-4E8B-A30D-B0F89B8BD61B}" sibTransId="{702D262F-B78F-475A-9E48-E9FE3E851705}"/>
    <dgm:cxn modelId="{A21E10E9-364F-4415-9AF6-E9F0EF8E1011}" type="presOf" srcId="{A120FE8A-30E6-4878-8892-8FBC27BA8BE5}" destId="{8146FFCB-5582-4CD9-ACF2-06F8D43A118C}" srcOrd="0" destOrd="0" presId="urn:microsoft.com/office/officeart/2005/8/layout/vList2"/>
    <dgm:cxn modelId="{79F028EB-289A-4993-81DA-60C5C7C0101D}" type="presOf" srcId="{A7DC8443-A149-460D-ABA4-D5FCBF27DFB4}" destId="{6534424F-3E81-4CF9-BAE5-86FDA9C36856}" srcOrd="0" destOrd="0" presId="urn:microsoft.com/office/officeart/2005/8/layout/vList2"/>
    <dgm:cxn modelId="{82C74436-2C63-48CE-B0F9-D6B03493E91D}" type="presParOf" srcId="{F49492E5-8358-4D51-BB85-36DEBCC292ED}" destId="{8146FFCB-5582-4CD9-ACF2-06F8D43A118C}" srcOrd="0" destOrd="0" presId="urn:microsoft.com/office/officeart/2005/8/layout/vList2"/>
    <dgm:cxn modelId="{14EF2A76-0E33-454C-8013-39A01393EB88}" type="presParOf" srcId="{F49492E5-8358-4D51-BB85-36DEBCC292ED}" destId="{9A00E968-7FF2-4E0E-8D42-FB621E78A906}" srcOrd="1" destOrd="0" presId="urn:microsoft.com/office/officeart/2005/8/layout/vList2"/>
    <dgm:cxn modelId="{9A7529A9-C5B2-412C-92AA-28191208B3E4}" type="presParOf" srcId="{F49492E5-8358-4D51-BB85-36DEBCC292ED}" destId="{6534424F-3E81-4CF9-BAE5-86FDA9C36856}" srcOrd="2" destOrd="0" presId="urn:microsoft.com/office/officeart/2005/8/layout/vList2"/>
    <dgm:cxn modelId="{9D0A796C-F05A-4ECC-86E6-B92CFDF09D48}" type="presParOf" srcId="{F49492E5-8358-4D51-BB85-36DEBCC292ED}" destId="{6A648FE1-1B89-4BEE-9B5C-D3C6C5373139}" srcOrd="3" destOrd="0" presId="urn:microsoft.com/office/officeart/2005/8/layout/vList2"/>
    <dgm:cxn modelId="{CE22111E-F61E-4457-997D-5CE7CAF1AE1D}" type="presParOf" srcId="{F49492E5-8358-4D51-BB85-36DEBCC292ED}" destId="{7B186530-D99A-4A37-AB3C-5FFB0E94A304}" srcOrd="4" destOrd="0" presId="urn:microsoft.com/office/officeart/2005/8/layout/vList2"/>
    <dgm:cxn modelId="{3ABB02C5-F7A3-41EB-95F2-16926BEC6829}" type="presParOf" srcId="{F49492E5-8358-4D51-BB85-36DEBCC292ED}" destId="{DF4EDC19-9132-4BD8-AEDA-A63128C7496F}" srcOrd="5" destOrd="0" presId="urn:microsoft.com/office/officeart/2005/8/layout/vList2"/>
    <dgm:cxn modelId="{AAAB0B84-A7A3-4A43-B142-A71E505A76E3}" type="presParOf" srcId="{F49492E5-8358-4D51-BB85-36DEBCC292ED}" destId="{5CCADE08-9192-47B5-B4DB-A936916108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3BE92E-3617-4B66-BB6A-BE7E56D47AC2}" type="doc">
      <dgm:prSet loTypeId="urn:microsoft.com/office/officeart/2005/8/layout/vList2" loCatId="list" qsTypeId="urn:microsoft.com/office/officeart/2005/8/quickstyle/simple5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F8EF5753-7973-49EE-B3A4-2BCCAEFEB57E}">
      <dgm:prSet/>
      <dgm:spPr/>
      <dgm:t>
        <a:bodyPr/>
        <a:lstStyle/>
        <a:p>
          <a:r>
            <a:rPr lang="en-US" b="1" i="0" baseline="0"/>
            <a:t>A port identifies a service or application endpoint at the transport layer.</a:t>
          </a:r>
          <a:endParaRPr lang="en-US"/>
        </a:p>
      </dgm:t>
    </dgm:pt>
    <dgm:pt modelId="{86BCE6A7-E262-4F83-B72C-94A8E288A0B4}" type="parTrans" cxnId="{96C33BFE-66BA-4C64-9A21-4162D4DDA364}">
      <dgm:prSet/>
      <dgm:spPr/>
      <dgm:t>
        <a:bodyPr/>
        <a:lstStyle/>
        <a:p>
          <a:endParaRPr lang="en-US"/>
        </a:p>
      </dgm:t>
    </dgm:pt>
    <dgm:pt modelId="{80FAB5DC-AD79-458B-988E-A3628F2EF914}" type="sibTrans" cxnId="{96C33BFE-66BA-4C64-9A21-4162D4DDA364}">
      <dgm:prSet/>
      <dgm:spPr/>
      <dgm:t>
        <a:bodyPr/>
        <a:lstStyle/>
        <a:p>
          <a:endParaRPr lang="en-US"/>
        </a:p>
      </dgm:t>
    </dgm:pt>
    <dgm:pt modelId="{D6FA855A-BBAA-4743-8024-3E4E773445C0}">
      <dgm:prSet/>
      <dgm:spPr/>
      <dgm:t>
        <a:bodyPr/>
        <a:lstStyle/>
        <a:p>
          <a:r>
            <a:rPr lang="en-US" b="1" i="0" baseline="0"/>
            <a:t>Port range: 0–65535</a:t>
          </a:r>
          <a:endParaRPr lang="en-US"/>
        </a:p>
      </dgm:t>
    </dgm:pt>
    <dgm:pt modelId="{2EFBFCCF-8EC8-4FC4-8552-E8C3D49110EC}" type="parTrans" cxnId="{693F4AC2-6ED8-445F-8EE5-2F24BB704A0C}">
      <dgm:prSet/>
      <dgm:spPr/>
      <dgm:t>
        <a:bodyPr/>
        <a:lstStyle/>
        <a:p>
          <a:endParaRPr lang="en-US"/>
        </a:p>
      </dgm:t>
    </dgm:pt>
    <dgm:pt modelId="{1B66EB0E-2F53-42BB-B588-1A02A864AEDB}" type="sibTrans" cxnId="{693F4AC2-6ED8-445F-8EE5-2F24BB704A0C}">
      <dgm:prSet/>
      <dgm:spPr/>
      <dgm:t>
        <a:bodyPr/>
        <a:lstStyle/>
        <a:p>
          <a:endParaRPr lang="en-US"/>
        </a:p>
      </dgm:t>
    </dgm:pt>
    <dgm:pt modelId="{C640D08F-9E78-4DE8-B7BB-4DF7400D9245}">
      <dgm:prSet/>
      <dgm:spPr/>
      <dgm:t>
        <a:bodyPr/>
        <a:lstStyle/>
        <a:p>
          <a:r>
            <a:rPr lang="en-US" b="1" i="0" baseline="0" dirty="0"/>
            <a:t>0–1023: well-known ports</a:t>
          </a:r>
          <a:endParaRPr lang="en-US" dirty="0"/>
        </a:p>
      </dgm:t>
    </dgm:pt>
    <dgm:pt modelId="{D85DB321-AE78-45BE-8233-7DD6B36EF3F1}" type="parTrans" cxnId="{CF354319-66D1-4E5D-A315-D83528D5CAC6}">
      <dgm:prSet/>
      <dgm:spPr/>
      <dgm:t>
        <a:bodyPr/>
        <a:lstStyle/>
        <a:p>
          <a:endParaRPr lang="en-US"/>
        </a:p>
      </dgm:t>
    </dgm:pt>
    <dgm:pt modelId="{88A2B2BA-710B-452B-91FB-06271E3814ED}" type="sibTrans" cxnId="{CF354319-66D1-4E5D-A315-D83528D5CAC6}">
      <dgm:prSet/>
      <dgm:spPr/>
      <dgm:t>
        <a:bodyPr/>
        <a:lstStyle/>
        <a:p>
          <a:endParaRPr lang="en-US"/>
        </a:p>
      </dgm:t>
    </dgm:pt>
    <dgm:pt modelId="{1332622C-39FF-40F5-BC2E-4B41B6A44E7D}">
      <dgm:prSet/>
      <dgm:spPr/>
      <dgm:t>
        <a:bodyPr/>
        <a:lstStyle/>
        <a:p>
          <a:r>
            <a:rPr lang="en-US" b="1" i="0" baseline="0"/>
            <a:t>1024–49151: registered ports</a:t>
          </a:r>
          <a:endParaRPr lang="en-US"/>
        </a:p>
      </dgm:t>
    </dgm:pt>
    <dgm:pt modelId="{8B51C1A4-4D65-46A8-867A-D42845173E9A}" type="parTrans" cxnId="{731C49B3-7896-4348-8AE8-29863ADA223E}">
      <dgm:prSet/>
      <dgm:spPr/>
      <dgm:t>
        <a:bodyPr/>
        <a:lstStyle/>
        <a:p>
          <a:endParaRPr lang="en-US"/>
        </a:p>
      </dgm:t>
    </dgm:pt>
    <dgm:pt modelId="{8D89B4E6-333E-488E-BE00-3D8667EA298F}" type="sibTrans" cxnId="{731C49B3-7896-4348-8AE8-29863ADA223E}">
      <dgm:prSet/>
      <dgm:spPr/>
      <dgm:t>
        <a:bodyPr/>
        <a:lstStyle/>
        <a:p>
          <a:endParaRPr lang="en-US"/>
        </a:p>
      </dgm:t>
    </dgm:pt>
    <dgm:pt modelId="{241EED77-4708-40E6-8FCD-436FB4E2F33A}">
      <dgm:prSet/>
      <dgm:spPr/>
      <dgm:t>
        <a:bodyPr/>
        <a:lstStyle/>
        <a:p>
          <a:r>
            <a:rPr lang="en-US" b="1" i="0" baseline="0"/>
            <a:t>49152–65535: dynamic/private ports</a:t>
          </a:r>
          <a:endParaRPr lang="en-US"/>
        </a:p>
      </dgm:t>
    </dgm:pt>
    <dgm:pt modelId="{CAD777A6-4EFA-4250-B5CB-3FBF401C5F0F}" type="parTrans" cxnId="{49F14467-A521-4FD5-BC63-DC1AB63908AF}">
      <dgm:prSet/>
      <dgm:spPr/>
      <dgm:t>
        <a:bodyPr/>
        <a:lstStyle/>
        <a:p>
          <a:endParaRPr lang="en-US"/>
        </a:p>
      </dgm:t>
    </dgm:pt>
    <dgm:pt modelId="{12700451-D4C8-4455-B7E4-69C305E681AF}" type="sibTrans" cxnId="{49F14467-A521-4FD5-BC63-DC1AB63908AF}">
      <dgm:prSet/>
      <dgm:spPr/>
      <dgm:t>
        <a:bodyPr/>
        <a:lstStyle/>
        <a:p>
          <a:endParaRPr lang="en-US"/>
        </a:p>
      </dgm:t>
    </dgm:pt>
    <dgm:pt modelId="{31785095-624D-4CB5-835A-A11394CEDBF7}" type="pres">
      <dgm:prSet presAssocID="{B13BE92E-3617-4B66-BB6A-BE7E56D47AC2}" presName="linear" presStyleCnt="0">
        <dgm:presLayoutVars>
          <dgm:animLvl val="lvl"/>
          <dgm:resizeHandles val="exact"/>
        </dgm:presLayoutVars>
      </dgm:prSet>
      <dgm:spPr/>
    </dgm:pt>
    <dgm:pt modelId="{957E0EDA-BB1B-4F8F-B82F-6495CB5D4F11}" type="pres">
      <dgm:prSet presAssocID="{F8EF5753-7973-49EE-B3A4-2BCCAEFEB57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8FEB488-32AB-4694-93E7-FDEDFA03A61E}" type="pres">
      <dgm:prSet presAssocID="{80FAB5DC-AD79-458B-988E-A3628F2EF914}" presName="spacer" presStyleCnt="0"/>
      <dgm:spPr/>
    </dgm:pt>
    <dgm:pt modelId="{5AF4FC73-D33D-4968-931A-CAB46D321902}" type="pres">
      <dgm:prSet presAssocID="{D6FA855A-BBAA-4743-8024-3E4E773445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B3E3E00-7366-49FB-A340-60179876B594}" type="pres">
      <dgm:prSet presAssocID="{1B66EB0E-2F53-42BB-B588-1A02A864AEDB}" presName="spacer" presStyleCnt="0"/>
      <dgm:spPr/>
    </dgm:pt>
    <dgm:pt modelId="{564A98D2-019B-4DC1-ABA1-8EDF087FF5D4}" type="pres">
      <dgm:prSet presAssocID="{C640D08F-9E78-4DE8-B7BB-4DF7400D92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1CB8A48-6D3C-4AFE-B3B6-8BE44EC9C88E}" type="pres">
      <dgm:prSet presAssocID="{88A2B2BA-710B-452B-91FB-06271E3814ED}" presName="spacer" presStyleCnt="0"/>
      <dgm:spPr/>
    </dgm:pt>
    <dgm:pt modelId="{DE0F7E6D-6B46-440C-9D35-F74507808079}" type="pres">
      <dgm:prSet presAssocID="{1332622C-39FF-40F5-BC2E-4B41B6A44E7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43759A-387A-4D0E-BFCE-953645C359C2}" type="pres">
      <dgm:prSet presAssocID="{8D89B4E6-333E-488E-BE00-3D8667EA298F}" presName="spacer" presStyleCnt="0"/>
      <dgm:spPr/>
    </dgm:pt>
    <dgm:pt modelId="{F1DCD0AF-94F9-447C-A157-052F9A8F237C}" type="pres">
      <dgm:prSet presAssocID="{241EED77-4708-40E6-8FCD-436FB4E2F33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3031F02-59DD-409E-9AD3-09B459ABDCFB}" type="presOf" srcId="{1332622C-39FF-40F5-BC2E-4B41B6A44E7D}" destId="{DE0F7E6D-6B46-440C-9D35-F74507808079}" srcOrd="0" destOrd="0" presId="urn:microsoft.com/office/officeart/2005/8/layout/vList2"/>
    <dgm:cxn modelId="{84D15F09-240E-4678-9A18-D347C564E831}" type="presOf" srcId="{C640D08F-9E78-4DE8-B7BB-4DF7400D9245}" destId="{564A98D2-019B-4DC1-ABA1-8EDF087FF5D4}" srcOrd="0" destOrd="0" presId="urn:microsoft.com/office/officeart/2005/8/layout/vList2"/>
    <dgm:cxn modelId="{CF354319-66D1-4E5D-A315-D83528D5CAC6}" srcId="{B13BE92E-3617-4B66-BB6A-BE7E56D47AC2}" destId="{C640D08F-9E78-4DE8-B7BB-4DF7400D9245}" srcOrd="2" destOrd="0" parTransId="{D85DB321-AE78-45BE-8233-7DD6B36EF3F1}" sibTransId="{88A2B2BA-710B-452B-91FB-06271E3814ED}"/>
    <dgm:cxn modelId="{49F14467-A521-4FD5-BC63-DC1AB63908AF}" srcId="{B13BE92E-3617-4B66-BB6A-BE7E56D47AC2}" destId="{241EED77-4708-40E6-8FCD-436FB4E2F33A}" srcOrd="4" destOrd="0" parTransId="{CAD777A6-4EFA-4250-B5CB-3FBF401C5F0F}" sibTransId="{12700451-D4C8-4455-B7E4-69C305E681AF}"/>
    <dgm:cxn modelId="{EEBCB167-8B9C-43D3-8E01-D02C64BEADF1}" type="presOf" srcId="{241EED77-4708-40E6-8FCD-436FB4E2F33A}" destId="{F1DCD0AF-94F9-447C-A157-052F9A8F237C}" srcOrd="0" destOrd="0" presId="urn:microsoft.com/office/officeart/2005/8/layout/vList2"/>
    <dgm:cxn modelId="{B3495B7A-27DC-43ED-B4B8-A168B2F62A47}" type="presOf" srcId="{D6FA855A-BBAA-4743-8024-3E4E773445C0}" destId="{5AF4FC73-D33D-4968-931A-CAB46D321902}" srcOrd="0" destOrd="0" presId="urn:microsoft.com/office/officeart/2005/8/layout/vList2"/>
    <dgm:cxn modelId="{697D957D-9844-4E56-A94D-9454F3D47D93}" type="presOf" srcId="{B13BE92E-3617-4B66-BB6A-BE7E56D47AC2}" destId="{31785095-624D-4CB5-835A-A11394CEDBF7}" srcOrd="0" destOrd="0" presId="urn:microsoft.com/office/officeart/2005/8/layout/vList2"/>
    <dgm:cxn modelId="{731C49B3-7896-4348-8AE8-29863ADA223E}" srcId="{B13BE92E-3617-4B66-BB6A-BE7E56D47AC2}" destId="{1332622C-39FF-40F5-BC2E-4B41B6A44E7D}" srcOrd="3" destOrd="0" parTransId="{8B51C1A4-4D65-46A8-867A-D42845173E9A}" sibTransId="{8D89B4E6-333E-488E-BE00-3D8667EA298F}"/>
    <dgm:cxn modelId="{0B0962B5-41FD-402C-8A27-80B8F3CED25A}" type="presOf" srcId="{F8EF5753-7973-49EE-B3A4-2BCCAEFEB57E}" destId="{957E0EDA-BB1B-4F8F-B82F-6495CB5D4F11}" srcOrd="0" destOrd="0" presId="urn:microsoft.com/office/officeart/2005/8/layout/vList2"/>
    <dgm:cxn modelId="{693F4AC2-6ED8-445F-8EE5-2F24BB704A0C}" srcId="{B13BE92E-3617-4B66-BB6A-BE7E56D47AC2}" destId="{D6FA855A-BBAA-4743-8024-3E4E773445C0}" srcOrd="1" destOrd="0" parTransId="{2EFBFCCF-8EC8-4FC4-8552-E8C3D49110EC}" sibTransId="{1B66EB0E-2F53-42BB-B588-1A02A864AEDB}"/>
    <dgm:cxn modelId="{96C33BFE-66BA-4C64-9A21-4162D4DDA364}" srcId="{B13BE92E-3617-4B66-BB6A-BE7E56D47AC2}" destId="{F8EF5753-7973-49EE-B3A4-2BCCAEFEB57E}" srcOrd="0" destOrd="0" parTransId="{86BCE6A7-E262-4F83-B72C-94A8E288A0B4}" sibTransId="{80FAB5DC-AD79-458B-988E-A3628F2EF914}"/>
    <dgm:cxn modelId="{A4363A2B-44BD-4531-A025-4DE24CFD21CF}" type="presParOf" srcId="{31785095-624D-4CB5-835A-A11394CEDBF7}" destId="{957E0EDA-BB1B-4F8F-B82F-6495CB5D4F11}" srcOrd="0" destOrd="0" presId="urn:microsoft.com/office/officeart/2005/8/layout/vList2"/>
    <dgm:cxn modelId="{765F8598-5DB5-4623-8241-E0DF837A8872}" type="presParOf" srcId="{31785095-624D-4CB5-835A-A11394CEDBF7}" destId="{48FEB488-32AB-4694-93E7-FDEDFA03A61E}" srcOrd="1" destOrd="0" presId="urn:microsoft.com/office/officeart/2005/8/layout/vList2"/>
    <dgm:cxn modelId="{0EDC471A-4794-4576-B955-1710584AA7A3}" type="presParOf" srcId="{31785095-624D-4CB5-835A-A11394CEDBF7}" destId="{5AF4FC73-D33D-4968-931A-CAB46D321902}" srcOrd="2" destOrd="0" presId="urn:microsoft.com/office/officeart/2005/8/layout/vList2"/>
    <dgm:cxn modelId="{F7A90020-25E9-4451-9840-E18F3D9C5004}" type="presParOf" srcId="{31785095-624D-4CB5-835A-A11394CEDBF7}" destId="{8B3E3E00-7366-49FB-A340-60179876B594}" srcOrd="3" destOrd="0" presId="urn:microsoft.com/office/officeart/2005/8/layout/vList2"/>
    <dgm:cxn modelId="{7EE1F9FB-6910-42BB-B345-484E7308456A}" type="presParOf" srcId="{31785095-624D-4CB5-835A-A11394CEDBF7}" destId="{564A98D2-019B-4DC1-ABA1-8EDF087FF5D4}" srcOrd="4" destOrd="0" presId="urn:microsoft.com/office/officeart/2005/8/layout/vList2"/>
    <dgm:cxn modelId="{25F7A648-023E-4065-864D-CC234D343B9F}" type="presParOf" srcId="{31785095-624D-4CB5-835A-A11394CEDBF7}" destId="{C1CB8A48-6D3C-4AFE-B3B6-8BE44EC9C88E}" srcOrd="5" destOrd="0" presId="urn:microsoft.com/office/officeart/2005/8/layout/vList2"/>
    <dgm:cxn modelId="{61F60FDE-301A-45D4-906B-EB084BCD9EC5}" type="presParOf" srcId="{31785095-624D-4CB5-835A-A11394CEDBF7}" destId="{DE0F7E6D-6B46-440C-9D35-F74507808079}" srcOrd="6" destOrd="0" presId="urn:microsoft.com/office/officeart/2005/8/layout/vList2"/>
    <dgm:cxn modelId="{87DB4654-9C8F-417C-A208-4080CE1B69BD}" type="presParOf" srcId="{31785095-624D-4CB5-835A-A11394CEDBF7}" destId="{C343759A-387A-4D0E-BFCE-953645C359C2}" srcOrd="7" destOrd="0" presId="urn:microsoft.com/office/officeart/2005/8/layout/vList2"/>
    <dgm:cxn modelId="{E20E490D-9DCE-488A-95FF-9FBA7202E5DC}" type="presParOf" srcId="{31785095-624D-4CB5-835A-A11394CEDBF7}" destId="{F1DCD0AF-94F9-447C-A157-052F9A8F237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1BC7ED-D0D9-4087-8B95-D3B7EBD6D0EF}" type="doc">
      <dgm:prSet loTypeId="urn:microsoft.com/office/officeart/2005/8/layout/vList2" loCatId="list" qsTypeId="urn:microsoft.com/office/officeart/2005/8/quickstyle/simple1#7" qsCatId="simple" csTypeId="urn:microsoft.com/office/officeart/2005/8/colors/colorful5#3" csCatId="colorful" phldr="1"/>
      <dgm:spPr/>
      <dgm:t>
        <a:bodyPr/>
        <a:lstStyle/>
        <a:p>
          <a:endParaRPr lang="en-US"/>
        </a:p>
      </dgm:t>
    </dgm:pt>
    <dgm:pt modelId="{9F8F6C59-3B7C-44EA-98B2-FBE5BFFDA00E}">
      <dgm:prSet/>
      <dgm:spPr/>
      <dgm:t>
        <a:bodyPr/>
        <a:lstStyle/>
        <a:p>
          <a:r>
            <a:rPr lang="en-US" b="1" i="0" baseline="0"/>
            <a:t>TCP (Transmission Control Protocol)</a:t>
          </a:r>
          <a:endParaRPr lang="en-US"/>
        </a:p>
      </dgm:t>
    </dgm:pt>
    <dgm:pt modelId="{8A631BBA-4861-4916-98F7-6867596374B3}" type="parTrans" cxnId="{332A043D-3928-4ED1-93A9-812A46DA1085}">
      <dgm:prSet/>
      <dgm:spPr/>
      <dgm:t>
        <a:bodyPr/>
        <a:lstStyle/>
        <a:p>
          <a:endParaRPr lang="en-US"/>
        </a:p>
      </dgm:t>
    </dgm:pt>
    <dgm:pt modelId="{BC518CFA-BCB6-4C4E-82EE-B56F373E05E3}" type="sibTrans" cxnId="{332A043D-3928-4ED1-93A9-812A46DA1085}">
      <dgm:prSet/>
      <dgm:spPr/>
      <dgm:t>
        <a:bodyPr/>
        <a:lstStyle/>
        <a:p>
          <a:endParaRPr lang="en-US"/>
        </a:p>
      </dgm:t>
    </dgm:pt>
    <dgm:pt modelId="{A12A4D57-9E77-460D-A7B7-41DB6D7533AC}">
      <dgm:prSet/>
      <dgm:spPr/>
      <dgm:t>
        <a:bodyPr/>
        <a:lstStyle/>
        <a:p>
          <a:r>
            <a:rPr lang="en-US" b="1" i="0" baseline="0"/>
            <a:t>Connection-oriented</a:t>
          </a:r>
          <a:endParaRPr lang="en-US"/>
        </a:p>
      </dgm:t>
    </dgm:pt>
    <dgm:pt modelId="{6DAAAB71-0D90-4C71-B487-88C56C4C7E7E}" type="parTrans" cxnId="{80C25C9F-4E78-4229-9C90-41BEFB5A4CFA}">
      <dgm:prSet/>
      <dgm:spPr/>
      <dgm:t>
        <a:bodyPr/>
        <a:lstStyle/>
        <a:p>
          <a:endParaRPr lang="en-US"/>
        </a:p>
      </dgm:t>
    </dgm:pt>
    <dgm:pt modelId="{9FA44F86-8D62-402A-80B3-CCC8806524F1}" type="sibTrans" cxnId="{80C25C9F-4E78-4229-9C90-41BEFB5A4CFA}">
      <dgm:prSet/>
      <dgm:spPr/>
      <dgm:t>
        <a:bodyPr/>
        <a:lstStyle/>
        <a:p>
          <a:endParaRPr lang="en-US"/>
        </a:p>
      </dgm:t>
    </dgm:pt>
    <dgm:pt modelId="{32D2F36D-F8BC-412D-9026-22AADACD6A2A}">
      <dgm:prSet/>
      <dgm:spPr/>
      <dgm:t>
        <a:bodyPr/>
        <a:lstStyle/>
        <a:p>
          <a:r>
            <a:rPr lang="en-US" b="1" i="0" baseline="0"/>
            <a:t>Reliable delivery and retransmission</a:t>
          </a:r>
          <a:endParaRPr lang="en-US"/>
        </a:p>
      </dgm:t>
    </dgm:pt>
    <dgm:pt modelId="{DD8391F8-EF29-42DA-8BD0-0D564F65DB61}" type="parTrans" cxnId="{404B36BD-F206-4CC7-B5A5-81DC6F6CDB2D}">
      <dgm:prSet/>
      <dgm:spPr/>
      <dgm:t>
        <a:bodyPr/>
        <a:lstStyle/>
        <a:p>
          <a:endParaRPr lang="en-US"/>
        </a:p>
      </dgm:t>
    </dgm:pt>
    <dgm:pt modelId="{2D0F2087-3ACD-498C-AB3B-CBCDDC70C0EB}" type="sibTrans" cxnId="{404B36BD-F206-4CC7-B5A5-81DC6F6CDB2D}">
      <dgm:prSet/>
      <dgm:spPr/>
      <dgm:t>
        <a:bodyPr/>
        <a:lstStyle/>
        <a:p>
          <a:endParaRPr lang="en-US"/>
        </a:p>
      </dgm:t>
    </dgm:pt>
    <dgm:pt modelId="{38A42220-E0F5-4352-88E1-1449AA6DE0C2}">
      <dgm:prSet/>
      <dgm:spPr/>
      <dgm:t>
        <a:bodyPr/>
        <a:lstStyle/>
        <a:p>
          <a:r>
            <a:rPr lang="en-US" b="1" i="0" baseline="0" dirty="0"/>
            <a:t>Examples: HTTPS, SSH and FTP</a:t>
          </a:r>
          <a:endParaRPr lang="en-US" dirty="0"/>
        </a:p>
      </dgm:t>
    </dgm:pt>
    <dgm:pt modelId="{8427DE32-C893-43B3-9C57-3484703095E4}" type="parTrans" cxnId="{CADCCA0A-10DE-44D2-9027-B653B3D770DB}">
      <dgm:prSet/>
      <dgm:spPr/>
      <dgm:t>
        <a:bodyPr/>
        <a:lstStyle/>
        <a:p>
          <a:endParaRPr lang="en-US"/>
        </a:p>
      </dgm:t>
    </dgm:pt>
    <dgm:pt modelId="{00A899E8-6118-45E5-AE5D-90923CB85310}" type="sibTrans" cxnId="{CADCCA0A-10DE-44D2-9027-B653B3D770DB}">
      <dgm:prSet/>
      <dgm:spPr/>
      <dgm:t>
        <a:bodyPr/>
        <a:lstStyle/>
        <a:p>
          <a:endParaRPr lang="en-US"/>
        </a:p>
      </dgm:t>
    </dgm:pt>
    <dgm:pt modelId="{D49A97DD-785F-42F3-8BEA-4099E4237756}">
      <dgm:prSet/>
      <dgm:spPr/>
      <dgm:t>
        <a:bodyPr/>
        <a:lstStyle/>
        <a:p>
          <a:r>
            <a:rPr lang="en-US" b="1" i="0" baseline="0"/>
            <a:t>UDP (User Datagram Protocol)</a:t>
          </a:r>
          <a:endParaRPr lang="en-US"/>
        </a:p>
      </dgm:t>
    </dgm:pt>
    <dgm:pt modelId="{05FE154C-1B8D-4369-AD3B-6C29DCC8ABB4}" type="parTrans" cxnId="{60EE0DD8-CE98-4729-BBD2-F3316CD5B275}">
      <dgm:prSet/>
      <dgm:spPr/>
      <dgm:t>
        <a:bodyPr/>
        <a:lstStyle/>
        <a:p>
          <a:endParaRPr lang="en-US"/>
        </a:p>
      </dgm:t>
    </dgm:pt>
    <dgm:pt modelId="{D4CA840E-CEBF-4D98-A6A6-084526E3545E}" type="sibTrans" cxnId="{60EE0DD8-CE98-4729-BBD2-F3316CD5B275}">
      <dgm:prSet/>
      <dgm:spPr/>
      <dgm:t>
        <a:bodyPr/>
        <a:lstStyle/>
        <a:p>
          <a:endParaRPr lang="en-US"/>
        </a:p>
      </dgm:t>
    </dgm:pt>
    <dgm:pt modelId="{D1C0EA71-4FFD-42DE-908D-D56BBD62E00C}">
      <dgm:prSet/>
      <dgm:spPr/>
      <dgm:t>
        <a:bodyPr/>
        <a:lstStyle/>
        <a:p>
          <a:r>
            <a:rPr lang="en-US" b="1" i="0" baseline="0" dirty="0"/>
            <a:t>Connectionless</a:t>
          </a:r>
          <a:endParaRPr lang="en-US" dirty="0"/>
        </a:p>
      </dgm:t>
    </dgm:pt>
    <dgm:pt modelId="{A26F8A74-F432-4FD8-8EB9-013B0A93CD62}" type="parTrans" cxnId="{1400ACAC-D50D-410E-AB4F-6DD7D67CB1F9}">
      <dgm:prSet/>
      <dgm:spPr/>
      <dgm:t>
        <a:bodyPr/>
        <a:lstStyle/>
        <a:p>
          <a:endParaRPr lang="en-US"/>
        </a:p>
      </dgm:t>
    </dgm:pt>
    <dgm:pt modelId="{1842434C-C053-4A97-B57E-3B48C35B2A56}" type="sibTrans" cxnId="{1400ACAC-D50D-410E-AB4F-6DD7D67CB1F9}">
      <dgm:prSet/>
      <dgm:spPr/>
      <dgm:t>
        <a:bodyPr/>
        <a:lstStyle/>
        <a:p>
          <a:endParaRPr lang="en-US"/>
        </a:p>
      </dgm:t>
    </dgm:pt>
    <dgm:pt modelId="{A1DC9DF9-A4FA-4307-A4D4-48B2C71B45AF}">
      <dgm:prSet/>
      <dgm:spPr/>
      <dgm:t>
        <a:bodyPr/>
        <a:lstStyle/>
        <a:p>
          <a:r>
            <a:rPr lang="en-US" b="1" i="0" baseline="0"/>
            <a:t>Does not guarantee delivery by itself</a:t>
          </a:r>
          <a:endParaRPr lang="en-US"/>
        </a:p>
      </dgm:t>
    </dgm:pt>
    <dgm:pt modelId="{ACCA5262-DAC6-42D5-A24C-6BD8CAE71F4A}" type="parTrans" cxnId="{BDA257EA-7C59-46B3-A1CE-104C6DB47CA5}">
      <dgm:prSet/>
      <dgm:spPr/>
      <dgm:t>
        <a:bodyPr/>
        <a:lstStyle/>
        <a:p>
          <a:endParaRPr lang="en-US"/>
        </a:p>
      </dgm:t>
    </dgm:pt>
    <dgm:pt modelId="{80E6032F-2533-4051-88FC-8460317F2F65}" type="sibTrans" cxnId="{BDA257EA-7C59-46B3-A1CE-104C6DB47CA5}">
      <dgm:prSet/>
      <dgm:spPr/>
      <dgm:t>
        <a:bodyPr/>
        <a:lstStyle/>
        <a:p>
          <a:endParaRPr lang="en-US"/>
        </a:p>
      </dgm:t>
    </dgm:pt>
    <dgm:pt modelId="{319C3DCE-9DF0-4002-BC30-CF4FBA6F2CFD}">
      <dgm:prSet/>
      <dgm:spPr/>
      <dgm:t>
        <a:bodyPr/>
        <a:lstStyle/>
        <a:p>
          <a:r>
            <a:rPr lang="en-US" b="1" i="0" baseline="0"/>
            <a:t>Examples: DNS queries, DHCP and many real-time applications</a:t>
          </a:r>
          <a:endParaRPr lang="en-US"/>
        </a:p>
      </dgm:t>
    </dgm:pt>
    <dgm:pt modelId="{6C37F7B5-D0C3-49CE-87AD-7FDE5018FFCB}" type="parTrans" cxnId="{B7D4D822-98F5-4726-B578-B6A6F5B79151}">
      <dgm:prSet/>
      <dgm:spPr/>
      <dgm:t>
        <a:bodyPr/>
        <a:lstStyle/>
        <a:p>
          <a:endParaRPr lang="en-US"/>
        </a:p>
      </dgm:t>
    </dgm:pt>
    <dgm:pt modelId="{E1EC5F57-8B43-4DDA-82D6-8343DE9F5274}" type="sibTrans" cxnId="{B7D4D822-98F5-4726-B578-B6A6F5B79151}">
      <dgm:prSet/>
      <dgm:spPr/>
      <dgm:t>
        <a:bodyPr/>
        <a:lstStyle/>
        <a:p>
          <a:endParaRPr lang="en-US"/>
        </a:p>
      </dgm:t>
    </dgm:pt>
    <dgm:pt modelId="{0788A138-5020-4907-BD6A-B1EB3B1C6450}" type="pres">
      <dgm:prSet presAssocID="{9B1BC7ED-D0D9-4087-8B95-D3B7EBD6D0EF}" presName="linear" presStyleCnt="0">
        <dgm:presLayoutVars>
          <dgm:animLvl val="lvl"/>
          <dgm:resizeHandles val="exact"/>
        </dgm:presLayoutVars>
      </dgm:prSet>
      <dgm:spPr/>
    </dgm:pt>
    <dgm:pt modelId="{D06CFA32-F348-47F7-A39B-F0FF6D9D6378}" type="pres">
      <dgm:prSet presAssocID="{9F8F6C59-3B7C-44EA-98B2-FBE5BFFDA0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5AA3A7-7088-4C2F-85DB-4BFA49062DDB}" type="pres">
      <dgm:prSet presAssocID="{9F8F6C59-3B7C-44EA-98B2-FBE5BFFDA00E}" presName="childText" presStyleLbl="revTx" presStyleIdx="0" presStyleCnt="2">
        <dgm:presLayoutVars>
          <dgm:bulletEnabled val="1"/>
        </dgm:presLayoutVars>
      </dgm:prSet>
      <dgm:spPr/>
    </dgm:pt>
    <dgm:pt modelId="{832FEFFF-20D0-4A1D-A839-26BBC1619D52}" type="pres">
      <dgm:prSet presAssocID="{D49A97DD-785F-42F3-8BEA-4099E423775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B254382-D91E-4695-B5FF-29500C97AE34}" type="pres">
      <dgm:prSet presAssocID="{D49A97DD-785F-42F3-8BEA-4099E423775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05CCA01-D4F4-4BDD-8B87-C9B0415A52C4}" type="presOf" srcId="{32D2F36D-F8BC-412D-9026-22AADACD6A2A}" destId="{EF5AA3A7-7088-4C2F-85DB-4BFA49062DDB}" srcOrd="0" destOrd="1" presId="urn:microsoft.com/office/officeart/2005/8/layout/vList2"/>
    <dgm:cxn modelId="{A6BDFA02-FB67-46FD-AB0E-298EB10A2527}" type="presOf" srcId="{9B1BC7ED-D0D9-4087-8B95-D3B7EBD6D0EF}" destId="{0788A138-5020-4907-BD6A-B1EB3B1C6450}" srcOrd="0" destOrd="0" presId="urn:microsoft.com/office/officeart/2005/8/layout/vList2"/>
    <dgm:cxn modelId="{CADCCA0A-10DE-44D2-9027-B653B3D770DB}" srcId="{9F8F6C59-3B7C-44EA-98B2-FBE5BFFDA00E}" destId="{38A42220-E0F5-4352-88E1-1449AA6DE0C2}" srcOrd="2" destOrd="0" parTransId="{8427DE32-C893-43B3-9C57-3484703095E4}" sibTransId="{00A899E8-6118-45E5-AE5D-90923CB85310}"/>
    <dgm:cxn modelId="{7B42D31A-5564-4B9D-8787-B997DFAFBBE8}" type="presOf" srcId="{D1C0EA71-4FFD-42DE-908D-D56BBD62E00C}" destId="{0B254382-D91E-4695-B5FF-29500C97AE34}" srcOrd="0" destOrd="0" presId="urn:microsoft.com/office/officeart/2005/8/layout/vList2"/>
    <dgm:cxn modelId="{B7D4D822-98F5-4726-B578-B6A6F5B79151}" srcId="{D49A97DD-785F-42F3-8BEA-4099E4237756}" destId="{319C3DCE-9DF0-4002-BC30-CF4FBA6F2CFD}" srcOrd="2" destOrd="0" parTransId="{6C37F7B5-D0C3-49CE-87AD-7FDE5018FFCB}" sibTransId="{E1EC5F57-8B43-4DDA-82D6-8343DE9F5274}"/>
    <dgm:cxn modelId="{687F1C2B-0BCD-4712-AF84-DC8A56E16A8B}" type="presOf" srcId="{A12A4D57-9E77-460D-A7B7-41DB6D7533AC}" destId="{EF5AA3A7-7088-4C2F-85DB-4BFA49062DDB}" srcOrd="0" destOrd="0" presId="urn:microsoft.com/office/officeart/2005/8/layout/vList2"/>
    <dgm:cxn modelId="{332A043D-3928-4ED1-93A9-812A46DA1085}" srcId="{9B1BC7ED-D0D9-4087-8B95-D3B7EBD6D0EF}" destId="{9F8F6C59-3B7C-44EA-98B2-FBE5BFFDA00E}" srcOrd="0" destOrd="0" parTransId="{8A631BBA-4861-4916-98F7-6867596374B3}" sibTransId="{BC518CFA-BCB6-4C4E-82EE-B56F373E05E3}"/>
    <dgm:cxn modelId="{C902664C-7DBE-4A01-9459-36683FCCD4EB}" type="presOf" srcId="{A1DC9DF9-A4FA-4307-A4D4-48B2C71B45AF}" destId="{0B254382-D91E-4695-B5FF-29500C97AE34}" srcOrd="0" destOrd="1" presId="urn:microsoft.com/office/officeart/2005/8/layout/vList2"/>
    <dgm:cxn modelId="{794F538B-F20E-4E4B-A5CA-3AFDA8B9FE8A}" type="presOf" srcId="{319C3DCE-9DF0-4002-BC30-CF4FBA6F2CFD}" destId="{0B254382-D91E-4695-B5FF-29500C97AE34}" srcOrd="0" destOrd="2" presId="urn:microsoft.com/office/officeart/2005/8/layout/vList2"/>
    <dgm:cxn modelId="{80C25C9F-4E78-4229-9C90-41BEFB5A4CFA}" srcId="{9F8F6C59-3B7C-44EA-98B2-FBE5BFFDA00E}" destId="{A12A4D57-9E77-460D-A7B7-41DB6D7533AC}" srcOrd="0" destOrd="0" parTransId="{6DAAAB71-0D90-4C71-B487-88C56C4C7E7E}" sibTransId="{9FA44F86-8D62-402A-80B3-CCC8806524F1}"/>
    <dgm:cxn modelId="{1400ACAC-D50D-410E-AB4F-6DD7D67CB1F9}" srcId="{D49A97DD-785F-42F3-8BEA-4099E4237756}" destId="{D1C0EA71-4FFD-42DE-908D-D56BBD62E00C}" srcOrd="0" destOrd="0" parTransId="{A26F8A74-F432-4FD8-8EB9-013B0A93CD62}" sibTransId="{1842434C-C053-4A97-B57E-3B48C35B2A56}"/>
    <dgm:cxn modelId="{2E5260AF-816B-4B2A-B804-E442B0C01C6D}" type="presOf" srcId="{38A42220-E0F5-4352-88E1-1449AA6DE0C2}" destId="{EF5AA3A7-7088-4C2F-85DB-4BFA49062DDB}" srcOrd="0" destOrd="2" presId="urn:microsoft.com/office/officeart/2005/8/layout/vList2"/>
    <dgm:cxn modelId="{404B36BD-F206-4CC7-B5A5-81DC6F6CDB2D}" srcId="{9F8F6C59-3B7C-44EA-98B2-FBE5BFFDA00E}" destId="{32D2F36D-F8BC-412D-9026-22AADACD6A2A}" srcOrd="1" destOrd="0" parTransId="{DD8391F8-EF29-42DA-8BD0-0D564F65DB61}" sibTransId="{2D0F2087-3ACD-498C-AB3B-CBCDDC70C0EB}"/>
    <dgm:cxn modelId="{47DEBBD2-1A61-48F0-B4C7-07AA1EC1B907}" type="presOf" srcId="{9F8F6C59-3B7C-44EA-98B2-FBE5BFFDA00E}" destId="{D06CFA32-F348-47F7-A39B-F0FF6D9D6378}" srcOrd="0" destOrd="0" presId="urn:microsoft.com/office/officeart/2005/8/layout/vList2"/>
    <dgm:cxn modelId="{60EE0DD8-CE98-4729-BBD2-F3316CD5B275}" srcId="{9B1BC7ED-D0D9-4087-8B95-D3B7EBD6D0EF}" destId="{D49A97DD-785F-42F3-8BEA-4099E4237756}" srcOrd="1" destOrd="0" parTransId="{05FE154C-1B8D-4369-AD3B-6C29DCC8ABB4}" sibTransId="{D4CA840E-CEBF-4D98-A6A6-084526E3545E}"/>
    <dgm:cxn modelId="{F2CE7DDA-5F77-4CAC-8C8E-48ADF1450297}" type="presOf" srcId="{D49A97DD-785F-42F3-8BEA-4099E4237756}" destId="{832FEFFF-20D0-4A1D-A839-26BBC1619D52}" srcOrd="0" destOrd="0" presId="urn:microsoft.com/office/officeart/2005/8/layout/vList2"/>
    <dgm:cxn modelId="{BDA257EA-7C59-46B3-A1CE-104C6DB47CA5}" srcId="{D49A97DD-785F-42F3-8BEA-4099E4237756}" destId="{A1DC9DF9-A4FA-4307-A4D4-48B2C71B45AF}" srcOrd="1" destOrd="0" parTransId="{ACCA5262-DAC6-42D5-A24C-6BD8CAE71F4A}" sibTransId="{80E6032F-2533-4051-88FC-8460317F2F65}"/>
    <dgm:cxn modelId="{98A32A6E-6263-4180-9542-E8D5D0ACF3D5}" type="presParOf" srcId="{0788A138-5020-4907-BD6A-B1EB3B1C6450}" destId="{D06CFA32-F348-47F7-A39B-F0FF6D9D6378}" srcOrd="0" destOrd="0" presId="urn:microsoft.com/office/officeart/2005/8/layout/vList2"/>
    <dgm:cxn modelId="{DB8253D0-091B-4715-A044-69822D989238}" type="presParOf" srcId="{0788A138-5020-4907-BD6A-B1EB3B1C6450}" destId="{EF5AA3A7-7088-4C2F-85DB-4BFA49062DDB}" srcOrd="1" destOrd="0" presId="urn:microsoft.com/office/officeart/2005/8/layout/vList2"/>
    <dgm:cxn modelId="{1FDA5152-6BDE-4778-9EC9-776ABF4EBFE5}" type="presParOf" srcId="{0788A138-5020-4907-BD6A-B1EB3B1C6450}" destId="{832FEFFF-20D0-4A1D-A839-26BBC1619D52}" srcOrd="2" destOrd="0" presId="urn:microsoft.com/office/officeart/2005/8/layout/vList2"/>
    <dgm:cxn modelId="{F6168803-F787-42D9-B2BB-2868CADD51C7}" type="presParOf" srcId="{0788A138-5020-4907-BD6A-B1EB3B1C6450}" destId="{0B254382-D91E-4695-B5FF-29500C97AE3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A83904F-D50F-4F15-8326-84EB3239AC57}" type="doc">
      <dgm:prSet loTypeId="urn:microsoft.com/office/officeart/2005/8/layout/vList2" loCatId="list" qsTypeId="urn:microsoft.com/office/officeart/2005/8/quickstyle/simple1#8" qsCatId="simple" csTypeId="urn:microsoft.com/office/officeart/2005/8/colors/colorful5#4" csCatId="colorful"/>
      <dgm:spPr/>
      <dgm:t>
        <a:bodyPr/>
        <a:lstStyle/>
        <a:p>
          <a:endParaRPr lang="en-US"/>
        </a:p>
      </dgm:t>
    </dgm:pt>
    <dgm:pt modelId="{134739B3-AA94-4268-9BC3-0F26DA18CCB2}">
      <dgm:prSet/>
      <dgm:spPr/>
      <dgm:t>
        <a:bodyPr/>
        <a:lstStyle/>
        <a:p>
          <a:r>
            <a:rPr lang="en-US" b="1" i="0" baseline="0"/>
            <a:t>No Internet connectivity</a:t>
          </a:r>
          <a:endParaRPr lang="en-US"/>
        </a:p>
      </dgm:t>
    </dgm:pt>
    <dgm:pt modelId="{429EBB46-E0DF-4379-985A-558D7524AC90}" type="parTrans" cxnId="{84E0B8F3-A366-4F98-AB92-251E5609B37B}">
      <dgm:prSet/>
      <dgm:spPr/>
      <dgm:t>
        <a:bodyPr/>
        <a:lstStyle/>
        <a:p>
          <a:endParaRPr lang="en-US"/>
        </a:p>
      </dgm:t>
    </dgm:pt>
    <dgm:pt modelId="{616DFC1A-BA16-4123-8D9C-9F12F68043DE}" type="sibTrans" cxnId="{84E0B8F3-A366-4F98-AB92-251E5609B37B}">
      <dgm:prSet/>
      <dgm:spPr/>
      <dgm:t>
        <a:bodyPr/>
        <a:lstStyle/>
        <a:p>
          <a:endParaRPr lang="en-US"/>
        </a:p>
      </dgm:t>
    </dgm:pt>
    <dgm:pt modelId="{C96D49CB-53A6-4DCE-86EC-0A2124B6485B}">
      <dgm:prSet/>
      <dgm:spPr/>
      <dgm:t>
        <a:bodyPr/>
        <a:lstStyle/>
        <a:p>
          <a:r>
            <a:rPr lang="en-US" b="1" i="0" baseline="0"/>
            <a:t>Slow Internet</a:t>
          </a:r>
          <a:endParaRPr lang="en-US"/>
        </a:p>
      </dgm:t>
    </dgm:pt>
    <dgm:pt modelId="{A8AC6A6F-DDB0-4168-87AD-9ADE6BD07D58}" type="parTrans" cxnId="{13B3F730-BD95-492B-977A-B661AF416A14}">
      <dgm:prSet/>
      <dgm:spPr/>
      <dgm:t>
        <a:bodyPr/>
        <a:lstStyle/>
        <a:p>
          <a:endParaRPr lang="en-US"/>
        </a:p>
      </dgm:t>
    </dgm:pt>
    <dgm:pt modelId="{83C83DF6-DCFD-44C8-AEC2-3A0CE17E129D}" type="sibTrans" cxnId="{13B3F730-BD95-492B-977A-B661AF416A14}">
      <dgm:prSet/>
      <dgm:spPr/>
      <dgm:t>
        <a:bodyPr/>
        <a:lstStyle/>
        <a:p>
          <a:endParaRPr lang="en-US"/>
        </a:p>
      </dgm:t>
    </dgm:pt>
    <dgm:pt modelId="{65FFE74C-4BCF-4C7C-B1DE-DAB4851F1D24}">
      <dgm:prSet/>
      <dgm:spPr/>
      <dgm:t>
        <a:bodyPr/>
        <a:lstStyle/>
        <a:p>
          <a:r>
            <a:rPr lang="en-US" b="1" i="0" baseline="0"/>
            <a:t>Limited connectivity</a:t>
          </a:r>
          <a:endParaRPr lang="en-US"/>
        </a:p>
      </dgm:t>
    </dgm:pt>
    <dgm:pt modelId="{E0B67C97-88A3-4DBE-B48B-8F8ABB2C62AC}" type="parTrans" cxnId="{73233E1D-C235-4968-9F88-FF6D63D656C1}">
      <dgm:prSet/>
      <dgm:spPr/>
      <dgm:t>
        <a:bodyPr/>
        <a:lstStyle/>
        <a:p>
          <a:endParaRPr lang="en-US"/>
        </a:p>
      </dgm:t>
    </dgm:pt>
    <dgm:pt modelId="{E404CFA2-C218-49DE-A5C6-0D9EE683579D}" type="sibTrans" cxnId="{73233E1D-C235-4968-9F88-FF6D63D656C1}">
      <dgm:prSet/>
      <dgm:spPr/>
      <dgm:t>
        <a:bodyPr/>
        <a:lstStyle/>
        <a:p>
          <a:endParaRPr lang="en-US"/>
        </a:p>
      </dgm:t>
    </dgm:pt>
    <dgm:pt modelId="{AD336B95-5FDA-4DFF-9C1A-71633B4716B6}">
      <dgm:prSet/>
      <dgm:spPr/>
      <dgm:t>
        <a:bodyPr/>
        <a:lstStyle/>
        <a:p>
          <a:r>
            <a:rPr lang="en-US" b="1" i="0" baseline="0"/>
            <a:t>Cannot access a website</a:t>
          </a:r>
          <a:endParaRPr lang="en-US"/>
        </a:p>
      </dgm:t>
    </dgm:pt>
    <dgm:pt modelId="{8A7E23FA-207C-4DB8-840D-84A2EBCBD69C}" type="parTrans" cxnId="{A75FAE3A-695D-46D1-9B1F-D88ABF5FD026}">
      <dgm:prSet/>
      <dgm:spPr/>
      <dgm:t>
        <a:bodyPr/>
        <a:lstStyle/>
        <a:p>
          <a:endParaRPr lang="en-US"/>
        </a:p>
      </dgm:t>
    </dgm:pt>
    <dgm:pt modelId="{30AB0841-2AC7-4446-8082-11D13B1A44F6}" type="sibTrans" cxnId="{A75FAE3A-695D-46D1-9B1F-D88ABF5FD026}">
      <dgm:prSet/>
      <dgm:spPr/>
      <dgm:t>
        <a:bodyPr/>
        <a:lstStyle/>
        <a:p>
          <a:endParaRPr lang="en-US"/>
        </a:p>
      </dgm:t>
    </dgm:pt>
    <dgm:pt modelId="{82060B1D-4D4A-4FF2-9D2A-7FCDA77A1E7B}">
      <dgm:prSet/>
      <dgm:spPr/>
      <dgm:t>
        <a:bodyPr/>
        <a:lstStyle/>
        <a:p>
          <a:r>
            <a:rPr lang="en-US" b="1" i="0" baseline="0"/>
            <a:t>DNS resolution failure</a:t>
          </a:r>
          <a:endParaRPr lang="en-US"/>
        </a:p>
      </dgm:t>
    </dgm:pt>
    <dgm:pt modelId="{5BDFA7C6-1A19-4E99-827F-D4B3F717A2E7}" type="parTrans" cxnId="{35F06FE4-EAFB-45FA-8732-05A872E18BC0}">
      <dgm:prSet/>
      <dgm:spPr/>
      <dgm:t>
        <a:bodyPr/>
        <a:lstStyle/>
        <a:p>
          <a:endParaRPr lang="en-US"/>
        </a:p>
      </dgm:t>
    </dgm:pt>
    <dgm:pt modelId="{283B1F92-94A5-4FFE-B69A-B66B93B85CB3}" type="sibTrans" cxnId="{35F06FE4-EAFB-45FA-8732-05A872E18BC0}">
      <dgm:prSet/>
      <dgm:spPr/>
      <dgm:t>
        <a:bodyPr/>
        <a:lstStyle/>
        <a:p>
          <a:endParaRPr lang="en-US"/>
        </a:p>
      </dgm:t>
    </dgm:pt>
    <dgm:pt modelId="{59F35A02-B26B-45E7-A324-8E4ACA8485B6}">
      <dgm:prSet/>
      <dgm:spPr/>
      <dgm:t>
        <a:bodyPr/>
        <a:lstStyle/>
        <a:p>
          <a:r>
            <a:rPr lang="en-US" b="1" i="0" baseline="0"/>
            <a:t>IP address conflict</a:t>
          </a:r>
          <a:endParaRPr lang="en-US"/>
        </a:p>
      </dgm:t>
    </dgm:pt>
    <dgm:pt modelId="{74F067DB-AFDA-4B35-B7C4-5BF1F4D91820}" type="parTrans" cxnId="{ED6DE2BE-3BC8-4814-A576-F7F2B05FB4DC}">
      <dgm:prSet/>
      <dgm:spPr/>
      <dgm:t>
        <a:bodyPr/>
        <a:lstStyle/>
        <a:p>
          <a:endParaRPr lang="en-US"/>
        </a:p>
      </dgm:t>
    </dgm:pt>
    <dgm:pt modelId="{C9AB1689-8BFB-4FDE-8BFD-E3111B390F46}" type="sibTrans" cxnId="{ED6DE2BE-3BC8-4814-A576-F7F2B05FB4DC}">
      <dgm:prSet/>
      <dgm:spPr/>
      <dgm:t>
        <a:bodyPr/>
        <a:lstStyle/>
        <a:p>
          <a:endParaRPr lang="en-US"/>
        </a:p>
      </dgm:t>
    </dgm:pt>
    <dgm:pt modelId="{078BAD81-ADE2-4324-BE00-88BF48D90F57}">
      <dgm:prSet/>
      <dgm:spPr/>
      <dgm:t>
        <a:bodyPr/>
        <a:lstStyle/>
        <a:p>
          <a:r>
            <a:rPr lang="en-US" b="1" i="0" baseline="0"/>
            <a:t>High latency</a:t>
          </a:r>
          <a:endParaRPr lang="en-US"/>
        </a:p>
      </dgm:t>
    </dgm:pt>
    <dgm:pt modelId="{1DAC4637-1068-4C80-A72D-D07642F1C378}" type="parTrans" cxnId="{2DE42AE5-1AEA-40AC-B23E-13174181DFFC}">
      <dgm:prSet/>
      <dgm:spPr/>
      <dgm:t>
        <a:bodyPr/>
        <a:lstStyle/>
        <a:p>
          <a:endParaRPr lang="en-US"/>
        </a:p>
      </dgm:t>
    </dgm:pt>
    <dgm:pt modelId="{745C3E53-DEE8-4337-A4FC-FBBB2A201069}" type="sibTrans" cxnId="{2DE42AE5-1AEA-40AC-B23E-13174181DFFC}">
      <dgm:prSet/>
      <dgm:spPr/>
      <dgm:t>
        <a:bodyPr/>
        <a:lstStyle/>
        <a:p>
          <a:endParaRPr lang="en-US"/>
        </a:p>
      </dgm:t>
    </dgm:pt>
    <dgm:pt modelId="{FB41C83F-AB95-45F6-BF3A-2E2CED497204}">
      <dgm:prSet/>
      <dgm:spPr/>
      <dgm:t>
        <a:bodyPr/>
        <a:lstStyle/>
        <a:p>
          <a:r>
            <a:rPr lang="en-US" b="1" i="0" baseline="0"/>
            <a:t>Packet loss</a:t>
          </a:r>
          <a:endParaRPr lang="en-US"/>
        </a:p>
      </dgm:t>
    </dgm:pt>
    <dgm:pt modelId="{D8290F0B-E705-4CF2-B05A-AE8994BFC82A}" type="parTrans" cxnId="{BC085564-DB91-4974-8210-92FF2AAB1154}">
      <dgm:prSet/>
      <dgm:spPr/>
      <dgm:t>
        <a:bodyPr/>
        <a:lstStyle/>
        <a:p>
          <a:endParaRPr lang="en-US"/>
        </a:p>
      </dgm:t>
    </dgm:pt>
    <dgm:pt modelId="{1D695C20-8B17-4CA8-AA4D-E7B70CC89195}" type="sibTrans" cxnId="{BC085564-DB91-4974-8210-92FF2AAB1154}">
      <dgm:prSet/>
      <dgm:spPr/>
      <dgm:t>
        <a:bodyPr/>
        <a:lstStyle/>
        <a:p>
          <a:endParaRPr lang="en-US"/>
        </a:p>
      </dgm:t>
    </dgm:pt>
    <dgm:pt modelId="{4B47DBC5-BB3B-48F3-B9A1-37E1E261338A}">
      <dgm:prSet/>
      <dgm:spPr/>
      <dgm:t>
        <a:bodyPr/>
        <a:lstStyle/>
        <a:p>
          <a:r>
            <a:rPr lang="en-US" b="1" i="0" baseline="0"/>
            <a:t>Wi-Fi disconnections</a:t>
          </a:r>
          <a:endParaRPr lang="en-US"/>
        </a:p>
      </dgm:t>
    </dgm:pt>
    <dgm:pt modelId="{DC049369-72AA-43ED-B6C8-4C9E7D893688}" type="parTrans" cxnId="{436DDA4F-730B-4800-BC75-4C78271D2003}">
      <dgm:prSet/>
      <dgm:spPr/>
      <dgm:t>
        <a:bodyPr/>
        <a:lstStyle/>
        <a:p>
          <a:endParaRPr lang="en-US"/>
        </a:p>
      </dgm:t>
    </dgm:pt>
    <dgm:pt modelId="{C8F8E7CC-B1A0-4DEB-B0BB-2D2B06E84C40}" type="sibTrans" cxnId="{436DDA4F-730B-4800-BC75-4C78271D2003}">
      <dgm:prSet/>
      <dgm:spPr/>
      <dgm:t>
        <a:bodyPr/>
        <a:lstStyle/>
        <a:p>
          <a:endParaRPr lang="en-US"/>
        </a:p>
      </dgm:t>
    </dgm:pt>
    <dgm:pt modelId="{9295DA49-F641-42F6-B18E-D26EE00AB9EB}" type="pres">
      <dgm:prSet presAssocID="{3A83904F-D50F-4F15-8326-84EB3239AC57}" presName="linear" presStyleCnt="0">
        <dgm:presLayoutVars>
          <dgm:animLvl val="lvl"/>
          <dgm:resizeHandles val="exact"/>
        </dgm:presLayoutVars>
      </dgm:prSet>
      <dgm:spPr/>
    </dgm:pt>
    <dgm:pt modelId="{0DE92D4A-F33F-4647-AF2D-986CC7F4D2D1}" type="pres">
      <dgm:prSet presAssocID="{134739B3-AA94-4268-9BC3-0F26DA18CCB2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F562375D-99E9-4B40-B7C0-401F4531811A}" type="pres">
      <dgm:prSet presAssocID="{616DFC1A-BA16-4123-8D9C-9F12F68043DE}" presName="spacer" presStyleCnt="0"/>
      <dgm:spPr/>
    </dgm:pt>
    <dgm:pt modelId="{BB0DCA13-8AC5-448E-B0D7-8E9301BBF86F}" type="pres">
      <dgm:prSet presAssocID="{C96D49CB-53A6-4DCE-86EC-0A2124B6485B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F5DDFE06-5B88-4488-80F3-7591FAEF690A}" type="pres">
      <dgm:prSet presAssocID="{83C83DF6-DCFD-44C8-AEC2-3A0CE17E129D}" presName="spacer" presStyleCnt="0"/>
      <dgm:spPr/>
    </dgm:pt>
    <dgm:pt modelId="{FC41C266-8651-440F-AAA2-9A9C45ED336B}" type="pres">
      <dgm:prSet presAssocID="{65FFE74C-4BCF-4C7C-B1DE-DAB4851F1D24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C38C7876-AF7E-4CFD-A759-DBBF0AC9B2B4}" type="pres">
      <dgm:prSet presAssocID="{E404CFA2-C218-49DE-A5C6-0D9EE683579D}" presName="spacer" presStyleCnt="0"/>
      <dgm:spPr/>
    </dgm:pt>
    <dgm:pt modelId="{E325DCE6-3E48-4F32-968D-D478148BBF82}" type="pres">
      <dgm:prSet presAssocID="{AD336B95-5FDA-4DFF-9C1A-71633B4716B6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EAEDBCF2-9CBA-4A7E-831F-BC4A888F7D95}" type="pres">
      <dgm:prSet presAssocID="{30AB0841-2AC7-4446-8082-11D13B1A44F6}" presName="spacer" presStyleCnt="0"/>
      <dgm:spPr/>
    </dgm:pt>
    <dgm:pt modelId="{06B2D0E7-7D4A-4E47-B1B4-E88AFC3C6563}" type="pres">
      <dgm:prSet presAssocID="{82060B1D-4D4A-4FF2-9D2A-7FCDA77A1E7B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CE947D0B-1ED0-44BD-A44D-CA77AA89D23B}" type="pres">
      <dgm:prSet presAssocID="{283B1F92-94A5-4FFE-B69A-B66B93B85CB3}" presName="spacer" presStyleCnt="0"/>
      <dgm:spPr/>
    </dgm:pt>
    <dgm:pt modelId="{48D88385-ED0C-48D2-9A6F-951DABE5D128}" type="pres">
      <dgm:prSet presAssocID="{59F35A02-B26B-45E7-A324-8E4ACA8485B6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F22F45B0-5EE7-4579-B751-590FA40EA465}" type="pres">
      <dgm:prSet presAssocID="{C9AB1689-8BFB-4FDE-8BFD-E3111B390F46}" presName="spacer" presStyleCnt="0"/>
      <dgm:spPr/>
    </dgm:pt>
    <dgm:pt modelId="{F68576F0-55B5-4DB3-A146-DEEB7A66FA99}" type="pres">
      <dgm:prSet presAssocID="{078BAD81-ADE2-4324-BE00-88BF48D90F57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FC20BD90-9DD6-4507-A96D-FC7F7721B64A}" type="pres">
      <dgm:prSet presAssocID="{745C3E53-DEE8-4337-A4FC-FBBB2A201069}" presName="spacer" presStyleCnt="0"/>
      <dgm:spPr/>
    </dgm:pt>
    <dgm:pt modelId="{8FDF2A99-B24B-48D6-8BE9-5DDA93771E11}" type="pres">
      <dgm:prSet presAssocID="{FB41C83F-AB95-45F6-BF3A-2E2CED497204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824BE13-0EB0-445C-A025-0AAD3C1B3A3A}" type="pres">
      <dgm:prSet presAssocID="{1D695C20-8B17-4CA8-AA4D-E7B70CC89195}" presName="spacer" presStyleCnt="0"/>
      <dgm:spPr/>
    </dgm:pt>
    <dgm:pt modelId="{36AEFB82-3686-406B-91A0-5D287A6AF05D}" type="pres">
      <dgm:prSet presAssocID="{4B47DBC5-BB3B-48F3-B9A1-37E1E261338A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0D240106-AEDC-439D-87A9-C50B823AC9D6}" type="presOf" srcId="{078BAD81-ADE2-4324-BE00-88BF48D90F57}" destId="{F68576F0-55B5-4DB3-A146-DEEB7A66FA99}" srcOrd="0" destOrd="0" presId="urn:microsoft.com/office/officeart/2005/8/layout/vList2"/>
    <dgm:cxn modelId="{BC55950C-7D09-4836-9D3E-20B09E26E24A}" type="presOf" srcId="{FB41C83F-AB95-45F6-BF3A-2E2CED497204}" destId="{8FDF2A99-B24B-48D6-8BE9-5DDA93771E11}" srcOrd="0" destOrd="0" presId="urn:microsoft.com/office/officeart/2005/8/layout/vList2"/>
    <dgm:cxn modelId="{73233E1D-C235-4968-9F88-FF6D63D656C1}" srcId="{3A83904F-D50F-4F15-8326-84EB3239AC57}" destId="{65FFE74C-4BCF-4C7C-B1DE-DAB4851F1D24}" srcOrd="2" destOrd="0" parTransId="{E0B67C97-88A3-4DBE-B48B-8F8ABB2C62AC}" sibTransId="{E404CFA2-C218-49DE-A5C6-0D9EE683579D}"/>
    <dgm:cxn modelId="{13B3F730-BD95-492B-977A-B661AF416A14}" srcId="{3A83904F-D50F-4F15-8326-84EB3239AC57}" destId="{C96D49CB-53A6-4DCE-86EC-0A2124B6485B}" srcOrd="1" destOrd="0" parTransId="{A8AC6A6F-DDB0-4168-87AD-9ADE6BD07D58}" sibTransId="{83C83DF6-DCFD-44C8-AEC2-3A0CE17E129D}"/>
    <dgm:cxn modelId="{8500DA36-AC1D-4A24-9DE0-F956AD889156}" type="presOf" srcId="{3A83904F-D50F-4F15-8326-84EB3239AC57}" destId="{9295DA49-F641-42F6-B18E-D26EE00AB9EB}" srcOrd="0" destOrd="0" presId="urn:microsoft.com/office/officeart/2005/8/layout/vList2"/>
    <dgm:cxn modelId="{A75FAE3A-695D-46D1-9B1F-D88ABF5FD026}" srcId="{3A83904F-D50F-4F15-8326-84EB3239AC57}" destId="{AD336B95-5FDA-4DFF-9C1A-71633B4716B6}" srcOrd="3" destOrd="0" parTransId="{8A7E23FA-207C-4DB8-840D-84A2EBCBD69C}" sibTransId="{30AB0841-2AC7-4446-8082-11D13B1A44F6}"/>
    <dgm:cxn modelId="{EDAD955D-A1D5-4886-8E34-9C0DB875667D}" type="presOf" srcId="{82060B1D-4D4A-4FF2-9D2A-7FCDA77A1E7B}" destId="{06B2D0E7-7D4A-4E47-B1B4-E88AFC3C6563}" srcOrd="0" destOrd="0" presId="urn:microsoft.com/office/officeart/2005/8/layout/vList2"/>
    <dgm:cxn modelId="{F8CA0C5E-099C-4970-9C94-7426DA9F51C2}" type="presOf" srcId="{AD336B95-5FDA-4DFF-9C1A-71633B4716B6}" destId="{E325DCE6-3E48-4F32-968D-D478148BBF82}" srcOrd="0" destOrd="0" presId="urn:microsoft.com/office/officeart/2005/8/layout/vList2"/>
    <dgm:cxn modelId="{BC085564-DB91-4974-8210-92FF2AAB1154}" srcId="{3A83904F-D50F-4F15-8326-84EB3239AC57}" destId="{FB41C83F-AB95-45F6-BF3A-2E2CED497204}" srcOrd="7" destOrd="0" parTransId="{D8290F0B-E705-4CF2-B05A-AE8994BFC82A}" sibTransId="{1D695C20-8B17-4CA8-AA4D-E7B70CC89195}"/>
    <dgm:cxn modelId="{8E96E04D-0B9E-4030-B853-16B2EB2D7576}" type="presOf" srcId="{4B47DBC5-BB3B-48F3-B9A1-37E1E261338A}" destId="{36AEFB82-3686-406B-91A0-5D287A6AF05D}" srcOrd="0" destOrd="0" presId="urn:microsoft.com/office/officeart/2005/8/layout/vList2"/>
    <dgm:cxn modelId="{436DDA4F-730B-4800-BC75-4C78271D2003}" srcId="{3A83904F-D50F-4F15-8326-84EB3239AC57}" destId="{4B47DBC5-BB3B-48F3-B9A1-37E1E261338A}" srcOrd="8" destOrd="0" parTransId="{DC049369-72AA-43ED-B6C8-4C9E7D893688}" sibTransId="{C8F8E7CC-B1A0-4DEB-B0BB-2D2B06E84C40}"/>
    <dgm:cxn modelId="{544209BD-F01F-4447-8412-B008373D8283}" type="presOf" srcId="{65FFE74C-4BCF-4C7C-B1DE-DAB4851F1D24}" destId="{FC41C266-8651-440F-AAA2-9A9C45ED336B}" srcOrd="0" destOrd="0" presId="urn:microsoft.com/office/officeart/2005/8/layout/vList2"/>
    <dgm:cxn modelId="{ED6DE2BE-3BC8-4814-A576-F7F2B05FB4DC}" srcId="{3A83904F-D50F-4F15-8326-84EB3239AC57}" destId="{59F35A02-B26B-45E7-A324-8E4ACA8485B6}" srcOrd="5" destOrd="0" parTransId="{74F067DB-AFDA-4B35-B7C4-5BF1F4D91820}" sibTransId="{C9AB1689-8BFB-4FDE-8BFD-E3111B390F46}"/>
    <dgm:cxn modelId="{8FC565C1-5773-46A5-BCF7-41F06910D996}" type="presOf" srcId="{59F35A02-B26B-45E7-A324-8E4ACA8485B6}" destId="{48D88385-ED0C-48D2-9A6F-951DABE5D128}" srcOrd="0" destOrd="0" presId="urn:microsoft.com/office/officeart/2005/8/layout/vList2"/>
    <dgm:cxn modelId="{C47AF8D4-C8CA-4995-A2A1-1652792355CB}" type="presOf" srcId="{C96D49CB-53A6-4DCE-86EC-0A2124B6485B}" destId="{BB0DCA13-8AC5-448E-B0D7-8E9301BBF86F}" srcOrd="0" destOrd="0" presId="urn:microsoft.com/office/officeart/2005/8/layout/vList2"/>
    <dgm:cxn modelId="{E327EAE2-D209-4B81-8536-C2684C06829C}" type="presOf" srcId="{134739B3-AA94-4268-9BC3-0F26DA18CCB2}" destId="{0DE92D4A-F33F-4647-AF2D-986CC7F4D2D1}" srcOrd="0" destOrd="0" presId="urn:microsoft.com/office/officeart/2005/8/layout/vList2"/>
    <dgm:cxn modelId="{35F06FE4-EAFB-45FA-8732-05A872E18BC0}" srcId="{3A83904F-D50F-4F15-8326-84EB3239AC57}" destId="{82060B1D-4D4A-4FF2-9D2A-7FCDA77A1E7B}" srcOrd="4" destOrd="0" parTransId="{5BDFA7C6-1A19-4E99-827F-D4B3F717A2E7}" sibTransId="{283B1F92-94A5-4FFE-B69A-B66B93B85CB3}"/>
    <dgm:cxn modelId="{2DE42AE5-1AEA-40AC-B23E-13174181DFFC}" srcId="{3A83904F-D50F-4F15-8326-84EB3239AC57}" destId="{078BAD81-ADE2-4324-BE00-88BF48D90F57}" srcOrd="6" destOrd="0" parTransId="{1DAC4637-1068-4C80-A72D-D07642F1C378}" sibTransId="{745C3E53-DEE8-4337-A4FC-FBBB2A201069}"/>
    <dgm:cxn modelId="{84E0B8F3-A366-4F98-AB92-251E5609B37B}" srcId="{3A83904F-D50F-4F15-8326-84EB3239AC57}" destId="{134739B3-AA94-4268-9BC3-0F26DA18CCB2}" srcOrd="0" destOrd="0" parTransId="{429EBB46-E0DF-4379-985A-558D7524AC90}" sibTransId="{616DFC1A-BA16-4123-8D9C-9F12F68043DE}"/>
    <dgm:cxn modelId="{C2F2D2AF-7FF2-4BC9-864E-5BE81CB0650A}" type="presParOf" srcId="{9295DA49-F641-42F6-B18E-D26EE00AB9EB}" destId="{0DE92D4A-F33F-4647-AF2D-986CC7F4D2D1}" srcOrd="0" destOrd="0" presId="urn:microsoft.com/office/officeart/2005/8/layout/vList2"/>
    <dgm:cxn modelId="{A12D8F1B-109B-463B-ABFD-41422A25EDE3}" type="presParOf" srcId="{9295DA49-F641-42F6-B18E-D26EE00AB9EB}" destId="{F562375D-99E9-4B40-B7C0-401F4531811A}" srcOrd="1" destOrd="0" presId="urn:microsoft.com/office/officeart/2005/8/layout/vList2"/>
    <dgm:cxn modelId="{6D0E1968-7D36-416A-88FF-D7F2E7ACC0AE}" type="presParOf" srcId="{9295DA49-F641-42F6-B18E-D26EE00AB9EB}" destId="{BB0DCA13-8AC5-448E-B0D7-8E9301BBF86F}" srcOrd="2" destOrd="0" presId="urn:microsoft.com/office/officeart/2005/8/layout/vList2"/>
    <dgm:cxn modelId="{B266FED1-B4C7-4538-83D5-3F7DD8511008}" type="presParOf" srcId="{9295DA49-F641-42F6-B18E-D26EE00AB9EB}" destId="{F5DDFE06-5B88-4488-80F3-7591FAEF690A}" srcOrd="3" destOrd="0" presId="urn:microsoft.com/office/officeart/2005/8/layout/vList2"/>
    <dgm:cxn modelId="{852148F6-BE28-444B-94D7-093CB2422678}" type="presParOf" srcId="{9295DA49-F641-42F6-B18E-D26EE00AB9EB}" destId="{FC41C266-8651-440F-AAA2-9A9C45ED336B}" srcOrd="4" destOrd="0" presId="urn:microsoft.com/office/officeart/2005/8/layout/vList2"/>
    <dgm:cxn modelId="{C05D6FB5-3E08-443D-AF4D-11377BE296B1}" type="presParOf" srcId="{9295DA49-F641-42F6-B18E-D26EE00AB9EB}" destId="{C38C7876-AF7E-4CFD-A759-DBBF0AC9B2B4}" srcOrd="5" destOrd="0" presId="urn:microsoft.com/office/officeart/2005/8/layout/vList2"/>
    <dgm:cxn modelId="{690903D3-B497-486F-B7D1-C455F34D068F}" type="presParOf" srcId="{9295DA49-F641-42F6-B18E-D26EE00AB9EB}" destId="{E325DCE6-3E48-4F32-968D-D478148BBF82}" srcOrd="6" destOrd="0" presId="urn:microsoft.com/office/officeart/2005/8/layout/vList2"/>
    <dgm:cxn modelId="{B9C45070-889C-45E4-8BC3-2A7A4FFA2925}" type="presParOf" srcId="{9295DA49-F641-42F6-B18E-D26EE00AB9EB}" destId="{EAEDBCF2-9CBA-4A7E-831F-BC4A888F7D95}" srcOrd="7" destOrd="0" presId="urn:microsoft.com/office/officeart/2005/8/layout/vList2"/>
    <dgm:cxn modelId="{3B128363-C3B8-42FE-BFFA-CB992E0E7096}" type="presParOf" srcId="{9295DA49-F641-42F6-B18E-D26EE00AB9EB}" destId="{06B2D0E7-7D4A-4E47-B1B4-E88AFC3C6563}" srcOrd="8" destOrd="0" presId="urn:microsoft.com/office/officeart/2005/8/layout/vList2"/>
    <dgm:cxn modelId="{17900E1A-2DE4-4F41-8E51-AE471B72F89B}" type="presParOf" srcId="{9295DA49-F641-42F6-B18E-D26EE00AB9EB}" destId="{CE947D0B-1ED0-44BD-A44D-CA77AA89D23B}" srcOrd="9" destOrd="0" presId="urn:microsoft.com/office/officeart/2005/8/layout/vList2"/>
    <dgm:cxn modelId="{BBA41446-F0EC-4036-9144-6DE64772B6E7}" type="presParOf" srcId="{9295DA49-F641-42F6-B18E-D26EE00AB9EB}" destId="{48D88385-ED0C-48D2-9A6F-951DABE5D128}" srcOrd="10" destOrd="0" presId="urn:microsoft.com/office/officeart/2005/8/layout/vList2"/>
    <dgm:cxn modelId="{14D5AAC1-1F37-4373-A463-BA11D14E04C6}" type="presParOf" srcId="{9295DA49-F641-42F6-B18E-D26EE00AB9EB}" destId="{F22F45B0-5EE7-4579-B751-590FA40EA465}" srcOrd="11" destOrd="0" presId="urn:microsoft.com/office/officeart/2005/8/layout/vList2"/>
    <dgm:cxn modelId="{65922AEF-785B-421F-A3F0-E4FE3D54728F}" type="presParOf" srcId="{9295DA49-F641-42F6-B18E-D26EE00AB9EB}" destId="{F68576F0-55B5-4DB3-A146-DEEB7A66FA99}" srcOrd="12" destOrd="0" presId="urn:microsoft.com/office/officeart/2005/8/layout/vList2"/>
    <dgm:cxn modelId="{0C644BDB-60FF-4DEE-9E05-2620BDA39393}" type="presParOf" srcId="{9295DA49-F641-42F6-B18E-D26EE00AB9EB}" destId="{FC20BD90-9DD6-4507-A96D-FC7F7721B64A}" srcOrd="13" destOrd="0" presId="urn:microsoft.com/office/officeart/2005/8/layout/vList2"/>
    <dgm:cxn modelId="{BB15D7D8-7099-4EFF-8DAF-38632E3D4F66}" type="presParOf" srcId="{9295DA49-F641-42F6-B18E-D26EE00AB9EB}" destId="{8FDF2A99-B24B-48D6-8BE9-5DDA93771E11}" srcOrd="14" destOrd="0" presId="urn:microsoft.com/office/officeart/2005/8/layout/vList2"/>
    <dgm:cxn modelId="{DEC157A6-FBFB-4DA5-82E9-A46FD806C4E0}" type="presParOf" srcId="{9295DA49-F641-42F6-B18E-D26EE00AB9EB}" destId="{A824BE13-0EB0-445C-A025-0AAD3C1B3A3A}" srcOrd="15" destOrd="0" presId="urn:microsoft.com/office/officeart/2005/8/layout/vList2"/>
    <dgm:cxn modelId="{3A7FABBB-7EB1-4976-BC97-91C0B10A80CF}" type="presParOf" srcId="{9295DA49-F641-42F6-B18E-D26EE00AB9EB}" destId="{36AEFB82-3686-406B-91A0-5D287A6AF05D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6CB56D2-524F-484A-84DA-11E99841F128}" type="doc">
      <dgm:prSet loTypeId="urn:microsoft.com/office/officeart/2005/8/layout/vList2" loCatId="list" qsTypeId="urn:microsoft.com/office/officeart/2005/8/quickstyle/simple1#9" qsCatId="simple" csTypeId="urn:microsoft.com/office/officeart/2005/8/colors/colorful5#5" csCatId="colorful"/>
      <dgm:spPr/>
      <dgm:t>
        <a:bodyPr/>
        <a:lstStyle/>
        <a:p>
          <a:endParaRPr lang="en-US"/>
        </a:p>
      </dgm:t>
    </dgm:pt>
    <dgm:pt modelId="{1B6CD563-A8AC-4941-82DC-0C72ABF402D1}">
      <dgm:prSet/>
      <dgm:spPr/>
      <dgm:t>
        <a:bodyPr/>
        <a:lstStyle/>
        <a:p>
          <a:r>
            <a:rPr lang="en-US" b="1" i="0" baseline="0"/>
            <a:t>1. Identify the problem</a:t>
          </a:r>
          <a:endParaRPr lang="en-US"/>
        </a:p>
      </dgm:t>
    </dgm:pt>
    <dgm:pt modelId="{3E467CD2-9CF5-4C58-8E77-3D380FF16DAD}" type="parTrans" cxnId="{4A50BF8F-EF0A-4A00-A782-D699998CBD6A}">
      <dgm:prSet/>
      <dgm:spPr/>
      <dgm:t>
        <a:bodyPr/>
        <a:lstStyle/>
        <a:p>
          <a:endParaRPr lang="en-US"/>
        </a:p>
      </dgm:t>
    </dgm:pt>
    <dgm:pt modelId="{0921D6B8-2823-4EB2-B5CD-2C377CCAC458}" type="sibTrans" cxnId="{4A50BF8F-EF0A-4A00-A782-D699998CBD6A}">
      <dgm:prSet/>
      <dgm:spPr/>
      <dgm:t>
        <a:bodyPr/>
        <a:lstStyle/>
        <a:p>
          <a:endParaRPr lang="en-US"/>
        </a:p>
      </dgm:t>
    </dgm:pt>
    <dgm:pt modelId="{2F02B9C8-7A03-4B16-B231-45A9F567314C}">
      <dgm:prSet/>
      <dgm:spPr/>
      <dgm:t>
        <a:bodyPr/>
        <a:lstStyle/>
        <a:p>
          <a:r>
            <a:rPr lang="en-US" b="1" i="0" baseline="0"/>
            <a:t>2. Check physical connections</a:t>
          </a:r>
          <a:endParaRPr lang="en-US"/>
        </a:p>
      </dgm:t>
    </dgm:pt>
    <dgm:pt modelId="{4A97FEC2-C7F2-437F-8875-89CBCA0A24DC}" type="parTrans" cxnId="{CB5E5413-E5E4-4160-BA67-AFD015BA07F2}">
      <dgm:prSet/>
      <dgm:spPr/>
      <dgm:t>
        <a:bodyPr/>
        <a:lstStyle/>
        <a:p>
          <a:endParaRPr lang="en-US"/>
        </a:p>
      </dgm:t>
    </dgm:pt>
    <dgm:pt modelId="{7A95D17A-D71E-4389-889C-0D7CAFD43C5B}" type="sibTrans" cxnId="{CB5E5413-E5E4-4160-BA67-AFD015BA07F2}">
      <dgm:prSet/>
      <dgm:spPr/>
      <dgm:t>
        <a:bodyPr/>
        <a:lstStyle/>
        <a:p>
          <a:endParaRPr lang="en-US"/>
        </a:p>
      </dgm:t>
    </dgm:pt>
    <dgm:pt modelId="{144A5342-D434-4F2C-8C7F-E5A86559192B}">
      <dgm:prSet/>
      <dgm:spPr/>
      <dgm:t>
        <a:bodyPr/>
        <a:lstStyle/>
        <a:p>
          <a:r>
            <a:rPr lang="en-US" b="1" i="0" baseline="0"/>
            <a:t>3. Check IP configuration</a:t>
          </a:r>
          <a:endParaRPr lang="en-US"/>
        </a:p>
      </dgm:t>
    </dgm:pt>
    <dgm:pt modelId="{E131DAC1-6526-4178-829B-10D8CB7A7DEF}" type="parTrans" cxnId="{967062B6-7123-49C1-B874-AC322FFFAD30}">
      <dgm:prSet/>
      <dgm:spPr/>
      <dgm:t>
        <a:bodyPr/>
        <a:lstStyle/>
        <a:p>
          <a:endParaRPr lang="en-US"/>
        </a:p>
      </dgm:t>
    </dgm:pt>
    <dgm:pt modelId="{959F9E69-8EAA-4223-ACD7-9B30467D2D3B}" type="sibTrans" cxnId="{967062B6-7123-49C1-B874-AC322FFFAD30}">
      <dgm:prSet/>
      <dgm:spPr/>
      <dgm:t>
        <a:bodyPr/>
        <a:lstStyle/>
        <a:p>
          <a:endParaRPr lang="en-US"/>
        </a:p>
      </dgm:t>
    </dgm:pt>
    <dgm:pt modelId="{F2371AFC-C326-44BB-BDCC-9EDC554E5233}">
      <dgm:prSet/>
      <dgm:spPr/>
      <dgm:t>
        <a:bodyPr/>
        <a:lstStyle/>
        <a:p>
          <a:r>
            <a:rPr lang="en-US" b="1" i="0" baseline="0"/>
            <a:t>4. Test local connectivity</a:t>
          </a:r>
          <a:endParaRPr lang="en-US"/>
        </a:p>
      </dgm:t>
    </dgm:pt>
    <dgm:pt modelId="{EF369E4D-C9D0-4178-8459-4182E68A00FC}" type="parTrans" cxnId="{EF400DCF-B5E1-4EFF-BC1D-BFFB078BD1B0}">
      <dgm:prSet/>
      <dgm:spPr/>
      <dgm:t>
        <a:bodyPr/>
        <a:lstStyle/>
        <a:p>
          <a:endParaRPr lang="en-US"/>
        </a:p>
      </dgm:t>
    </dgm:pt>
    <dgm:pt modelId="{18F55A5D-8C18-4814-9989-B749D08B433E}" type="sibTrans" cxnId="{EF400DCF-B5E1-4EFF-BC1D-BFFB078BD1B0}">
      <dgm:prSet/>
      <dgm:spPr/>
      <dgm:t>
        <a:bodyPr/>
        <a:lstStyle/>
        <a:p>
          <a:endParaRPr lang="en-US"/>
        </a:p>
      </dgm:t>
    </dgm:pt>
    <dgm:pt modelId="{C196DEEA-32D0-42F2-86A9-5CA2F2F5E71F}">
      <dgm:prSet/>
      <dgm:spPr/>
      <dgm:t>
        <a:bodyPr/>
        <a:lstStyle/>
        <a:p>
          <a:r>
            <a:rPr lang="en-US" b="1" i="0" baseline="0"/>
            <a:t>5. Test the default gateway</a:t>
          </a:r>
          <a:endParaRPr lang="en-US"/>
        </a:p>
      </dgm:t>
    </dgm:pt>
    <dgm:pt modelId="{4E8E7D1F-BC69-4940-94EA-68364F126EA4}" type="parTrans" cxnId="{C7425E30-791C-4CC7-9F65-040BEDA1A3BF}">
      <dgm:prSet/>
      <dgm:spPr/>
      <dgm:t>
        <a:bodyPr/>
        <a:lstStyle/>
        <a:p>
          <a:endParaRPr lang="en-US"/>
        </a:p>
      </dgm:t>
    </dgm:pt>
    <dgm:pt modelId="{9329A059-70C0-4F65-99AB-6D3D0913722D}" type="sibTrans" cxnId="{C7425E30-791C-4CC7-9F65-040BEDA1A3BF}">
      <dgm:prSet/>
      <dgm:spPr/>
      <dgm:t>
        <a:bodyPr/>
        <a:lstStyle/>
        <a:p>
          <a:endParaRPr lang="en-US"/>
        </a:p>
      </dgm:t>
    </dgm:pt>
    <dgm:pt modelId="{65DCA5DC-A687-4CA2-BE39-D5DDE19CD322}">
      <dgm:prSet/>
      <dgm:spPr/>
      <dgm:t>
        <a:bodyPr/>
        <a:lstStyle/>
        <a:p>
          <a:r>
            <a:rPr lang="en-US" b="1" i="0" baseline="0"/>
            <a:t>6. Test Internet connectivity</a:t>
          </a:r>
          <a:endParaRPr lang="en-US"/>
        </a:p>
      </dgm:t>
    </dgm:pt>
    <dgm:pt modelId="{92EDC924-FF66-4511-98FB-07F57D59AB23}" type="parTrans" cxnId="{E0B778E1-C17B-48BD-8200-39F41C225D94}">
      <dgm:prSet/>
      <dgm:spPr/>
      <dgm:t>
        <a:bodyPr/>
        <a:lstStyle/>
        <a:p>
          <a:endParaRPr lang="en-US"/>
        </a:p>
      </dgm:t>
    </dgm:pt>
    <dgm:pt modelId="{CC3CE8F0-9B5E-49BF-845B-4885053ADC2E}" type="sibTrans" cxnId="{E0B778E1-C17B-48BD-8200-39F41C225D94}">
      <dgm:prSet/>
      <dgm:spPr/>
      <dgm:t>
        <a:bodyPr/>
        <a:lstStyle/>
        <a:p>
          <a:endParaRPr lang="en-US"/>
        </a:p>
      </dgm:t>
    </dgm:pt>
    <dgm:pt modelId="{1505877B-06E1-4BF7-8AB2-EA1EB6751648}">
      <dgm:prSet/>
      <dgm:spPr/>
      <dgm:t>
        <a:bodyPr/>
        <a:lstStyle/>
        <a:p>
          <a:r>
            <a:rPr lang="en-US" b="1" i="0" baseline="0"/>
            <a:t>7. Test DNS resolution</a:t>
          </a:r>
          <a:endParaRPr lang="en-US"/>
        </a:p>
      </dgm:t>
    </dgm:pt>
    <dgm:pt modelId="{88901D49-EE32-45AC-AEAE-41A4BE4FB9AA}" type="parTrans" cxnId="{360C034A-88F5-4880-ACC1-770BC8E93DBB}">
      <dgm:prSet/>
      <dgm:spPr/>
      <dgm:t>
        <a:bodyPr/>
        <a:lstStyle/>
        <a:p>
          <a:endParaRPr lang="en-US"/>
        </a:p>
      </dgm:t>
    </dgm:pt>
    <dgm:pt modelId="{EE033974-6C9C-464E-84B6-5960224799C4}" type="sibTrans" cxnId="{360C034A-88F5-4880-ACC1-770BC8E93DBB}">
      <dgm:prSet/>
      <dgm:spPr/>
      <dgm:t>
        <a:bodyPr/>
        <a:lstStyle/>
        <a:p>
          <a:endParaRPr lang="en-US"/>
        </a:p>
      </dgm:t>
    </dgm:pt>
    <dgm:pt modelId="{CB0C4C5A-1738-4932-ADA1-2ABBDA1B4245}">
      <dgm:prSet/>
      <dgm:spPr/>
      <dgm:t>
        <a:bodyPr/>
        <a:lstStyle/>
        <a:p>
          <a:r>
            <a:rPr lang="en-US" b="1" i="0" baseline="0"/>
            <a:t>8. Check firewall and routing</a:t>
          </a:r>
          <a:endParaRPr lang="en-US"/>
        </a:p>
      </dgm:t>
    </dgm:pt>
    <dgm:pt modelId="{26C452D0-B83A-4C87-9032-6FBD3ECC2DD5}" type="parTrans" cxnId="{1F7DFAA4-D2D0-4C68-920F-A7D60C841ABA}">
      <dgm:prSet/>
      <dgm:spPr/>
      <dgm:t>
        <a:bodyPr/>
        <a:lstStyle/>
        <a:p>
          <a:endParaRPr lang="en-US"/>
        </a:p>
      </dgm:t>
    </dgm:pt>
    <dgm:pt modelId="{CA0AC9C3-F012-4AA0-858A-FBCA88A8968E}" type="sibTrans" cxnId="{1F7DFAA4-D2D0-4C68-920F-A7D60C841ABA}">
      <dgm:prSet/>
      <dgm:spPr/>
      <dgm:t>
        <a:bodyPr/>
        <a:lstStyle/>
        <a:p>
          <a:endParaRPr lang="en-US"/>
        </a:p>
      </dgm:t>
    </dgm:pt>
    <dgm:pt modelId="{0718160A-435A-4D4A-A2AB-03147BDFCB59}">
      <dgm:prSet/>
      <dgm:spPr/>
      <dgm:t>
        <a:bodyPr/>
        <a:lstStyle/>
        <a:p>
          <a:r>
            <a:rPr lang="en-US" b="1" i="0" baseline="0"/>
            <a:t>9. Fix and verify</a:t>
          </a:r>
          <a:endParaRPr lang="en-US"/>
        </a:p>
      </dgm:t>
    </dgm:pt>
    <dgm:pt modelId="{F8E44A46-5934-4541-98C4-90E1C3E7494D}" type="parTrans" cxnId="{66C0ABB8-1B88-4271-A123-A536B83C6735}">
      <dgm:prSet/>
      <dgm:spPr/>
      <dgm:t>
        <a:bodyPr/>
        <a:lstStyle/>
        <a:p>
          <a:endParaRPr lang="en-US"/>
        </a:p>
      </dgm:t>
    </dgm:pt>
    <dgm:pt modelId="{4CC68BA4-1CF4-499F-9795-D06717675064}" type="sibTrans" cxnId="{66C0ABB8-1B88-4271-A123-A536B83C6735}">
      <dgm:prSet/>
      <dgm:spPr/>
      <dgm:t>
        <a:bodyPr/>
        <a:lstStyle/>
        <a:p>
          <a:endParaRPr lang="en-US"/>
        </a:p>
      </dgm:t>
    </dgm:pt>
    <dgm:pt modelId="{7FFCC4BA-DB68-4555-88D3-C4AE6943A5A9}" type="pres">
      <dgm:prSet presAssocID="{36CB56D2-524F-484A-84DA-11E99841F128}" presName="linear" presStyleCnt="0">
        <dgm:presLayoutVars>
          <dgm:animLvl val="lvl"/>
          <dgm:resizeHandles val="exact"/>
        </dgm:presLayoutVars>
      </dgm:prSet>
      <dgm:spPr/>
    </dgm:pt>
    <dgm:pt modelId="{858E472E-9C3D-4BDE-9F51-C40D09BBAA77}" type="pres">
      <dgm:prSet presAssocID="{1B6CD563-A8AC-4941-82DC-0C72ABF402D1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7A8C0E1-3E13-4842-AC63-F77F94DDAADC}" type="pres">
      <dgm:prSet presAssocID="{0921D6B8-2823-4EB2-B5CD-2C377CCAC458}" presName="spacer" presStyleCnt="0"/>
      <dgm:spPr/>
    </dgm:pt>
    <dgm:pt modelId="{056F3EFD-62FF-4E54-A87C-84A9BC4EE6D1}" type="pres">
      <dgm:prSet presAssocID="{2F02B9C8-7A03-4B16-B231-45A9F567314C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4C81D1CD-49CB-430B-A65A-8BA522816899}" type="pres">
      <dgm:prSet presAssocID="{7A95D17A-D71E-4389-889C-0D7CAFD43C5B}" presName="spacer" presStyleCnt="0"/>
      <dgm:spPr/>
    </dgm:pt>
    <dgm:pt modelId="{7886DB02-94EC-4A81-BC4B-D17AD322F92C}" type="pres">
      <dgm:prSet presAssocID="{144A5342-D434-4F2C-8C7F-E5A86559192B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70545932-5A51-4A22-AD75-DBB1068A8080}" type="pres">
      <dgm:prSet presAssocID="{959F9E69-8EAA-4223-ACD7-9B30467D2D3B}" presName="spacer" presStyleCnt="0"/>
      <dgm:spPr/>
    </dgm:pt>
    <dgm:pt modelId="{3CB77D23-85FF-49EB-9F80-3B0807CC40F0}" type="pres">
      <dgm:prSet presAssocID="{F2371AFC-C326-44BB-BDCC-9EDC554E5233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D90EBC1F-859A-4039-B9EF-A752134C1619}" type="pres">
      <dgm:prSet presAssocID="{18F55A5D-8C18-4814-9989-B749D08B433E}" presName="spacer" presStyleCnt="0"/>
      <dgm:spPr/>
    </dgm:pt>
    <dgm:pt modelId="{D64466EA-0387-40D7-B757-4D654F024806}" type="pres">
      <dgm:prSet presAssocID="{C196DEEA-32D0-42F2-86A9-5CA2F2F5E71F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5BBC17A2-4C94-437D-BA46-E4C9778C732C}" type="pres">
      <dgm:prSet presAssocID="{9329A059-70C0-4F65-99AB-6D3D0913722D}" presName="spacer" presStyleCnt="0"/>
      <dgm:spPr/>
    </dgm:pt>
    <dgm:pt modelId="{CDD18E5A-FF3C-4157-AB23-9BB44C58625F}" type="pres">
      <dgm:prSet presAssocID="{65DCA5DC-A687-4CA2-BE39-D5DDE19CD322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79DC0B09-C2AA-4C2A-B208-2CD34EAF6720}" type="pres">
      <dgm:prSet presAssocID="{CC3CE8F0-9B5E-49BF-845B-4885053ADC2E}" presName="spacer" presStyleCnt="0"/>
      <dgm:spPr/>
    </dgm:pt>
    <dgm:pt modelId="{486B6D91-B97A-4145-AE96-204413BBB304}" type="pres">
      <dgm:prSet presAssocID="{1505877B-06E1-4BF7-8AB2-EA1EB6751648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6F23B35-E59C-45A3-AA60-7A786B75D2A6}" type="pres">
      <dgm:prSet presAssocID="{EE033974-6C9C-464E-84B6-5960224799C4}" presName="spacer" presStyleCnt="0"/>
      <dgm:spPr/>
    </dgm:pt>
    <dgm:pt modelId="{A02307FE-A816-404D-9B6B-1C34E32FC5FC}" type="pres">
      <dgm:prSet presAssocID="{CB0C4C5A-1738-4932-ADA1-2ABBDA1B4245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48F2DD99-19CF-4408-BE08-822597592519}" type="pres">
      <dgm:prSet presAssocID="{CA0AC9C3-F012-4AA0-858A-FBCA88A8968E}" presName="spacer" presStyleCnt="0"/>
      <dgm:spPr/>
    </dgm:pt>
    <dgm:pt modelId="{F2CACD2E-C7EA-4A7C-9BC4-7D2E041205B8}" type="pres">
      <dgm:prSet presAssocID="{0718160A-435A-4D4A-A2AB-03147BDFCB59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CB5E5413-E5E4-4160-BA67-AFD015BA07F2}" srcId="{36CB56D2-524F-484A-84DA-11E99841F128}" destId="{2F02B9C8-7A03-4B16-B231-45A9F567314C}" srcOrd="1" destOrd="0" parTransId="{4A97FEC2-C7F2-437F-8875-89CBCA0A24DC}" sibTransId="{7A95D17A-D71E-4389-889C-0D7CAFD43C5B}"/>
    <dgm:cxn modelId="{6C7EB613-59F5-404C-8D00-B81789256DE1}" type="presOf" srcId="{1505877B-06E1-4BF7-8AB2-EA1EB6751648}" destId="{486B6D91-B97A-4145-AE96-204413BBB304}" srcOrd="0" destOrd="0" presId="urn:microsoft.com/office/officeart/2005/8/layout/vList2"/>
    <dgm:cxn modelId="{724BC929-A067-41EC-B3B3-99645ABCA6C0}" type="presOf" srcId="{CB0C4C5A-1738-4932-ADA1-2ABBDA1B4245}" destId="{A02307FE-A816-404D-9B6B-1C34E32FC5FC}" srcOrd="0" destOrd="0" presId="urn:microsoft.com/office/officeart/2005/8/layout/vList2"/>
    <dgm:cxn modelId="{C7425E30-791C-4CC7-9F65-040BEDA1A3BF}" srcId="{36CB56D2-524F-484A-84DA-11E99841F128}" destId="{C196DEEA-32D0-42F2-86A9-5CA2F2F5E71F}" srcOrd="4" destOrd="0" parTransId="{4E8E7D1F-BC69-4940-94EA-68364F126EA4}" sibTransId="{9329A059-70C0-4F65-99AB-6D3D0913722D}"/>
    <dgm:cxn modelId="{360C034A-88F5-4880-ACC1-770BC8E93DBB}" srcId="{36CB56D2-524F-484A-84DA-11E99841F128}" destId="{1505877B-06E1-4BF7-8AB2-EA1EB6751648}" srcOrd="6" destOrd="0" parTransId="{88901D49-EE32-45AC-AEAE-41A4BE4FB9AA}" sibTransId="{EE033974-6C9C-464E-84B6-5960224799C4}"/>
    <dgm:cxn modelId="{B6E44771-8C3C-491E-9BB4-303BD3C05099}" type="presOf" srcId="{0718160A-435A-4D4A-A2AB-03147BDFCB59}" destId="{F2CACD2E-C7EA-4A7C-9BC4-7D2E041205B8}" srcOrd="0" destOrd="0" presId="urn:microsoft.com/office/officeart/2005/8/layout/vList2"/>
    <dgm:cxn modelId="{52D8CF8A-64E9-49CD-AC4B-4C7F049ADBE4}" type="presOf" srcId="{1B6CD563-A8AC-4941-82DC-0C72ABF402D1}" destId="{858E472E-9C3D-4BDE-9F51-C40D09BBAA77}" srcOrd="0" destOrd="0" presId="urn:microsoft.com/office/officeart/2005/8/layout/vList2"/>
    <dgm:cxn modelId="{4A50BF8F-EF0A-4A00-A782-D699998CBD6A}" srcId="{36CB56D2-524F-484A-84DA-11E99841F128}" destId="{1B6CD563-A8AC-4941-82DC-0C72ABF402D1}" srcOrd="0" destOrd="0" parTransId="{3E467CD2-9CF5-4C58-8E77-3D380FF16DAD}" sibTransId="{0921D6B8-2823-4EB2-B5CD-2C377CCAC458}"/>
    <dgm:cxn modelId="{1F7DFAA4-D2D0-4C68-920F-A7D60C841ABA}" srcId="{36CB56D2-524F-484A-84DA-11E99841F128}" destId="{CB0C4C5A-1738-4932-ADA1-2ABBDA1B4245}" srcOrd="7" destOrd="0" parTransId="{26C452D0-B83A-4C87-9032-6FBD3ECC2DD5}" sibTransId="{CA0AC9C3-F012-4AA0-858A-FBCA88A8968E}"/>
    <dgm:cxn modelId="{ED4FCCAB-20F0-4F47-AC82-ED4DB6B2F150}" type="presOf" srcId="{F2371AFC-C326-44BB-BDCC-9EDC554E5233}" destId="{3CB77D23-85FF-49EB-9F80-3B0807CC40F0}" srcOrd="0" destOrd="0" presId="urn:microsoft.com/office/officeart/2005/8/layout/vList2"/>
    <dgm:cxn modelId="{967062B6-7123-49C1-B874-AC322FFFAD30}" srcId="{36CB56D2-524F-484A-84DA-11E99841F128}" destId="{144A5342-D434-4F2C-8C7F-E5A86559192B}" srcOrd="2" destOrd="0" parTransId="{E131DAC1-6526-4178-829B-10D8CB7A7DEF}" sibTransId="{959F9E69-8EAA-4223-ACD7-9B30467D2D3B}"/>
    <dgm:cxn modelId="{66C0ABB8-1B88-4271-A123-A536B83C6735}" srcId="{36CB56D2-524F-484A-84DA-11E99841F128}" destId="{0718160A-435A-4D4A-A2AB-03147BDFCB59}" srcOrd="8" destOrd="0" parTransId="{F8E44A46-5934-4541-98C4-90E1C3E7494D}" sibTransId="{4CC68BA4-1CF4-499F-9795-D06717675064}"/>
    <dgm:cxn modelId="{EF400DCF-B5E1-4EFF-BC1D-BFFB078BD1B0}" srcId="{36CB56D2-524F-484A-84DA-11E99841F128}" destId="{F2371AFC-C326-44BB-BDCC-9EDC554E5233}" srcOrd="3" destOrd="0" parTransId="{EF369E4D-C9D0-4178-8459-4182E68A00FC}" sibTransId="{18F55A5D-8C18-4814-9989-B749D08B433E}"/>
    <dgm:cxn modelId="{A36696D1-F35F-42AE-97AE-BED762A08F50}" type="presOf" srcId="{144A5342-D434-4F2C-8C7F-E5A86559192B}" destId="{7886DB02-94EC-4A81-BC4B-D17AD322F92C}" srcOrd="0" destOrd="0" presId="urn:microsoft.com/office/officeart/2005/8/layout/vList2"/>
    <dgm:cxn modelId="{2CDC23D9-732B-4479-A019-BC663C040A68}" type="presOf" srcId="{65DCA5DC-A687-4CA2-BE39-D5DDE19CD322}" destId="{CDD18E5A-FF3C-4157-AB23-9BB44C58625F}" srcOrd="0" destOrd="0" presId="urn:microsoft.com/office/officeart/2005/8/layout/vList2"/>
    <dgm:cxn modelId="{E0B778E1-C17B-48BD-8200-39F41C225D94}" srcId="{36CB56D2-524F-484A-84DA-11E99841F128}" destId="{65DCA5DC-A687-4CA2-BE39-D5DDE19CD322}" srcOrd="5" destOrd="0" parTransId="{92EDC924-FF66-4511-98FB-07F57D59AB23}" sibTransId="{CC3CE8F0-9B5E-49BF-845B-4885053ADC2E}"/>
    <dgm:cxn modelId="{A9623FEA-BC6B-4D66-B55A-ADA8F9F1A591}" type="presOf" srcId="{C196DEEA-32D0-42F2-86A9-5CA2F2F5E71F}" destId="{D64466EA-0387-40D7-B757-4D654F024806}" srcOrd="0" destOrd="0" presId="urn:microsoft.com/office/officeart/2005/8/layout/vList2"/>
    <dgm:cxn modelId="{AC2D6AF0-77A9-4348-ADCC-176DD47DCD78}" type="presOf" srcId="{36CB56D2-524F-484A-84DA-11E99841F128}" destId="{7FFCC4BA-DB68-4555-88D3-C4AE6943A5A9}" srcOrd="0" destOrd="0" presId="urn:microsoft.com/office/officeart/2005/8/layout/vList2"/>
    <dgm:cxn modelId="{F2E8AFFA-F146-4F76-B259-086489C7429C}" type="presOf" srcId="{2F02B9C8-7A03-4B16-B231-45A9F567314C}" destId="{056F3EFD-62FF-4E54-A87C-84A9BC4EE6D1}" srcOrd="0" destOrd="0" presId="urn:microsoft.com/office/officeart/2005/8/layout/vList2"/>
    <dgm:cxn modelId="{1905CE5E-D380-4785-8BFC-82C554C580E4}" type="presParOf" srcId="{7FFCC4BA-DB68-4555-88D3-C4AE6943A5A9}" destId="{858E472E-9C3D-4BDE-9F51-C40D09BBAA77}" srcOrd="0" destOrd="0" presId="urn:microsoft.com/office/officeart/2005/8/layout/vList2"/>
    <dgm:cxn modelId="{F8D6A8F6-C346-4587-B8F5-F8502E1FDDAB}" type="presParOf" srcId="{7FFCC4BA-DB68-4555-88D3-C4AE6943A5A9}" destId="{D7A8C0E1-3E13-4842-AC63-F77F94DDAADC}" srcOrd="1" destOrd="0" presId="urn:microsoft.com/office/officeart/2005/8/layout/vList2"/>
    <dgm:cxn modelId="{D6F27E13-8238-4B40-BCAA-EAB88910B813}" type="presParOf" srcId="{7FFCC4BA-DB68-4555-88D3-C4AE6943A5A9}" destId="{056F3EFD-62FF-4E54-A87C-84A9BC4EE6D1}" srcOrd="2" destOrd="0" presId="urn:microsoft.com/office/officeart/2005/8/layout/vList2"/>
    <dgm:cxn modelId="{58A77F9D-10A4-4208-B2E5-C9C6F91CEE6A}" type="presParOf" srcId="{7FFCC4BA-DB68-4555-88D3-C4AE6943A5A9}" destId="{4C81D1CD-49CB-430B-A65A-8BA522816899}" srcOrd="3" destOrd="0" presId="urn:microsoft.com/office/officeart/2005/8/layout/vList2"/>
    <dgm:cxn modelId="{2386FB7E-59E0-4868-A99D-30C22807DB7B}" type="presParOf" srcId="{7FFCC4BA-DB68-4555-88D3-C4AE6943A5A9}" destId="{7886DB02-94EC-4A81-BC4B-D17AD322F92C}" srcOrd="4" destOrd="0" presId="urn:microsoft.com/office/officeart/2005/8/layout/vList2"/>
    <dgm:cxn modelId="{7E9347D8-AF86-407C-8D51-6784F5CD2792}" type="presParOf" srcId="{7FFCC4BA-DB68-4555-88D3-C4AE6943A5A9}" destId="{70545932-5A51-4A22-AD75-DBB1068A8080}" srcOrd="5" destOrd="0" presId="urn:microsoft.com/office/officeart/2005/8/layout/vList2"/>
    <dgm:cxn modelId="{47F0D3F8-CE7E-4AD6-A045-E087A8F94556}" type="presParOf" srcId="{7FFCC4BA-DB68-4555-88D3-C4AE6943A5A9}" destId="{3CB77D23-85FF-49EB-9F80-3B0807CC40F0}" srcOrd="6" destOrd="0" presId="urn:microsoft.com/office/officeart/2005/8/layout/vList2"/>
    <dgm:cxn modelId="{E996B709-D602-4736-9940-D0A0AC30BF2E}" type="presParOf" srcId="{7FFCC4BA-DB68-4555-88D3-C4AE6943A5A9}" destId="{D90EBC1F-859A-4039-B9EF-A752134C1619}" srcOrd="7" destOrd="0" presId="urn:microsoft.com/office/officeart/2005/8/layout/vList2"/>
    <dgm:cxn modelId="{1BD9683A-4CBE-46E4-BCA0-C71414C78590}" type="presParOf" srcId="{7FFCC4BA-DB68-4555-88D3-C4AE6943A5A9}" destId="{D64466EA-0387-40D7-B757-4D654F024806}" srcOrd="8" destOrd="0" presId="urn:microsoft.com/office/officeart/2005/8/layout/vList2"/>
    <dgm:cxn modelId="{869B4E74-461B-44AD-A4C3-817AADF6D2E0}" type="presParOf" srcId="{7FFCC4BA-DB68-4555-88D3-C4AE6943A5A9}" destId="{5BBC17A2-4C94-437D-BA46-E4C9778C732C}" srcOrd="9" destOrd="0" presId="urn:microsoft.com/office/officeart/2005/8/layout/vList2"/>
    <dgm:cxn modelId="{B1232028-04C3-4130-B48E-93DCE7778DCB}" type="presParOf" srcId="{7FFCC4BA-DB68-4555-88D3-C4AE6943A5A9}" destId="{CDD18E5A-FF3C-4157-AB23-9BB44C58625F}" srcOrd="10" destOrd="0" presId="urn:microsoft.com/office/officeart/2005/8/layout/vList2"/>
    <dgm:cxn modelId="{B58FF6EE-F30A-4469-865C-C9FD0F565DC1}" type="presParOf" srcId="{7FFCC4BA-DB68-4555-88D3-C4AE6943A5A9}" destId="{79DC0B09-C2AA-4C2A-B208-2CD34EAF6720}" srcOrd="11" destOrd="0" presId="urn:microsoft.com/office/officeart/2005/8/layout/vList2"/>
    <dgm:cxn modelId="{8917D386-D2FC-40BD-B43C-6EF8401F92B2}" type="presParOf" srcId="{7FFCC4BA-DB68-4555-88D3-C4AE6943A5A9}" destId="{486B6D91-B97A-4145-AE96-204413BBB304}" srcOrd="12" destOrd="0" presId="urn:microsoft.com/office/officeart/2005/8/layout/vList2"/>
    <dgm:cxn modelId="{EEB55C25-451C-4089-AFBF-5B561F2FA3D9}" type="presParOf" srcId="{7FFCC4BA-DB68-4555-88D3-C4AE6943A5A9}" destId="{96F23B35-E59C-45A3-AA60-7A786B75D2A6}" srcOrd="13" destOrd="0" presId="urn:microsoft.com/office/officeart/2005/8/layout/vList2"/>
    <dgm:cxn modelId="{4B3AC364-76E6-4CA4-AB02-584A1C94D010}" type="presParOf" srcId="{7FFCC4BA-DB68-4555-88D3-C4AE6943A5A9}" destId="{A02307FE-A816-404D-9B6B-1C34E32FC5FC}" srcOrd="14" destOrd="0" presId="urn:microsoft.com/office/officeart/2005/8/layout/vList2"/>
    <dgm:cxn modelId="{094FEAF7-BB99-472B-BBD3-D78EE317F54A}" type="presParOf" srcId="{7FFCC4BA-DB68-4555-88D3-C4AE6943A5A9}" destId="{48F2DD99-19CF-4408-BE08-822597592519}" srcOrd="15" destOrd="0" presId="urn:microsoft.com/office/officeart/2005/8/layout/vList2"/>
    <dgm:cxn modelId="{5303A0CF-5A69-4B5E-BEE6-509E95F92E16}" type="presParOf" srcId="{7FFCC4BA-DB68-4555-88D3-C4AE6943A5A9}" destId="{F2CACD2E-C7EA-4A7C-9BC4-7D2E041205B8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F8D1009-C442-421B-8C8E-112D130D09A0}" type="doc">
      <dgm:prSet loTypeId="urn:microsoft.com/office/officeart/2018/2/layout/IconVerticalSolidList" loCatId="icon" qsTypeId="urn:microsoft.com/office/officeart/2005/8/quickstyle/simple1#10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D46CF3-42F0-41D9-8C65-012970E80856}">
      <dgm:prSet/>
      <dgm:spPr/>
      <dgm:t>
        <a:bodyPr/>
        <a:lstStyle/>
        <a:p>
          <a:r>
            <a:rPr lang="en-US" b="1" i="0" baseline="0"/>
            <a:t>ipconfig — display IP configuration</a:t>
          </a:r>
          <a:endParaRPr lang="en-US"/>
        </a:p>
      </dgm:t>
    </dgm:pt>
    <dgm:pt modelId="{2F6D9E30-76D9-46BD-8074-973ED83BCD46}" type="parTrans" cxnId="{2F7C76BD-2C11-437F-B272-EF4600D647D7}">
      <dgm:prSet/>
      <dgm:spPr/>
      <dgm:t>
        <a:bodyPr/>
        <a:lstStyle/>
        <a:p>
          <a:endParaRPr lang="en-US"/>
        </a:p>
      </dgm:t>
    </dgm:pt>
    <dgm:pt modelId="{1E5586C4-D132-486B-AF20-223CE1DE0B34}" type="sibTrans" cxnId="{2F7C76BD-2C11-437F-B272-EF4600D647D7}">
      <dgm:prSet/>
      <dgm:spPr/>
      <dgm:t>
        <a:bodyPr/>
        <a:lstStyle/>
        <a:p>
          <a:endParaRPr lang="en-US"/>
        </a:p>
      </dgm:t>
    </dgm:pt>
    <dgm:pt modelId="{FFCB428D-1A88-4CC4-94D1-106274357705}">
      <dgm:prSet/>
      <dgm:spPr/>
      <dgm:t>
        <a:bodyPr/>
        <a:lstStyle/>
        <a:p>
          <a:r>
            <a:rPr lang="en-US" b="1" i="0" baseline="0"/>
            <a:t>ipconfig /all — display detailed network configuration</a:t>
          </a:r>
          <a:endParaRPr lang="en-US"/>
        </a:p>
      </dgm:t>
    </dgm:pt>
    <dgm:pt modelId="{1E67F7B5-012D-4EA6-B3CE-39923B5D183E}" type="parTrans" cxnId="{5B2DEAEF-2408-4852-AC39-9A35039E701D}">
      <dgm:prSet/>
      <dgm:spPr/>
      <dgm:t>
        <a:bodyPr/>
        <a:lstStyle/>
        <a:p>
          <a:endParaRPr lang="en-US"/>
        </a:p>
      </dgm:t>
    </dgm:pt>
    <dgm:pt modelId="{FBF57BF9-DEF9-4D80-9234-6D02E5192309}" type="sibTrans" cxnId="{5B2DEAEF-2408-4852-AC39-9A35039E701D}">
      <dgm:prSet/>
      <dgm:spPr/>
      <dgm:t>
        <a:bodyPr/>
        <a:lstStyle/>
        <a:p>
          <a:endParaRPr lang="en-US"/>
        </a:p>
      </dgm:t>
    </dgm:pt>
    <dgm:pt modelId="{499186EF-B412-4401-BA00-37874E8FFD3A}">
      <dgm:prSet/>
      <dgm:spPr/>
      <dgm:t>
        <a:bodyPr/>
        <a:lstStyle/>
        <a:p>
          <a:r>
            <a:rPr lang="en-US" b="1" i="0" baseline="0"/>
            <a:t>ping 192.168.1.1 — test connectivity to a host</a:t>
          </a:r>
          <a:endParaRPr lang="en-US"/>
        </a:p>
      </dgm:t>
    </dgm:pt>
    <dgm:pt modelId="{0158D727-AFCC-4F9E-B642-44AFB9065E8C}" type="parTrans" cxnId="{FC663E7E-92BA-4B0D-B988-83023B64DF92}">
      <dgm:prSet/>
      <dgm:spPr/>
      <dgm:t>
        <a:bodyPr/>
        <a:lstStyle/>
        <a:p>
          <a:endParaRPr lang="en-US"/>
        </a:p>
      </dgm:t>
    </dgm:pt>
    <dgm:pt modelId="{7E3127C1-28D6-4B21-B15A-7A2502195189}" type="sibTrans" cxnId="{FC663E7E-92BA-4B0D-B988-83023B64DF92}">
      <dgm:prSet/>
      <dgm:spPr/>
      <dgm:t>
        <a:bodyPr/>
        <a:lstStyle/>
        <a:p>
          <a:endParaRPr lang="en-US"/>
        </a:p>
      </dgm:t>
    </dgm:pt>
    <dgm:pt modelId="{966E7E8A-02A1-4DCB-9B9A-A0A65940FE50}">
      <dgm:prSet/>
      <dgm:spPr/>
      <dgm:t>
        <a:bodyPr/>
        <a:lstStyle/>
        <a:p>
          <a:r>
            <a:rPr lang="en-US" b="1" i="0" baseline="0"/>
            <a:t>nslookup google.com — test DNS resolution</a:t>
          </a:r>
          <a:endParaRPr lang="en-US"/>
        </a:p>
      </dgm:t>
    </dgm:pt>
    <dgm:pt modelId="{C1FDC01A-0024-4616-8FA8-CE6FA9608C19}" type="parTrans" cxnId="{500EA734-250D-4250-B251-687F24829134}">
      <dgm:prSet/>
      <dgm:spPr/>
      <dgm:t>
        <a:bodyPr/>
        <a:lstStyle/>
        <a:p>
          <a:endParaRPr lang="en-US"/>
        </a:p>
      </dgm:t>
    </dgm:pt>
    <dgm:pt modelId="{BF5D0B0C-927A-4B1A-BF44-4662C317873E}" type="sibTrans" cxnId="{500EA734-250D-4250-B251-687F24829134}">
      <dgm:prSet/>
      <dgm:spPr/>
      <dgm:t>
        <a:bodyPr/>
        <a:lstStyle/>
        <a:p>
          <a:endParaRPr lang="en-US"/>
        </a:p>
      </dgm:t>
    </dgm:pt>
    <dgm:pt modelId="{795FF1FF-DB33-44A8-BF80-36A67ABBEBBF}">
      <dgm:prSet/>
      <dgm:spPr/>
      <dgm:t>
        <a:bodyPr/>
        <a:lstStyle/>
        <a:p>
          <a:r>
            <a:rPr lang="en-US" b="1" i="0" baseline="0"/>
            <a:t>tracert google.com — trace the path to a destination</a:t>
          </a:r>
          <a:endParaRPr lang="en-US"/>
        </a:p>
      </dgm:t>
    </dgm:pt>
    <dgm:pt modelId="{1D0AC0D8-D44C-42AE-ADFC-6A1B2FB88E39}" type="parTrans" cxnId="{30F08832-A62C-4D7E-9136-7CFBC7A193A9}">
      <dgm:prSet/>
      <dgm:spPr/>
      <dgm:t>
        <a:bodyPr/>
        <a:lstStyle/>
        <a:p>
          <a:endParaRPr lang="en-US"/>
        </a:p>
      </dgm:t>
    </dgm:pt>
    <dgm:pt modelId="{26B80DCF-7999-4026-97A3-5E089A2912AF}" type="sibTrans" cxnId="{30F08832-A62C-4D7E-9136-7CFBC7A193A9}">
      <dgm:prSet/>
      <dgm:spPr/>
      <dgm:t>
        <a:bodyPr/>
        <a:lstStyle/>
        <a:p>
          <a:endParaRPr lang="en-US"/>
        </a:p>
      </dgm:t>
    </dgm:pt>
    <dgm:pt modelId="{239C3F34-34FF-4B0D-8CB3-1E10B26ED36F}">
      <dgm:prSet/>
      <dgm:spPr/>
      <dgm:t>
        <a:bodyPr/>
        <a:lstStyle/>
        <a:p>
          <a:r>
            <a:rPr lang="en-US" b="1" i="0" baseline="0"/>
            <a:t>route print — display the routing table</a:t>
          </a:r>
          <a:endParaRPr lang="en-US"/>
        </a:p>
      </dgm:t>
    </dgm:pt>
    <dgm:pt modelId="{0042FFCF-E953-4613-88E3-CD4FB1EE51D5}" type="parTrans" cxnId="{416026F6-38A8-4235-86B8-80193BF0475E}">
      <dgm:prSet/>
      <dgm:spPr/>
      <dgm:t>
        <a:bodyPr/>
        <a:lstStyle/>
        <a:p>
          <a:endParaRPr lang="en-US"/>
        </a:p>
      </dgm:t>
    </dgm:pt>
    <dgm:pt modelId="{15BB21C4-1A2D-45B0-A3C5-4D3834B8567A}" type="sibTrans" cxnId="{416026F6-38A8-4235-86B8-80193BF0475E}">
      <dgm:prSet/>
      <dgm:spPr/>
      <dgm:t>
        <a:bodyPr/>
        <a:lstStyle/>
        <a:p>
          <a:endParaRPr lang="en-US"/>
        </a:p>
      </dgm:t>
    </dgm:pt>
    <dgm:pt modelId="{EADFFF82-AECF-4900-894F-121123696CD6}">
      <dgm:prSet/>
      <dgm:spPr/>
      <dgm:t>
        <a:bodyPr/>
        <a:lstStyle/>
        <a:p>
          <a:r>
            <a:rPr lang="en-US" b="1" i="0" baseline="0"/>
            <a:t>netstat -ano — display network connections and associated process IDs</a:t>
          </a:r>
          <a:endParaRPr lang="en-US"/>
        </a:p>
      </dgm:t>
    </dgm:pt>
    <dgm:pt modelId="{98EEBBE7-3BB0-40AD-B481-1B4D9BC85D6A}" type="parTrans" cxnId="{4D97EDD2-16BF-4CFB-8B84-4967853BB38C}">
      <dgm:prSet/>
      <dgm:spPr/>
      <dgm:t>
        <a:bodyPr/>
        <a:lstStyle/>
        <a:p>
          <a:endParaRPr lang="en-US"/>
        </a:p>
      </dgm:t>
    </dgm:pt>
    <dgm:pt modelId="{74394B3F-DE5E-456E-AD9C-1C128E5CD9FA}" type="sibTrans" cxnId="{4D97EDD2-16BF-4CFB-8B84-4967853BB38C}">
      <dgm:prSet/>
      <dgm:spPr/>
      <dgm:t>
        <a:bodyPr/>
        <a:lstStyle/>
        <a:p>
          <a:endParaRPr lang="en-US"/>
        </a:p>
      </dgm:t>
    </dgm:pt>
    <dgm:pt modelId="{786B7F22-9ECA-4FC8-802E-4EFA5D2872D0}" type="pres">
      <dgm:prSet presAssocID="{2F8D1009-C442-421B-8C8E-112D130D09A0}" presName="root" presStyleCnt="0">
        <dgm:presLayoutVars>
          <dgm:dir/>
          <dgm:resizeHandles val="exact"/>
        </dgm:presLayoutVars>
      </dgm:prSet>
      <dgm:spPr/>
    </dgm:pt>
    <dgm:pt modelId="{D8BA55B8-0107-43D1-BED6-1D4C9477BCB3}" type="pres">
      <dgm:prSet presAssocID="{6BD46CF3-42F0-41D9-8C65-012970E80856}" presName="compNode" presStyleCnt="0"/>
      <dgm:spPr/>
    </dgm:pt>
    <dgm:pt modelId="{EC896048-04EC-4F1B-956C-0A2CB1739B2C}" type="pres">
      <dgm:prSet presAssocID="{6BD46CF3-42F0-41D9-8C65-012970E80856}" presName="bgRect" presStyleLbl="bgShp" presStyleIdx="0" presStyleCnt="7"/>
      <dgm:spPr/>
    </dgm:pt>
    <dgm:pt modelId="{49B6464E-4E2F-461F-9156-4D773AA0A724}" type="pres">
      <dgm:prSet presAssocID="{6BD46CF3-42F0-41D9-8C65-012970E80856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CDACB159-C1C3-444F-BCFA-DBF2FFDD85EC}" type="pres">
      <dgm:prSet presAssocID="{6BD46CF3-42F0-41D9-8C65-012970E80856}" presName="spaceRect" presStyleCnt="0"/>
      <dgm:spPr/>
    </dgm:pt>
    <dgm:pt modelId="{8F7D586F-8664-4FA2-B72B-39D1A70C7E42}" type="pres">
      <dgm:prSet presAssocID="{6BD46CF3-42F0-41D9-8C65-012970E80856}" presName="parTx" presStyleLbl="revTx" presStyleIdx="0" presStyleCnt="7">
        <dgm:presLayoutVars>
          <dgm:chMax val="0"/>
          <dgm:chPref val="0"/>
        </dgm:presLayoutVars>
      </dgm:prSet>
      <dgm:spPr/>
    </dgm:pt>
    <dgm:pt modelId="{43620CCD-2008-4C2F-A152-6CB79AAA26A3}" type="pres">
      <dgm:prSet presAssocID="{1E5586C4-D132-486B-AF20-223CE1DE0B34}" presName="sibTrans" presStyleCnt="0"/>
      <dgm:spPr/>
    </dgm:pt>
    <dgm:pt modelId="{53FE0460-19A2-4A05-A3E8-650FC0DD61CF}" type="pres">
      <dgm:prSet presAssocID="{FFCB428D-1A88-4CC4-94D1-106274357705}" presName="compNode" presStyleCnt="0"/>
      <dgm:spPr/>
    </dgm:pt>
    <dgm:pt modelId="{0E00B768-7C77-4BF7-B0BA-27C99A1813E8}" type="pres">
      <dgm:prSet presAssocID="{FFCB428D-1A88-4CC4-94D1-106274357705}" presName="bgRect" presStyleLbl="bgShp" presStyleIdx="1" presStyleCnt="7"/>
      <dgm:spPr/>
    </dgm:pt>
    <dgm:pt modelId="{879B5184-39AB-4301-BDF2-11E117493550}" type="pres">
      <dgm:prSet presAssocID="{FFCB428D-1A88-4CC4-94D1-106274357705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2D6B77A-F85A-42C3-8C6C-E369AE47AEC2}" type="pres">
      <dgm:prSet presAssocID="{FFCB428D-1A88-4CC4-94D1-106274357705}" presName="spaceRect" presStyleCnt="0"/>
      <dgm:spPr/>
    </dgm:pt>
    <dgm:pt modelId="{267A81B8-BAC1-4C18-817E-0B3432013D3C}" type="pres">
      <dgm:prSet presAssocID="{FFCB428D-1A88-4CC4-94D1-106274357705}" presName="parTx" presStyleLbl="revTx" presStyleIdx="1" presStyleCnt="7">
        <dgm:presLayoutVars>
          <dgm:chMax val="0"/>
          <dgm:chPref val="0"/>
        </dgm:presLayoutVars>
      </dgm:prSet>
      <dgm:spPr/>
    </dgm:pt>
    <dgm:pt modelId="{62E7CF09-6A22-4CFA-818B-87F91D1DDDB4}" type="pres">
      <dgm:prSet presAssocID="{FBF57BF9-DEF9-4D80-9234-6D02E5192309}" presName="sibTrans" presStyleCnt="0"/>
      <dgm:spPr/>
    </dgm:pt>
    <dgm:pt modelId="{1D3EFD02-94A2-4884-8103-95B8865BE8D9}" type="pres">
      <dgm:prSet presAssocID="{499186EF-B412-4401-BA00-37874E8FFD3A}" presName="compNode" presStyleCnt="0"/>
      <dgm:spPr/>
    </dgm:pt>
    <dgm:pt modelId="{14C378E2-C888-4BBD-994C-495E5F5A606F}" type="pres">
      <dgm:prSet presAssocID="{499186EF-B412-4401-BA00-37874E8FFD3A}" presName="bgRect" presStyleLbl="bgShp" presStyleIdx="2" presStyleCnt="7"/>
      <dgm:spPr/>
    </dgm:pt>
    <dgm:pt modelId="{34049E08-4B22-4389-9A4B-F072D8BD49C1}" type="pres">
      <dgm:prSet presAssocID="{499186EF-B412-4401-BA00-37874E8FFD3A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4BBC2215-41E2-4690-A5DC-5427965D6F5A}" type="pres">
      <dgm:prSet presAssocID="{499186EF-B412-4401-BA00-37874E8FFD3A}" presName="spaceRect" presStyleCnt="0"/>
      <dgm:spPr/>
    </dgm:pt>
    <dgm:pt modelId="{6337843D-06EA-4B2D-9B33-81B3C32BB87C}" type="pres">
      <dgm:prSet presAssocID="{499186EF-B412-4401-BA00-37874E8FFD3A}" presName="parTx" presStyleLbl="revTx" presStyleIdx="2" presStyleCnt="7">
        <dgm:presLayoutVars>
          <dgm:chMax val="0"/>
          <dgm:chPref val="0"/>
        </dgm:presLayoutVars>
      </dgm:prSet>
      <dgm:spPr/>
    </dgm:pt>
    <dgm:pt modelId="{CCF84616-B890-408C-9921-501B7B9B58CA}" type="pres">
      <dgm:prSet presAssocID="{7E3127C1-28D6-4B21-B15A-7A2502195189}" presName="sibTrans" presStyleCnt="0"/>
      <dgm:spPr/>
    </dgm:pt>
    <dgm:pt modelId="{8FEFADFC-EB97-4DB4-83D2-C3480805DF99}" type="pres">
      <dgm:prSet presAssocID="{966E7E8A-02A1-4DCB-9B9A-A0A65940FE50}" presName="compNode" presStyleCnt="0"/>
      <dgm:spPr/>
    </dgm:pt>
    <dgm:pt modelId="{7904BDB4-3F40-4FE6-BBFD-652030A5BB18}" type="pres">
      <dgm:prSet presAssocID="{966E7E8A-02A1-4DCB-9B9A-A0A65940FE50}" presName="bgRect" presStyleLbl="bgShp" presStyleIdx="3" presStyleCnt="7"/>
      <dgm:spPr/>
    </dgm:pt>
    <dgm:pt modelId="{35645C1E-27BA-4FD3-9DEF-48396F4B8046}" type="pres">
      <dgm:prSet presAssocID="{966E7E8A-02A1-4DCB-9B9A-A0A65940FE50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82C893E-9DDA-4B81-8DFC-6F141288A8FF}" type="pres">
      <dgm:prSet presAssocID="{966E7E8A-02A1-4DCB-9B9A-A0A65940FE50}" presName="spaceRect" presStyleCnt="0"/>
      <dgm:spPr/>
    </dgm:pt>
    <dgm:pt modelId="{0E82BD5B-BD92-48BF-9B1A-6326746F249F}" type="pres">
      <dgm:prSet presAssocID="{966E7E8A-02A1-4DCB-9B9A-A0A65940FE50}" presName="parTx" presStyleLbl="revTx" presStyleIdx="3" presStyleCnt="7">
        <dgm:presLayoutVars>
          <dgm:chMax val="0"/>
          <dgm:chPref val="0"/>
        </dgm:presLayoutVars>
      </dgm:prSet>
      <dgm:spPr/>
    </dgm:pt>
    <dgm:pt modelId="{7947287C-99C7-4BE7-A138-2DC4D0E056B0}" type="pres">
      <dgm:prSet presAssocID="{BF5D0B0C-927A-4B1A-BF44-4662C317873E}" presName="sibTrans" presStyleCnt="0"/>
      <dgm:spPr/>
    </dgm:pt>
    <dgm:pt modelId="{C9988DA4-B51B-4BD5-8999-179B3464565E}" type="pres">
      <dgm:prSet presAssocID="{795FF1FF-DB33-44A8-BF80-36A67ABBEBBF}" presName="compNode" presStyleCnt="0"/>
      <dgm:spPr/>
    </dgm:pt>
    <dgm:pt modelId="{7852E0CD-6036-44A2-9192-8F5CD618562C}" type="pres">
      <dgm:prSet presAssocID="{795FF1FF-DB33-44A8-BF80-36A67ABBEBBF}" presName="bgRect" presStyleLbl="bgShp" presStyleIdx="4" presStyleCnt="7"/>
      <dgm:spPr/>
    </dgm:pt>
    <dgm:pt modelId="{4A7133B2-D8AF-429A-AF87-5C238ECB1682}" type="pres">
      <dgm:prSet presAssocID="{795FF1FF-DB33-44A8-BF80-36A67ABBEBBF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FE2ADCCB-282A-40CF-9C88-EB846EAD4A0C}" type="pres">
      <dgm:prSet presAssocID="{795FF1FF-DB33-44A8-BF80-36A67ABBEBBF}" presName="spaceRect" presStyleCnt="0"/>
      <dgm:spPr/>
    </dgm:pt>
    <dgm:pt modelId="{356479F3-7894-403C-8EE7-2F1AF6D7F0F0}" type="pres">
      <dgm:prSet presAssocID="{795FF1FF-DB33-44A8-BF80-36A67ABBEBBF}" presName="parTx" presStyleLbl="revTx" presStyleIdx="4" presStyleCnt="7">
        <dgm:presLayoutVars>
          <dgm:chMax val="0"/>
          <dgm:chPref val="0"/>
        </dgm:presLayoutVars>
      </dgm:prSet>
      <dgm:spPr/>
    </dgm:pt>
    <dgm:pt modelId="{20BD71B6-DF85-434E-A5B2-1AEB9CE06A7B}" type="pres">
      <dgm:prSet presAssocID="{26B80DCF-7999-4026-97A3-5E089A2912AF}" presName="sibTrans" presStyleCnt="0"/>
      <dgm:spPr/>
    </dgm:pt>
    <dgm:pt modelId="{A77FA095-6D05-44C2-A46F-71D2F4A8B7A3}" type="pres">
      <dgm:prSet presAssocID="{239C3F34-34FF-4B0D-8CB3-1E10B26ED36F}" presName="compNode" presStyleCnt="0"/>
      <dgm:spPr/>
    </dgm:pt>
    <dgm:pt modelId="{E0C27141-DC15-4737-A42C-7A9C3EE0D01F}" type="pres">
      <dgm:prSet presAssocID="{239C3F34-34FF-4B0D-8CB3-1E10B26ED36F}" presName="bgRect" presStyleLbl="bgShp" presStyleIdx="5" presStyleCnt="7"/>
      <dgm:spPr/>
    </dgm:pt>
    <dgm:pt modelId="{A2C7D513-9C5C-4602-ABBA-4D72D42E8338}" type="pres">
      <dgm:prSet presAssocID="{239C3F34-34FF-4B0D-8CB3-1E10B26ED36F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FB36499-9A55-4FA7-B140-8C88C0198C76}" type="pres">
      <dgm:prSet presAssocID="{239C3F34-34FF-4B0D-8CB3-1E10B26ED36F}" presName="spaceRect" presStyleCnt="0"/>
      <dgm:spPr/>
    </dgm:pt>
    <dgm:pt modelId="{4485046D-E09D-4315-B0C3-EA213908AF1D}" type="pres">
      <dgm:prSet presAssocID="{239C3F34-34FF-4B0D-8CB3-1E10B26ED36F}" presName="parTx" presStyleLbl="revTx" presStyleIdx="5" presStyleCnt="7">
        <dgm:presLayoutVars>
          <dgm:chMax val="0"/>
          <dgm:chPref val="0"/>
        </dgm:presLayoutVars>
      </dgm:prSet>
      <dgm:spPr/>
    </dgm:pt>
    <dgm:pt modelId="{AF6DF07C-83C3-462A-90C9-4D3973B61054}" type="pres">
      <dgm:prSet presAssocID="{15BB21C4-1A2D-45B0-A3C5-4D3834B8567A}" presName="sibTrans" presStyleCnt="0"/>
      <dgm:spPr/>
    </dgm:pt>
    <dgm:pt modelId="{CE45C08B-3777-4D3A-8FFC-D96927469AAB}" type="pres">
      <dgm:prSet presAssocID="{EADFFF82-AECF-4900-894F-121123696CD6}" presName="compNode" presStyleCnt="0"/>
      <dgm:spPr/>
    </dgm:pt>
    <dgm:pt modelId="{71ABAFA0-B93C-4815-801F-752FCF1E4515}" type="pres">
      <dgm:prSet presAssocID="{EADFFF82-AECF-4900-894F-121123696CD6}" presName="bgRect" presStyleLbl="bgShp" presStyleIdx="6" presStyleCnt="7"/>
      <dgm:spPr/>
    </dgm:pt>
    <dgm:pt modelId="{DA572E57-4E8B-4FF2-A4C6-2C1A15D48E46}" type="pres">
      <dgm:prSet presAssocID="{EADFFF82-AECF-4900-894F-121123696CD6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B1065425-045D-414C-9605-D8C41EEFFD23}" type="pres">
      <dgm:prSet presAssocID="{EADFFF82-AECF-4900-894F-121123696CD6}" presName="spaceRect" presStyleCnt="0"/>
      <dgm:spPr/>
    </dgm:pt>
    <dgm:pt modelId="{892DC209-29E0-4DCA-B029-16D762B90AFB}" type="pres">
      <dgm:prSet presAssocID="{EADFFF82-AECF-4900-894F-121123696CD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7F8681C-810D-4270-9AB5-100F13335E56}" type="presOf" srcId="{499186EF-B412-4401-BA00-37874E8FFD3A}" destId="{6337843D-06EA-4B2D-9B33-81B3C32BB87C}" srcOrd="0" destOrd="0" presId="urn:microsoft.com/office/officeart/2018/2/layout/IconVerticalSolidList"/>
    <dgm:cxn modelId="{05EB002D-850F-4369-AE4B-27FFBBFCC29F}" type="presOf" srcId="{FFCB428D-1A88-4CC4-94D1-106274357705}" destId="{267A81B8-BAC1-4C18-817E-0B3432013D3C}" srcOrd="0" destOrd="0" presId="urn:microsoft.com/office/officeart/2018/2/layout/IconVerticalSolidList"/>
    <dgm:cxn modelId="{30F08832-A62C-4D7E-9136-7CFBC7A193A9}" srcId="{2F8D1009-C442-421B-8C8E-112D130D09A0}" destId="{795FF1FF-DB33-44A8-BF80-36A67ABBEBBF}" srcOrd="4" destOrd="0" parTransId="{1D0AC0D8-D44C-42AE-ADFC-6A1B2FB88E39}" sibTransId="{26B80DCF-7999-4026-97A3-5E089A2912AF}"/>
    <dgm:cxn modelId="{500EA734-250D-4250-B251-687F24829134}" srcId="{2F8D1009-C442-421B-8C8E-112D130D09A0}" destId="{966E7E8A-02A1-4DCB-9B9A-A0A65940FE50}" srcOrd="3" destOrd="0" parTransId="{C1FDC01A-0024-4616-8FA8-CE6FA9608C19}" sibTransId="{BF5D0B0C-927A-4B1A-BF44-4662C317873E}"/>
    <dgm:cxn modelId="{2870C73F-C000-4237-B369-9DFEF209BD7D}" type="presOf" srcId="{239C3F34-34FF-4B0D-8CB3-1E10B26ED36F}" destId="{4485046D-E09D-4315-B0C3-EA213908AF1D}" srcOrd="0" destOrd="0" presId="urn:microsoft.com/office/officeart/2018/2/layout/IconVerticalSolidList"/>
    <dgm:cxn modelId="{FC663E7E-92BA-4B0D-B988-83023B64DF92}" srcId="{2F8D1009-C442-421B-8C8E-112D130D09A0}" destId="{499186EF-B412-4401-BA00-37874E8FFD3A}" srcOrd="2" destOrd="0" parTransId="{0158D727-AFCC-4F9E-B642-44AFB9065E8C}" sibTransId="{7E3127C1-28D6-4B21-B15A-7A2502195189}"/>
    <dgm:cxn modelId="{4E03AD85-AEC5-4E2A-93C1-5D75C7EC91DD}" type="presOf" srcId="{966E7E8A-02A1-4DCB-9B9A-A0A65940FE50}" destId="{0E82BD5B-BD92-48BF-9B1A-6326746F249F}" srcOrd="0" destOrd="0" presId="urn:microsoft.com/office/officeart/2018/2/layout/IconVerticalSolidList"/>
    <dgm:cxn modelId="{E2E5928B-D9FD-4732-98C1-33EC56E9D55B}" type="presOf" srcId="{6BD46CF3-42F0-41D9-8C65-012970E80856}" destId="{8F7D586F-8664-4FA2-B72B-39D1A70C7E42}" srcOrd="0" destOrd="0" presId="urn:microsoft.com/office/officeart/2018/2/layout/IconVerticalSolidList"/>
    <dgm:cxn modelId="{C249C88B-25A4-49D8-8F55-76AA35B60D20}" type="presOf" srcId="{EADFFF82-AECF-4900-894F-121123696CD6}" destId="{892DC209-29E0-4DCA-B029-16D762B90AFB}" srcOrd="0" destOrd="0" presId="urn:microsoft.com/office/officeart/2018/2/layout/IconVerticalSolidList"/>
    <dgm:cxn modelId="{2F7C76BD-2C11-437F-B272-EF4600D647D7}" srcId="{2F8D1009-C442-421B-8C8E-112D130D09A0}" destId="{6BD46CF3-42F0-41D9-8C65-012970E80856}" srcOrd="0" destOrd="0" parTransId="{2F6D9E30-76D9-46BD-8074-973ED83BCD46}" sibTransId="{1E5586C4-D132-486B-AF20-223CE1DE0B34}"/>
    <dgm:cxn modelId="{4D97EDD2-16BF-4CFB-8B84-4967853BB38C}" srcId="{2F8D1009-C442-421B-8C8E-112D130D09A0}" destId="{EADFFF82-AECF-4900-894F-121123696CD6}" srcOrd="6" destOrd="0" parTransId="{98EEBBE7-3BB0-40AD-B481-1B4D9BC85D6A}" sibTransId="{74394B3F-DE5E-456E-AD9C-1C128E5CD9FA}"/>
    <dgm:cxn modelId="{19F45FE5-4764-4DFF-9B15-9A364B5F3056}" type="presOf" srcId="{795FF1FF-DB33-44A8-BF80-36A67ABBEBBF}" destId="{356479F3-7894-403C-8EE7-2F1AF6D7F0F0}" srcOrd="0" destOrd="0" presId="urn:microsoft.com/office/officeart/2018/2/layout/IconVerticalSolidList"/>
    <dgm:cxn modelId="{DC1C34EC-3C47-46B8-BAB5-48294A12A2AB}" type="presOf" srcId="{2F8D1009-C442-421B-8C8E-112D130D09A0}" destId="{786B7F22-9ECA-4FC8-802E-4EFA5D2872D0}" srcOrd="0" destOrd="0" presId="urn:microsoft.com/office/officeart/2018/2/layout/IconVerticalSolidList"/>
    <dgm:cxn modelId="{5B2DEAEF-2408-4852-AC39-9A35039E701D}" srcId="{2F8D1009-C442-421B-8C8E-112D130D09A0}" destId="{FFCB428D-1A88-4CC4-94D1-106274357705}" srcOrd="1" destOrd="0" parTransId="{1E67F7B5-012D-4EA6-B3CE-39923B5D183E}" sibTransId="{FBF57BF9-DEF9-4D80-9234-6D02E5192309}"/>
    <dgm:cxn modelId="{416026F6-38A8-4235-86B8-80193BF0475E}" srcId="{2F8D1009-C442-421B-8C8E-112D130D09A0}" destId="{239C3F34-34FF-4B0D-8CB3-1E10B26ED36F}" srcOrd="5" destOrd="0" parTransId="{0042FFCF-E953-4613-88E3-CD4FB1EE51D5}" sibTransId="{15BB21C4-1A2D-45B0-A3C5-4D3834B8567A}"/>
    <dgm:cxn modelId="{237F00F0-2032-46FC-8C38-B6F9EE27847A}" type="presParOf" srcId="{786B7F22-9ECA-4FC8-802E-4EFA5D2872D0}" destId="{D8BA55B8-0107-43D1-BED6-1D4C9477BCB3}" srcOrd="0" destOrd="0" presId="urn:microsoft.com/office/officeart/2018/2/layout/IconVerticalSolidList"/>
    <dgm:cxn modelId="{C781CB68-706C-45C7-A891-EFCD21F0C043}" type="presParOf" srcId="{D8BA55B8-0107-43D1-BED6-1D4C9477BCB3}" destId="{EC896048-04EC-4F1B-956C-0A2CB1739B2C}" srcOrd="0" destOrd="0" presId="urn:microsoft.com/office/officeart/2018/2/layout/IconVerticalSolidList"/>
    <dgm:cxn modelId="{1BEDDC8A-822B-43F0-8458-F24A46338812}" type="presParOf" srcId="{D8BA55B8-0107-43D1-BED6-1D4C9477BCB3}" destId="{49B6464E-4E2F-461F-9156-4D773AA0A724}" srcOrd="1" destOrd="0" presId="urn:microsoft.com/office/officeart/2018/2/layout/IconVerticalSolidList"/>
    <dgm:cxn modelId="{84F91395-6F78-4031-B3F0-E62AB4083329}" type="presParOf" srcId="{D8BA55B8-0107-43D1-BED6-1D4C9477BCB3}" destId="{CDACB159-C1C3-444F-BCFA-DBF2FFDD85EC}" srcOrd="2" destOrd="0" presId="urn:microsoft.com/office/officeart/2018/2/layout/IconVerticalSolidList"/>
    <dgm:cxn modelId="{DA647822-30D7-4221-AA55-F5B38F61511D}" type="presParOf" srcId="{D8BA55B8-0107-43D1-BED6-1D4C9477BCB3}" destId="{8F7D586F-8664-4FA2-B72B-39D1A70C7E42}" srcOrd="3" destOrd="0" presId="urn:microsoft.com/office/officeart/2018/2/layout/IconVerticalSolidList"/>
    <dgm:cxn modelId="{41AD3EDC-7C5C-4595-B65C-FF10BF7A9506}" type="presParOf" srcId="{786B7F22-9ECA-4FC8-802E-4EFA5D2872D0}" destId="{43620CCD-2008-4C2F-A152-6CB79AAA26A3}" srcOrd="1" destOrd="0" presId="urn:microsoft.com/office/officeart/2018/2/layout/IconVerticalSolidList"/>
    <dgm:cxn modelId="{9B1EB60F-3B06-4795-8C27-4225A76DC19C}" type="presParOf" srcId="{786B7F22-9ECA-4FC8-802E-4EFA5D2872D0}" destId="{53FE0460-19A2-4A05-A3E8-650FC0DD61CF}" srcOrd="2" destOrd="0" presId="urn:microsoft.com/office/officeart/2018/2/layout/IconVerticalSolidList"/>
    <dgm:cxn modelId="{5D6222A2-A02E-44D7-88EC-6B809069B646}" type="presParOf" srcId="{53FE0460-19A2-4A05-A3E8-650FC0DD61CF}" destId="{0E00B768-7C77-4BF7-B0BA-27C99A1813E8}" srcOrd="0" destOrd="0" presId="urn:microsoft.com/office/officeart/2018/2/layout/IconVerticalSolidList"/>
    <dgm:cxn modelId="{32972895-73E6-4F04-A5AD-2F0BB764ED11}" type="presParOf" srcId="{53FE0460-19A2-4A05-A3E8-650FC0DD61CF}" destId="{879B5184-39AB-4301-BDF2-11E117493550}" srcOrd="1" destOrd="0" presId="urn:microsoft.com/office/officeart/2018/2/layout/IconVerticalSolidList"/>
    <dgm:cxn modelId="{F88AF97F-C80A-42EA-BB72-02D227840EA9}" type="presParOf" srcId="{53FE0460-19A2-4A05-A3E8-650FC0DD61CF}" destId="{D2D6B77A-F85A-42C3-8C6C-E369AE47AEC2}" srcOrd="2" destOrd="0" presId="urn:microsoft.com/office/officeart/2018/2/layout/IconVerticalSolidList"/>
    <dgm:cxn modelId="{031410C2-4851-46EA-AE92-8E140CEC65C7}" type="presParOf" srcId="{53FE0460-19A2-4A05-A3E8-650FC0DD61CF}" destId="{267A81B8-BAC1-4C18-817E-0B3432013D3C}" srcOrd="3" destOrd="0" presId="urn:microsoft.com/office/officeart/2018/2/layout/IconVerticalSolidList"/>
    <dgm:cxn modelId="{2BFDBB6F-2D85-427B-9E87-CABD1A4FFA43}" type="presParOf" srcId="{786B7F22-9ECA-4FC8-802E-4EFA5D2872D0}" destId="{62E7CF09-6A22-4CFA-818B-87F91D1DDDB4}" srcOrd="3" destOrd="0" presId="urn:microsoft.com/office/officeart/2018/2/layout/IconVerticalSolidList"/>
    <dgm:cxn modelId="{2D674028-D449-4994-AD2C-C76446D91206}" type="presParOf" srcId="{786B7F22-9ECA-4FC8-802E-4EFA5D2872D0}" destId="{1D3EFD02-94A2-4884-8103-95B8865BE8D9}" srcOrd="4" destOrd="0" presId="urn:microsoft.com/office/officeart/2018/2/layout/IconVerticalSolidList"/>
    <dgm:cxn modelId="{18F6E07C-55D6-48CC-B45F-15977B6E8772}" type="presParOf" srcId="{1D3EFD02-94A2-4884-8103-95B8865BE8D9}" destId="{14C378E2-C888-4BBD-994C-495E5F5A606F}" srcOrd="0" destOrd="0" presId="urn:microsoft.com/office/officeart/2018/2/layout/IconVerticalSolidList"/>
    <dgm:cxn modelId="{AC445B91-1CC1-45BB-AD57-1387E896C982}" type="presParOf" srcId="{1D3EFD02-94A2-4884-8103-95B8865BE8D9}" destId="{34049E08-4B22-4389-9A4B-F072D8BD49C1}" srcOrd="1" destOrd="0" presId="urn:microsoft.com/office/officeart/2018/2/layout/IconVerticalSolidList"/>
    <dgm:cxn modelId="{81BD6598-0BD5-426E-B17A-74F1D2C9D175}" type="presParOf" srcId="{1D3EFD02-94A2-4884-8103-95B8865BE8D9}" destId="{4BBC2215-41E2-4690-A5DC-5427965D6F5A}" srcOrd="2" destOrd="0" presId="urn:microsoft.com/office/officeart/2018/2/layout/IconVerticalSolidList"/>
    <dgm:cxn modelId="{3B0DB3FB-0CAB-4504-9A42-90BCA69750C8}" type="presParOf" srcId="{1D3EFD02-94A2-4884-8103-95B8865BE8D9}" destId="{6337843D-06EA-4B2D-9B33-81B3C32BB87C}" srcOrd="3" destOrd="0" presId="urn:microsoft.com/office/officeart/2018/2/layout/IconVerticalSolidList"/>
    <dgm:cxn modelId="{F5C03753-199D-4D12-A8D7-F7195342702D}" type="presParOf" srcId="{786B7F22-9ECA-4FC8-802E-4EFA5D2872D0}" destId="{CCF84616-B890-408C-9921-501B7B9B58CA}" srcOrd="5" destOrd="0" presId="urn:microsoft.com/office/officeart/2018/2/layout/IconVerticalSolidList"/>
    <dgm:cxn modelId="{E6D19ED6-C05F-40C0-B3BE-C6ED030A7B38}" type="presParOf" srcId="{786B7F22-9ECA-4FC8-802E-4EFA5D2872D0}" destId="{8FEFADFC-EB97-4DB4-83D2-C3480805DF99}" srcOrd="6" destOrd="0" presId="urn:microsoft.com/office/officeart/2018/2/layout/IconVerticalSolidList"/>
    <dgm:cxn modelId="{D9FA578A-A841-424C-9B87-844BA45D08EE}" type="presParOf" srcId="{8FEFADFC-EB97-4DB4-83D2-C3480805DF99}" destId="{7904BDB4-3F40-4FE6-BBFD-652030A5BB18}" srcOrd="0" destOrd="0" presId="urn:microsoft.com/office/officeart/2018/2/layout/IconVerticalSolidList"/>
    <dgm:cxn modelId="{5C4C6D2F-EE7A-4ECB-8E2D-EF7A9CF14B6F}" type="presParOf" srcId="{8FEFADFC-EB97-4DB4-83D2-C3480805DF99}" destId="{35645C1E-27BA-4FD3-9DEF-48396F4B8046}" srcOrd="1" destOrd="0" presId="urn:microsoft.com/office/officeart/2018/2/layout/IconVerticalSolidList"/>
    <dgm:cxn modelId="{A2AA7933-0136-4C51-ACBA-F95E7767D41C}" type="presParOf" srcId="{8FEFADFC-EB97-4DB4-83D2-C3480805DF99}" destId="{982C893E-9DDA-4B81-8DFC-6F141288A8FF}" srcOrd="2" destOrd="0" presId="urn:microsoft.com/office/officeart/2018/2/layout/IconVerticalSolidList"/>
    <dgm:cxn modelId="{5E645A42-0778-4C7B-A58C-DF981EE1672C}" type="presParOf" srcId="{8FEFADFC-EB97-4DB4-83D2-C3480805DF99}" destId="{0E82BD5B-BD92-48BF-9B1A-6326746F249F}" srcOrd="3" destOrd="0" presId="urn:microsoft.com/office/officeart/2018/2/layout/IconVerticalSolidList"/>
    <dgm:cxn modelId="{FCC74881-99DE-47C6-BD26-7B7A12D80911}" type="presParOf" srcId="{786B7F22-9ECA-4FC8-802E-4EFA5D2872D0}" destId="{7947287C-99C7-4BE7-A138-2DC4D0E056B0}" srcOrd="7" destOrd="0" presId="urn:microsoft.com/office/officeart/2018/2/layout/IconVerticalSolidList"/>
    <dgm:cxn modelId="{C5A413E4-AE9F-4ADF-A85A-AED34BD209BD}" type="presParOf" srcId="{786B7F22-9ECA-4FC8-802E-4EFA5D2872D0}" destId="{C9988DA4-B51B-4BD5-8999-179B3464565E}" srcOrd="8" destOrd="0" presId="urn:microsoft.com/office/officeart/2018/2/layout/IconVerticalSolidList"/>
    <dgm:cxn modelId="{1C5D5598-6F47-42CA-AE6C-DB53ED1530B8}" type="presParOf" srcId="{C9988DA4-B51B-4BD5-8999-179B3464565E}" destId="{7852E0CD-6036-44A2-9192-8F5CD618562C}" srcOrd="0" destOrd="0" presId="urn:microsoft.com/office/officeart/2018/2/layout/IconVerticalSolidList"/>
    <dgm:cxn modelId="{0C4E9D09-A27B-4A12-A73D-976A47A3B078}" type="presParOf" srcId="{C9988DA4-B51B-4BD5-8999-179B3464565E}" destId="{4A7133B2-D8AF-429A-AF87-5C238ECB1682}" srcOrd="1" destOrd="0" presId="urn:microsoft.com/office/officeart/2018/2/layout/IconVerticalSolidList"/>
    <dgm:cxn modelId="{7ACF5D38-C011-442E-840D-08378FDEC799}" type="presParOf" srcId="{C9988DA4-B51B-4BD5-8999-179B3464565E}" destId="{FE2ADCCB-282A-40CF-9C88-EB846EAD4A0C}" srcOrd="2" destOrd="0" presId="urn:microsoft.com/office/officeart/2018/2/layout/IconVerticalSolidList"/>
    <dgm:cxn modelId="{E3D96C10-56AE-405C-A4D4-CEBB3051C4CF}" type="presParOf" srcId="{C9988DA4-B51B-4BD5-8999-179B3464565E}" destId="{356479F3-7894-403C-8EE7-2F1AF6D7F0F0}" srcOrd="3" destOrd="0" presId="urn:microsoft.com/office/officeart/2018/2/layout/IconVerticalSolidList"/>
    <dgm:cxn modelId="{E6C199E5-FC67-45DC-877A-2FFACF61BE08}" type="presParOf" srcId="{786B7F22-9ECA-4FC8-802E-4EFA5D2872D0}" destId="{20BD71B6-DF85-434E-A5B2-1AEB9CE06A7B}" srcOrd="9" destOrd="0" presId="urn:microsoft.com/office/officeart/2018/2/layout/IconVerticalSolidList"/>
    <dgm:cxn modelId="{CE26C043-19C9-4D78-9860-35071D01DFEF}" type="presParOf" srcId="{786B7F22-9ECA-4FC8-802E-4EFA5D2872D0}" destId="{A77FA095-6D05-44C2-A46F-71D2F4A8B7A3}" srcOrd="10" destOrd="0" presId="urn:microsoft.com/office/officeart/2018/2/layout/IconVerticalSolidList"/>
    <dgm:cxn modelId="{22A286E9-5B62-4D21-8555-66639ED3069A}" type="presParOf" srcId="{A77FA095-6D05-44C2-A46F-71D2F4A8B7A3}" destId="{E0C27141-DC15-4737-A42C-7A9C3EE0D01F}" srcOrd="0" destOrd="0" presId="urn:microsoft.com/office/officeart/2018/2/layout/IconVerticalSolidList"/>
    <dgm:cxn modelId="{4F18CFE5-44A4-4810-8F0C-95AFB130391E}" type="presParOf" srcId="{A77FA095-6D05-44C2-A46F-71D2F4A8B7A3}" destId="{A2C7D513-9C5C-4602-ABBA-4D72D42E8338}" srcOrd="1" destOrd="0" presId="urn:microsoft.com/office/officeart/2018/2/layout/IconVerticalSolidList"/>
    <dgm:cxn modelId="{33C4C645-9716-44F8-95F2-D37BE0A7B24F}" type="presParOf" srcId="{A77FA095-6D05-44C2-A46F-71D2F4A8B7A3}" destId="{BFB36499-9A55-4FA7-B140-8C88C0198C76}" srcOrd="2" destOrd="0" presId="urn:microsoft.com/office/officeart/2018/2/layout/IconVerticalSolidList"/>
    <dgm:cxn modelId="{0E897C1B-323C-406F-84DB-973BC03A3A29}" type="presParOf" srcId="{A77FA095-6D05-44C2-A46F-71D2F4A8B7A3}" destId="{4485046D-E09D-4315-B0C3-EA213908AF1D}" srcOrd="3" destOrd="0" presId="urn:microsoft.com/office/officeart/2018/2/layout/IconVerticalSolidList"/>
    <dgm:cxn modelId="{9C836815-85E7-452A-A316-85CE21DA0DE7}" type="presParOf" srcId="{786B7F22-9ECA-4FC8-802E-4EFA5D2872D0}" destId="{AF6DF07C-83C3-462A-90C9-4D3973B61054}" srcOrd="11" destOrd="0" presId="urn:microsoft.com/office/officeart/2018/2/layout/IconVerticalSolidList"/>
    <dgm:cxn modelId="{50B3DD77-8481-4536-B8E2-F57FCCB6F1A6}" type="presParOf" srcId="{786B7F22-9ECA-4FC8-802E-4EFA5D2872D0}" destId="{CE45C08B-3777-4D3A-8FFC-D96927469AAB}" srcOrd="12" destOrd="0" presId="urn:microsoft.com/office/officeart/2018/2/layout/IconVerticalSolidList"/>
    <dgm:cxn modelId="{71450390-BF71-40EB-90CF-913170A458F4}" type="presParOf" srcId="{CE45C08B-3777-4D3A-8FFC-D96927469AAB}" destId="{71ABAFA0-B93C-4815-801F-752FCF1E4515}" srcOrd="0" destOrd="0" presId="urn:microsoft.com/office/officeart/2018/2/layout/IconVerticalSolidList"/>
    <dgm:cxn modelId="{92526C6F-BF6B-4694-8A03-9B0F1C5B2922}" type="presParOf" srcId="{CE45C08B-3777-4D3A-8FFC-D96927469AAB}" destId="{DA572E57-4E8B-4FF2-A4C6-2C1A15D48E46}" srcOrd="1" destOrd="0" presId="urn:microsoft.com/office/officeart/2018/2/layout/IconVerticalSolidList"/>
    <dgm:cxn modelId="{72243C3F-D58C-413B-9841-80D04820D710}" type="presParOf" srcId="{CE45C08B-3777-4D3A-8FFC-D96927469AAB}" destId="{B1065425-045D-414C-9605-D8C41EEFFD23}" srcOrd="2" destOrd="0" presId="urn:microsoft.com/office/officeart/2018/2/layout/IconVerticalSolidList"/>
    <dgm:cxn modelId="{E489CFB8-096E-429F-8B3A-67849D2749DC}" type="presParOf" srcId="{CE45C08B-3777-4D3A-8FFC-D96927469AAB}" destId="{892DC209-29E0-4DCA-B029-16D762B90A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56CC109-DCE3-4BE3-8A5D-21D4F8799F58}" type="doc">
      <dgm:prSet loTypeId="urn:microsoft.com/office/officeart/2005/8/layout/vList2" loCatId="list" qsTypeId="urn:microsoft.com/office/officeart/2005/8/quickstyle/simple1#11" qsCatId="simple" csTypeId="urn:microsoft.com/office/officeart/2005/8/colors/colorful5#6" csCatId="colorful"/>
      <dgm:spPr/>
      <dgm:t>
        <a:bodyPr/>
        <a:lstStyle/>
        <a:p>
          <a:endParaRPr lang="en-US"/>
        </a:p>
      </dgm:t>
    </dgm:pt>
    <dgm:pt modelId="{208513F8-7CA2-47C9-8F0A-4DC245075417}">
      <dgm:prSet/>
      <dgm:spPr/>
      <dgm:t>
        <a:bodyPr/>
        <a:lstStyle/>
        <a:p>
          <a:r>
            <a:rPr lang="en-US" b="1" i="0" baseline="0"/>
            <a:t>Problem: Laptop is connected to Wi-Fi but websites do not open.</a:t>
          </a:r>
          <a:endParaRPr lang="en-US"/>
        </a:p>
      </dgm:t>
    </dgm:pt>
    <dgm:pt modelId="{33467B0F-7B9B-4063-8AAE-6808954F364C}" type="parTrans" cxnId="{882FF8BC-CABE-4B12-8489-25DD6DD626D7}">
      <dgm:prSet/>
      <dgm:spPr/>
      <dgm:t>
        <a:bodyPr/>
        <a:lstStyle/>
        <a:p>
          <a:endParaRPr lang="en-US"/>
        </a:p>
      </dgm:t>
    </dgm:pt>
    <dgm:pt modelId="{F6FE7B09-2116-4D3B-A857-05AC447E946A}" type="sibTrans" cxnId="{882FF8BC-CABE-4B12-8489-25DD6DD626D7}">
      <dgm:prSet/>
      <dgm:spPr/>
      <dgm:t>
        <a:bodyPr/>
        <a:lstStyle/>
        <a:p>
          <a:endParaRPr lang="en-US"/>
        </a:p>
      </dgm:t>
    </dgm:pt>
    <dgm:pt modelId="{D2093B6A-4C05-4C34-A326-D2A253C989C3}">
      <dgm:prSet/>
      <dgm:spPr/>
      <dgm:t>
        <a:bodyPr/>
        <a:lstStyle/>
        <a:p>
          <a:r>
            <a:rPr lang="en-US" b="1" i="0" baseline="0"/>
            <a:t>Step 1: Check IP configuration with ipconfig.</a:t>
          </a:r>
          <a:endParaRPr lang="en-US"/>
        </a:p>
      </dgm:t>
    </dgm:pt>
    <dgm:pt modelId="{E22A2453-44D6-4858-98C6-FF6ED633D379}" type="parTrans" cxnId="{7343540A-74DE-49CE-8DFC-B2F7162C686F}">
      <dgm:prSet/>
      <dgm:spPr/>
      <dgm:t>
        <a:bodyPr/>
        <a:lstStyle/>
        <a:p>
          <a:endParaRPr lang="en-US"/>
        </a:p>
      </dgm:t>
    </dgm:pt>
    <dgm:pt modelId="{881F3A7F-CD6B-4E3E-A277-AC29C8580815}" type="sibTrans" cxnId="{7343540A-74DE-49CE-8DFC-B2F7162C686F}">
      <dgm:prSet/>
      <dgm:spPr/>
      <dgm:t>
        <a:bodyPr/>
        <a:lstStyle/>
        <a:p>
          <a:endParaRPr lang="en-US"/>
        </a:p>
      </dgm:t>
    </dgm:pt>
    <dgm:pt modelId="{1DC7C24F-5EF7-4978-8CBE-3A2C84CE1529}">
      <dgm:prSet/>
      <dgm:spPr/>
      <dgm:t>
        <a:bodyPr/>
        <a:lstStyle/>
        <a:p>
          <a:r>
            <a:rPr lang="en-US" b="1" i="0" baseline="0"/>
            <a:t>Step 2: Ping the default gateway.</a:t>
          </a:r>
          <a:endParaRPr lang="en-US"/>
        </a:p>
      </dgm:t>
    </dgm:pt>
    <dgm:pt modelId="{18E4D544-13C2-49B7-A6AB-572A3D6474AB}" type="parTrans" cxnId="{F8F6503C-2FE1-4E7D-8ACB-CAD1F4D6D6A6}">
      <dgm:prSet/>
      <dgm:spPr/>
      <dgm:t>
        <a:bodyPr/>
        <a:lstStyle/>
        <a:p>
          <a:endParaRPr lang="en-US"/>
        </a:p>
      </dgm:t>
    </dgm:pt>
    <dgm:pt modelId="{7D0635EE-27D0-4DB8-807E-55F5222B78E0}" type="sibTrans" cxnId="{F8F6503C-2FE1-4E7D-8ACB-CAD1F4D6D6A6}">
      <dgm:prSet/>
      <dgm:spPr/>
      <dgm:t>
        <a:bodyPr/>
        <a:lstStyle/>
        <a:p>
          <a:endParaRPr lang="en-US"/>
        </a:p>
      </dgm:t>
    </dgm:pt>
    <dgm:pt modelId="{8159DBA2-1DBF-4815-AF6B-79872928F04E}">
      <dgm:prSet/>
      <dgm:spPr/>
      <dgm:t>
        <a:bodyPr/>
        <a:lstStyle/>
        <a:p>
          <a:r>
            <a:rPr lang="en-US" b="1" i="0" baseline="0"/>
            <a:t>Step 3: Ping a public IP such as 8.8.8.8.</a:t>
          </a:r>
          <a:endParaRPr lang="en-US"/>
        </a:p>
      </dgm:t>
    </dgm:pt>
    <dgm:pt modelId="{5550E4FA-F00A-48BC-93B6-F484C3F60109}" type="parTrans" cxnId="{F7C8CC9C-8C14-44E3-B39E-A06A1BECD2CF}">
      <dgm:prSet/>
      <dgm:spPr/>
      <dgm:t>
        <a:bodyPr/>
        <a:lstStyle/>
        <a:p>
          <a:endParaRPr lang="en-US"/>
        </a:p>
      </dgm:t>
    </dgm:pt>
    <dgm:pt modelId="{6D0A0AE9-0709-4E0F-949C-6C0EFDFC41E7}" type="sibTrans" cxnId="{F7C8CC9C-8C14-44E3-B39E-A06A1BECD2CF}">
      <dgm:prSet/>
      <dgm:spPr/>
      <dgm:t>
        <a:bodyPr/>
        <a:lstStyle/>
        <a:p>
          <a:endParaRPr lang="en-US"/>
        </a:p>
      </dgm:t>
    </dgm:pt>
    <dgm:pt modelId="{02ED8252-A19C-45B7-930F-526F313362A2}">
      <dgm:prSet/>
      <dgm:spPr/>
      <dgm:t>
        <a:bodyPr/>
        <a:lstStyle/>
        <a:p>
          <a:r>
            <a:rPr lang="en-US" b="1" i="0" baseline="0"/>
            <a:t>Step 4: Test DNS with nslookup google.com.</a:t>
          </a:r>
          <a:endParaRPr lang="en-US"/>
        </a:p>
      </dgm:t>
    </dgm:pt>
    <dgm:pt modelId="{CC4B24F4-8592-431F-8CF0-1854C348CF99}" type="parTrans" cxnId="{3354AAFF-60DD-4B64-994F-B05346AB4849}">
      <dgm:prSet/>
      <dgm:spPr/>
      <dgm:t>
        <a:bodyPr/>
        <a:lstStyle/>
        <a:p>
          <a:endParaRPr lang="en-US"/>
        </a:p>
      </dgm:t>
    </dgm:pt>
    <dgm:pt modelId="{03E0DC02-F8EF-4736-AF19-A1B2B8048223}" type="sibTrans" cxnId="{3354AAFF-60DD-4B64-994F-B05346AB4849}">
      <dgm:prSet/>
      <dgm:spPr/>
      <dgm:t>
        <a:bodyPr/>
        <a:lstStyle/>
        <a:p>
          <a:endParaRPr lang="en-US"/>
        </a:p>
      </dgm:t>
    </dgm:pt>
    <dgm:pt modelId="{D58BBD4D-DA5F-4E5B-8DA7-E3DEB59E3252}">
      <dgm:prSet/>
      <dgm:spPr/>
      <dgm:t>
        <a:bodyPr/>
        <a:lstStyle/>
        <a:p>
          <a:r>
            <a:rPr lang="en-US" b="1" i="0" baseline="0"/>
            <a:t>If 8.8.8.8 works but DNS names fail, investigate DNS configuration.</a:t>
          </a:r>
          <a:endParaRPr lang="en-US"/>
        </a:p>
      </dgm:t>
    </dgm:pt>
    <dgm:pt modelId="{79C3A60D-D0FA-44F5-BA8E-F95256C0C56B}" type="parTrans" cxnId="{F385EAAD-514C-4DD1-892B-106BD436B65E}">
      <dgm:prSet/>
      <dgm:spPr/>
      <dgm:t>
        <a:bodyPr/>
        <a:lstStyle/>
        <a:p>
          <a:endParaRPr lang="en-US"/>
        </a:p>
      </dgm:t>
    </dgm:pt>
    <dgm:pt modelId="{E0D69B58-3B95-4D1B-95B3-1399220C0B61}" type="sibTrans" cxnId="{F385EAAD-514C-4DD1-892B-106BD436B65E}">
      <dgm:prSet/>
      <dgm:spPr/>
      <dgm:t>
        <a:bodyPr/>
        <a:lstStyle/>
        <a:p>
          <a:endParaRPr lang="en-US"/>
        </a:p>
      </dgm:t>
    </dgm:pt>
    <dgm:pt modelId="{F6EA2CC7-6773-4C53-8EB3-E7A1EAC2D2F1}" type="pres">
      <dgm:prSet presAssocID="{156CC109-DCE3-4BE3-8A5D-21D4F8799F58}" presName="linear" presStyleCnt="0">
        <dgm:presLayoutVars>
          <dgm:animLvl val="lvl"/>
          <dgm:resizeHandles val="exact"/>
        </dgm:presLayoutVars>
      </dgm:prSet>
      <dgm:spPr/>
    </dgm:pt>
    <dgm:pt modelId="{1752CFAB-3642-4E11-B943-6A5553601AF5}" type="pres">
      <dgm:prSet presAssocID="{208513F8-7CA2-47C9-8F0A-4DC24507541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83A1643-3A3B-4425-B005-8BD835A4F0B3}" type="pres">
      <dgm:prSet presAssocID="{F6FE7B09-2116-4D3B-A857-05AC447E946A}" presName="spacer" presStyleCnt="0"/>
      <dgm:spPr/>
    </dgm:pt>
    <dgm:pt modelId="{8DA584CE-6BA3-451B-B62E-9CDAFA094F68}" type="pres">
      <dgm:prSet presAssocID="{D2093B6A-4C05-4C34-A326-D2A253C989C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B38CE2D-EFBC-455D-A500-DABCE3322203}" type="pres">
      <dgm:prSet presAssocID="{881F3A7F-CD6B-4E3E-A277-AC29C8580815}" presName="spacer" presStyleCnt="0"/>
      <dgm:spPr/>
    </dgm:pt>
    <dgm:pt modelId="{B094F65F-1AD4-4A82-962F-576A7BCCF66D}" type="pres">
      <dgm:prSet presAssocID="{1DC7C24F-5EF7-4978-8CBE-3A2C84CE152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BC124E6-E6C7-4FE8-B98B-64B07A63092C}" type="pres">
      <dgm:prSet presAssocID="{7D0635EE-27D0-4DB8-807E-55F5222B78E0}" presName="spacer" presStyleCnt="0"/>
      <dgm:spPr/>
    </dgm:pt>
    <dgm:pt modelId="{54221268-6E44-4049-B51C-FA581EF70259}" type="pres">
      <dgm:prSet presAssocID="{8159DBA2-1DBF-4815-AF6B-79872928F04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60CF53C-E9E6-4C38-87E0-73D99D03D0CC}" type="pres">
      <dgm:prSet presAssocID="{6D0A0AE9-0709-4E0F-949C-6C0EFDFC41E7}" presName="spacer" presStyleCnt="0"/>
      <dgm:spPr/>
    </dgm:pt>
    <dgm:pt modelId="{0CD3CE3A-976C-4144-8FA8-10D346467A48}" type="pres">
      <dgm:prSet presAssocID="{02ED8252-A19C-45B7-930F-526F313362A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B304644-ECF4-408E-8F07-8E11D6F9FD93}" type="pres">
      <dgm:prSet presAssocID="{03E0DC02-F8EF-4736-AF19-A1B2B8048223}" presName="spacer" presStyleCnt="0"/>
      <dgm:spPr/>
    </dgm:pt>
    <dgm:pt modelId="{1A2516DE-46FB-4A5C-B266-1FD52BD2FE0E}" type="pres">
      <dgm:prSet presAssocID="{D58BBD4D-DA5F-4E5B-8DA7-E3DEB59E325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343540A-74DE-49CE-8DFC-B2F7162C686F}" srcId="{156CC109-DCE3-4BE3-8A5D-21D4F8799F58}" destId="{D2093B6A-4C05-4C34-A326-D2A253C989C3}" srcOrd="1" destOrd="0" parTransId="{E22A2453-44D6-4858-98C6-FF6ED633D379}" sibTransId="{881F3A7F-CD6B-4E3E-A277-AC29C8580815}"/>
    <dgm:cxn modelId="{0B366A27-63A2-4D0D-AB3F-A0975FB2C3C5}" type="presOf" srcId="{208513F8-7CA2-47C9-8F0A-4DC245075417}" destId="{1752CFAB-3642-4E11-B943-6A5553601AF5}" srcOrd="0" destOrd="0" presId="urn:microsoft.com/office/officeart/2005/8/layout/vList2"/>
    <dgm:cxn modelId="{F8F6503C-2FE1-4E7D-8ACB-CAD1F4D6D6A6}" srcId="{156CC109-DCE3-4BE3-8A5D-21D4F8799F58}" destId="{1DC7C24F-5EF7-4978-8CBE-3A2C84CE1529}" srcOrd="2" destOrd="0" parTransId="{18E4D544-13C2-49B7-A6AB-572A3D6474AB}" sibTransId="{7D0635EE-27D0-4DB8-807E-55F5222B78E0}"/>
    <dgm:cxn modelId="{012D2B46-19F4-42E5-8BD3-C84E3582F080}" type="presOf" srcId="{D2093B6A-4C05-4C34-A326-D2A253C989C3}" destId="{8DA584CE-6BA3-451B-B62E-9CDAFA094F68}" srcOrd="0" destOrd="0" presId="urn:microsoft.com/office/officeart/2005/8/layout/vList2"/>
    <dgm:cxn modelId="{BC6E4848-B74B-4343-B1EC-D2F507A5D472}" type="presOf" srcId="{D58BBD4D-DA5F-4E5B-8DA7-E3DEB59E3252}" destId="{1A2516DE-46FB-4A5C-B266-1FD52BD2FE0E}" srcOrd="0" destOrd="0" presId="urn:microsoft.com/office/officeart/2005/8/layout/vList2"/>
    <dgm:cxn modelId="{B7D91E54-96D7-4A70-8C88-83E3A16FA694}" type="presOf" srcId="{156CC109-DCE3-4BE3-8A5D-21D4F8799F58}" destId="{F6EA2CC7-6773-4C53-8EB3-E7A1EAC2D2F1}" srcOrd="0" destOrd="0" presId="urn:microsoft.com/office/officeart/2005/8/layout/vList2"/>
    <dgm:cxn modelId="{9979A993-EC21-45AF-B50A-30EF0AD146DB}" type="presOf" srcId="{1DC7C24F-5EF7-4978-8CBE-3A2C84CE1529}" destId="{B094F65F-1AD4-4A82-962F-576A7BCCF66D}" srcOrd="0" destOrd="0" presId="urn:microsoft.com/office/officeart/2005/8/layout/vList2"/>
    <dgm:cxn modelId="{F7C8CC9C-8C14-44E3-B39E-A06A1BECD2CF}" srcId="{156CC109-DCE3-4BE3-8A5D-21D4F8799F58}" destId="{8159DBA2-1DBF-4815-AF6B-79872928F04E}" srcOrd="3" destOrd="0" parTransId="{5550E4FA-F00A-48BC-93B6-F484C3F60109}" sibTransId="{6D0A0AE9-0709-4E0F-949C-6C0EFDFC41E7}"/>
    <dgm:cxn modelId="{F385EAAD-514C-4DD1-892B-106BD436B65E}" srcId="{156CC109-DCE3-4BE3-8A5D-21D4F8799F58}" destId="{D58BBD4D-DA5F-4E5B-8DA7-E3DEB59E3252}" srcOrd="5" destOrd="0" parTransId="{79C3A60D-D0FA-44F5-BA8E-F95256C0C56B}" sibTransId="{E0D69B58-3B95-4D1B-95B3-1399220C0B61}"/>
    <dgm:cxn modelId="{AB130EB2-AA2B-4327-9B68-7C169F42721B}" type="presOf" srcId="{02ED8252-A19C-45B7-930F-526F313362A2}" destId="{0CD3CE3A-976C-4144-8FA8-10D346467A48}" srcOrd="0" destOrd="0" presId="urn:microsoft.com/office/officeart/2005/8/layout/vList2"/>
    <dgm:cxn modelId="{882FF8BC-CABE-4B12-8489-25DD6DD626D7}" srcId="{156CC109-DCE3-4BE3-8A5D-21D4F8799F58}" destId="{208513F8-7CA2-47C9-8F0A-4DC245075417}" srcOrd="0" destOrd="0" parTransId="{33467B0F-7B9B-4063-8AAE-6808954F364C}" sibTransId="{F6FE7B09-2116-4D3B-A857-05AC447E946A}"/>
    <dgm:cxn modelId="{7A83D3F1-C0A8-41FD-9746-B20C50B71971}" type="presOf" srcId="{8159DBA2-1DBF-4815-AF6B-79872928F04E}" destId="{54221268-6E44-4049-B51C-FA581EF70259}" srcOrd="0" destOrd="0" presId="urn:microsoft.com/office/officeart/2005/8/layout/vList2"/>
    <dgm:cxn modelId="{3354AAFF-60DD-4B64-994F-B05346AB4849}" srcId="{156CC109-DCE3-4BE3-8A5D-21D4F8799F58}" destId="{02ED8252-A19C-45B7-930F-526F313362A2}" srcOrd="4" destOrd="0" parTransId="{CC4B24F4-8592-431F-8CF0-1854C348CF99}" sibTransId="{03E0DC02-F8EF-4736-AF19-A1B2B8048223}"/>
    <dgm:cxn modelId="{CAA59EAD-EB1A-4A30-A94F-9D31FF61AB3C}" type="presParOf" srcId="{F6EA2CC7-6773-4C53-8EB3-E7A1EAC2D2F1}" destId="{1752CFAB-3642-4E11-B943-6A5553601AF5}" srcOrd="0" destOrd="0" presId="urn:microsoft.com/office/officeart/2005/8/layout/vList2"/>
    <dgm:cxn modelId="{E652E7BC-EE49-4AB7-94A2-099E82144288}" type="presParOf" srcId="{F6EA2CC7-6773-4C53-8EB3-E7A1EAC2D2F1}" destId="{183A1643-3A3B-4425-B005-8BD835A4F0B3}" srcOrd="1" destOrd="0" presId="urn:microsoft.com/office/officeart/2005/8/layout/vList2"/>
    <dgm:cxn modelId="{0431F67D-F653-4727-8D07-672063D6FDAE}" type="presParOf" srcId="{F6EA2CC7-6773-4C53-8EB3-E7A1EAC2D2F1}" destId="{8DA584CE-6BA3-451B-B62E-9CDAFA094F68}" srcOrd="2" destOrd="0" presId="urn:microsoft.com/office/officeart/2005/8/layout/vList2"/>
    <dgm:cxn modelId="{E40C5949-FDA1-46C7-A74B-90897A3A2E9E}" type="presParOf" srcId="{F6EA2CC7-6773-4C53-8EB3-E7A1EAC2D2F1}" destId="{AB38CE2D-EFBC-455D-A500-DABCE3322203}" srcOrd="3" destOrd="0" presId="urn:microsoft.com/office/officeart/2005/8/layout/vList2"/>
    <dgm:cxn modelId="{AA32CA64-C3BB-45EC-9906-6593A99F5DFE}" type="presParOf" srcId="{F6EA2CC7-6773-4C53-8EB3-E7A1EAC2D2F1}" destId="{B094F65F-1AD4-4A82-962F-576A7BCCF66D}" srcOrd="4" destOrd="0" presId="urn:microsoft.com/office/officeart/2005/8/layout/vList2"/>
    <dgm:cxn modelId="{5777C2A5-4F36-42FF-9E01-F56267829FA3}" type="presParOf" srcId="{F6EA2CC7-6773-4C53-8EB3-E7A1EAC2D2F1}" destId="{CBC124E6-E6C7-4FE8-B98B-64B07A63092C}" srcOrd="5" destOrd="0" presId="urn:microsoft.com/office/officeart/2005/8/layout/vList2"/>
    <dgm:cxn modelId="{0E661F58-A490-405E-8EB5-7E28FC327E17}" type="presParOf" srcId="{F6EA2CC7-6773-4C53-8EB3-E7A1EAC2D2F1}" destId="{54221268-6E44-4049-B51C-FA581EF70259}" srcOrd="6" destOrd="0" presId="urn:microsoft.com/office/officeart/2005/8/layout/vList2"/>
    <dgm:cxn modelId="{B343DA8C-495F-4B4A-AD2C-76B2BB810E05}" type="presParOf" srcId="{F6EA2CC7-6773-4C53-8EB3-E7A1EAC2D2F1}" destId="{860CF53C-E9E6-4C38-87E0-73D99D03D0CC}" srcOrd="7" destOrd="0" presId="urn:microsoft.com/office/officeart/2005/8/layout/vList2"/>
    <dgm:cxn modelId="{4E89CD2A-5F47-4259-8082-9019F9384F25}" type="presParOf" srcId="{F6EA2CC7-6773-4C53-8EB3-E7A1EAC2D2F1}" destId="{0CD3CE3A-976C-4144-8FA8-10D346467A48}" srcOrd="8" destOrd="0" presId="urn:microsoft.com/office/officeart/2005/8/layout/vList2"/>
    <dgm:cxn modelId="{209081A8-58A7-4E9E-B968-01874FF9E265}" type="presParOf" srcId="{F6EA2CC7-6773-4C53-8EB3-E7A1EAC2D2F1}" destId="{EB304644-ECF4-408E-8F07-8E11D6F9FD93}" srcOrd="9" destOrd="0" presId="urn:microsoft.com/office/officeart/2005/8/layout/vList2"/>
    <dgm:cxn modelId="{818C65D9-BBC5-4B90-9008-90FA0778F31E}" type="presParOf" srcId="{F6EA2CC7-6773-4C53-8EB3-E7A1EAC2D2F1}" destId="{1A2516DE-46FB-4A5C-B266-1FD52BD2FE0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1603520-6B09-4991-BABB-26EDFB458FB5}" type="doc">
      <dgm:prSet loTypeId="urn:microsoft.com/office/officeart/2005/8/layout/process4" loCatId="process" qsTypeId="urn:microsoft.com/office/officeart/2005/8/quickstyle/simple1#12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D8EF7E89-8258-4333-9988-87C5DE925688}">
      <dgm:prSet/>
      <dgm:spPr/>
      <dgm:t>
        <a:bodyPr/>
        <a:lstStyle/>
        <a:p>
          <a:r>
            <a:rPr lang="en-US" b="1" i="0" baseline="0"/>
            <a:t>DHCP = Dynamic Host Configuration Protocol</a:t>
          </a:r>
          <a:endParaRPr lang="en-US"/>
        </a:p>
      </dgm:t>
    </dgm:pt>
    <dgm:pt modelId="{8AE71D6E-D767-452B-8B37-5F1CF8A9395F}" type="parTrans" cxnId="{4369F7B0-8C9E-4F44-B959-BA27295B9666}">
      <dgm:prSet/>
      <dgm:spPr/>
      <dgm:t>
        <a:bodyPr/>
        <a:lstStyle/>
        <a:p>
          <a:endParaRPr lang="en-US"/>
        </a:p>
      </dgm:t>
    </dgm:pt>
    <dgm:pt modelId="{21B7CCE5-3A96-4881-B35A-4C246839EFA1}" type="sibTrans" cxnId="{4369F7B0-8C9E-4F44-B959-BA27295B9666}">
      <dgm:prSet/>
      <dgm:spPr/>
      <dgm:t>
        <a:bodyPr/>
        <a:lstStyle/>
        <a:p>
          <a:endParaRPr lang="en-US"/>
        </a:p>
      </dgm:t>
    </dgm:pt>
    <dgm:pt modelId="{42F372AF-D76F-44A9-8AAE-72C2CAFAC7C1}">
      <dgm:prSet/>
      <dgm:spPr/>
      <dgm:t>
        <a:bodyPr/>
        <a:lstStyle/>
        <a:p>
          <a:r>
            <a:rPr lang="en-US" b="1" i="0" baseline="0"/>
            <a:t>Automatically provides network configuration to clients.</a:t>
          </a:r>
          <a:endParaRPr lang="en-US"/>
        </a:p>
      </dgm:t>
    </dgm:pt>
    <dgm:pt modelId="{9BA4370E-F280-4A9B-857B-8003B50AC838}" type="parTrans" cxnId="{2F16D100-51A1-4371-9E5E-C0441622EBAC}">
      <dgm:prSet/>
      <dgm:spPr/>
      <dgm:t>
        <a:bodyPr/>
        <a:lstStyle/>
        <a:p>
          <a:endParaRPr lang="en-US"/>
        </a:p>
      </dgm:t>
    </dgm:pt>
    <dgm:pt modelId="{96E578C8-235D-44AB-9B2A-CE92BB7FECF7}" type="sibTrans" cxnId="{2F16D100-51A1-4371-9E5E-C0441622EBAC}">
      <dgm:prSet/>
      <dgm:spPr/>
      <dgm:t>
        <a:bodyPr/>
        <a:lstStyle/>
        <a:p>
          <a:endParaRPr lang="en-US"/>
        </a:p>
      </dgm:t>
    </dgm:pt>
    <dgm:pt modelId="{30535474-F207-4540-BF66-B7F92A4127E0}">
      <dgm:prSet/>
      <dgm:spPr/>
      <dgm:t>
        <a:bodyPr/>
        <a:lstStyle/>
        <a:p>
          <a:r>
            <a:rPr lang="en-US" b="1" i="0" baseline="0"/>
            <a:t>Can provide</a:t>
          </a:r>
          <a:endParaRPr lang="en-US"/>
        </a:p>
      </dgm:t>
    </dgm:pt>
    <dgm:pt modelId="{C89E68F2-6722-47FA-8D1D-25188381E786}" type="parTrans" cxnId="{F15B451E-0933-4272-9EFE-3F9AEBF1810E}">
      <dgm:prSet/>
      <dgm:spPr/>
      <dgm:t>
        <a:bodyPr/>
        <a:lstStyle/>
        <a:p>
          <a:endParaRPr lang="en-US"/>
        </a:p>
      </dgm:t>
    </dgm:pt>
    <dgm:pt modelId="{396710D3-DB5B-4423-AD2B-0DAABD620DFD}" type="sibTrans" cxnId="{F15B451E-0933-4272-9EFE-3F9AEBF1810E}">
      <dgm:prSet/>
      <dgm:spPr/>
      <dgm:t>
        <a:bodyPr/>
        <a:lstStyle/>
        <a:p>
          <a:endParaRPr lang="en-US"/>
        </a:p>
      </dgm:t>
    </dgm:pt>
    <dgm:pt modelId="{2E894225-9527-4031-8EB7-A3053FF2091B}">
      <dgm:prSet/>
      <dgm:spPr/>
      <dgm:t>
        <a:bodyPr/>
        <a:lstStyle/>
        <a:p>
          <a:r>
            <a:rPr lang="en-US" b="1" i="0" baseline="0"/>
            <a:t>IP address</a:t>
          </a:r>
          <a:endParaRPr lang="en-US"/>
        </a:p>
      </dgm:t>
    </dgm:pt>
    <dgm:pt modelId="{98EDF82A-430B-420D-AABD-F24DD6C7030D}" type="parTrans" cxnId="{6C44453B-4985-4E84-9F13-B1CA6CFC8953}">
      <dgm:prSet/>
      <dgm:spPr/>
      <dgm:t>
        <a:bodyPr/>
        <a:lstStyle/>
        <a:p>
          <a:endParaRPr lang="en-US"/>
        </a:p>
      </dgm:t>
    </dgm:pt>
    <dgm:pt modelId="{75DB89D7-E0B4-420A-BEAC-D78F63C32B98}" type="sibTrans" cxnId="{6C44453B-4985-4E84-9F13-B1CA6CFC8953}">
      <dgm:prSet/>
      <dgm:spPr/>
      <dgm:t>
        <a:bodyPr/>
        <a:lstStyle/>
        <a:p>
          <a:endParaRPr lang="en-US"/>
        </a:p>
      </dgm:t>
    </dgm:pt>
    <dgm:pt modelId="{EE7C33B2-1E0B-4108-B066-43FE0EF08711}">
      <dgm:prSet/>
      <dgm:spPr/>
      <dgm:t>
        <a:bodyPr/>
        <a:lstStyle/>
        <a:p>
          <a:r>
            <a:rPr lang="en-US" b="1" i="0" baseline="0"/>
            <a:t>Subnet mask</a:t>
          </a:r>
          <a:endParaRPr lang="en-US"/>
        </a:p>
      </dgm:t>
    </dgm:pt>
    <dgm:pt modelId="{4D4AA4EC-EAEF-4570-AC2E-CDABC67896E5}" type="parTrans" cxnId="{386C876A-BBEF-4A82-A1B2-7810D20CF31C}">
      <dgm:prSet/>
      <dgm:spPr/>
      <dgm:t>
        <a:bodyPr/>
        <a:lstStyle/>
        <a:p>
          <a:endParaRPr lang="en-US"/>
        </a:p>
      </dgm:t>
    </dgm:pt>
    <dgm:pt modelId="{BD6C7A41-6B0D-4648-9721-8922C10C310F}" type="sibTrans" cxnId="{386C876A-BBEF-4A82-A1B2-7810D20CF31C}">
      <dgm:prSet/>
      <dgm:spPr/>
      <dgm:t>
        <a:bodyPr/>
        <a:lstStyle/>
        <a:p>
          <a:endParaRPr lang="en-US"/>
        </a:p>
      </dgm:t>
    </dgm:pt>
    <dgm:pt modelId="{97A1D470-D075-4505-B1D8-93CD78D4F332}">
      <dgm:prSet/>
      <dgm:spPr/>
      <dgm:t>
        <a:bodyPr/>
        <a:lstStyle/>
        <a:p>
          <a:r>
            <a:rPr lang="en-US" b="1" i="0" baseline="0"/>
            <a:t>Default gateway</a:t>
          </a:r>
          <a:endParaRPr lang="en-US"/>
        </a:p>
      </dgm:t>
    </dgm:pt>
    <dgm:pt modelId="{7823C867-C8EC-4B13-896F-7D8A1DE9F4B2}" type="parTrans" cxnId="{31BA3F13-DD7E-4708-9037-10E410773455}">
      <dgm:prSet/>
      <dgm:spPr/>
      <dgm:t>
        <a:bodyPr/>
        <a:lstStyle/>
        <a:p>
          <a:endParaRPr lang="en-US"/>
        </a:p>
      </dgm:t>
    </dgm:pt>
    <dgm:pt modelId="{A55A531A-2A50-46B8-AB20-B2146F196218}" type="sibTrans" cxnId="{31BA3F13-DD7E-4708-9037-10E410773455}">
      <dgm:prSet/>
      <dgm:spPr/>
      <dgm:t>
        <a:bodyPr/>
        <a:lstStyle/>
        <a:p>
          <a:endParaRPr lang="en-US"/>
        </a:p>
      </dgm:t>
    </dgm:pt>
    <dgm:pt modelId="{FBB8C67A-0366-428E-B607-0BC94263BA59}">
      <dgm:prSet/>
      <dgm:spPr/>
      <dgm:t>
        <a:bodyPr/>
        <a:lstStyle/>
        <a:p>
          <a:r>
            <a:rPr lang="en-US" b="1" i="0" baseline="0"/>
            <a:t>DNS server</a:t>
          </a:r>
          <a:endParaRPr lang="en-US"/>
        </a:p>
      </dgm:t>
    </dgm:pt>
    <dgm:pt modelId="{B9E3D971-0BA1-438B-AF13-B1CB6DB2E0C0}" type="parTrans" cxnId="{204C48D2-CFA4-4DA9-936C-CE040E338A00}">
      <dgm:prSet/>
      <dgm:spPr/>
      <dgm:t>
        <a:bodyPr/>
        <a:lstStyle/>
        <a:p>
          <a:endParaRPr lang="en-US"/>
        </a:p>
      </dgm:t>
    </dgm:pt>
    <dgm:pt modelId="{F826D55D-CDCE-4411-A1B3-986816FD21A5}" type="sibTrans" cxnId="{204C48D2-CFA4-4DA9-936C-CE040E338A00}">
      <dgm:prSet/>
      <dgm:spPr/>
      <dgm:t>
        <a:bodyPr/>
        <a:lstStyle/>
        <a:p>
          <a:endParaRPr lang="en-US"/>
        </a:p>
      </dgm:t>
    </dgm:pt>
    <dgm:pt modelId="{383505FC-B63D-4596-92D2-387A9D4AD623}">
      <dgm:prSet/>
      <dgm:spPr/>
      <dgm:t>
        <a:bodyPr/>
        <a:lstStyle/>
        <a:p>
          <a:r>
            <a:rPr lang="en-US" b="1" i="0" baseline="0"/>
            <a:t>Lease information</a:t>
          </a:r>
          <a:endParaRPr lang="en-US"/>
        </a:p>
      </dgm:t>
    </dgm:pt>
    <dgm:pt modelId="{8BB87198-1B05-4F9C-BE82-BF8CA1D2C635}" type="parTrans" cxnId="{5E5F2682-F816-4EB4-916A-E11F7221EAB7}">
      <dgm:prSet/>
      <dgm:spPr/>
      <dgm:t>
        <a:bodyPr/>
        <a:lstStyle/>
        <a:p>
          <a:endParaRPr lang="en-US"/>
        </a:p>
      </dgm:t>
    </dgm:pt>
    <dgm:pt modelId="{46174E10-5932-4806-BA95-B2FDBFFD1B8E}" type="sibTrans" cxnId="{5E5F2682-F816-4EB4-916A-E11F7221EAB7}">
      <dgm:prSet/>
      <dgm:spPr/>
      <dgm:t>
        <a:bodyPr/>
        <a:lstStyle/>
        <a:p>
          <a:endParaRPr lang="en-US"/>
        </a:p>
      </dgm:t>
    </dgm:pt>
    <dgm:pt modelId="{801EA979-38BA-4DDD-BEFB-9121AD2D60D4}" type="pres">
      <dgm:prSet presAssocID="{51603520-6B09-4991-BABB-26EDFB458FB5}" presName="Name0" presStyleCnt="0">
        <dgm:presLayoutVars>
          <dgm:dir/>
          <dgm:animLvl val="lvl"/>
          <dgm:resizeHandles val="exact"/>
        </dgm:presLayoutVars>
      </dgm:prSet>
      <dgm:spPr/>
    </dgm:pt>
    <dgm:pt modelId="{702FE244-48E0-4CFE-8630-01F642BBFCAE}" type="pres">
      <dgm:prSet presAssocID="{30535474-F207-4540-BF66-B7F92A4127E0}" presName="boxAndChildren" presStyleCnt="0"/>
      <dgm:spPr/>
    </dgm:pt>
    <dgm:pt modelId="{99E69376-5862-4FBC-93F2-64D2AC0D20C0}" type="pres">
      <dgm:prSet presAssocID="{30535474-F207-4540-BF66-B7F92A4127E0}" presName="parentTextBox" presStyleLbl="node1" presStyleIdx="0" presStyleCnt="3"/>
      <dgm:spPr/>
    </dgm:pt>
    <dgm:pt modelId="{294407EC-A4FC-4480-B2F3-193738AE3BD8}" type="pres">
      <dgm:prSet presAssocID="{30535474-F207-4540-BF66-B7F92A4127E0}" presName="entireBox" presStyleLbl="node1" presStyleIdx="0" presStyleCnt="3"/>
      <dgm:spPr/>
    </dgm:pt>
    <dgm:pt modelId="{2E20355B-BF07-474F-B310-96C2C6787848}" type="pres">
      <dgm:prSet presAssocID="{30535474-F207-4540-BF66-B7F92A4127E0}" presName="descendantBox" presStyleCnt="0"/>
      <dgm:spPr/>
    </dgm:pt>
    <dgm:pt modelId="{6308DA8B-04D4-4E08-B6B5-B2A6C8BA98AC}" type="pres">
      <dgm:prSet presAssocID="{2E894225-9527-4031-8EB7-A3053FF2091B}" presName="childTextBox" presStyleLbl="fgAccFollowNode1" presStyleIdx="0" presStyleCnt="5">
        <dgm:presLayoutVars>
          <dgm:bulletEnabled val="1"/>
        </dgm:presLayoutVars>
      </dgm:prSet>
      <dgm:spPr/>
    </dgm:pt>
    <dgm:pt modelId="{3C9DF69F-6706-4E52-B89A-FB24A717830C}" type="pres">
      <dgm:prSet presAssocID="{EE7C33B2-1E0B-4108-B066-43FE0EF08711}" presName="childTextBox" presStyleLbl="fgAccFollowNode1" presStyleIdx="1" presStyleCnt="5">
        <dgm:presLayoutVars>
          <dgm:bulletEnabled val="1"/>
        </dgm:presLayoutVars>
      </dgm:prSet>
      <dgm:spPr/>
    </dgm:pt>
    <dgm:pt modelId="{878C29E7-2BDE-46B3-9F55-E424D4C49872}" type="pres">
      <dgm:prSet presAssocID="{97A1D470-D075-4505-B1D8-93CD78D4F332}" presName="childTextBox" presStyleLbl="fgAccFollowNode1" presStyleIdx="2" presStyleCnt="5">
        <dgm:presLayoutVars>
          <dgm:bulletEnabled val="1"/>
        </dgm:presLayoutVars>
      </dgm:prSet>
      <dgm:spPr/>
    </dgm:pt>
    <dgm:pt modelId="{D4B118E3-AFF1-4702-9B40-BB53CD59BC80}" type="pres">
      <dgm:prSet presAssocID="{FBB8C67A-0366-428E-B607-0BC94263BA59}" presName="childTextBox" presStyleLbl="fgAccFollowNode1" presStyleIdx="3" presStyleCnt="5">
        <dgm:presLayoutVars>
          <dgm:bulletEnabled val="1"/>
        </dgm:presLayoutVars>
      </dgm:prSet>
      <dgm:spPr/>
    </dgm:pt>
    <dgm:pt modelId="{99BBA218-B069-4595-862D-AD8A1BC69964}" type="pres">
      <dgm:prSet presAssocID="{383505FC-B63D-4596-92D2-387A9D4AD623}" presName="childTextBox" presStyleLbl="fgAccFollowNode1" presStyleIdx="4" presStyleCnt="5">
        <dgm:presLayoutVars>
          <dgm:bulletEnabled val="1"/>
        </dgm:presLayoutVars>
      </dgm:prSet>
      <dgm:spPr/>
    </dgm:pt>
    <dgm:pt modelId="{D54AE65B-0708-4EC3-8F25-DCBA19313478}" type="pres">
      <dgm:prSet presAssocID="{96E578C8-235D-44AB-9B2A-CE92BB7FECF7}" presName="sp" presStyleCnt="0"/>
      <dgm:spPr/>
    </dgm:pt>
    <dgm:pt modelId="{B8D2483B-AD86-4B6D-AEC6-B32C380970A7}" type="pres">
      <dgm:prSet presAssocID="{42F372AF-D76F-44A9-8AAE-72C2CAFAC7C1}" presName="arrowAndChildren" presStyleCnt="0"/>
      <dgm:spPr/>
    </dgm:pt>
    <dgm:pt modelId="{9DD62BF7-DDC3-432A-A5CB-065FF2A6E73B}" type="pres">
      <dgm:prSet presAssocID="{42F372AF-D76F-44A9-8AAE-72C2CAFAC7C1}" presName="parentTextArrow" presStyleLbl="node1" presStyleIdx="1" presStyleCnt="3"/>
      <dgm:spPr/>
    </dgm:pt>
    <dgm:pt modelId="{F142DD2B-CB62-4056-B628-6325AABF40CD}" type="pres">
      <dgm:prSet presAssocID="{21B7CCE5-3A96-4881-B35A-4C246839EFA1}" presName="sp" presStyleCnt="0"/>
      <dgm:spPr/>
    </dgm:pt>
    <dgm:pt modelId="{3677FFA8-C3DD-4B28-B613-617A6E69C3BB}" type="pres">
      <dgm:prSet presAssocID="{D8EF7E89-8258-4333-9988-87C5DE925688}" presName="arrowAndChildren" presStyleCnt="0"/>
      <dgm:spPr/>
    </dgm:pt>
    <dgm:pt modelId="{010E5AC0-9F6D-41BA-85C3-A25634643E07}" type="pres">
      <dgm:prSet presAssocID="{D8EF7E89-8258-4333-9988-87C5DE925688}" presName="parentTextArrow" presStyleLbl="node1" presStyleIdx="2" presStyleCnt="3"/>
      <dgm:spPr/>
    </dgm:pt>
  </dgm:ptLst>
  <dgm:cxnLst>
    <dgm:cxn modelId="{2F16D100-51A1-4371-9E5E-C0441622EBAC}" srcId="{51603520-6B09-4991-BABB-26EDFB458FB5}" destId="{42F372AF-D76F-44A9-8AAE-72C2CAFAC7C1}" srcOrd="1" destOrd="0" parTransId="{9BA4370E-F280-4A9B-857B-8003B50AC838}" sibTransId="{96E578C8-235D-44AB-9B2A-CE92BB7FECF7}"/>
    <dgm:cxn modelId="{9D66D909-F0D1-4C06-81D4-87BBEDB4EB4F}" type="presOf" srcId="{97A1D470-D075-4505-B1D8-93CD78D4F332}" destId="{878C29E7-2BDE-46B3-9F55-E424D4C49872}" srcOrd="0" destOrd="0" presId="urn:microsoft.com/office/officeart/2005/8/layout/process4"/>
    <dgm:cxn modelId="{31BA3F13-DD7E-4708-9037-10E410773455}" srcId="{30535474-F207-4540-BF66-B7F92A4127E0}" destId="{97A1D470-D075-4505-B1D8-93CD78D4F332}" srcOrd="2" destOrd="0" parTransId="{7823C867-C8EC-4B13-896F-7D8A1DE9F4B2}" sibTransId="{A55A531A-2A50-46B8-AB20-B2146F196218}"/>
    <dgm:cxn modelId="{F15B451E-0933-4272-9EFE-3F9AEBF1810E}" srcId="{51603520-6B09-4991-BABB-26EDFB458FB5}" destId="{30535474-F207-4540-BF66-B7F92A4127E0}" srcOrd="2" destOrd="0" parTransId="{C89E68F2-6722-47FA-8D1D-25188381E786}" sibTransId="{396710D3-DB5B-4423-AD2B-0DAABD620DFD}"/>
    <dgm:cxn modelId="{4316A52D-DB10-4FF5-97C9-3EA0113246C9}" type="presOf" srcId="{30535474-F207-4540-BF66-B7F92A4127E0}" destId="{294407EC-A4FC-4480-B2F3-193738AE3BD8}" srcOrd="1" destOrd="0" presId="urn:microsoft.com/office/officeart/2005/8/layout/process4"/>
    <dgm:cxn modelId="{6C44453B-4985-4E84-9F13-B1CA6CFC8953}" srcId="{30535474-F207-4540-BF66-B7F92A4127E0}" destId="{2E894225-9527-4031-8EB7-A3053FF2091B}" srcOrd="0" destOrd="0" parTransId="{98EDF82A-430B-420D-AABD-F24DD6C7030D}" sibTransId="{75DB89D7-E0B4-420A-BEAC-D78F63C32B98}"/>
    <dgm:cxn modelId="{5721835E-9D8D-482E-B10A-889B8F992AE5}" type="presOf" srcId="{383505FC-B63D-4596-92D2-387A9D4AD623}" destId="{99BBA218-B069-4595-862D-AD8A1BC69964}" srcOrd="0" destOrd="0" presId="urn:microsoft.com/office/officeart/2005/8/layout/process4"/>
    <dgm:cxn modelId="{386C876A-BBEF-4A82-A1B2-7810D20CF31C}" srcId="{30535474-F207-4540-BF66-B7F92A4127E0}" destId="{EE7C33B2-1E0B-4108-B066-43FE0EF08711}" srcOrd="1" destOrd="0" parTransId="{4D4AA4EC-EAEF-4570-AC2E-CDABC67896E5}" sibTransId="{BD6C7A41-6B0D-4648-9721-8922C10C310F}"/>
    <dgm:cxn modelId="{5E5F2682-F816-4EB4-916A-E11F7221EAB7}" srcId="{30535474-F207-4540-BF66-B7F92A4127E0}" destId="{383505FC-B63D-4596-92D2-387A9D4AD623}" srcOrd="4" destOrd="0" parTransId="{8BB87198-1B05-4F9C-BE82-BF8CA1D2C635}" sibTransId="{46174E10-5932-4806-BA95-B2FDBFFD1B8E}"/>
    <dgm:cxn modelId="{4369F7B0-8C9E-4F44-B959-BA27295B9666}" srcId="{51603520-6B09-4991-BABB-26EDFB458FB5}" destId="{D8EF7E89-8258-4333-9988-87C5DE925688}" srcOrd="0" destOrd="0" parTransId="{8AE71D6E-D767-452B-8B37-5F1CF8A9395F}" sibTransId="{21B7CCE5-3A96-4881-B35A-4C246839EFA1}"/>
    <dgm:cxn modelId="{E197CEB2-8B06-4187-B8B8-4AC3892A6CA1}" type="presOf" srcId="{2E894225-9527-4031-8EB7-A3053FF2091B}" destId="{6308DA8B-04D4-4E08-B6B5-B2A6C8BA98AC}" srcOrd="0" destOrd="0" presId="urn:microsoft.com/office/officeart/2005/8/layout/process4"/>
    <dgm:cxn modelId="{204C48D2-CFA4-4DA9-936C-CE040E338A00}" srcId="{30535474-F207-4540-BF66-B7F92A4127E0}" destId="{FBB8C67A-0366-428E-B607-0BC94263BA59}" srcOrd="3" destOrd="0" parTransId="{B9E3D971-0BA1-438B-AF13-B1CB6DB2E0C0}" sibTransId="{F826D55D-CDCE-4411-A1B3-986816FD21A5}"/>
    <dgm:cxn modelId="{3BC2B2D2-4BC4-49BC-ADAF-D14D86BEA546}" type="presOf" srcId="{51603520-6B09-4991-BABB-26EDFB458FB5}" destId="{801EA979-38BA-4DDD-BEFB-9121AD2D60D4}" srcOrd="0" destOrd="0" presId="urn:microsoft.com/office/officeart/2005/8/layout/process4"/>
    <dgm:cxn modelId="{8B9822DD-A555-4436-9FB1-CC85F90ACA9F}" type="presOf" srcId="{30535474-F207-4540-BF66-B7F92A4127E0}" destId="{99E69376-5862-4FBC-93F2-64D2AC0D20C0}" srcOrd="0" destOrd="0" presId="urn:microsoft.com/office/officeart/2005/8/layout/process4"/>
    <dgm:cxn modelId="{A5D0A3F2-2F4F-443F-A158-73BB0B061AC1}" type="presOf" srcId="{FBB8C67A-0366-428E-B607-0BC94263BA59}" destId="{D4B118E3-AFF1-4702-9B40-BB53CD59BC80}" srcOrd="0" destOrd="0" presId="urn:microsoft.com/office/officeart/2005/8/layout/process4"/>
    <dgm:cxn modelId="{CBE43EF4-4A68-46B2-8230-1A9A765B2D0F}" type="presOf" srcId="{D8EF7E89-8258-4333-9988-87C5DE925688}" destId="{010E5AC0-9F6D-41BA-85C3-A25634643E07}" srcOrd="0" destOrd="0" presId="urn:microsoft.com/office/officeart/2005/8/layout/process4"/>
    <dgm:cxn modelId="{1F64E4F6-0726-48AB-841A-0C8826F70AEA}" type="presOf" srcId="{EE7C33B2-1E0B-4108-B066-43FE0EF08711}" destId="{3C9DF69F-6706-4E52-B89A-FB24A717830C}" srcOrd="0" destOrd="0" presId="urn:microsoft.com/office/officeart/2005/8/layout/process4"/>
    <dgm:cxn modelId="{DF4756FD-CDF9-48A2-A875-881BCC251357}" type="presOf" srcId="{42F372AF-D76F-44A9-8AAE-72C2CAFAC7C1}" destId="{9DD62BF7-DDC3-432A-A5CB-065FF2A6E73B}" srcOrd="0" destOrd="0" presId="urn:microsoft.com/office/officeart/2005/8/layout/process4"/>
    <dgm:cxn modelId="{B47CDE5D-20B8-44B2-B832-EE1282C24B75}" type="presParOf" srcId="{801EA979-38BA-4DDD-BEFB-9121AD2D60D4}" destId="{702FE244-48E0-4CFE-8630-01F642BBFCAE}" srcOrd="0" destOrd="0" presId="urn:microsoft.com/office/officeart/2005/8/layout/process4"/>
    <dgm:cxn modelId="{0C92E89C-C967-470B-9A33-D9C3FBA6D7F3}" type="presParOf" srcId="{702FE244-48E0-4CFE-8630-01F642BBFCAE}" destId="{99E69376-5862-4FBC-93F2-64D2AC0D20C0}" srcOrd="0" destOrd="0" presId="urn:microsoft.com/office/officeart/2005/8/layout/process4"/>
    <dgm:cxn modelId="{DF4D274F-9D03-4518-8E09-F6DB90BD5E89}" type="presParOf" srcId="{702FE244-48E0-4CFE-8630-01F642BBFCAE}" destId="{294407EC-A4FC-4480-B2F3-193738AE3BD8}" srcOrd="1" destOrd="0" presId="urn:microsoft.com/office/officeart/2005/8/layout/process4"/>
    <dgm:cxn modelId="{4F20A390-E8B8-477A-B675-69096066971C}" type="presParOf" srcId="{702FE244-48E0-4CFE-8630-01F642BBFCAE}" destId="{2E20355B-BF07-474F-B310-96C2C6787848}" srcOrd="2" destOrd="0" presId="urn:microsoft.com/office/officeart/2005/8/layout/process4"/>
    <dgm:cxn modelId="{087D652E-DFCE-4414-80B8-A2A33F31148F}" type="presParOf" srcId="{2E20355B-BF07-474F-B310-96C2C6787848}" destId="{6308DA8B-04D4-4E08-B6B5-B2A6C8BA98AC}" srcOrd="0" destOrd="0" presId="urn:microsoft.com/office/officeart/2005/8/layout/process4"/>
    <dgm:cxn modelId="{4CA79623-19B8-46AE-AAF6-62B8293D6F9C}" type="presParOf" srcId="{2E20355B-BF07-474F-B310-96C2C6787848}" destId="{3C9DF69F-6706-4E52-B89A-FB24A717830C}" srcOrd="1" destOrd="0" presId="urn:microsoft.com/office/officeart/2005/8/layout/process4"/>
    <dgm:cxn modelId="{267BF440-FD4D-4564-8234-98C719653B58}" type="presParOf" srcId="{2E20355B-BF07-474F-B310-96C2C6787848}" destId="{878C29E7-2BDE-46B3-9F55-E424D4C49872}" srcOrd="2" destOrd="0" presId="urn:microsoft.com/office/officeart/2005/8/layout/process4"/>
    <dgm:cxn modelId="{E2024BCA-7B6C-42C8-9D05-1EE88ABE5218}" type="presParOf" srcId="{2E20355B-BF07-474F-B310-96C2C6787848}" destId="{D4B118E3-AFF1-4702-9B40-BB53CD59BC80}" srcOrd="3" destOrd="0" presId="urn:microsoft.com/office/officeart/2005/8/layout/process4"/>
    <dgm:cxn modelId="{01361CA4-A30B-4B48-8E68-63E5332B99B5}" type="presParOf" srcId="{2E20355B-BF07-474F-B310-96C2C6787848}" destId="{99BBA218-B069-4595-862D-AD8A1BC69964}" srcOrd="4" destOrd="0" presId="urn:microsoft.com/office/officeart/2005/8/layout/process4"/>
    <dgm:cxn modelId="{B093E563-C05B-4285-A941-F60865E62153}" type="presParOf" srcId="{801EA979-38BA-4DDD-BEFB-9121AD2D60D4}" destId="{D54AE65B-0708-4EC3-8F25-DCBA19313478}" srcOrd="1" destOrd="0" presId="urn:microsoft.com/office/officeart/2005/8/layout/process4"/>
    <dgm:cxn modelId="{E4C2D86C-583B-4FD7-8556-5523ADD934D3}" type="presParOf" srcId="{801EA979-38BA-4DDD-BEFB-9121AD2D60D4}" destId="{B8D2483B-AD86-4B6D-AEC6-B32C380970A7}" srcOrd="2" destOrd="0" presId="urn:microsoft.com/office/officeart/2005/8/layout/process4"/>
    <dgm:cxn modelId="{D6A9EF48-F4FB-4822-9212-68E18EB4239B}" type="presParOf" srcId="{B8D2483B-AD86-4B6D-AEC6-B32C380970A7}" destId="{9DD62BF7-DDC3-432A-A5CB-065FF2A6E73B}" srcOrd="0" destOrd="0" presId="urn:microsoft.com/office/officeart/2005/8/layout/process4"/>
    <dgm:cxn modelId="{D58C39F2-6D72-49D9-A3B3-B355BD33BA8A}" type="presParOf" srcId="{801EA979-38BA-4DDD-BEFB-9121AD2D60D4}" destId="{F142DD2B-CB62-4056-B628-6325AABF40CD}" srcOrd="3" destOrd="0" presId="urn:microsoft.com/office/officeart/2005/8/layout/process4"/>
    <dgm:cxn modelId="{187CD656-26F5-499B-9143-CA2D33E3C9AF}" type="presParOf" srcId="{801EA979-38BA-4DDD-BEFB-9121AD2D60D4}" destId="{3677FFA8-C3DD-4B28-B613-617A6E69C3BB}" srcOrd="4" destOrd="0" presId="urn:microsoft.com/office/officeart/2005/8/layout/process4"/>
    <dgm:cxn modelId="{7BA73A1F-A4A0-4F1D-8E70-F1028D5565E9}" type="presParOf" srcId="{3677FFA8-C3DD-4B28-B613-617A6E69C3BB}" destId="{010E5AC0-9F6D-41BA-85C3-A25634643E0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4E04D0B-16A9-4DD1-8E7B-8D7440FABD38}" type="doc">
      <dgm:prSet loTypeId="urn:microsoft.com/office/officeart/2018/2/layout/IconVerticalSolidList" loCatId="icon" qsTypeId="urn:microsoft.com/office/officeart/2005/8/quickstyle/simple1#13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6391B51-C77C-4B7D-9140-1CB1488E980D}">
      <dgm:prSet/>
      <dgm:spPr/>
      <dgm:t>
        <a:bodyPr/>
        <a:lstStyle/>
        <a:p>
          <a:r>
            <a:rPr lang="en-US" b="1" i="0" baseline="0"/>
            <a:t>DNS = Domain Name System</a:t>
          </a:r>
          <a:endParaRPr lang="en-US"/>
        </a:p>
      </dgm:t>
    </dgm:pt>
    <dgm:pt modelId="{81F0A061-B58F-4B59-AF7C-C878E805E9F1}" type="parTrans" cxnId="{7DDC3691-ADA3-4CC1-B902-ED2AD9814ABB}">
      <dgm:prSet/>
      <dgm:spPr/>
      <dgm:t>
        <a:bodyPr/>
        <a:lstStyle/>
        <a:p>
          <a:endParaRPr lang="en-US"/>
        </a:p>
      </dgm:t>
    </dgm:pt>
    <dgm:pt modelId="{340DAAEA-1AD1-477E-AEC9-97366EC33CA3}" type="sibTrans" cxnId="{7DDC3691-ADA3-4CC1-B902-ED2AD9814ABB}">
      <dgm:prSet/>
      <dgm:spPr/>
      <dgm:t>
        <a:bodyPr/>
        <a:lstStyle/>
        <a:p>
          <a:endParaRPr lang="en-US"/>
        </a:p>
      </dgm:t>
    </dgm:pt>
    <dgm:pt modelId="{1D5F8E94-D956-42D0-BD78-A9E2B2D1DC3B}">
      <dgm:prSet/>
      <dgm:spPr/>
      <dgm:t>
        <a:bodyPr/>
        <a:lstStyle/>
        <a:p>
          <a:r>
            <a:rPr lang="en-US" b="1" i="0" baseline="0"/>
            <a:t>Converts human-readable names into IP addresses.</a:t>
          </a:r>
          <a:endParaRPr lang="en-US"/>
        </a:p>
      </dgm:t>
    </dgm:pt>
    <dgm:pt modelId="{F582A9E4-D690-4E86-B757-C9EEA3E23A9A}" type="parTrans" cxnId="{D042EDEE-8923-4D80-A532-CE6F3B686E1C}">
      <dgm:prSet/>
      <dgm:spPr/>
      <dgm:t>
        <a:bodyPr/>
        <a:lstStyle/>
        <a:p>
          <a:endParaRPr lang="en-US"/>
        </a:p>
      </dgm:t>
    </dgm:pt>
    <dgm:pt modelId="{BE05ACAA-9B97-4DDD-BD63-2F7C9BDA4C33}" type="sibTrans" cxnId="{D042EDEE-8923-4D80-A532-CE6F3B686E1C}">
      <dgm:prSet/>
      <dgm:spPr/>
      <dgm:t>
        <a:bodyPr/>
        <a:lstStyle/>
        <a:p>
          <a:endParaRPr lang="en-US"/>
        </a:p>
      </dgm:t>
    </dgm:pt>
    <dgm:pt modelId="{4587F281-A320-444A-90D2-5B358C56B608}">
      <dgm:prSet/>
      <dgm:spPr/>
      <dgm:t>
        <a:bodyPr/>
        <a:lstStyle/>
        <a:p>
          <a:r>
            <a:rPr lang="en-US" b="1" i="0" baseline="0"/>
            <a:t>Example: google.com → DNS → IP address</a:t>
          </a:r>
          <a:endParaRPr lang="en-US"/>
        </a:p>
      </dgm:t>
    </dgm:pt>
    <dgm:pt modelId="{134CD309-A353-4DE3-BD60-437FC3AFEA35}" type="parTrans" cxnId="{1B6EC5D2-A52E-414E-A04D-10F86744D60A}">
      <dgm:prSet/>
      <dgm:spPr/>
      <dgm:t>
        <a:bodyPr/>
        <a:lstStyle/>
        <a:p>
          <a:endParaRPr lang="en-US"/>
        </a:p>
      </dgm:t>
    </dgm:pt>
    <dgm:pt modelId="{B4B735B7-3511-4E92-A10E-CE1B7C8774F2}" type="sibTrans" cxnId="{1B6EC5D2-A52E-414E-A04D-10F86744D60A}">
      <dgm:prSet/>
      <dgm:spPr/>
      <dgm:t>
        <a:bodyPr/>
        <a:lstStyle/>
        <a:p>
          <a:endParaRPr lang="en-US"/>
        </a:p>
      </dgm:t>
    </dgm:pt>
    <dgm:pt modelId="{D7A2E075-CD80-4DFA-8E53-4A9D19B68569}">
      <dgm:prSet/>
      <dgm:spPr/>
      <dgm:t>
        <a:bodyPr/>
        <a:lstStyle/>
        <a:p>
          <a:r>
            <a:rPr lang="en-US" b="1" i="0" baseline="0"/>
            <a:t>Allows users and applications to use names instead of memorizing IP addresses.</a:t>
          </a:r>
          <a:endParaRPr lang="en-US"/>
        </a:p>
      </dgm:t>
    </dgm:pt>
    <dgm:pt modelId="{69AAD194-6898-4F79-AE2F-DF0B8DE709A2}" type="parTrans" cxnId="{1EC9AB4D-9A41-4139-B08F-5ADBB7C0F62E}">
      <dgm:prSet/>
      <dgm:spPr/>
      <dgm:t>
        <a:bodyPr/>
        <a:lstStyle/>
        <a:p>
          <a:endParaRPr lang="en-US"/>
        </a:p>
      </dgm:t>
    </dgm:pt>
    <dgm:pt modelId="{8F39BE13-3F9C-4958-B73A-077353A14017}" type="sibTrans" cxnId="{1EC9AB4D-9A41-4139-B08F-5ADBB7C0F62E}">
      <dgm:prSet/>
      <dgm:spPr/>
      <dgm:t>
        <a:bodyPr/>
        <a:lstStyle/>
        <a:p>
          <a:endParaRPr lang="en-US"/>
        </a:p>
      </dgm:t>
    </dgm:pt>
    <dgm:pt modelId="{1C68A2DB-3D2C-4112-85BA-987E278841AF}" type="pres">
      <dgm:prSet presAssocID="{04E04D0B-16A9-4DD1-8E7B-8D7440FABD38}" presName="root" presStyleCnt="0">
        <dgm:presLayoutVars>
          <dgm:dir/>
          <dgm:resizeHandles val="exact"/>
        </dgm:presLayoutVars>
      </dgm:prSet>
      <dgm:spPr/>
    </dgm:pt>
    <dgm:pt modelId="{892DC1F8-9E0C-4A07-AE1F-E6B0D6F6F9C8}" type="pres">
      <dgm:prSet presAssocID="{16391B51-C77C-4B7D-9140-1CB1488E980D}" presName="compNode" presStyleCnt="0"/>
      <dgm:spPr/>
    </dgm:pt>
    <dgm:pt modelId="{B660B5EC-9D1F-4FA7-87D5-1E1B18ADC9AB}" type="pres">
      <dgm:prSet presAssocID="{16391B51-C77C-4B7D-9140-1CB1488E980D}" presName="bgRect" presStyleLbl="bgShp" presStyleIdx="0" presStyleCnt="4"/>
      <dgm:spPr/>
    </dgm:pt>
    <dgm:pt modelId="{854D2699-EE9A-4AE4-8D8B-75296FC5F5BE}" type="pres">
      <dgm:prSet presAssocID="{16391B51-C77C-4B7D-9140-1CB1488E980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EFFCF18-05C1-4394-A6F6-E8FB44746546}" type="pres">
      <dgm:prSet presAssocID="{16391B51-C77C-4B7D-9140-1CB1488E980D}" presName="spaceRect" presStyleCnt="0"/>
      <dgm:spPr/>
    </dgm:pt>
    <dgm:pt modelId="{9150FF8D-02A5-47DF-A5E6-317F5356D87D}" type="pres">
      <dgm:prSet presAssocID="{16391B51-C77C-4B7D-9140-1CB1488E980D}" presName="parTx" presStyleLbl="revTx" presStyleIdx="0" presStyleCnt="4">
        <dgm:presLayoutVars>
          <dgm:chMax val="0"/>
          <dgm:chPref val="0"/>
        </dgm:presLayoutVars>
      </dgm:prSet>
      <dgm:spPr/>
    </dgm:pt>
    <dgm:pt modelId="{59A24AFE-D114-4E8D-9173-FB8360480C91}" type="pres">
      <dgm:prSet presAssocID="{340DAAEA-1AD1-477E-AEC9-97366EC33CA3}" presName="sibTrans" presStyleCnt="0"/>
      <dgm:spPr/>
    </dgm:pt>
    <dgm:pt modelId="{FBA792D2-41AA-4A8F-B8B6-77DA591914E4}" type="pres">
      <dgm:prSet presAssocID="{1D5F8E94-D956-42D0-BD78-A9E2B2D1DC3B}" presName="compNode" presStyleCnt="0"/>
      <dgm:spPr/>
    </dgm:pt>
    <dgm:pt modelId="{2E819FDD-2B44-45E5-AC0E-3315924A379B}" type="pres">
      <dgm:prSet presAssocID="{1D5F8E94-D956-42D0-BD78-A9E2B2D1DC3B}" presName="bgRect" presStyleLbl="bgShp" presStyleIdx="1" presStyleCnt="4"/>
      <dgm:spPr/>
    </dgm:pt>
    <dgm:pt modelId="{A9F40DF2-1247-487F-BC90-C8C011238B97}" type="pres">
      <dgm:prSet presAssocID="{1D5F8E94-D956-42D0-BD78-A9E2B2D1DC3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52BB7B12-7F05-4EED-9B54-1CA915915A0D}" type="pres">
      <dgm:prSet presAssocID="{1D5F8E94-D956-42D0-BD78-A9E2B2D1DC3B}" presName="spaceRect" presStyleCnt="0"/>
      <dgm:spPr/>
    </dgm:pt>
    <dgm:pt modelId="{815B2217-34D8-4316-BBFC-3C0BF1E98E09}" type="pres">
      <dgm:prSet presAssocID="{1D5F8E94-D956-42D0-BD78-A9E2B2D1DC3B}" presName="parTx" presStyleLbl="revTx" presStyleIdx="1" presStyleCnt="4">
        <dgm:presLayoutVars>
          <dgm:chMax val="0"/>
          <dgm:chPref val="0"/>
        </dgm:presLayoutVars>
      </dgm:prSet>
      <dgm:spPr/>
    </dgm:pt>
    <dgm:pt modelId="{2E89B644-7960-481C-A13E-96B7CE6C622D}" type="pres">
      <dgm:prSet presAssocID="{BE05ACAA-9B97-4DDD-BD63-2F7C9BDA4C33}" presName="sibTrans" presStyleCnt="0"/>
      <dgm:spPr/>
    </dgm:pt>
    <dgm:pt modelId="{E3FA35C6-986A-4132-8A04-E24920F9F282}" type="pres">
      <dgm:prSet presAssocID="{4587F281-A320-444A-90D2-5B358C56B608}" presName="compNode" presStyleCnt="0"/>
      <dgm:spPr/>
    </dgm:pt>
    <dgm:pt modelId="{C6734909-A95F-41B0-971C-0F5EA9CD8EB5}" type="pres">
      <dgm:prSet presAssocID="{4587F281-A320-444A-90D2-5B358C56B608}" presName="bgRect" presStyleLbl="bgShp" presStyleIdx="2" presStyleCnt="4"/>
      <dgm:spPr/>
    </dgm:pt>
    <dgm:pt modelId="{93826639-3CED-4C0E-8B56-4BBFE7AF0B7B}" type="pres">
      <dgm:prSet presAssocID="{4587F281-A320-444A-90D2-5B358C56B60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912775D-524C-4055-8D03-F90C367FC921}" type="pres">
      <dgm:prSet presAssocID="{4587F281-A320-444A-90D2-5B358C56B608}" presName="spaceRect" presStyleCnt="0"/>
      <dgm:spPr/>
    </dgm:pt>
    <dgm:pt modelId="{CFBA9C8E-9940-4858-8C72-B1D1483D0DDC}" type="pres">
      <dgm:prSet presAssocID="{4587F281-A320-444A-90D2-5B358C56B608}" presName="parTx" presStyleLbl="revTx" presStyleIdx="2" presStyleCnt="4">
        <dgm:presLayoutVars>
          <dgm:chMax val="0"/>
          <dgm:chPref val="0"/>
        </dgm:presLayoutVars>
      </dgm:prSet>
      <dgm:spPr/>
    </dgm:pt>
    <dgm:pt modelId="{1F6D6C0C-BDD9-4B6E-B2B9-6135AD2CF8A6}" type="pres">
      <dgm:prSet presAssocID="{B4B735B7-3511-4E92-A10E-CE1B7C8774F2}" presName="sibTrans" presStyleCnt="0"/>
      <dgm:spPr/>
    </dgm:pt>
    <dgm:pt modelId="{A1F45CA4-7BF5-453D-81C4-600C0A16832E}" type="pres">
      <dgm:prSet presAssocID="{D7A2E075-CD80-4DFA-8E53-4A9D19B68569}" presName="compNode" presStyleCnt="0"/>
      <dgm:spPr/>
    </dgm:pt>
    <dgm:pt modelId="{36F3030B-5CD9-4022-9DDD-0CFB8C251697}" type="pres">
      <dgm:prSet presAssocID="{D7A2E075-CD80-4DFA-8E53-4A9D19B68569}" presName="bgRect" presStyleLbl="bgShp" presStyleIdx="3" presStyleCnt="4"/>
      <dgm:spPr/>
    </dgm:pt>
    <dgm:pt modelId="{CD45A681-CFFD-4E6F-A109-EA5BE067536A}" type="pres">
      <dgm:prSet presAssocID="{D7A2E075-CD80-4DFA-8E53-4A9D19B6856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3D5D0CD-6D1D-4FCB-A42D-48E766A32EF0}" type="pres">
      <dgm:prSet presAssocID="{D7A2E075-CD80-4DFA-8E53-4A9D19B68569}" presName="spaceRect" presStyleCnt="0"/>
      <dgm:spPr/>
    </dgm:pt>
    <dgm:pt modelId="{709906B5-387D-449A-94D7-FA505633E207}" type="pres">
      <dgm:prSet presAssocID="{D7A2E075-CD80-4DFA-8E53-4A9D19B6856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61EF816-2C36-4B52-BA58-F9728C4E7949}" type="presOf" srcId="{D7A2E075-CD80-4DFA-8E53-4A9D19B68569}" destId="{709906B5-387D-449A-94D7-FA505633E207}" srcOrd="0" destOrd="0" presId="urn:microsoft.com/office/officeart/2018/2/layout/IconVerticalSolidList"/>
    <dgm:cxn modelId="{DFAE9463-7626-4394-9B33-8B77D8AF198E}" type="presOf" srcId="{4587F281-A320-444A-90D2-5B358C56B608}" destId="{CFBA9C8E-9940-4858-8C72-B1D1483D0DDC}" srcOrd="0" destOrd="0" presId="urn:microsoft.com/office/officeart/2018/2/layout/IconVerticalSolidList"/>
    <dgm:cxn modelId="{1EC9AB4D-9A41-4139-B08F-5ADBB7C0F62E}" srcId="{04E04D0B-16A9-4DD1-8E7B-8D7440FABD38}" destId="{D7A2E075-CD80-4DFA-8E53-4A9D19B68569}" srcOrd="3" destOrd="0" parTransId="{69AAD194-6898-4F79-AE2F-DF0B8DE709A2}" sibTransId="{8F39BE13-3F9C-4958-B73A-077353A14017}"/>
    <dgm:cxn modelId="{AD04F354-B1C4-430F-91D4-14F45D064282}" type="presOf" srcId="{16391B51-C77C-4B7D-9140-1CB1488E980D}" destId="{9150FF8D-02A5-47DF-A5E6-317F5356D87D}" srcOrd="0" destOrd="0" presId="urn:microsoft.com/office/officeart/2018/2/layout/IconVerticalSolidList"/>
    <dgm:cxn modelId="{01C0A07E-5593-4F5E-B4BA-83210BF96394}" type="presOf" srcId="{1D5F8E94-D956-42D0-BD78-A9E2B2D1DC3B}" destId="{815B2217-34D8-4316-BBFC-3C0BF1E98E09}" srcOrd="0" destOrd="0" presId="urn:microsoft.com/office/officeart/2018/2/layout/IconVerticalSolidList"/>
    <dgm:cxn modelId="{7DDC3691-ADA3-4CC1-B902-ED2AD9814ABB}" srcId="{04E04D0B-16A9-4DD1-8E7B-8D7440FABD38}" destId="{16391B51-C77C-4B7D-9140-1CB1488E980D}" srcOrd="0" destOrd="0" parTransId="{81F0A061-B58F-4B59-AF7C-C878E805E9F1}" sibTransId="{340DAAEA-1AD1-477E-AEC9-97366EC33CA3}"/>
    <dgm:cxn modelId="{18B561B8-03A1-4649-9B7F-7199FC557695}" type="presOf" srcId="{04E04D0B-16A9-4DD1-8E7B-8D7440FABD38}" destId="{1C68A2DB-3D2C-4112-85BA-987E278841AF}" srcOrd="0" destOrd="0" presId="urn:microsoft.com/office/officeart/2018/2/layout/IconVerticalSolidList"/>
    <dgm:cxn modelId="{1B6EC5D2-A52E-414E-A04D-10F86744D60A}" srcId="{04E04D0B-16A9-4DD1-8E7B-8D7440FABD38}" destId="{4587F281-A320-444A-90D2-5B358C56B608}" srcOrd="2" destOrd="0" parTransId="{134CD309-A353-4DE3-BD60-437FC3AFEA35}" sibTransId="{B4B735B7-3511-4E92-A10E-CE1B7C8774F2}"/>
    <dgm:cxn modelId="{D042EDEE-8923-4D80-A532-CE6F3B686E1C}" srcId="{04E04D0B-16A9-4DD1-8E7B-8D7440FABD38}" destId="{1D5F8E94-D956-42D0-BD78-A9E2B2D1DC3B}" srcOrd="1" destOrd="0" parTransId="{F582A9E4-D690-4E86-B757-C9EEA3E23A9A}" sibTransId="{BE05ACAA-9B97-4DDD-BD63-2F7C9BDA4C33}"/>
    <dgm:cxn modelId="{07388CCD-FCBD-437A-A652-11AAEBAE11EB}" type="presParOf" srcId="{1C68A2DB-3D2C-4112-85BA-987E278841AF}" destId="{892DC1F8-9E0C-4A07-AE1F-E6B0D6F6F9C8}" srcOrd="0" destOrd="0" presId="urn:microsoft.com/office/officeart/2018/2/layout/IconVerticalSolidList"/>
    <dgm:cxn modelId="{2C0549C2-C1F9-458F-97B4-4131929631D2}" type="presParOf" srcId="{892DC1F8-9E0C-4A07-AE1F-E6B0D6F6F9C8}" destId="{B660B5EC-9D1F-4FA7-87D5-1E1B18ADC9AB}" srcOrd="0" destOrd="0" presId="urn:microsoft.com/office/officeart/2018/2/layout/IconVerticalSolidList"/>
    <dgm:cxn modelId="{3CC4F4F0-B00F-40E1-A918-5B55519BF568}" type="presParOf" srcId="{892DC1F8-9E0C-4A07-AE1F-E6B0D6F6F9C8}" destId="{854D2699-EE9A-4AE4-8D8B-75296FC5F5BE}" srcOrd="1" destOrd="0" presId="urn:microsoft.com/office/officeart/2018/2/layout/IconVerticalSolidList"/>
    <dgm:cxn modelId="{ACD4A1D1-B7AB-43C9-A44F-ECA53DCD4E6A}" type="presParOf" srcId="{892DC1F8-9E0C-4A07-AE1F-E6B0D6F6F9C8}" destId="{1EFFCF18-05C1-4394-A6F6-E8FB44746546}" srcOrd="2" destOrd="0" presId="urn:microsoft.com/office/officeart/2018/2/layout/IconVerticalSolidList"/>
    <dgm:cxn modelId="{49AD701F-F7A3-4921-94D4-E3C777B37EE7}" type="presParOf" srcId="{892DC1F8-9E0C-4A07-AE1F-E6B0D6F6F9C8}" destId="{9150FF8D-02A5-47DF-A5E6-317F5356D87D}" srcOrd="3" destOrd="0" presId="urn:microsoft.com/office/officeart/2018/2/layout/IconVerticalSolidList"/>
    <dgm:cxn modelId="{794F9B2F-B147-4C51-8F33-1D884137D830}" type="presParOf" srcId="{1C68A2DB-3D2C-4112-85BA-987E278841AF}" destId="{59A24AFE-D114-4E8D-9173-FB8360480C91}" srcOrd="1" destOrd="0" presId="urn:microsoft.com/office/officeart/2018/2/layout/IconVerticalSolidList"/>
    <dgm:cxn modelId="{BE5248BB-E5B2-4314-997B-5AA7B6012D5D}" type="presParOf" srcId="{1C68A2DB-3D2C-4112-85BA-987E278841AF}" destId="{FBA792D2-41AA-4A8F-B8B6-77DA591914E4}" srcOrd="2" destOrd="0" presId="urn:microsoft.com/office/officeart/2018/2/layout/IconVerticalSolidList"/>
    <dgm:cxn modelId="{BAB01F97-5FA2-4023-98D3-CEC968DC93FF}" type="presParOf" srcId="{FBA792D2-41AA-4A8F-B8B6-77DA591914E4}" destId="{2E819FDD-2B44-45E5-AC0E-3315924A379B}" srcOrd="0" destOrd="0" presId="urn:microsoft.com/office/officeart/2018/2/layout/IconVerticalSolidList"/>
    <dgm:cxn modelId="{D25ACDC5-84A7-4ED5-8F02-84C931A11053}" type="presParOf" srcId="{FBA792D2-41AA-4A8F-B8B6-77DA591914E4}" destId="{A9F40DF2-1247-487F-BC90-C8C011238B97}" srcOrd="1" destOrd="0" presId="urn:microsoft.com/office/officeart/2018/2/layout/IconVerticalSolidList"/>
    <dgm:cxn modelId="{8F52333C-DD4E-41A8-A426-7D2802E71346}" type="presParOf" srcId="{FBA792D2-41AA-4A8F-B8B6-77DA591914E4}" destId="{52BB7B12-7F05-4EED-9B54-1CA915915A0D}" srcOrd="2" destOrd="0" presId="urn:microsoft.com/office/officeart/2018/2/layout/IconVerticalSolidList"/>
    <dgm:cxn modelId="{7CE56574-9E9C-4C28-ACBF-EEBC295402F3}" type="presParOf" srcId="{FBA792D2-41AA-4A8F-B8B6-77DA591914E4}" destId="{815B2217-34D8-4316-BBFC-3C0BF1E98E09}" srcOrd="3" destOrd="0" presId="urn:microsoft.com/office/officeart/2018/2/layout/IconVerticalSolidList"/>
    <dgm:cxn modelId="{9E420190-9DF2-44A2-8098-6B7F8084BE2D}" type="presParOf" srcId="{1C68A2DB-3D2C-4112-85BA-987E278841AF}" destId="{2E89B644-7960-481C-A13E-96B7CE6C622D}" srcOrd="3" destOrd="0" presId="urn:microsoft.com/office/officeart/2018/2/layout/IconVerticalSolidList"/>
    <dgm:cxn modelId="{3E823850-8CB7-4A6C-A8C5-12574933A47C}" type="presParOf" srcId="{1C68A2DB-3D2C-4112-85BA-987E278841AF}" destId="{E3FA35C6-986A-4132-8A04-E24920F9F282}" srcOrd="4" destOrd="0" presId="urn:microsoft.com/office/officeart/2018/2/layout/IconVerticalSolidList"/>
    <dgm:cxn modelId="{BEE49BA8-ACF0-475D-8F4C-BF5B965705EC}" type="presParOf" srcId="{E3FA35C6-986A-4132-8A04-E24920F9F282}" destId="{C6734909-A95F-41B0-971C-0F5EA9CD8EB5}" srcOrd="0" destOrd="0" presId="urn:microsoft.com/office/officeart/2018/2/layout/IconVerticalSolidList"/>
    <dgm:cxn modelId="{F085175F-E034-438B-9AD2-1FC6906E0920}" type="presParOf" srcId="{E3FA35C6-986A-4132-8A04-E24920F9F282}" destId="{93826639-3CED-4C0E-8B56-4BBFE7AF0B7B}" srcOrd="1" destOrd="0" presId="urn:microsoft.com/office/officeart/2018/2/layout/IconVerticalSolidList"/>
    <dgm:cxn modelId="{72033AF1-96FB-479E-B0FE-332FA29A3A0F}" type="presParOf" srcId="{E3FA35C6-986A-4132-8A04-E24920F9F282}" destId="{4912775D-524C-4055-8D03-F90C367FC921}" srcOrd="2" destOrd="0" presId="urn:microsoft.com/office/officeart/2018/2/layout/IconVerticalSolidList"/>
    <dgm:cxn modelId="{263CCB70-055B-4214-91EE-B00E0EB028AD}" type="presParOf" srcId="{E3FA35C6-986A-4132-8A04-E24920F9F282}" destId="{CFBA9C8E-9940-4858-8C72-B1D1483D0DDC}" srcOrd="3" destOrd="0" presId="urn:microsoft.com/office/officeart/2018/2/layout/IconVerticalSolidList"/>
    <dgm:cxn modelId="{53A94E89-4A19-4C80-B6DC-DCC7F4AE39D6}" type="presParOf" srcId="{1C68A2DB-3D2C-4112-85BA-987E278841AF}" destId="{1F6D6C0C-BDD9-4B6E-B2B9-6135AD2CF8A6}" srcOrd="5" destOrd="0" presId="urn:microsoft.com/office/officeart/2018/2/layout/IconVerticalSolidList"/>
    <dgm:cxn modelId="{46ED525A-8B42-48BE-9093-C8BD95807060}" type="presParOf" srcId="{1C68A2DB-3D2C-4112-85BA-987E278841AF}" destId="{A1F45CA4-7BF5-453D-81C4-600C0A16832E}" srcOrd="6" destOrd="0" presId="urn:microsoft.com/office/officeart/2018/2/layout/IconVerticalSolidList"/>
    <dgm:cxn modelId="{831AD16F-FDE9-4F71-AF92-324E8BBC5A21}" type="presParOf" srcId="{A1F45CA4-7BF5-453D-81C4-600C0A16832E}" destId="{36F3030B-5CD9-4022-9DDD-0CFB8C251697}" srcOrd="0" destOrd="0" presId="urn:microsoft.com/office/officeart/2018/2/layout/IconVerticalSolidList"/>
    <dgm:cxn modelId="{55BD6E3D-94AE-4CAB-99E8-FE6AD133C3C8}" type="presParOf" srcId="{A1F45CA4-7BF5-453D-81C4-600C0A16832E}" destId="{CD45A681-CFFD-4E6F-A109-EA5BE067536A}" srcOrd="1" destOrd="0" presId="urn:microsoft.com/office/officeart/2018/2/layout/IconVerticalSolidList"/>
    <dgm:cxn modelId="{EF42C1ED-73AC-4D6A-937A-36C65508B94F}" type="presParOf" srcId="{A1F45CA4-7BF5-453D-81C4-600C0A16832E}" destId="{23D5D0CD-6D1D-4FCB-A42D-48E766A32EF0}" srcOrd="2" destOrd="0" presId="urn:microsoft.com/office/officeart/2018/2/layout/IconVerticalSolidList"/>
    <dgm:cxn modelId="{FA326903-5B99-4BF6-AA77-5A7E3AA8C990}" type="presParOf" srcId="{A1F45CA4-7BF5-453D-81C4-600C0A16832E}" destId="{709906B5-387D-449A-94D7-FA505633E2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7BCD5BE-2FFF-4327-990F-A75D3FEC985F}" type="doc">
      <dgm:prSet loTypeId="urn:microsoft.com/office/officeart/2018/2/layout/IconVerticalSolidList" loCatId="icon" qsTypeId="urn:microsoft.com/office/officeart/2005/8/quickstyle/simple1#14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32E0FF5-4C29-4DBA-9B1E-6F156CF208A2}">
      <dgm:prSet/>
      <dgm:spPr/>
      <dgm:t>
        <a:bodyPr/>
        <a:lstStyle/>
        <a:p>
          <a:r>
            <a:rPr lang="en-US" b="1" i="0" baseline="0"/>
            <a:t>User enters a domain name.</a:t>
          </a:r>
          <a:endParaRPr lang="en-US"/>
        </a:p>
      </dgm:t>
    </dgm:pt>
    <dgm:pt modelId="{BF03E55C-5F83-40F9-B12C-2D5B64D06350}" type="parTrans" cxnId="{D8A23BF0-D0C2-4EA2-8908-4FF634936CCF}">
      <dgm:prSet/>
      <dgm:spPr/>
      <dgm:t>
        <a:bodyPr/>
        <a:lstStyle/>
        <a:p>
          <a:endParaRPr lang="en-US"/>
        </a:p>
      </dgm:t>
    </dgm:pt>
    <dgm:pt modelId="{7DAD4512-2D42-4513-AD3A-3A2B7427FCFB}" type="sibTrans" cxnId="{D8A23BF0-D0C2-4EA2-8908-4FF634936CCF}">
      <dgm:prSet/>
      <dgm:spPr/>
      <dgm:t>
        <a:bodyPr/>
        <a:lstStyle/>
        <a:p>
          <a:endParaRPr lang="en-US"/>
        </a:p>
      </dgm:t>
    </dgm:pt>
    <dgm:pt modelId="{4403D637-ABC7-49FE-BA98-41085350F6D0}">
      <dgm:prSet/>
      <dgm:spPr/>
      <dgm:t>
        <a:bodyPr/>
        <a:lstStyle/>
        <a:p>
          <a:r>
            <a:rPr lang="en-US" b="1" i="0" baseline="0"/>
            <a:t>DNS resolver receives the query.</a:t>
          </a:r>
          <a:endParaRPr lang="en-US"/>
        </a:p>
      </dgm:t>
    </dgm:pt>
    <dgm:pt modelId="{CE122C46-4582-467F-B6CC-60B12AABCDAF}" type="parTrans" cxnId="{DFFC61C8-565C-4485-81B3-753DA8CE25D9}">
      <dgm:prSet/>
      <dgm:spPr/>
      <dgm:t>
        <a:bodyPr/>
        <a:lstStyle/>
        <a:p>
          <a:endParaRPr lang="en-US"/>
        </a:p>
      </dgm:t>
    </dgm:pt>
    <dgm:pt modelId="{ADA2CE79-7105-4766-A611-5C3B1E5BD977}" type="sibTrans" cxnId="{DFFC61C8-565C-4485-81B3-753DA8CE25D9}">
      <dgm:prSet/>
      <dgm:spPr/>
      <dgm:t>
        <a:bodyPr/>
        <a:lstStyle/>
        <a:p>
          <a:endParaRPr lang="en-US"/>
        </a:p>
      </dgm:t>
    </dgm:pt>
    <dgm:pt modelId="{F4B01E36-6202-491F-BA72-A0114066967C}">
      <dgm:prSet/>
      <dgm:spPr/>
      <dgm:t>
        <a:bodyPr/>
        <a:lstStyle/>
        <a:p>
          <a:r>
            <a:rPr lang="en-US" b="1" i="0" baseline="0"/>
            <a:t>DNS hierarchy is consulted as needed.</a:t>
          </a:r>
          <a:endParaRPr lang="en-US"/>
        </a:p>
      </dgm:t>
    </dgm:pt>
    <dgm:pt modelId="{09883D92-16DB-4ACB-B78E-89EF49E17FBC}" type="parTrans" cxnId="{1634A01D-DA14-477D-A2F2-1BE6641517A3}">
      <dgm:prSet/>
      <dgm:spPr/>
      <dgm:t>
        <a:bodyPr/>
        <a:lstStyle/>
        <a:p>
          <a:endParaRPr lang="en-US"/>
        </a:p>
      </dgm:t>
    </dgm:pt>
    <dgm:pt modelId="{0A27C10C-48EE-46D8-BA9D-88BF68B6D6DB}" type="sibTrans" cxnId="{1634A01D-DA14-477D-A2F2-1BE6641517A3}">
      <dgm:prSet/>
      <dgm:spPr/>
      <dgm:t>
        <a:bodyPr/>
        <a:lstStyle/>
        <a:p>
          <a:endParaRPr lang="en-US"/>
        </a:p>
      </dgm:t>
    </dgm:pt>
    <dgm:pt modelId="{979BB712-12AE-4319-8501-C2E3D8215532}">
      <dgm:prSet/>
      <dgm:spPr/>
      <dgm:t>
        <a:bodyPr/>
        <a:lstStyle/>
        <a:p>
          <a:r>
            <a:rPr lang="en-US" b="1" i="0" baseline="0"/>
            <a:t>Authoritative DNS provides the requested record.</a:t>
          </a:r>
          <a:endParaRPr lang="en-US"/>
        </a:p>
      </dgm:t>
    </dgm:pt>
    <dgm:pt modelId="{D33AB933-7F7A-4A2B-8BA0-06D08A18D74D}" type="parTrans" cxnId="{1D527757-7D87-4DCF-9353-A48AE4D7C468}">
      <dgm:prSet/>
      <dgm:spPr/>
      <dgm:t>
        <a:bodyPr/>
        <a:lstStyle/>
        <a:p>
          <a:endParaRPr lang="en-US"/>
        </a:p>
      </dgm:t>
    </dgm:pt>
    <dgm:pt modelId="{07AB9343-B3F2-489B-8B85-6704F27B0665}" type="sibTrans" cxnId="{1D527757-7D87-4DCF-9353-A48AE4D7C468}">
      <dgm:prSet/>
      <dgm:spPr/>
      <dgm:t>
        <a:bodyPr/>
        <a:lstStyle/>
        <a:p>
          <a:endParaRPr lang="en-US"/>
        </a:p>
      </dgm:t>
    </dgm:pt>
    <dgm:pt modelId="{42A44DF4-8EA5-44BD-B48C-8A54D42B6E05}">
      <dgm:prSet/>
      <dgm:spPr/>
      <dgm:t>
        <a:bodyPr/>
        <a:lstStyle/>
        <a:p>
          <a:r>
            <a:rPr lang="en-US" b="1" i="0" baseline="0"/>
            <a:t>IP address is returned to the client.</a:t>
          </a:r>
          <a:endParaRPr lang="en-US"/>
        </a:p>
      </dgm:t>
    </dgm:pt>
    <dgm:pt modelId="{B79C52FE-EBD8-4D3B-99A2-0B8B7B4952C8}" type="parTrans" cxnId="{717137CA-F732-440D-A413-6BF8AA0D4D4D}">
      <dgm:prSet/>
      <dgm:spPr/>
      <dgm:t>
        <a:bodyPr/>
        <a:lstStyle/>
        <a:p>
          <a:endParaRPr lang="en-US"/>
        </a:p>
      </dgm:t>
    </dgm:pt>
    <dgm:pt modelId="{CA417881-DCCD-472D-BFFF-C1E8B5858D8C}" type="sibTrans" cxnId="{717137CA-F732-440D-A413-6BF8AA0D4D4D}">
      <dgm:prSet/>
      <dgm:spPr/>
      <dgm:t>
        <a:bodyPr/>
        <a:lstStyle/>
        <a:p>
          <a:endParaRPr lang="en-US"/>
        </a:p>
      </dgm:t>
    </dgm:pt>
    <dgm:pt modelId="{2CDED799-D823-422B-A19F-2C8AEBE7DA45}">
      <dgm:prSet/>
      <dgm:spPr/>
      <dgm:t>
        <a:bodyPr/>
        <a:lstStyle/>
        <a:p>
          <a:r>
            <a:rPr lang="en-US" b="1" i="0" baseline="0"/>
            <a:t>Common DNS records: A, AAAA, CNAME, MX, NS and TXT</a:t>
          </a:r>
          <a:endParaRPr lang="en-US"/>
        </a:p>
      </dgm:t>
    </dgm:pt>
    <dgm:pt modelId="{8201DBF8-F03D-4C13-98A0-D21DA03814AF}" type="parTrans" cxnId="{C158BC39-5A9D-4A75-8545-06691AA0AF83}">
      <dgm:prSet/>
      <dgm:spPr/>
      <dgm:t>
        <a:bodyPr/>
        <a:lstStyle/>
        <a:p>
          <a:endParaRPr lang="en-US"/>
        </a:p>
      </dgm:t>
    </dgm:pt>
    <dgm:pt modelId="{6B38E6EB-B744-4AB7-897A-E53B8FBE87AA}" type="sibTrans" cxnId="{C158BC39-5A9D-4A75-8545-06691AA0AF83}">
      <dgm:prSet/>
      <dgm:spPr/>
      <dgm:t>
        <a:bodyPr/>
        <a:lstStyle/>
        <a:p>
          <a:endParaRPr lang="en-US"/>
        </a:p>
      </dgm:t>
    </dgm:pt>
    <dgm:pt modelId="{10594B71-18B3-417E-A95F-22B295AF8627}" type="pres">
      <dgm:prSet presAssocID="{A7BCD5BE-2FFF-4327-990F-A75D3FEC985F}" presName="root" presStyleCnt="0">
        <dgm:presLayoutVars>
          <dgm:dir/>
          <dgm:resizeHandles val="exact"/>
        </dgm:presLayoutVars>
      </dgm:prSet>
      <dgm:spPr/>
    </dgm:pt>
    <dgm:pt modelId="{FE66F1E4-C44E-47CB-9873-5E533E575A0B}" type="pres">
      <dgm:prSet presAssocID="{B32E0FF5-4C29-4DBA-9B1E-6F156CF208A2}" presName="compNode" presStyleCnt="0"/>
      <dgm:spPr/>
    </dgm:pt>
    <dgm:pt modelId="{59CDD049-20F9-4234-96DA-54E563C14E02}" type="pres">
      <dgm:prSet presAssocID="{B32E0FF5-4C29-4DBA-9B1E-6F156CF208A2}" presName="bgRect" presStyleLbl="bgShp" presStyleIdx="0" presStyleCnt="6"/>
      <dgm:spPr/>
    </dgm:pt>
    <dgm:pt modelId="{0509E24D-E17D-4E2C-9294-35672426F615}" type="pres">
      <dgm:prSet presAssocID="{B32E0FF5-4C29-4DBA-9B1E-6F156CF208A2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03D8EC5-F80C-42ED-B1F2-E34AA0B821E1}" type="pres">
      <dgm:prSet presAssocID="{B32E0FF5-4C29-4DBA-9B1E-6F156CF208A2}" presName="spaceRect" presStyleCnt="0"/>
      <dgm:spPr/>
    </dgm:pt>
    <dgm:pt modelId="{2980DC79-100A-4F5A-898C-42DB758D8C1D}" type="pres">
      <dgm:prSet presAssocID="{B32E0FF5-4C29-4DBA-9B1E-6F156CF208A2}" presName="parTx" presStyleLbl="revTx" presStyleIdx="0" presStyleCnt="6">
        <dgm:presLayoutVars>
          <dgm:chMax val="0"/>
          <dgm:chPref val="0"/>
        </dgm:presLayoutVars>
      </dgm:prSet>
      <dgm:spPr/>
    </dgm:pt>
    <dgm:pt modelId="{4D5B7910-DEB1-484E-8338-1F5C1646B2CC}" type="pres">
      <dgm:prSet presAssocID="{7DAD4512-2D42-4513-AD3A-3A2B7427FCFB}" presName="sibTrans" presStyleCnt="0"/>
      <dgm:spPr/>
    </dgm:pt>
    <dgm:pt modelId="{B52E8113-CEF6-4DA8-B3F8-5B4DC26B37C3}" type="pres">
      <dgm:prSet presAssocID="{4403D637-ABC7-49FE-BA98-41085350F6D0}" presName="compNode" presStyleCnt="0"/>
      <dgm:spPr/>
    </dgm:pt>
    <dgm:pt modelId="{B557B433-AF6C-4E52-94D0-AE4E0F650B1E}" type="pres">
      <dgm:prSet presAssocID="{4403D637-ABC7-49FE-BA98-41085350F6D0}" presName="bgRect" presStyleLbl="bgShp" presStyleIdx="1" presStyleCnt="6"/>
      <dgm:spPr/>
    </dgm:pt>
    <dgm:pt modelId="{5ACE7958-34C9-40E2-8C46-3D0E28B5A2AE}" type="pres">
      <dgm:prSet presAssocID="{4403D637-ABC7-49FE-BA98-41085350F6D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368CE0B-92FA-4BCB-9013-707C9CA3D35C}" type="pres">
      <dgm:prSet presAssocID="{4403D637-ABC7-49FE-BA98-41085350F6D0}" presName="spaceRect" presStyleCnt="0"/>
      <dgm:spPr/>
    </dgm:pt>
    <dgm:pt modelId="{3A8F6880-1D5A-443D-ABBE-D0892394BC04}" type="pres">
      <dgm:prSet presAssocID="{4403D637-ABC7-49FE-BA98-41085350F6D0}" presName="parTx" presStyleLbl="revTx" presStyleIdx="1" presStyleCnt="6">
        <dgm:presLayoutVars>
          <dgm:chMax val="0"/>
          <dgm:chPref val="0"/>
        </dgm:presLayoutVars>
      </dgm:prSet>
      <dgm:spPr/>
    </dgm:pt>
    <dgm:pt modelId="{BFCFC9E0-760D-480C-A471-64925B86DD0E}" type="pres">
      <dgm:prSet presAssocID="{ADA2CE79-7105-4766-A611-5C3B1E5BD977}" presName="sibTrans" presStyleCnt="0"/>
      <dgm:spPr/>
    </dgm:pt>
    <dgm:pt modelId="{CADED91D-2C65-40B5-996E-80F143C97119}" type="pres">
      <dgm:prSet presAssocID="{F4B01E36-6202-491F-BA72-A0114066967C}" presName="compNode" presStyleCnt="0"/>
      <dgm:spPr/>
    </dgm:pt>
    <dgm:pt modelId="{F08E8D3F-2B64-4525-8C5A-332B8DA03B2F}" type="pres">
      <dgm:prSet presAssocID="{F4B01E36-6202-491F-BA72-A0114066967C}" presName="bgRect" presStyleLbl="bgShp" presStyleIdx="2" presStyleCnt="6"/>
      <dgm:spPr/>
    </dgm:pt>
    <dgm:pt modelId="{DDBD61E9-EDDB-4580-A597-15C548CDD41B}" type="pres">
      <dgm:prSet presAssocID="{F4B01E36-6202-491F-BA72-A0114066967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F4DD97A-DED2-48B6-B254-D7F65CA71251}" type="pres">
      <dgm:prSet presAssocID="{F4B01E36-6202-491F-BA72-A0114066967C}" presName="spaceRect" presStyleCnt="0"/>
      <dgm:spPr/>
    </dgm:pt>
    <dgm:pt modelId="{8174FBF3-54FE-4C45-B6D8-70CCD60890DD}" type="pres">
      <dgm:prSet presAssocID="{F4B01E36-6202-491F-BA72-A0114066967C}" presName="parTx" presStyleLbl="revTx" presStyleIdx="2" presStyleCnt="6">
        <dgm:presLayoutVars>
          <dgm:chMax val="0"/>
          <dgm:chPref val="0"/>
        </dgm:presLayoutVars>
      </dgm:prSet>
      <dgm:spPr/>
    </dgm:pt>
    <dgm:pt modelId="{2B480676-C61D-4285-8F34-6DD5EAEDD7CA}" type="pres">
      <dgm:prSet presAssocID="{0A27C10C-48EE-46D8-BA9D-88BF68B6D6DB}" presName="sibTrans" presStyleCnt="0"/>
      <dgm:spPr/>
    </dgm:pt>
    <dgm:pt modelId="{1A0803BD-410C-4D82-B18A-34875DC4815D}" type="pres">
      <dgm:prSet presAssocID="{979BB712-12AE-4319-8501-C2E3D8215532}" presName="compNode" presStyleCnt="0"/>
      <dgm:spPr/>
    </dgm:pt>
    <dgm:pt modelId="{3C70D406-A153-4285-9C7C-10E3C6EDBA2A}" type="pres">
      <dgm:prSet presAssocID="{979BB712-12AE-4319-8501-C2E3D8215532}" presName="bgRect" presStyleLbl="bgShp" presStyleIdx="3" presStyleCnt="6"/>
      <dgm:spPr/>
    </dgm:pt>
    <dgm:pt modelId="{EA45835B-B6AE-4373-862D-5D1D7E782B23}" type="pres">
      <dgm:prSet presAssocID="{979BB712-12AE-4319-8501-C2E3D821553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CB755A01-3BB6-45A5-BB80-B8E8A46660C2}" type="pres">
      <dgm:prSet presAssocID="{979BB712-12AE-4319-8501-C2E3D8215532}" presName="spaceRect" presStyleCnt="0"/>
      <dgm:spPr/>
    </dgm:pt>
    <dgm:pt modelId="{654FDDBD-C52A-4255-86FA-90EBD5E672FA}" type="pres">
      <dgm:prSet presAssocID="{979BB712-12AE-4319-8501-C2E3D8215532}" presName="parTx" presStyleLbl="revTx" presStyleIdx="3" presStyleCnt="6">
        <dgm:presLayoutVars>
          <dgm:chMax val="0"/>
          <dgm:chPref val="0"/>
        </dgm:presLayoutVars>
      </dgm:prSet>
      <dgm:spPr/>
    </dgm:pt>
    <dgm:pt modelId="{7B0CB61A-3D54-48D9-B1AC-437AE24443FC}" type="pres">
      <dgm:prSet presAssocID="{07AB9343-B3F2-489B-8B85-6704F27B0665}" presName="sibTrans" presStyleCnt="0"/>
      <dgm:spPr/>
    </dgm:pt>
    <dgm:pt modelId="{A1F4F650-DE21-427E-BBA4-A9724568D7D7}" type="pres">
      <dgm:prSet presAssocID="{42A44DF4-8EA5-44BD-B48C-8A54D42B6E05}" presName="compNode" presStyleCnt="0"/>
      <dgm:spPr/>
    </dgm:pt>
    <dgm:pt modelId="{4078BF26-3015-4DD2-93C9-557026714C21}" type="pres">
      <dgm:prSet presAssocID="{42A44DF4-8EA5-44BD-B48C-8A54D42B6E05}" presName="bgRect" presStyleLbl="bgShp" presStyleIdx="4" presStyleCnt="6"/>
      <dgm:spPr/>
    </dgm:pt>
    <dgm:pt modelId="{6E33E395-8950-4EC1-973F-1D0AC30D77D0}" type="pres">
      <dgm:prSet presAssocID="{42A44DF4-8EA5-44BD-B48C-8A54D42B6E0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46CE20D-C0CE-4C14-BFC2-36D7089C9538}" type="pres">
      <dgm:prSet presAssocID="{42A44DF4-8EA5-44BD-B48C-8A54D42B6E05}" presName="spaceRect" presStyleCnt="0"/>
      <dgm:spPr/>
    </dgm:pt>
    <dgm:pt modelId="{B7080B29-7F98-4ABE-9C09-B5717CC81914}" type="pres">
      <dgm:prSet presAssocID="{42A44DF4-8EA5-44BD-B48C-8A54D42B6E05}" presName="parTx" presStyleLbl="revTx" presStyleIdx="4" presStyleCnt="6">
        <dgm:presLayoutVars>
          <dgm:chMax val="0"/>
          <dgm:chPref val="0"/>
        </dgm:presLayoutVars>
      </dgm:prSet>
      <dgm:spPr/>
    </dgm:pt>
    <dgm:pt modelId="{1965FBDC-839B-40D7-AA95-681CC62820F3}" type="pres">
      <dgm:prSet presAssocID="{CA417881-DCCD-472D-BFFF-C1E8B5858D8C}" presName="sibTrans" presStyleCnt="0"/>
      <dgm:spPr/>
    </dgm:pt>
    <dgm:pt modelId="{6F1EC92C-9C6F-4A29-A318-14A11B1BBF0F}" type="pres">
      <dgm:prSet presAssocID="{2CDED799-D823-422B-A19F-2C8AEBE7DA45}" presName="compNode" presStyleCnt="0"/>
      <dgm:spPr/>
    </dgm:pt>
    <dgm:pt modelId="{F0D6FA52-EA18-416E-ADA4-FDC79E1CEEE4}" type="pres">
      <dgm:prSet presAssocID="{2CDED799-D823-422B-A19F-2C8AEBE7DA45}" presName="bgRect" presStyleLbl="bgShp" presStyleIdx="5" presStyleCnt="6"/>
      <dgm:spPr/>
    </dgm:pt>
    <dgm:pt modelId="{7598CAAC-5D1F-49AC-9CC8-3DAD1C386CDA}" type="pres">
      <dgm:prSet presAssocID="{2CDED799-D823-422B-A19F-2C8AEBE7DA4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1D7A142-81C1-44FA-A020-B02A205C719D}" type="pres">
      <dgm:prSet presAssocID="{2CDED799-D823-422B-A19F-2C8AEBE7DA45}" presName="spaceRect" presStyleCnt="0"/>
      <dgm:spPr/>
    </dgm:pt>
    <dgm:pt modelId="{AD5D856D-156B-442F-98C1-CEA7B7C9163A}" type="pres">
      <dgm:prSet presAssocID="{2CDED799-D823-422B-A19F-2C8AEBE7DA4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51F7C0A-D8FF-4F61-9971-94C098119397}" type="presOf" srcId="{4403D637-ABC7-49FE-BA98-41085350F6D0}" destId="{3A8F6880-1D5A-443D-ABBE-D0892394BC04}" srcOrd="0" destOrd="0" presId="urn:microsoft.com/office/officeart/2018/2/layout/IconVerticalSolidList"/>
    <dgm:cxn modelId="{1634A01D-DA14-477D-A2F2-1BE6641517A3}" srcId="{A7BCD5BE-2FFF-4327-990F-A75D3FEC985F}" destId="{F4B01E36-6202-491F-BA72-A0114066967C}" srcOrd="2" destOrd="0" parTransId="{09883D92-16DB-4ACB-B78E-89EF49E17FBC}" sibTransId="{0A27C10C-48EE-46D8-BA9D-88BF68B6D6DB}"/>
    <dgm:cxn modelId="{D9BACF34-F296-435E-91CF-AA9932854ECC}" type="presOf" srcId="{B32E0FF5-4C29-4DBA-9B1E-6F156CF208A2}" destId="{2980DC79-100A-4F5A-898C-42DB758D8C1D}" srcOrd="0" destOrd="0" presId="urn:microsoft.com/office/officeart/2018/2/layout/IconVerticalSolidList"/>
    <dgm:cxn modelId="{C158BC39-5A9D-4A75-8545-06691AA0AF83}" srcId="{A7BCD5BE-2FFF-4327-990F-A75D3FEC985F}" destId="{2CDED799-D823-422B-A19F-2C8AEBE7DA45}" srcOrd="5" destOrd="0" parTransId="{8201DBF8-F03D-4C13-98A0-D21DA03814AF}" sibTransId="{6B38E6EB-B744-4AB7-897A-E53B8FBE87AA}"/>
    <dgm:cxn modelId="{5D79053D-9416-4FEC-A0A2-EE42796BD7BB}" type="presOf" srcId="{A7BCD5BE-2FFF-4327-990F-A75D3FEC985F}" destId="{10594B71-18B3-417E-A95F-22B295AF8627}" srcOrd="0" destOrd="0" presId="urn:microsoft.com/office/officeart/2018/2/layout/IconVerticalSolidList"/>
    <dgm:cxn modelId="{1D527757-7D87-4DCF-9353-A48AE4D7C468}" srcId="{A7BCD5BE-2FFF-4327-990F-A75D3FEC985F}" destId="{979BB712-12AE-4319-8501-C2E3D8215532}" srcOrd="3" destOrd="0" parTransId="{D33AB933-7F7A-4A2B-8BA0-06D08A18D74D}" sibTransId="{07AB9343-B3F2-489B-8B85-6704F27B0665}"/>
    <dgm:cxn modelId="{C56971B8-F22A-46EA-869B-3192CAFD531C}" type="presOf" srcId="{F4B01E36-6202-491F-BA72-A0114066967C}" destId="{8174FBF3-54FE-4C45-B6D8-70CCD60890DD}" srcOrd="0" destOrd="0" presId="urn:microsoft.com/office/officeart/2018/2/layout/IconVerticalSolidList"/>
    <dgm:cxn modelId="{01B9E5BD-5448-4FEE-BDFC-E7890014E29C}" type="presOf" srcId="{42A44DF4-8EA5-44BD-B48C-8A54D42B6E05}" destId="{B7080B29-7F98-4ABE-9C09-B5717CC81914}" srcOrd="0" destOrd="0" presId="urn:microsoft.com/office/officeart/2018/2/layout/IconVerticalSolidList"/>
    <dgm:cxn modelId="{A731CCC0-00CC-46CA-B0E8-3697789E96CB}" type="presOf" srcId="{979BB712-12AE-4319-8501-C2E3D8215532}" destId="{654FDDBD-C52A-4255-86FA-90EBD5E672FA}" srcOrd="0" destOrd="0" presId="urn:microsoft.com/office/officeart/2018/2/layout/IconVerticalSolidList"/>
    <dgm:cxn modelId="{DFFC61C8-565C-4485-81B3-753DA8CE25D9}" srcId="{A7BCD5BE-2FFF-4327-990F-A75D3FEC985F}" destId="{4403D637-ABC7-49FE-BA98-41085350F6D0}" srcOrd="1" destOrd="0" parTransId="{CE122C46-4582-467F-B6CC-60B12AABCDAF}" sibTransId="{ADA2CE79-7105-4766-A611-5C3B1E5BD977}"/>
    <dgm:cxn modelId="{717137CA-F732-440D-A413-6BF8AA0D4D4D}" srcId="{A7BCD5BE-2FFF-4327-990F-A75D3FEC985F}" destId="{42A44DF4-8EA5-44BD-B48C-8A54D42B6E05}" srcOrd="4" destOrd="0" parTransId="{B79C52FE-EBD8-4D3B-99A2-0B8B7B4952C8}" sibTransId="{CA417881-DCCD-472D-BFFF-C1E8B5858D8C}"/>
    <dgm:cxn modelId="{F77E6ACC-F9ED-41FB-8697-5F3BA9E32FD3}" type="presOf" srcId="{2CDED799-D823-422B-A19F-2C8AEBE7DA45}" destId="{AD5D856D-156B-442F-98C1-CEA7B7C9163A}" srcOrd="0" destOrd="0" presId="urn:microsoft.com/office/officeart/2018/2/layout/IconVerticalSolidList"/>
    <dgm:cxn modelId="{D8A23BF0-D0C2-4EA2-8908-4FF634936CCF}" srcId="{A7BCD5BE-2FFF-4327-990F-A75D3FEC985F}" destId="{B32E0FF5-4C29-4DBA-9B1E-6F156CF208A2}" srcOrd="0" destOrd="0" parTransId="{BF03E55C-5F83-40F9-B12C-2D5B64D06350}" sibTransId="{7DAD4512-2D42-4513-AD3A-3A2B7427FCFB}"/>
    <dgm:cxn modelId="{7DEC3430-762A-4A0C-B82E-9D0BCB4E5D18}" type="presParOf" srcId="{10594B71-18B3-417E-A95F-22B295AF8627}" destId="{FE66F1E4-C44E-47CB-9873-5E533E575A0B}" srcOrd="0" destOrd="0" presId="urn:microsoft.com/office/officeart/2018/2/layout/IconVerticalSolidList"/>
    <dgm:cxn modelId="{BFD28E49-27C1-468A-93FA-DCACD4CC2DE5}" type="presParOf" srcId="{FE66F1E4-C44E-47CB-9873-5E533E575A0B}" destId="{59CDD049-20F9-4234-96DA-54E563C14E02}" srcOrd="0" destOrd="0" presId="urn:microsoft.com/office/officeart/2018/2/layout/IconVerticalSolidList"/>
    <dgm:cxn modelId="{B1513696-D87C-4BFB-A7CF-27A2ADA58CE9}" type="presParOf" srcId="{FE66F1E4-C44E-47CB-9873-5E533E575A0B}" destId="{0509E24D-E17D-4E2C-9294-35672426F615}" srcOrd="1" destOrd="0" presId="urn:microsoft.com/office/officeart/2018/2/layout/IconVerticalSolidList"/>
    <dgm:cxn modelId="{C84AECFE-66B9-4123-B4F6-F6CA1B6FB214}" type="presParOf" srcId="{FE66F1E4-C44E-47CB-9873-5E533E575A0B}" destId="{303D8EC5-F80C-42ED-B1F2-E34AA0B821E1}" srcOrd="2" destOrd="0" presId="urn:microsoft.com/office/officeart/2018/2/layout/IconVerticalSolidList"/>
    <dgm:cxn modelId="{96F83A00-595E-4C43-8374-E0B9BE13AF3D}" type="presParOf" srcId="{FE66F1E4-C44E-47CB-9873-5E533E575A0B}" destId="{2980DC79-100A-4F5A-898C-42DB758D8C1D}" srcOrd="3" destOrd="0" presId="urn:microsoft.com/office/officeart/2018/2/layout/IconVerticalSolidList"/>
    <dgm:cxn modelId="{351B90FB-5033-4CCE-B37D-748C50430FC7}" type="presParOf" srcId="{10594B71-18B3-417E-A95F-22B295AF8627}" destId="{4D5B7910-DEB1-484E-8338-1F5C1646B2CC}" srcOrd="1" destOrd="0" presId="urn:microsoft.com/office/officeart/2018/2/layout/IconVerticalSolidList"/>
    <dgm:cxn modelId="{3F5B81D1-8326-41CD-8C6A-9EA6111B67F6}" type="presParOf" srcId="{10594B71-18B3-417E-A95F-22B295AF8627}" destId="{B52E8113-CEF6-4DA8-B3F8-5B4DC26B37C3}" srcOrd="2" destOrd="0" presId="urn:microsoft.com/office/officeart/2018/2/layout/IconVerticalSolidList"/>
    <dgm:cxn modelId="{00BB5CA3-45F2-42EF-99A1-51941641B5C6}" type="presParOf" srcId="{B52E8113-CEF6-4DA8-B3F8-5B4DC26B37C3}" destId="{B557B433-AF6C-4E52-94D0-AE4E0F650B1E}" srcOrd="0" destOrd="0" presId="urn:microsoft.com/office/officeart/2018/2/layout/IconVerticalSolidList"/>
    <dgm:cxn modelId="{C45A9DD0-7FC4-4777-8AFD-D097659F593F}" type="presParOf" srcId="{B52E8113-CEF6-4DA8-B3F8-5B4DC26B37C3}" destId="{5ACE7958-34C9-40E2-8C46-3D0E28B5A2AE}" srcOrd="1" destOrd="0" presId="urn:microsoft.com/office/officeart/2018/2/layout/IconVerticalSolidList"/>
    <dgm:cxn modelId="{94E73A92-4E5E-459C-B8FE-16F1C5C1CDB4}" type="presParOf" srcId="{B52E8113-CEF6-4DA8-B3F8-5B4DC26B37C3}" destId="{6368CE0B-92FA-4BCB-9013-707C9CA3D35C}" srcOrd="2" destOrd="0" presId="urn:microsoft.com/office/officeart/2018/2/layout/IconVerticalSolidList"/>
    <dgm:cxn modelId="{6C713BDC-BA14-41D5-B646-B606DD47C478}" type="presParOf" srcId="{B52E8113-CEF6-4DA8-B3F8-5B4DC26B37C3}" destId="{3A8F6880-1D5A-443D-ABBE-D0892394BC04}" srcOrd="3" destOrd="0" presId="urn:microsoft.com/office/officeart/2018/2/layout/IconVerticalSolidList"/>
    <dgm:cxn modelId="{623C2C4C-7908-4AB9-A74F-F89738349C21}" type="presParOf" srcId="{10594B71-18B3-417E-A95F-22B295AF8627}" destId="{BFCFC9E0-760D-480C-A471-64925B86DD0E}" srcOrd="3" destOrd="0" presId="urn:microsoft.com/office/officeart/2018/2/layout/IconVerticalSolidList"/>
    <dgm:cxn modelId="{8430ECF1-17E9-4EAD-BE66-A0F209CFB01A}" type="presParOf" srcId="{10594B71-18B3-417E-A95F-22B295AF8627}" destId="{CADED91D-2C65-40B5-996E-80F143C97119}" srcOrd="4" destOrd="0" presId="urn:microsoft.com/office/officeart/2018/2/layout/IconVerticalSolidList"/>
    <dgm:cxn modelId="{80D85E43-5759-4166-8895-DA6C5F58CA00}" type="presParOf" srcId="{CADED91D-2C65-40B5-996E-80F143C97119}" destId="{F08E8D3F-2B64-4525-8C5A-332B8DA03B2F}" srcOrd="0" destOrd="0" presId="urn:microsoft.com/office/officeart/2018/2/layout/IconVerticalSolidList"/>
    <dgm:cxn modelId="{1D2DB751-870E-49CD-95BF-06BF16280D81}" type="presParOf" srcId="{CADED91D-2C65-40B5-996E-80F143C97119}" destId="{DDBD61E9-EDDB-4580-A597-15C548CDD41B}" srcOrd="1" destOrd="0" presId="urn:microsoft.com/office/officeart/2018/2/layout/IconVerticalSolidList"/>
    <dgm:cxn modelId="{3D317AA5-BD27-4406-85FC-A2B01882A36D}" type="presParOf" srcId="{CADED91D-2C65-40B5-996E-80F143C97119}" destId="{1F4DD97A-DED2-48B6-B254-D7F65CA71251}" srcOrd="2" destOrd="0" presId="urn:microsoft.com/office/officeart/2018/2/layout/IconVerticalSolidList"/>
    <dgm:cxn modelId="{E685B029-E0CC-4D79-91C4-6543DDEFBBD7}" type="presParOf" srcId="{CADED91D-2C65-40B5-996E-80F143C97119}" destId="{8174FBF3-54FE-4C45-B6D8-70CCD60890DD}" srcOrd="3" destOrd="0" presId="urn:microsoft.com/office/officeart/2018/2/layout/IconVerticalSolidList"/>
    <dgm:cxn modelId="{C40552C6-3322-41A9-8C7F-B2DE567F8AFF}" type="presParOf" srcId="{10594B71-18B3-417E-A95F-22B295AF8627}" destId="{2B480676-C61D-4285-8F34-6DD5EAEDD7CA}" srcOrd="5" destOrd="0" presId="urn:microsoft.com/office/officeart/2018/2/layout/IconVerticalSolidList"/>
    <dgm:cxn modelId="{A488A7F7-8DD8-431A-9B53-7F826258AC96}" type="presParOf" srcId="{10594B71-18B3-417E-A95F-22B295AF8627}" destId="{1A0803BD-410C-4D82-B18A-34875DC4815D}" srcOrd="6" destOrd="0" presId="urn:microsoft.com/office/officeart/2018/2/layout/IconVerticalSolidList"/>
    <dgm:cxn modelId="{5E710C2F-1B97-4296-BD8C-2298B450F067}" type="presParOf" srcId="{1A0803BD-410C-4D82-B18A-34875DC4815D}" destId="{3C70D406-A153-4285-9C7C-10E3C6EDBA2A}" srcOrd="0" destOrd="0" presId="urn:microsoft.com/office/officeart/2018/2/layout/IconVerticalSolidList"/>
    <dgm:cxn modelId="{D56C3AF0-1A88-44E8-937B-20A63509BB7B}" type="presParOf" srcId="{1A0803BD-410C-4D82-B18A-34875DC4815D}" destId="{EA45835B-B6AE-4373-862D-5D1D7E782B23}" srcOrd="1" destOrd="0" presId="urn:microsoft.com/office/officeart/2018/2/layout/IconVerticalSolidList"/>
    <dgm:cxn modelId="{726348FD-0BB4-45F7-B8D7-AC3120E49B05}" type="presParOf" srcId="{1A0803BD-410C-4D82-B18A-34875DC4815D}" destId="{CB755A01-3BB6-45A5-BB80-B8E8A46660C2}" srcOrd="2" destOrd="0" presId="urn:microsoft.com/office/officeart/2018/2/layout/IconVerticalSolidList"/>
    <dgm:cxn modelId="{8069E286-A656-415E-B64A-4D7462BB7A80}" type="presParOf" srcId="{1A0803BD-410C-4D82-B18A-34875DC4815D}" destId="{654FDDBD-C52A-4255-86FA-90EBD5E672FA}" srcOrd="3" destOrd="0" presId="urn:microsoft.com/office/officeart/2018/2/layout/IconVerticalSolidList"/>
    <dgm:cxn modelId="{4DAE5F15-FB1A-46B4-8464-CB55FA979DDC}" type="presParOf" srcId="{10594B71-18B3-417E-A95F-22B295AF8627}" destId="{7B0CB61A-3D54-48D9-B1AC-437AE24443FC}" srcOrd="7" destOrd="0" presId="urn:microsoft.com/office/officeart/2018/2/layout/IconVerticalSolidList"/>
    <dgm:cxn modelId="{1A4BCB7D-9063-4E2C-A27B-F14FBC524502}" type="presParOf" srcId="{10594B71-18B3-417E-A95F-22B295AF8627}" destId="{A1F4F650-DE21-427E-BBA4-A9724568D7D7}" srcOrd="8" destOrd="0" presId="urn:microsoft.com/office/officeart/2018/2/layout/IconVerticalSolidList"/>
    <dgm:cxn modelId="{A2837FC0-B566-4C6F-A1B2-D0A6D853D3D9}" type="presParOf" srcId="{A1F4F650-DE21-427E-BBA4-A9724568D7D7}" destId="{4078BF26-3015-4DD2-93C9-557026714C21}" srcOrd="0" destOrd="0" presId="urn:microsoft.com/office/officeart/2018/2/layout/IconVerticalSolidList"/>
    <dgm:cxn modelId="{C5B77133-B331-4D49-AEF1-B6C3826BC93C}" type="presParOf" srcId="{A1F4F650-DE21-427E-BBA4-A9724568D7D7}" destId="{6E33E395-8950-4EC1-973F-1D0AC30D77D0}" srcOrd="1" destOrd="0" presId="urn:microsoft.com/office/officeart/2018/2/layout/IconVerticalSolidList"/>
    <dgm:cxn modelId="{4A72359C-0EEB-48AC-8EA5-6D6F464C9200}" type="presParOf" srcId="{A1F4F650-DE21-427E-BBA4-A9724568D7D7}" destId="{646CE20D-C0CE-4C14-BFC2-36D7089C9538}" srcOrd="2" destOrd="0" presId="urn:microsoft.com/office/officeart/2018/2/layout/IconVerticalSolidList"/>
    <dgm:cxn modelId="{0B9584A7-378F-4266-A040-92320B1BF95A}" type="presParOf" srcId="{A1F4F650-DE21-427E-BBA4-A9724568D7D7}" destId="{B7080B29-7F98-4ABE-9C09-B5717CC81914}" srcOrd="3" destOrd="0" presId="urn:microsoft.com/office/officeart/2018/2/layout/IconVerticalSolidList"/>
    <dgm:cxn modelId="{FC7B30B1-DA12-46F7-99FF-93816CF382B1}" type="presParOf" srcId="{10594B71-18B3-417E-A95F-22B295AF8627}" destId="{1965FBDC-839B-40D7-AA95-681CC62820F3}" srcOrd="9" destOrd="0" presId="urn:microsoft.com/office/officeart/2018/2/layout/IconVerticalSolidList"/>
    <dgm:cxn modelId="{B348D825-54C9-4D6D-92E9-69826D6B304F}" type="presParOf" srcId="{10594B71-18B3-417E-A95F-22B295AF8627}" destId="{6F1EC92C-9C6F-4A29-A318-14A11B1BBF0F}" srcOrd="10" destOrd="0" presId="urn:microsoft.com/office/officeart/2018/2/layout/IconVerticalSolidList"/>
    <dgm:cxn modelId="{7E3FC052-195C-4F59-A6B3-D3F8415E7D34}" type="presParOf" srcId="{6F1EC92C-9C6F-4A29-A318-14A11B1BBF0F}" destId="{F0D6FA52-EA18-416E-ADA4-FDC79E1CEEE4}" srcOrd="0" destOrd="0" presId="urn:microsoft.com/office/officeart/2018/2/layout/IconVerticalSolidList"/>
    <dgm:cxn modelId="{497611DC-5AC4-435C-ACCE-30B2D7BA399F}" type="presParOf" srcId="{6F1EC92C-9C6F-4A29-A318-14A11B1BBF0F}" destId="{7598CAAC-5D1F-49AC-9CC8-3DAD1C386CDA}" srcOrd="1" destOrd="0" presId="urn:microsoft.com/office/officeart/2018/2/layout/IconVerticalSolidList"/>
    <dgm:cxn modelId="{FD4E04C5-B265-46A0-B8D9-F28F4834AE93}" type="presParOf" srcId="{6F1EC92C-9C6F-4A29-A318-14A11B1BBF0F}" destId="{D1D7A142-81C1-44FA-A020-B02A205C719D}" srcOrd="2" destOrd="0" presId="urn:microsoft.com/office/officeart/2018/2/layout/IconVerticalSolidList"/>
    <dgm:cxn modelId="{F7691125-4D33-458F-8850-C456214F7DA0}" type="presParOf" srcId="{6F1EC92C-9C6F-4A29-A318-14A11B1BBF0F}" destId="{AD5D856D-156B-442F-98C1-CEA7B7C916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52BB97B-5D37-400A-85B6-9A75ED3D0A33}" type="doc">
      <dgm:prSet loTypeId="urn:microsoft.com/office/officeart/2005/8/layout/vList2" loCatId="list" qsTypeId="urn:microsoft.com/office/officeart/2005/8/quickstyle/simple1#15" qsCatId="simple" csTypeId="urn:microsoft.com/office/officeart/2005/8/colors/colorful5#7" csCatId="colorful"/>
      <dgm:spPr/>
      <dgm:t>
        <a:bodyPr/>
        <a:lstStyle/>
        <a:p>
          <a:endParaRPr lang="en-US"/>
        </a:p>
      </dgm:t>
    </dgm:pt>
    <dgm:pt modelId="{2A430A8F-C344-4649-978E-7163DD4151E8}">
      <dgm:prSet/>
      <dgm:spPr/>
      <dgm:t>
        <a:bodyPr/>
        <a:lstStyle/>
        <a:p>
          <a:r>
            <a:rPr lang="en-US" b="1" i="0" baseline="0"/>
            <a:t>NAT = Network Address Translation</a:t>
          </a:r>
          <a:endParaRPr lang="en-US"/>
        </a:p>
      </dgm:t>
    </dgm:pt>
    <dgm:pt modelId="{8526F08C-B09E-4B25-86BA-3DE29038914D}" type="parTrans" cxnId="{B84532FB-5EEA-49B0-A821-511FFE96FB6E}">
      <dgm:prSet/>
      <dgm:spPr/>
      <dgm:t>
        <a:bodyPr/>
        <a:lstStyle/>
        <a:p>
          <a:endParaRPr lang="en-US"/>
        </a:p>
      </dgm:t>
    </dgm:pt>
    <dgm:pt modelId="{027F974D-258B-4284-AFF6-167CECC4574D}" type="sibTrans" cxnId="{B84532FB-5EEA-49B0-A821-511FFE96FB6E}">
      <dgm:prSet/>
      <dgm:spPr/>
      <dgm:t>
        <a:bodyPr/>
        <a:lstStyle/>
        <a:p>
          <a:endParaRPr lang="en-US"/>
        </a:p>
      </dgm:t>
    </dgm:pt>
    <dgm:pt modelId="{DA0AA08B-8BE5-4986-9210-8765F0A55C47}">
      <dgm:prSet/>
      <dgm:spPr/>
      <dgm:t>
        <a:bodyPr/>
        <a:lstStyle/>
        <a:p>
          <a:r>
            <a:rPr lang="en-US" b="1" i="0" baseline="0"/>
            <a:t>Translates IP addresses between networks.</a:t>
          </a:r>
          <a:endParaRPr lang="en-US"/>
        </a:p>
      </dgm:t>
    </dgm:pt>
    <dgm:pt modelId="{78983D2C-DB02-403B-8BCA-1432DF5DE1BE}" type="parTrans" cxnId="{780C2E4A-9597-498D-84CE-C8D39C30F180}">
      <dgm:prSet/>
      <dgm:spPr/>
      <dgm:t>
        <a:bodyPr/>
        <a:lstStyle/>
        <a:p>
          <a:endParaRPr lang="en-US"/>
        </a:p>
      </dgm:t>
    </dgm:pt>
    <dgm:pt modelId="{ADA27C48-29BB-40B3-A2C7-3B308B12010D}" type="sibTrans" cxnId="{780C2E4A-9597-498D-84CE-C8D39C30F180}">
      <dgm:prSet/>
      <dgm:spPr/>
      <dgm:t>
        <a:bodyPr/>
        <a:lstStyle/>
        <a:p>
          <a:endParaRPr lang="en-US"/>
        </a:p>
      </dgm:t>
    </dgm:pt>
    <dgm:pt modelId="{A50E5F8C-D6C3-4168-B20C-B361403B7915}">
      <dgm:prSet/>
      <dgm:spPr/>
      <dgm:t>
        <a:bodyPr/>
        <a:lstStyle/>
        <a:p>
          <a:r>
            <a:rPr lang="en-US" b="1" i="0" baseline="0"/>
            <a:t>Common example: private IPv4 address → public IPv4 address</a:t>
          </a:r>
          <a:endParaRPr lang="en-US"/>
        </a:p>
      </dgm:t>
    </dgm:pt>
    <dgm:pt modelId="{FB96CDE2-BF51-4295-B66E-B7393BF11A09}" type="parTrans" cxnId="{D7A9EC2A-FEB9-462E-89D3-71E1FE5DC64D}">
      <dgm:prSet/>
      <dgm:spPr/>
      <dgm:t>
        <a:bodyPr/>
        <a:lstStyle/>
        <a:p>
          <a:endParaRPr lang="en-US"/>
        </a:p>
      </dgm:t>
    </dgm:pt>
    <dgm:pt modelId="{89467B74-C898-4886-84A0-6E0D05F6758B}" type="sibTrans" cxnId="{D7A9EC2A-FEB9-462E-89D3-71E1FE5DC64D}">
      <dgm:prSet/>
      <dgm:spPr/>
      <dgm:t>
        <a:bodyPr/>
        <a:lstStyle/>
        <a:p>
          <a:endParaRPr lang="en-US"/>
        </a:p>
      </dgm:t>
    </dgm:pt>
    <dgm:pt modelId="{8B393BB4-15FF-4D23-A5B5-FDD92A9AEBD5}">
      <dgm:prSet/>
      <dgm:spPr/>
      <dgm:t>
        <a:bodyPr/>
        <a:lstStyle/>
        <a:p>
          <a:r>
            <a:rPr lang="en-US" b="1" i="0" baseline="0"/>
            <a:t>Typical path: 192.168.1.10 → NAT Router → Public IP → Internet</a:t>
          </a:r>
          <a:endParaRPr lang="en-US"/>
        </a:p>
      </dgm:t>
    </dgm:pt>
    <dgm:pt modelId="{85FA5B93-EEE0-49C4-A529-70C76FFFCD4A}" type="parTrans" cxnId="{BA81CE1B-BA5E-4835-AB78-AB6FD9C53F19}">
      <dgm:prSet/>
      <dgm:spPr/>
      <dgm:t>
        <a:bodyPr/>
        <a:lstStyle/>
        <a:p>
          <a:endParaRPr lang="en-US"/>
        </a:p>
      </dgm:t>
    </dgm:pt>
    <dgm:pt modelId="{AF49141F-5D52-4CD7-8A56-E98DE89F331A}" type="sibTrans" cxnId="{BA81CE1B-BA5E-4835-AB78-AB6FD9C53F19}">
      <dgm:prSet/>
      <dgm:spPr/>
      <dgm:t>
        <a:bodyPr/>
        <a:lstStyle/>
        <a:p>
          <a:endParaRPr lang="en-US"/>
        </a:p>
      </dgm:t>
    </dgm:pt>
    <dgm:pt modelId="{2032F77C-BD49-4C89-B9FD-0BE390FEEDDB}" type="pres">
      <dgm:prSet presAssocID="{B52BB97B-5D37-400A-85B6-9A75ED3D0A33}" presName="linear" presStyleCnt="0">
        <dgm:presLayoutVars>
          <dgm:animLvl val="lvl"/>
          <dgm:resizeHandles val="exact"/>
        </dgm:presLayoutVars>
      </dgm:prSet>
      <dgm:spPr/>
    </dgm:pt>
    <dgm:pt modelId="{4E82B2BC-D52B-41A5-8A0E-BF3679E2AE94}" type="pres">
      <dgm:prSet presAssocID="{2A430A8F-C344-4649-978E-7163DD4151E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E3868E-2738-438B-8241-0C2C473BBC7E}" type="pres">
      <dgm:prSet presAssocID="{027F974D-258B-4284-AFF6-167CECC4574D}" presName="spacer" presStyleCnt="0"/>
      <dgm:spPr/>
    </dgm:pt>
    <dgm:pt modelId="{25E2AB4B-7675-4A49-A368-F25C8FED3BCE}" type="pres">
      <dgm:prSet presAssocID="{DA0AA08B-8BE5-4986-9210-8765F0A55C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AA9AFF0-2F50-4E3E-9E0E-2C947D3F9604}" type="pres">
      <dgm:prSet presAssocID="{ADA27C48-29BB-40B3-A2C7-3B308B12010D}" presName="spacer" presStyleCnt="0"/>
      <dgm:spPr/>
    </dgm:pt>
    <dgm:pt modelId="{8465472F-7ABD-45D7-8220-0F8205C8D448}" type="pres">
      <dgm:prSet presAssocID="{A50E5F8C-D6C3-4168-B20C-B361403B791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E98D04D-7449-4A00-AE3B-D0F432F13D77}" type="pres">
      <dgm:prSet presAssocID="{89467B74-C898-4886-84A0-6E0D05F6758B}" presName="spacer" presStyleCnt="0"/>
      <dgm:spPr/>
    </dgm:pt>
    <dgm:pt modelId="{01BA3160-FBAE-4992-838A-8C4EFDC9FE0D}" type="pres">
      <dgm:prSet presAssocID="{8B393BB4-15FF-4D23-A5B5-FDD92A9AEB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81CE1B-BA5E-4835-AB78-AB6FD9C53F19}" srcId="{B52BB97B-5D37-400A-85B6-9A75ED3D0A33}" destId="{8B393BB4-15FF-4D23-A5B5-FDD92A9AEBD5}" srcOrd="3" destOrd="0" parTransId="{85FA5B93-EEE0-49C4-A529-70C76FFFCD4A}" sibTransId="{AF49141F-5D52-4CD7-8A56-E98DE89F331A}"/>
    <dgm:cxn modelId="{D7A9EC2A-FEB9-462E-89D3-71E1FE5DC64D}" srcId="{B52BB97B-5D37-400A-85B6-9A75ED3D0A33}" destId="{A50E5F8C-D6C3-4168-B20C-B361403B7915}" srcOrd="2" destOrd="0" parTransId="{FB96CDE2-BF51-4295-B66E-B7393BF11A09}" sibTransId="{89467B74-C898-4886-84A0-6E0D05F6758B}"/>
    <dgm:cxn modelId="{6A52105F-C478-4AB4-A11F-12CB1C00465B}" type="presOf" srcId="{DA0AA08B-8BE5-4986-9210-8765F0A55C47}" destId="{25E2AB4B-7675-4A49-A368-F25C8FED3BCE}" srcOrd="0" destOrd="0" presId="urn:microsoft.com/office/officeart/2005/8/layout/vList2"/>
    <dgm:cxn modelId="{780C2E4A-9597-498D-84CE-C8D39C30F180}" srcId="{B52BB97B-5D37-400A-85B6-9A75ED3D0A33}" destId="{DA0AA08B-8BE5-4986-9210-8765F0A55C47}" srcOrd="1" destOrd="0" parTransId="{78983D2C-DB02-403B-8BCA-1432DF5DE1BE}" sibTransId="{ADA27C48-29BB-40B3-A2C7-3B308B12010D}"/>
    <dgm:cxn modelId="{7F66AC82-AB7B-4EBB-B109-D0BBBDF19F75}" type="presOf" srcId="{2A430A8F-C344-4649-978E-7163DD4151E8}" destId="{4E82B2BC-D52B-41A5-8A0E-BF3679E2AE94}" srcOrd="0" destOrd="0" presId="urn:microsoft.com/office/officeart/2005/8/layout/vList2"/>
    <dgm:cxn modelId="{705607A9-CFF6-496F-8035-FD5B986B4B8C}" type="presOf" srcId="{A50E5F8C-D6C3-4168-B20C-B361403B7915}" destId="{8465472F-7ABD-45D7-8220-0F8205C8D448}" srcOrd="0" destOrd="0" presId="urn:microsoft.com/office/officeart/2005/8/layout/vList2"/>
    <dgm:cxn modelId="{4A56D9AA-1C32-4BEE-A578-5B8D5CE5B71E}" type="presOf" srcId="{B52BB97B-5D37-400A-85B6-9A75ED3D0A33}" destId="{2032F77C-BD49-4C89-B9FD-0BE390FEEDDB}" srcOrd="0" destOrd="0" presId="urn:microsoft.com/office/officeart/2005/8/layout/vList2"/>
    <dgm:cxn modelId="{4FD565F8-A783-4D4F-855D-8604B42C398A}" type="presOf" srcId="{8B393BB4-15FF-4D23-A5B5-FDD92A9AEBD5}" destId="{01BA3160-FBAE-4992-838A-8C4EFDC9FE0D}" srcOrd="0" destOrd="0" presId="urn:microsoft.com/office/officeart/2005/8/layout/vList2"/>
    <dgm:cxn modelId="{B84532FB-5EEA-49B0-A821-511FFE96FB6E}" srcId="{B52BB97B-5D37-400A-85B6-9A75ED3D0A33}" destId="{2A430A8F-C344-4649-978E-7163DD4151E8}" srcOrd="0" destOrd="0" parTransId="{8526F08C-B09E-4B25-86BA-3DE29038914D}" sibTransId="{027F974D-258B-4284-AFF6-167CECC4574D}"/>
    <dgm:cxn modelId="{F52E95DD-670D-48AD-89AB-954D6DF6E1F3}" type="presParOf" srcId="{2032F77C-BD49-4C89-B9FD-0BE390FEEDDB}" destId="{4E82B2BC-D52B-41A5-8A0E-BF3679E2AE94}" srcOrd="0" destOrd="0" presId="urn:microsoft.com/office/officeart/2005/8/layout/vList2"/>
    <dgm:cxn modelId="{F3748392-E79B-4D63-92C1-CF020B79982E}" type="presParOf" srcId="{2032F77C-BD49-4C89-B9FD-0BE390FEEDDB}" destId="{55E3868E-2738-438B-8241-0C2C473BBC7E}" srcOrd="1" destOrd="0" presId="urn:microsoft.com/office/officeart/2005/8/layout/vList2"/>
    <dgm:cxn modelId="{3B4A7135-99B9-4F8F-A09C-5FBAF460931A}" type="presParOf" srcId="{2032F77C-BD49-4C89-B9FD-0BE390FEEDDB}" destId="{25E2AB4B-7675-4A49-A368-F25C8FED3BCE}" srcOrd="2" destOrd="0" presId="urn:microsoft.com/office/officeart/2005/8/layout/vList2"/>
    <dgm:cxn modelId="{43335260-1944-465E-AADC-0041899C6EB6}" type="presParOf" srcId="{2032F77C-BD49-4C89-B9FD-0BE390FEEDDB}" destId="{5AA9AFF0-2F50-4E3E-9E0E-2C947D3F9604}" srcOrd="3" destOrd="0" presId="urn:microsoft.com/office/officeart/2005/8/layout/vList2"/>
    <dgm:cxn modelId="{3AAEC84C-5230-487F-946C-71CCA8B8162A}" type="presParOf" srcId="{2032F77C-BD49-4C89-B9FD-0BE390FEEDDB}" destId="{8465472F-7ABD-45D7-8220-0F8205C8D448}" srcOrd="4" destOrd="0" presId="urn:microsoft.com/office/officeart/2005/8/layout/vList2"/>
    <dgm:cxn modelId="{960E01D5-6634-4766-81B3-6D14533BDB41}" type="presParOf" srcId="{2032F77C-BD49-4C89-B9FD-0BE390FEEDDB}" destId="{CE98D04D-7449-4A00-AE3B-D0F432F13D77}" srcOrd="5" destOrd="0" presId="urn:microsoft.com/office/officeart/2005/8/layout/vList2"/>
    <dgm:cxn modelId="{62688865-D2A9-4E08-A81F-1A09BBBF4347}" type="presParOf" srcId="{2032F77C-BD49-4C89-B9FD-0BE390FEEDDB}" destId="{01BA3160-FBAE-4992-838A-8C4EFDC9FE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35FC283-BC64-4B0C-B9FD-D7656E4841F4}" type="doc">
      <dgm:prSet loTypeId="urn:microsoft.com/office/officeart/2018/2/layout/IconVerticalSolidList" loCatId="icon" qsTypeId="urn:microsoft.com/office/officeart/2005/8/quickstyle/simple1#16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2A328FF-3C2A-48BE-ADEF-8C60B2936E28}">
      <dgm:prSet/>
      <dgm:spPr/>
      <dgm:t>
        <a:bodyPr/>
        <a:lstStyle/>
        <a:p>
          <a:r>
            <a:rPr lang="en-US" b="1" i="0" baseline="0"/>
            <a:t>Allows private IPv4 devices to access the Internet.</a:t>
          </a:r>
          <a:endParaRPr lang="en-US"/>
        </a:p>
      </dgm:t>
    </dgm:pt>
    <dgm:pt modelId="{496D3AFB-380F-47E8-9427-6A271D6112F7}" type="parTrans" cxnId="{47A4ECFF-B5D3-42DF-BD76-EC7ED84FAEDE}">
      <dgm:prSet/>
      <dgm:spPr/>
      <dgm:t>
        <a:bodyPr/>
        <a:lstStyle/>
        <a:p>
          <a:endParaRPr lang="en-US"/>
        </a:p>
      </dgm:t>
    </dgm:pt>
    <dgm:pt modelId="{AB18E8BC-B35F-499C-9524-BCB218E0BF22}" type="sibTrans" cxnId="{47A4ECFF-B5D3-42DF-BD76-EC7ED84FAEDE}">
      <dgm:prSet/>
      <dgm:spPr/>
      <dgm:t>
        <a:bodyPr/>
        <a:lstStyle/>
        <a:p>
          <a:endParaRPr lang="en-US"/>
        </a:p>
      </dgm:t>
    </dgm:pt>
    <dgm:pt modelId="{09533BB1-31E9-42CE-81FB-16CC604C7593}">
      <dgm:prSet/>
      <dgm:spPr/>
      <dgm:t>
        <a:bodyPr/>
        <a:lstStyle/>
        <a:p>
          <a:r>
            <a:rPr lang="en-US" b="1" i="0" baseline="0"/>
            <a:t>Conserves public IPv4 addresses.</a:t>
          </a:r>
          <a:endParaRPr lang="en-US"/>
        </a:p>
      </dgm:t>
    </dgm:pt>
    <dgm:pt modelId="{9DB166F9-E2BC-473B-BF31-26775FC8F6F5}" type="parTrans" cxnId="{D130428F-1C3E-48F1-B59E-66F86EED4002}">
      <dgm:prSet/>
      <dgm:spPr/>
      <dgm:t>
        <a:bodyPr/>
        <a:lstStyle/>
        <a:p>
          <a:endParaRPr lang="en-US"/>
        </a:p>
      </dgm:t>
    </dgm:pt>
    <dgm:pt modelId="{EFEB0861-1984-4101-B2DF-6C61726C528B}" type="sibTrans" cxnId="{D130428F-1C3E-48F1-B59E-66F86EED4002}">
      <dgm:prSet/>
      <dgm:spPr/>
      <dgm:t>
        <a:bodyPr/>
        <a:lstStyle/>
        <a:p>
          <a:endParaRPr lang="en-US"/>
        </a:p>
      </dgm:t>
    </dgm:pt>
    <dgm:pt modelId="{25D3D714-C07C-418B-BEA4-690EED34EDF9}">
      <dgm:prSet/>
      <dgm:spPr/>
      <dgm:t>
        <a:bodyPr/>
        <a:lstStyle/>
        <a:p>
          <a:r>
            <a:rPr lang="en-US" b="1" i="0" baseline="0"/>
            <a:t>Allows multiple private devices to share a public IPv4 address using port translation.</a:t>
          </a:r>
          <a:endParaRPr lang="en-US"/>
        </a:p>
      </dgm:t>
    </dgm:pt>
    <dgm:pt modelId="{BCEDBDC2-1452-4C82-B62A-51D7E2131545}" type="parTrans" cxnId="{5CCD8EF7-ECCB-44D5-8BCC-3F9291A44591}">
      <dgm:prSet/>
      <dgm:spPr/>
      <dgm:t>
        <a:bodyPr/>
        <a:lstStyle/>
        <a:p>
          <a:endParaRPr lang="en-US"/>
        </a:p>
      </dgm:t>
    </dgm:pt>
    <dgm:pt modelId="{0DD3D8B8-C367-4420-B345-9517E0215E97}" type="sibTrans" cxnId="{5CCD8EF7-ECCB-44D5-8BCC-3F9291A44591}">
      <dgm:prSet/>
      <dgm:spPr/>
      <dgm:t>
        <a:bodyPr/>
        <a:lstStyle/>
        <a:p>
          <a:endParaRPr lang="en-US"/>
        </a:p>
      </dgm:t>
    </dgm:pt>
    <dgm:pt modelId="{756FAB70-8638-4FB7-A538-C69836FAEBBD}">
      <dgm:prSet/>
      <dgm:spPr/>
      <dgm:t>
        <a:bodyPr/>
        <a:lstStyle/>
        <a:p>
          <a:r>
            <a:rPr lang="en-US" b="1" i="0" baseline="0" dirty="0"/>
            <a:t>Common types: Static NAT, Dynamic NAT</a:t>
          </a:r>
          <a:endParaRPr lang="en-US" dirty="0"/>
        </a:p>
      </dgm:t>
    </dgm:pt>
    <dgm:pt modelId="{92CEC96C-FA03-4023-8475-B8D39E2009F2}" type="parTrans" cxnId="{AED670B9-93F1-42D6-BE73-423673E846ED}">
      <dgm:prSet/>
      <dgm:spPr/>
      <dgm:t>
        <a:bodyPr/>
        <a:lstStyle/>
        <a:p>
          <a:endParaRPr lang="en-US"/>
        </a:p>
      </dgm:t>
    </dgm:pt>
    <dgm:pt modelId="{F60BCFBD-07DF-4C69-8DA1-BE6D821951ED}" type="sibTrans" cxnId="{AED670B9-93F1-42D6-BE73-423673E846ED}">
      <dgm:prSet/>
      <dgm:spPr/>
      <dgm:t>
        <a:bodyPr/>
        <a:lstStyle/>
        <a:p>
          <a:endParaRPr lang="en-US"/>
        </a:p>
      </dgm:t>
    </dgm:pt>
    <dgm:pt modelId="{6B7C5CD9-59D8-4947-B747-E3EAE97C96B6}" type="pres">
      <dgm:prSet presAssocID="{835FC283-BC64-4B0C-B9FD-D7656E4841F4}" presName="root" presStyleCnt="0">
        <dgm:presLayoutVars>
          <dgm:dir/>
          <dgm:resizeHandles val="exact"/>
        </dgm:presLayoutVars>
      </dgm:prSet>
      <dgm:spPr/>
    </dgm:pt>
    <dgm:pt modelId="{70BA5B14-1DD5-4683-AC8E-25EB4625839D}" type="pres">
      <dgm:prSet presAssocID="{12A328FF-3C2A-48BE-ADEF-8C60B2936E28}" presName="compNode" presStyleCnt="0"/>
      <dgm:spPr/>
    </dgm:pt>
    <dgm:pt modelId="{25A046E2-8721-4FA1-AC8C-A056846A01A0}" type="pres">
      <dgm:prSet presAssocID="{12A328FF-3C2A-48BE-ADEF-8C60B2936E28}" presName="bgRect" presStyleLbl="bgShp" presStyleIdx="0" presStyleCnt="4"/>
      <dgm:spPr/>
    </dgm:pt>
    <dgm:pt modelId="{04D70520-FEA7-479F-A7E3-F46FBBA651CC}" type="pres">
      <dgm:prSet presAssocID="{12A328FF-3C2A-48BE-ADEF-8C60B2936E2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AD055C03-2570-4682-BD03-04D3EB7F9BD1}" type="pres">
      <dgm:prSet presAssocID="{12A328FF-3C2A-48BE-ADEF-8C60B2936E28}" presName="spaceRect" presStyleCnt="0"/>
      <dgm:spPr/>
    </dgm:pt>
    <dgm:pt modelId="{9A0E98F7-A29B-46ED-AC77-F1657DEE76DF}" type="pres">
      <dgm:prSet presAssocID="{12A328FF-3C2A-48BE-ADEF-8C60B2936E28}" presName="parTx" presStyleLbl="revTx" presStyleIdx="0" presStyleCnt="4">
        <dgm:presLayoutVars>
          <dgm:chMax val="0"/>
          <dgm:chPref val="0"/>
        </dgm:presLayoutVars>
      </dgm:prSet>
      <dgm:spPr/>
    </dgm:pt>
    <dgm:pt modelId="{6FE4AEA0-F441-49B3-A73D-C669C389A88C}" type="pres">
      <dgm:prSet presAssocID="{AB18E8BC-B35F-499C-9524-BCB218E0BF22}" presName="sibTrans" presStyleCnt="0"/>
      <dgm:spPr/>
    </dgm:pt>
    <dgm:pt modelId="{7A645CA9-DBCA-4F7D-8A52-C981EC6EA1AB}" type="pres">
      <dgm:prSet presAssocID="{09533BB1-31E9-42CE-81FB-16CC604C7593}" presName="compNode" presStyleCnt="0"/>
      <dgm:spPr/>
    </dgm:pt>
    <dgm:pt modelId="{92AAD101-D078-4E04-90B4-23C09C0260AF}" type="pres">
      <dgm:prSet presAssocID="{09533BB1-31E9-42CE-81FB-16CC604C7593}" presName="bgRect" presStyleLbl="bgShp" presStyleIdx="1" presStyleCnt="4"/>
      <dgm:spPr/>
    </dgm:pt>
    <dgm:pt modelId="{82F072EF-169E-4DB6-BA2B-D36D5971B56C}" type="pres">
      <dgm:prSet presAssocID="{09533BB1-31E9-42CE-81FB-16CC604C759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C27F0122-98BE-44D7-874D-96444B6128EF}" type="pres">
      <dgm:prSet presAssocID="{09533BB1-31E9-42CE-81FB-16CC604C7593}" presName="spaceRect" presStyleCnt="0"/>
      <dgm:spPr/>
    </dgm:pt>
    <dgm:pt modelId="{DB8DAA8A-86E8-4BFA-BB02-CF1805D87CD5}" type="pres">
      <dgm:prSet presAssocID="{09533BB1-31E9-42CE-81FB-16CC604C7593}" presName="parTx" presStyleLbl="revTx" presStyleIdx="1" presStyleCnt="4">
        <dgm:presLayoutVars>
          <dgm:chMax val="0"/>
          <dgm:chPref val="0"/>
        </dgm:presLayoutVars>
      </dgm:prSet>
      <dgm:spPr/>
    </dgm:pt>
    <dgm:pt modelId="{8DDD6AFB-5326-4AF1-B62B-F4CE5463EBF6}" type="pres">
      <dgm:prSet presAssocID="{EFEB0861-1984-4101-B2DF-6C61726C528B}" presName="sibTrans" presStyleCnt="0"/>
      <dgm:spPr/>
    </dgm:pt>
    <dgm:pt modelId="{334D2FEC-1837-4E91-8382-C42592956655}" type="pres">
      <dgm:prSet presAssocID="{25D3D714-C07C-418B-BEA4-690EED34EDF9}" presName="compNode" presStyleCnt="0"/>
      <dgm:spPr/>
    </dgm:pt>
    <dgm:pt modelId="{5C3DD983-E656-4F0C-AB9A-D620BADAACBE}" type="pres">
      <dgm:prSet presAssocID="{25D3D714-C07C-418B-BEA4-690EED34EDF9}" presName="bgRect" presStyleLbl="bgShp" presStyleIdx="2" presStyleCnt="4"/>
      <dgm:spPr/>
    </dgm:pt>
    <dgm:pt modelId="{A5A5656E-B9BE-4E1E-A755-29E5C82E3890}" type="pres">
      <dgm:prSet presAssocID="{25D3D714-C07C-418B-BEA4-690EED34EDF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4259D4EF-BCD4-4028-B15B-A852BA710980}" type="pres">
      <dgm:prSet presAssocID="{25D3D714-C07C-418B-BEA4-690EED34EDF9}" presName="spaceRect" presStyleCnt="0"/>
      <dgm:spPr/>
    </dgm:pt>
    <dgm:pt modelId="{DC0C4EFF-BE83-43E8-B295-8D534B955B13}" type="pres">
      <dgm:prSet presAssocID="{25D3D714-C07C-418B-BEA4-690EED34EDF9}" presName="parTx" presStyleLbl="revTx" presStyleIdx="2" presStyleCnt="4">
        <dgm:presLayoutVars>
          <dgm:chMax val="0"/>
          <dgm:chPref val="0"/>
        </dgm:presLayoutVars>
      </dgm:prSet>
      <dgm:spPr/>
    </dgm:pt>
    <dgm:pt modelId="{1B9286D0-BC76-4A90-8BC0-5CB32348C1A4}" type="pres">
      <dgm:prSet presAssocID="{0DD3D8B8-C367-4420-B345-9517E0215E97}" presName="sibTrans" presStyleCnt="0"/>
      <dgm:spPr/>
    </dgm:pt>
    <dgm:pt modelId="{2EEB79AB-71F4-4034-8772-26EE3992239A}" type="pres">
      <dgm:prSet presAssocID="{756FAB70-8638-4FB7-A538-C69836FAEBBD}" presName="compNode" presStyleCnt="0"/>
      <dgm:spPr/>
    </dgm:pt>
    <dgm:pt modelId="{CFBEC154-46A6-4E83-AAF1-8EEEB1C5B94D}" type="pres">
      <dgm:prSet presAssocID="{756FAB70-8638-4FB7-A538-C69836FAEBBD}" presName="bgRect" presStyleLbl="bgShp" presStyleIdx="3" presStyleCnt="4"/>
      <dgm:spPr/>
    </dgm:pt>
    <dgm:pt modelId="{EE19FFB6-784D-47FB-ADDD-6C0553A6C0A2}" type="pres">
      <dgm:prSet presAssocID="{756FAB70-8638-4FB7-A538-C69836FAEBB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68A7A11D-4710-4D61-8BEE-8715D497CC1E}" type="pres">
      <dgm:prSet presAssocID="{756FAB70-8638-4FB7-A538-C69836FAEBBD}" presName="spaceRect" presStyleCnt="0"/>
      <dgm:spPr/>
    </dgm:pt>
    <dgm:pt modelId="{8A4B146C-65C8-4842-AA48-1EEFA89D103D}" type="pres">
      <dgm:prSet presAssocID="{756FAB70-8638-4FB7-A538-C69836FAEBB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B506049-DEF8-495A-B2AC-F4E4BE8F8E57}" type="presOf" srcId="{835FC283-BC64-4B0C-B9FD-D7656E4841F4}" destId="{6B7C5CD9-59D8-4947-B747-E3EAE97C96B6}" srcOrd="0" destOrd="0" presId="urn:microsoft.com/office/officeart/2018/2/layout/IconVerticalSolidList"/>
    <dgm:cxn modelId="{1CF2296A-1F94-46F2-A852-A471C21195E1}" type="presOf" srcId="{25D3D714-C07C-418B-BEA4-690EED34EDF9}" destId="{DC0C4EFF-BE83-43E8-B295-8D534B955B13}" srcOrd="0" destOrd="0" presId="urn:microsoft.com/office/officeart/2018/2/layout/IconVerticalSolidList"/>
    <dgm:cxn modelId="{D130428F-1C3E-48F1-B59E-66F86EED4002}" srcId="{835FC283-BC64-4B0C-B9FD-D7656E4841F4}" destId="{09533BB1-31E9-42CE-81FB-16CC604C7593}" srcOrd="1" destOrd="0" parTransId="{9DB166F9-E2BC-473B-BF31-26775FC8F6F5}" sibTransId="{EFEB0861-1984-4101-B2DF-6C61726C528B}"/>
    <dgm:cxn modelId="{69C44790-5677-4585-B49C-1B9FCAF527B2}" type="presOf" srcId="{12A328FF-3C2A-48BE-ADEF-8C60B2936E28}" destId="{9A0E98F7-A29B-46ED-AC77-F1657DEE76DF}" srcOrd="0" destOrd="0" presId="urn:microsoft.com/office/officeart/2018/2/layout/IconVerticalSolidList"/>
    <dgm:cxn modelId="{1E4FB6B5-83A7-416E-A0B3-9A7768A946D2}" type="presOf" srcId="{09533BB1-31E9-42CE-81FB-16CC604C7593}" destId="{DB8DAA8A-86E8-4BFA-BB02-CF1805D87CD5}" srcOrd="0" destOrd="0" presId="urn:microsoft.com/office/officeart/2018/2/layout/IconVerticalSolidList"/>
    <dgm:cxn modelId="{AED670B9-93F1-42D6-BE73-423673E846ED}" srcId="{835FC283-BC64-4B0C-B9FD-D7656E4841F4}" destId="{756FAB70-8638-4FB7-A538-C69836FAEBBD}" srcOrd="3" destOrd="0" parTransId="{92CEC96C-FA03-4023-8475-B8D39E2009F2}" sibTransId="{F60BCFBD-07DF-4C69-8DA1-BE6D821951ED}"/>
    <dgm:cxn modelId="{C16D34C0-8BB5-421A-B124-54C9208EDE8E}" type="presOf" srcId="{756FAB70-8638-4FB7-A538-C69836FAEBBD}" destId="{8A4B146C-65C8-4842-AA48-1EEFA89D103D}" srcOrd="0" destOrd="0" presId="urn:microsoft.com/office/officeart/2018/2/layout/IconVerticalSolidList"/>
    <dgm:cxn modelId="{5CCD8EF7-ECCB-44D5-8BCC-3F9291A44591}" srcId="{835FC283-BC64-4B0C-B9FD-D7656E4841F4}" destId="{25D3D714-C07C-418B-BEA4-690EED34EDF9}" srcOrd="2" destOrd="0" parTransId="{BCEDBDC2-1452-4C82-B62A-51D7E2131545}" sibTransId="{0DD3D8B8-C367-4420-B345-9517E0215E97}"/>
    <dgm:cxn modelId="{47A4ECFF-B5D3-42DF-BD76-EC7ED84FAEDE}" srcId="{835FC283-BC64-4B0C-B9FD-D7656E4841F4}" destId="{12A328FF-3C2A-48BE-ADEF-8C60B2936E28}" srcOrd="0" destOrd="0" parTransId="{496D3AFB-380F-47E8-9427-6A271D6112F7}" sibTransId="{AB18E8BC-B35F-499C-9524-BCB218E0BF22}"/>
    <dgm:cxn modelId="{517A134E-9E6D-46A3-B40F-E4C8252F6752}" type="presParOf" srcId="{6B7C5CD9-59D8-4947-B747-E3EAE97C96B6}" destId="{70BA5B14-1DD5-4683-AC8E-25EB4625839D}" srcOrd="0" destOrd="0" presId="urn:microsoft.com/office/officeart/2018/2/layout/IconVerticalSolidList"/>
    <dgm:cxn modelId="{30126CA8-B20E-4FF3-A905-212CC468B14B}" type="presParOf" srcId="{70BA5B14-1DD5-4683-AC8E-25EB4625839D}" destId="{25A046E2-8721-4FA1-AC8C-A056846A01A0}" srcOrd="0" destOrd="0" presId="urn:microsoft.com/office/officeart/2018/2/layout/IconVerticalSolidList"/>
    <dgm:cxn modelId="{E624E8C4-F768-45B9-BBE7-F0FC195559AF}" type="presParOf" srcId="{70BA5B14-1DD5-4683-AC8E-25EB4625839D}" destId="{04D70520-FEA7-479F-A7E3-F46FBBA651CC}" srcOrd="1" destOrd="0" presId="urn:microsoft.com/office/officeart/2018/2/layout/IconVerticalSolidList"/>
    <dgm:cxn modelId="{9DBFEF49-77A7-4DF7-A3A7-3ED30AC6579E}" type="presParOf" srcId="{70BA5B14-1DD5-4683-AC8E-25EB4625839D}" destId="{AD055C03-2570-4682-BD03-04D3EB7F9BD1}" srcOrd="2" destOrd="0" presId="urn:microsoft.com/office/officeart/2018/2/layout/IconVerticalSolidList"/>
    <dgm:cxn modelId="{5715C7CF-22F7-4FFA-AE96-00FCC9D20A36}" type="presParOf" srcId="{70BA5B14-1DD5-4683-AC8E-25EB4625839D}" destId="{9A0E98F7-A29B-46ED-AC77-F1657DEE76DF}" srcOrd="3" destOrd="0" presId="urn:microsoft.com/office/officeart/2018/2/layout/IconVerticalSolidList"/>
    <dgm:cxn modelId="{2DE36D2C-8BD6-4206-815F-C7052B4FD0A3}" type="presParOf" srcId="{6B7C5CD9-59D8-4947-B747-E3EAE97C96B6}" destId="{6FE4AEA0-F441-49B3-A73D-C669C389A88C}" srcOrd="1" destOrd="0" presId="urn:microsoft.com/office/officeart/2018/2/layout/IconVerticalSolidList"/>
    <dgm:cxn modelId="{DFFB84AD-AF6D-450C-A0AA-8EEFFB7F8ACA}" type="presParOf" srcId="{6B7C5CD9-59D8-4947-B747-E3EAE97C96B6}" destId="{7A645CA9-DBCA-4F7D-8A52-C981EC6EA1AB}" srcOrd="2" destOrd="0" presId="urn:microsoft.com/office/officeart/2018/2/layout/IconVerticalSolidList"/>
    <dgm:cxn modelId="{06584033-0327-4942-8CBC-EBE1B1FD4A34}" type="presParOf" srcId="{7A645CA9-DBCA-4F7D-8A52-C981EC6EA1AB}" destId="{92AAD101-D078-4E04-90B4-23C09C0260AF}" srcOrd="0" destOrd="0" presId="urn:microsoft.com/office/officeart/2018/2/layout/IconVerticalSolidList"/>
    <dgm:cxn modelId="{07071F1A-A66A-4FEA-9C0F-28753399AF0C}" type="presParOf" srcId="{7A645CA9-DBCA-4F7D-8A52-C981EC6EA1AB}" destId="{82F072EF-169E-4DB6-BA2B-D36D5971B56C}" srcOrd="1" destOrd="0" presId="urn:microsoft.com/office/officeart/2018/2/layout/IconVerticalSolidList"/>
    <dgm:cxn modelId="{6F7D55E5-12D5-4FCB-9270-AADEF0EAD45D}" type="presParOf" srcId="{7A645CA9-DBCA-4F7D-8A52-C981EC6EA1AB}" destId="{C27F0122-98BE-44D7-874D-96444B6128EF}" srcOrd="2" destOrd="0" presId="urn:microsoft.com/office/officeart/2018/2/layout/IconVerticalSolidList"/>
    <dgm:cxn modelId="{BD9CE095-2D52-4C76-B30D-C6FAEC5CB37D}" type="presParOf" srcId="{7A645CA9-DBCA-4F7D-8A52-C981EC6EA1AB}" destId="{DB8DAA8A-86E8-4BFA-BB02-CF1805D87CD5}" srcOrd="3" destOrd="0" presId="urn:microsoft.com/office/officeart/2018/2/layout/IconVerticalSolidList"/>
    <dgm:cxn modelId="{241D420E-979C-4B87-8ED2-940F72F3AAB3}" type="presParOf" srcId="{6B7C5CD9-59D8-4947-B747-E3EAE97C96B6}" destId="{8DDD6AFB-5326-4AF1-B62B-F4CE5463EBF6}" srcOrd="3" destOrd="0" presId="urn:microsoft.com/office/officeart/2018/2/layout/IconVerticalSolidList"/>
    <dgm:cxn modelId="{D810BC69-E42C-4251-A418-4BF6CF3B9DFF}" type="presParOf" srcId="{6B7C5CD9-59D8-4947-B747-E3EAE97C96B6}" destId="{334D2FEC-1837-4E91-8382-C42592956655}" srcOrd="4" destOrd="0" presId="urn:microsoft.com/office/officeart/2018/2/layout/IconVerticalSolidList"/>
    <dgm:cxn modelId="{118D646A-9D6F-4851-A984-9DEFB5918DBA}" type="presParOf" srcId="{334D2FEC-1837-4E91-8382-C42592956655}" destId="{5C3DD983-E656-4F0C-AB9A-D620BADAACBE}" srcOrd="0" destOrd="0" presId="urn:microsoft.com/office/officeart/2018/2/layout/IconVerticalSolidList"/>
    <dgm:cxn modelId="{27CF0846-E995-4EF6-985F-3816403CEEC3}" type="presParOf" srcId="{334D2FEC-1837-4E91-8382-C42592956655}" destId="{A5A5656E-B9BE-4E1E-A755-29E5C82E3890}" srcOrd="1" destOrd="0" presId="urn:microsoft.com/office/officeart/2018/2/layout/IconVerticalSolidList"/>
    <dgm:cxn modelId="{3844B308-4545-4353-87BC-0437AD8CF47F}" type="presParOf" srcId="{334D2FEC-1837-4E91-8382-C42592956655}" destId="{4259D4EF-BCD4-4028-B15B-A852BA710980}" srcOrd="2" destOrd="0" presId="urn:microsoft.com/office/officeart/2018/2/layout/IconVerticalSolidList"/>
    <dgm:cxn modelId="{8411D5D9-4A94-491B-87DF-11F734552577}" type="presParOf" srcId="{334D2FEC-1837-4E91-8382-C42592956655}" destId="{DC0C4EFF-BE83-43E8-B295-8D534B955B13}" srcOrd="3" destOrd="0" presId="urn:microsoft.com/office/officeart/2018/2/layout/IconVerticalSolidList"/>
    <dgm:cxn modelId="{A3E734F6-0CE2-489F-9D86-2565A0A01B4B}" type="presParOf" srcId="{6B7C5CD9-59D8-4947-B747-E3EAE97C96B6}" destId="{1B9286D0-BC76-4A90-8BC0-5CB32348C1A4}" srcOrd="5" destOrd="0" presId="urn:microsoft.com/office/officeart/2018/2/layout/IconVerticalSolidList"/>
    <dgm:cxn modelId="{9961A828-DD61-42B8-B204-8EF4C1404326}" type="presParOf" srcId="{6B7C5CD9-59D8-4947-B747-E3EAE97C96B6}" destId="{2EEB79AB-71F4-4034-8772-26EE3992239A}" srcOrd="6" destOrd="0" presId="urn:microsoft.com/office/officeart/2018/2/layout/IconVerticalSolidList"/>
    <dgm:cxn modelId="{5B6E61C6-44CB-4EEA-9E12-04AA961FD2D1}" type="presParOf" srcId="{2EEB79AB-71F4-4034-8772-26EE3992239A}" destId="{CFBEC154-46A6-4E83-AAF1-8EEEB1C5B94D}" srcOrd="0" destOrd="0" presId="urn:microsoft.com/office/officeart/2018/2/layout/IconVerticalSolidList"/>
    <dgm:cxn modelId="{282E75EF-43E6-48FE-99D6-A25545E6B673}" type="presParOf" srcId="{2EEB79AB-71F4-4034-8772-26EE3992239A}" destId="{EE19FFB6-784D-47FB-ADDD-6C0553A6C0A2}" srcOrd="1" destOrd="0" presId="urn:microsoft.com/office/officeart/2018/2/layout/IconVerticalSolidList"/>
    <dgm:cxn modelId="{EB07F696-6380-4D5D-8309-3A7106FE13A0}" type="presParOf" srcId="{2EEB79AB-71F4-4034-8772-26EE3992239A}" destId="{68A7A11D-4710-4D61-8BEE-8715D497CC1E}" srcOrd="2" destOrd="0" presId="urn:microsoft.com/office/officeart/2018/2/layout/IconVerticalSolidList"/>
    <dgm:cxn modelId="{8800B16B-CE26-428F-9B33-D8358AA91E21}" type="presParOf" srcId="{2EEB79AB-71F4-4034-8772-26EE3992239A}" destId="{8A4B146C-65C8-4842-AA48-1EEFA89D10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A9A8D-38D8-420E-95BC-C31D28CAAE68}">
      <dsp:nvSpPr>
        <dsp:cNvPr id="0" name=""/>
        <dsp:cNvSpPr/>
      </dsp:nvSpPr>
      <dsp:spPr>
        <a:xfrm>
          <a:off x="0" y="1467382"/>
          <a:ext cx="5458837" cy="12577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B14F93-96AD-4CC2-A474-11A5A6B4F337}">
      <dsp:nvSpPr>
        <dsp:cNvPr id="0" name=""/>
        <dsp:cNvSpPr/>
      </dsp:nvSpPr>
      <dsp:spPr>
        <a:xfrm>
          <a:off x="380471" y="1750377"/>
          <a:ext cx="691765" cy="6917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519F7-E7BB-4617-902F-5E48D89A5386}">
      <dsp:nvSpPr>
        <dsp:cNvPr id="0" name=""/>
        <dsp:cNvSpPr/>
      </dsp:nvSpPr>
      <dsp:spPr>
        <a:xfrm>
          <a:off x="1452708" y="1467382"/>
          <a:ext cx="4006129" cy="125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13" tIns="133113" rIns="133113" bIns="13311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 computer network is a collection of connected devices that communicate and share resources.</a:t>
          </a:r>
          <a:endParaRPr lang="en-US" sz="1800" kern="1200"/>
        </a:p>
      </dsp:txBody>
      <dsp:txXfrm>
        <a:off x="1452708" y="1467382"/>
        <a:ext cx="4006129" cy="1257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B9B0A-5F96-4D8A-BFC2-4281DED31DE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E2994F-7548-43BB-AC3D-59152DE3AD05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1B3C6-FC20-4871-AD7B-6B3057D8509C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LAN: building or local area; high speed; commonly privately managed</a:t>
          </a:r>
          <a:endParaRPr lang="en-US" sz="2400" kern="1200"/>
        </a:p>
      </dsp:txBody>
      <dsp:txXfrm>
        <a:off x="1844034" y="682"/>
        <a:ext cx="4401230" cy="1596566"/>
      </dsp:txXfrm>
    </dsp:sp>
    <dsp:sp modelId="{B913D14F-CF3D-4D2C-9D18-D8B285E19F3E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A241A-7AF1-49B7-ABC4-593C675E5499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42B4B-04ED-4E51-A04A-42B08561AD2C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MAN: city or metropolitan area; connects multiple LANs</a:t>
          </a:r>
          <a:endParaRPr lang="en-US" sz="2400" kern="1200"/>
        </a:p>
      </dsp:txBody>
      <dsp:txXfrm>
        <a:off x="1844034" y="1996390"/>
        <a:ext cx="4401230" cy="1596566"/>
      </dsp:txXfrm>
    </dsp:sp>
    <dsp:sp modelId="{B97E6D36-DD7E-41F4-8B48-C17596370B2D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E23602-CA95-4C90-8C14-8F7BA25BC271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1DF49-7E48-4D03-9BE3-B5E2C446128C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WAN: country or global area; connects geographically distant networks</a:t>
          </a:r>
          <a:endParaRPr lang="en-US" sz="2400" kern="1200"/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E3CE2-132B-48F8-9FC5-7AA47ED3DCDF}">
      <dsp:nvSpPr>
        <dsp:cNvPr id="0" name=""/>
        <dsp:cNvSpPr/>
      </dsp:nvSpPr>
      <dsp:spPr>
        <a:xfrm>
          <a:off x="680751" y="1247342"/>
          <a:ext cx="733113" cy="7331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C4F54-C886-4873-B0ED-73A162B42C84}">
      <dsp:nvSpPr>
        <dsp:cNvPr id="0" name=""/>
        <dsp:cNvSpPr/>
      </dsp:nvSpPr>
      <dsp:spPr>
        <a:xfrm>
          <a:off x="3" y="2107322"/>
          <a:ext cx="2094609" cy="314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4G</a:t>
          </a:r>
          <a:endParaRPr lang="en-US" sz="2000" kern="1200"/>
        </a:p>
      </dsp:txBody>
      <dsp:txXfrm>
        <a:off x="3" y="2107322"/>
        <a:ext cx="2094609" cy="314191"/>
      </dsp:txXfrm>
    </dsp:sp>
    <dsp:sp modelId="{53EB8C8C-844B-4BBC-8593-5491AC1E4F55}">
      <dsp:nvSpPr>
        <dsp:cNvPr id="0" name=""/>
        <dsp:cNvSpPr/>
      </dsp:nvSpPr>
      <dsp:spPr>
        <a:xfrm>
          <a:off x="3" y="2480521"/>
          <a:ext cx="2094609" cy="171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High-speed mobile Internet and LTE-based services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Video streaming and mobile applications</a:t>
          </a:r>
          <a:endParaRPr lang="en-US" sz="1500" kern="1200"/>
        </a:p>
      </dsp:txBody>
      <dsp:txXfrm>
        <a:off x="3" y="2480521"/>
        <a:ext cx="2094609" cy="1717211"/>
      </dsp:txXfrm>
    </dsp:sp>
    <dsp:sp modelId="{9FF0F69C-45C6-4134-BCEF-C07987AC39C1}">
      <dsp:nvSpPr>
        <dsp:cNvPr id="0" name=""/>
        <dsp:cNvSpPr/>
      </dsp:nvSpPr>
      <dsp:spPr>
        <a:xfrm>
          <a:off x="3141917" y="1247342"/>
          <a:ext cx="733113" cy="7331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C8850-49CD-49B7-B13A-8F170ADF9B9A}">
      <dsp:nvSpPr>
        <dsp:cNvPr id="0" name=""/>
        <dsp:cNvSpPr/>
      </dsp:nvSpPr>
      <dsp:spPr>
        <a:xfrm>
          <a:off x="2461169" y="2107322"/>
          <a:ext cx="2094609" cy="314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5G</a:t>
          </a:r>
          <a:endParaRPr lang="en-US" sz="2000" kern="1200"/>
        </a:p>
      </dsp:txBody>
      <dsp:txXfrm>
        <a:off x="2461169" y="2107322"/>
        <a:ext cx="2094609" cy="314191"/>
      </dsp:txXfrm>
    </dsp:sp>
    <dsp:sp modelId="{CF5DE8B0-563C-4968-9ED2-2C6597287054}">
      <dsp:nvSpPr>
        <dsp:cNvPr id="0" name=""/>
        <dsp:cNvSpPr/>
      </dsp:nvSpPr>
      <dsp:spPr>
        <a:xfrm>
          <a:off x="2461169" y="2480521"/>
          <a:ext cx="2094609" cy="171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Higher capacity and potentially lower latency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Higher speeds and support for advanced IoT and industrial use cases</a:t>
          </a:r>
          <a:endParaRPr lang="en-US" sz="1500" kern="1200"/>
        </a:p>
      </dsp:txBody>
      <dsp:txXfrm>
        <a:off x="2461169" y="2480521"/>
        <a:ext cx="2094609" cy="17172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D5302F-D143-41E3-8017-ABA66331EA67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5A6F7-3ADE-4033-B8C6-9FA9A538FC6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5090F-A32A-4961-BFB1-DBA07FF49EE5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CIDR notation represents the number of network bits.</a:t>
          </a:r>
          <a:endParaRPr lang="en-US" sz="2200" kern="1200"/>
        </a:p>
      </dsp:txBody>
      <dsp:txXfrm>
        <a:off x="1339618" y="2288"/>
        <a:ext cx="5024605" cy="1159843"/>
      </dsp:txXfrm>
    </dsp:sp>
    <dsp:sp modelId="{5314E8E4-D02E-44B2-865B-970C010FD530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2AA89-D0B6-4525-80A5-4D8B2066C84D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5CC01-ECA2-40FB-BB49-CAC38B0B0E7C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Example: 192.168.1.0/24</a:t>
          </a:r>
          <a:endParaRPr lang="en-US" sz="2200" kern="1200"/>
        </a:p>
      </dsp:txBody>
      <dsp:txXfrm>
        <a:off x="1339618" y="1452092"/>
        <a:ext cx="5024605" cy="1159843"/>
      </dsp:txXfrm>
    </dsp:sp>
    <dsp:sp modelId="{A51354E8-A0A3-4CF4-BA59-65B2EE0E8392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05FA5A-37D8-4C90-90EA-11AB2541354E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F27FE-135B-4755-90B4-5FF683D1CDE3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/24 means 24 network bits</a:t>
          </a:r>
          <a:endParaRPr lang="en-US" sz="2200" kern="1200" dirty="0"/>
        </a:p>
      </dsp:txBody>
      <dsp:txXfrm>
        <a:off x="1339618" y="2901896"/>
        <a:ext cx="5024605" cy="1159843"/>
      </dsp:txXfrm>
    </dsp:sp>
    <dsp:sp modelId="{160BEBB6-00E7-4E95-B7FC-C2CAD5B21E98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DB1412-8708-4EC2-B632-7B607E05D85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CDA57-8612-4631-9FEA-D9EADFBEE916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Subnet mask: 255.255.255.0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3545D5-7AD6-4134-A80C-52B3953BAC19}">
      <dsp:nvSpPr>
        <dsp:cNvPr id="0" name=""/>
        <dsp:cNvSpPr/>
      </dsp:nvSpPr>
      <dsp:spPr>
        <a:xfrm>
          <a:off x="0" y="15825"/>
          <a:ext cx="6364224" cy="83845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Network: 192.168.1.0/24</a:t>
          </a:r>
          <a:endParaRPr lang="en-US" sz="2100" kern="1200"/>
        </a:p>
      </dsp:txBody>
      <dsp:txXfrm>
        <a:off x="40930" y="56755"/>
        <a:ext cx="6282364" cy="756591"/>
      </dsp:txXfrm>
    </dsp:sp>
    <dsp:sp modelId="{9536CBC9-255A-4782-A2E3-BBFB15A8A0E7}">
      <dsp:nvSpPr>
        <dsp:cNvPr id="0" name=""/>
        <dsp:cNvSpPr/>
      </dsp:nvSpPr>
      <dsp:spPr>
        <a:xfrm>
          <a:off x="0" y="914756"/>
          <a:ext cx="6364224" cy="838451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Divide into 4 equal subnets.</a:t>
          </a:r>
          <a:endParaRPr lang="en-US" sz="2100" kern="1200"/>
        </a:p>
      </dsp:txBody>
      <dsp:txXfrm>
        <a:off x="40930" y="955686"/>
        <a:ext cx="6282364" cy="756591"/>
      </dsp:txXfrm>
    </dsp:sp>
    <dsp:sp modelId="{626F2E18-131B-4883-AC2B-41AF6AE2CE10}">
      <dsp:nvSpPr>
        <dsp:cNvPr id="0" name=""/>
        <dsp:cNvSpPr/>
      </dsp:nvSpPr>
      <dsp:spPr>
        <a:xfrm>
          <a:off x="0" y="1813687"/>
          <a:ext cx="6364224" cy="838451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New prefix: /26</a:t>
          </a:r>
          <a:endParaRPr lang="en-US" sz="2100" kern="1200"/>
        </a:p>
      </dsp:txBody>
      <dsp:txXfrm>
        <a:off x="40930" y="1854617"/>
        <a:ext cx="6282364" cy="756591"/>
      </dsp:txXfrm>
    </dsp:sp>
    <dsp:sp modelId="{10E8EA3B-C063-4FA0-8BC0-6F6418CA6A67}">
      <dsp:nvSpPr>
        <dsp:cNvPr id="0" name=""/>
        <dsp:cNvSpPr/>
      </dsp:nvSpPr>
      <dsp:spPr>
        <a:xfrm>
          <a:off x="0" y="2712619"/>
          <a:ext cx="6364224" cy="838451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Subnets</a:t>
          </a:r>
          <a:endParaRPr lang="en-US" sz="2100" kern="1200"/>
        </a:p>
      </dsp:txBody>
      <dsp:txXfrm>
        <a:off x="40930" y="2753549"/>
        <a:ext cx="6282364" cy="756591"/>
      </dsp:txXfrm>
    </dsp:sp>
    <dsp:sp modelId="{FC061DD5-D8AC-4BF9-B4EF-8CF9BACD5BB5}">
      <dsp:nvSpPr>
        <dsp:cNvPr id="0" name=""/>
        <dsp:cNvSpPr/>
      </dsp:nvSpPr>
      <dsp:spPr>
        <a:xfrm>
          <a:off x="0" y="3551070"/>
          <a:ext cx="6364224" cy="1108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/>
            <a:t>192.168.1.0/26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/>
            <a:t>192.168.1.64/26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/>
            <a:t>192.168.1.128/26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/>
            <a:t>192.168.1.192/26</a:t>
          </a:r>
          <a:endParaRPr lang="en-US" sz="1600" kern="1200"/>
        </a:p>
      </dsp:txBody>
      <dsp:txXfrm>
        <a:off x="0" y="3551070"/>
        <a:ext cx="6364224" cy="1108485"/>
      </dsp:txXfrm>
    </dsp:sp>
    <dsp:sp modelId="{08DFD38B-28E7-459D-B886-D81752CCDDD1}">
      <dsp:nvSpPr>
        <dsp:cNvPr id="0" name=""/>
        <dsp:cNvSpPr/>
      </dsp:nvSpPr>
      <dsp:spPr>
        <a:xfrm>
          <a:off x="0" y="4659555"/>
          <a:ext cx="6364224" cy="83845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Each /26 has 64 total addresses and 62 usable host addresses in traditional IPv4 subnetting.</a:t>
          </a:r>
          <a:endParaRPr lang="en-US" sz="2100" kern="1200"/>
        </a:p>
      </dsp:txBody>
      <dsp:txXfrm>
        <a:off x="40930" y="4700485"/>
        <a:ext cx="6282364" cy="7565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6FFCB-5582-4CD9-ACF2-06F8D43A118C}">
      <dsp:nvSpPr>
        <dsp:cNvPr id="0" name=""/>
        <dsp:cNvSpPr/>
      </dsp:nvSpPr>
      <dsp:spPr>
        <a:xfrm>
          <a:off x="0" y="503310"/>
          <a:ext cx="6900512" cy="1074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 dirty="0"/>
            <a:t>Number of host per subnets = 2^n, where n is the number of borrowed host bits.</a:t>
          </a:r>
          <a:endParaRPr lang="en-US" sz="2700" kern="1200" dirty="0"/>
        </a:p>
      </dsp:txBody>
      <dsp:txXfrm>
        <a:off x="52431" y="555741"/>
        <a:ext cx="6795650" cy="969198"/>
      </dsp:txXfrm>
    </dsp:sp>
    <dsp:sp modelId="{6534424F-3E81-4CF9-BAE5-86FDA9C36856}">
      <dsp:nvSpPr>
        <dsp:cNvPr id="0" name=""/>
        <dsp:cNvSpPr/>
      </dsp:nvSpPr>
      <dsp:spPr>
        <a:xfrm>
          <a:off x="0" y="1655130"/>
          <a:ext cx="6900512" cy="107406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Usable hosts per subnet = 2^h − 2, where h is the number of remaining host bits.</a:t>
          </a:r>
          <a:endParaRPr lang="en-US" sz="2700" kern="1200"/>
        </a:p>
      </dsp:txBody>
      <dsp:txXfrm>
        <a:off x="52431" y="1707561"/>
        <a:ext cx="6795650" cy="969198"/>
      </dsp:txXfrm>
    </dsp:sp>
    <dsp:sp modelId="{7B186530-D99A-4A37-AB3C-5FFB0E94A304}">
      <dsp:nvSpPr>
        <dsp:cNvPr id="0" name=""/>
        <dsp:cNvSpPr/>
      </dsp:nvSpPr>
      <dsp:spPr>
        <a:xfrm>
          <a:off x="0" y="2806950"/>
          <a:ext cx="6900512" cy="107406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Example: /26 leaves 6 host bits.</a:t>
          </a:r>
          <a:endParaRPr lang="en-US" sz="2700" kern="1200"/>
        </a:p>
      </dsp:txBody>
      <dsp:txXfrm>
        <a:off x="52431" y="2859381"/>
        <a:ext cx="6795650" cy="969198"/>
      </dsp:txXfrm>
    </dsp:sp>
    <dsp:sp modelId="{5CCADE08-9192-47B5-B4DB-A93691610878}">
      <dsp:nvSpPr>
        <dsp:cNvPr id="0" name=""/>
        <dsp:cNvSpPr/>
      </dsp:nvSpPr>
      <dsp:spPr>
        <a:xfrm>
          <a:off x="0" y="3958770"/>
          <a:ext cx="6900512" cy="10740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2^6 − 2 = 62 usable host addresses.</a:t>
          </a:r>
          <a:endParaRPr lang="en-US" sz="2700" kern="1200"/>
        </a:p>
      </dsp:txBody>
      <dsp:txXfrm>
        <a:off x="52431" y="4011201"/>
        <a:ext cx="6795650" cy="9691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E0EDA-BB1B-4F8F-B82F-6495CB5D4F11}">
      <dsp:nvSpPr>
        <dsp:cNvPr id="0" name=""/>
        <dsp:cNvSpPr/>
      </dsp:nvSpPr>
      <dsp:spPr>
        <a:xfrm>
          <a:off x="0" y="98587"/>
          <a:ext cx="4765949" cy="5967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A port identifies a service or application endpoint at the transport layer.</a:t>
          </a:r>
          <a:endParaRPr lang="en-US" sz="1500" kern="1200"/>
        </a:p>
      </dsp:txBody>
      <dsp:txXfrm>
        <a:off x="29128" y="127715"/>
        <a:ext cx="4707693" cy="538444"/>
      </dsp:txXfrm>
    </dsp:sp>
    <dsp:sp modelId="{5AF4FC73-D33D-4968-931A-CAB46D321902}">
      <dsp:nvSpPr>
        <dsp:cNvPr id="0" name=""/>
        <dsp:cNvSpPr/>
      </dsp:nvSpPr>
      <dsp:spPr>
        <a:xfrm>
          <a:off x="0" y="738487"/>
          <a:ext cx="4765949" cy="5967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Port range: 0–65535</a:t>
          </a:r>
          <a:endParaRPr lang="en-US" sz="1500" kern="1200"/>
        </a:p>
      </dsp:txBody>
      <dsp:txXfrm>
        <a:off x="29128" y="767615"/>
        <a:ext cx="4707693" cy="538444"/>
      </dsp:txXfrm>
    </dsp:sp>
    <dsp:sp modelId="{564A98D2-019B-4DC1-ABA1-8EDF087FF5D4}">
      <dsp:nvSpPr>
        <dsp:cNvPr id="0" name=""/>
        <dsp:cNvSpPr/>
      </dsp:nvSpPr>
      <dsp:spPr>
        <a:xfrm>
          <a:off x="0" y="1378387"/>
          <a:ext cx="4765949" cy="5967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0–1023: well-known ports</a:t>
          </a:r>
          <a:endParaRPr lang="en-US" sz="1500" kern="1200" dirty="0"/>
        </a:p>
      </dsp:txBody>
      <dsp:txXfrm>
        <a:off x="29128" y="1407515"/>
        <a:ext cx="4707693" cy="538444"/>
      </dsp:txXfrm>
    </dsp:sp>
    <dsp:sp modelId="{DE0F7E6D-6B46-440C-9D35-F74507808079}">
      <dsp:nvSpPr>
        <dsp:cNvPr id="0" name=""/>
        <dsp:cNvSpPr/>
      </dsp:nvSpPr>
      <dsp:spPr>
        <a:xfrm>
          <a:off x="0" y="2018288"/>
          <a:ext cx="4765949" cy="5967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1024–49151: registered ports</a:t>
          </a:r>
          <a:endParaRPr lang="en-US" sz="1500" kern="1200"/>
        </a:p>
      </dsp:txBody>
      <dsp:txXfrm>
        <a:off x="29128" y="2047416"/>
        <a:ext cx="4707693" cy="538444"/>
      </dsp:txXfrm>
    </dsp:sp>
    <dsp:sp modelId="{F1DCD0AF-94F9-447C-A157-052F9A8F237C}">
      <dsp:nvSpPr>
        <dsp:cNvPr id="0" name=""/>
        <dsp:cNvSpPr/>
      </dsp:nvSpPr>
      <dsp:spPr>
        <a:xfrm>
          <a:off x="0" y="2658188"/>
          <a:ext cx="4765949" cy="5967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49152–65535: dynamic/private ports</a:t>
          </a:r>
          <a:endParaRPr lang="en-US" sz="1500" kern="1200"/>
        </a:p>
      </dsp:txBody>
      <dsp:txXfrm>
        <a:off x="29128" y="2687316"/>
        <a:ext cx="4707693" cy="5384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CFA32-F348-47F7-A39B-F0FF6D9D6378}">
      <dsp:nvSpPr>
        <dsp:cNvPr id="0" name=""/>
        <dsp:cNvSpPr/>
      </dsp:nvSpPr>
      <dsp:spPr>
        <a:xfrm>
          <a:off x="0" y="10115"/>
          <a:ext cx="6364224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TCP (Transmission Control Protocol)</a:t>
          </a:r>
          <a:endParaRPr lang="en-US" sz="3200" kern="1200"/>
        </a:p>
      </dsp:txBody>
      <dsp:txXfrm>
        <a:off x="62141" y="72256"/>
        <a:ext cx="6239942" cy="1148678"/>
      </dsp:txXfrm>
    </dsp:sp>
    <dsp:sp modelId="{EF5AA3A7-7088-4C2F-85DB-4BFA49062DDB}">
      <dsp:nvSpPr>
        <dsp:cNvPr id="0" name=""/>
        <dsp:cNvSpPr/>
      </dsp:nvSpPr>
      <dsp:spPr>
        <a:xfrm>
          <a:off x="0" y="1283075"/>
          <a:ext cx="6364224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i="0" kern="1200" baseline="0"/>
            <a:t>Connection-oriented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i="0" kern="1200" baseline="0"/>
            <a:t>Reliable delivery and retransmission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i="0" kern="1200" baseline="0" dirty="0"/>
            <a:t>Examples: HTTPS, SSH and FTP</a:t>
          </a:r>
          <a:endParaRPr lang="en-US" sz="2500" kern="1200" dirty="0"/>
        </a:p>
      </dsp:txBody>
      <dsp:txXfrm>
        <a:off x="0" y="1283075"/>
        <a:ext cx="6364224" cy="1291680"/>
      </dsp:txXfrm>
    </dsp:sp>
    <dsp:sp modelId="{832FEFFF-20D0-4A1D-A839-26BBC1619D52}">
      <dsp:nvSpPr>
        <dsp:cNvPr id="0" name=""/>
        <dsp:cNvSpPr/>
      </dsp:nvSpPr>
      <dsp:spPr>
        <a:xfrm>
          <a:off x="0" y="2574756"/>
          <a:ext cx="6364224" cy="1272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UDP (User Datagram Protocol)</a:t>
          </a:r>
          <a:endParaRPr lang="en-US" sz="3200" kern="1200"/>
        </a:p>
      </dsp:txBody>
      <dsp:txXfrm>
        <a:off x="62141" y="2636897"/>
        <a:ext cx="6239942" cy="1148678"/>
      </dsp:txXfrm>
    </dsp:sp>
    <dsp:sp modelId="{0B254382-D91E-4695-B5FF-29500C97AE34}">
      <dsp:nvSpPr>
        <dsp:cNvPr id="0" name=""/>
        <dsp:cNvSpPr/>
      </dsp:nvSpPr>
      <dsp:spPr>
        <a:xfrm>
          <a:off x="0" y="3847716"/>
          <a:ext cx="6364224" cy="16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i="0" kern="1200" baseline="0" dirty="0"/>
            <a:t>Connectionless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i="0" kern="1200" baseline="0"/>
            <a:t>Does not guarantee delivery by itself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i="0" kern="1200" baseline="0"/>
            <a:t>Examples: DNS queries, DHCP and many real-time applications</a:t>
          </a:r>
          <a:endParaRPr lang="en-US" sz="2500" kern="1200"/>
        </a:p>
      </dsp:txBody>
      <dsp:txXfrm>
        <a:off x="0" y="3847716"/>
        <a:ext cx="6364224" cy="1656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92D4A-F33F-4647-AF2D-986CC7F4D2D1}">
      <dsp:nvSpPr>
        <dsp:cNvPr id="0" name=""/>
        <dsp:cNvSpPr/>
      </dsp:nvSpPr>
      <dsp:spPr>
        <a:xfrm>
          <a:off x="0" y="71045"/>
          <a:ext cx="6364224" cy="5405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No Internet connectivity</a:t>
          </a:r>
          <a:endParaRPr lang="en-US" sz="2200" kern="1200"/>
        </a:p>
      </dsp:txBody>
      <dsp:txXfrm>
        <a:off x="26387" y="97432"/>
        <a:ext cx="6311450" cy="487766"/>
      </dsp:txXfrm>
    </dsp:sp>
    <dsp:sp modelId="{BB0DCA13-8AC5-448E-B0D7-8E9301BBF86F}">
      <dsp:nvSpPr>
        <dsp:cNvPr id="0" name=""/>
        <dsp:cNvSpPr/>
      </dsp:nvSpPr>
      <dsp:spPr>
        <a:xfrm>
          <a:off x="0" y="674945"/>
          <a:ext cx="6364224" cy="540540"/>
        </a:xfrm>
        <a:prstGeom prst="roundRect">
          <a:avLst/>
        </a:prstGeom>
        <a:solidFill>
          <a:schemeClr val="accent5">
            <a:hueOff val="-1519019"/>
            <a:satOff val="-103"/>
            <a:lumOff val="2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Slow Internet</a:t>
          </a:r>
          <a:endParaRPr lang="en-US" sz="2200" kern="1200"/>
        </a:p>
      </dsp:txBody>
      <dsp:txXfrm>
        <a:off x="26387" y="701332"/>
        <a:ext cx="6311450" cy="487766"/>
      </dsp:txXfrm>
    </dsp:sp>
    <dsp:sp modelId="{FC41C266-8651-440F-AAA2-9A9C45ED336B}">
      <dsp:nvSpPr>
        <dsp:cNvPr id="0" name=""/>
        <dsp:cNvSpPr/>
      </dsp:nvSpPr>
      <dsp:spPr>
        <a:xfrm>
          <a:off x="0" y="1278845"/>
          <a:ext cx="6364224" cy="54054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Limited connectivity</a:t>
          </a:r>
          <a:endParaRPr lang="en-US" sz="2200" kern="1200"/>
        </a:p>
      </dsp:txBody>
      <dsp:txXfrm>
        <a:off x="26387" y="1305232"/>
        <a:ext cx="6311450" cy="487766"/>
      </dsp:txXfrm>
    </dsp:sp>
    <dsp:sp modelId="{E325DCE6-3E48-4F32-968D-D478148BBF82}">
      <dsp:nvSpPr>
        <dsp:cNvPr id="0" name=""/>
        <dsp:cNvSpPr/>
      </dsp:nvSpPr>
      <dsp:spPr>
        <a:xfrm>
          <a:off x="0" y="1882745"/>
          <a:ext cx="6364224" cy="540540"/>
        </a:xfrm>
        <a:prstGeom prst="roundRect">
          <a:avLst/>
        </a:prstGeom>
        <a:solidFill>
          <a:schemeClr val="accent5">
            <a:hueOff val="-4557056"/>
            <a:satOff val="-310"/>
            <a:lumOff val="7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Cannot access a website</a:t>
          </a:r>
          <a:endParaRPr lang="en-US" sz="2200" kern="1200"/>
        </a:p>
      </dsp:txBody>
      <dsp:txXfrm>
        <a:off x="26387" y="1909132"/>
        <a:ext cx="6311450" cy="487766"/>
      </dsp:txXfrm>
    </dsp:sp>
    <dsp:sp modelId="{06B2D0E7-7D4A-4E47-B1B4-E88AFC3C6563}">
      <dsp:nvSpPr>
        <dsp:cNvPr id="0" name=""/>
        <dsp:cNvSpPr/>
      </dsp:nvSpPr>
      <dsp:spPr>
        <a:xfrm>
          <a:off x="0" y="2486646"/>
          <a:ext cx="6364224" cy="5405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DNS resolution failure</a:t>
          </a:r>
          <a:endParaRPr lang="en-US" sz="2200" kern="1200"/>
        </a:p>
      </dsp:txBody>
      <dsp:txXfrm>
        <a:off x="26387" y="2513033"/>
        <a:ext cx="6311450" cy="487766"/>
      </dsp:txXfrm>
    </dsp:sp>
    <dsp:sp modelId="{48D88385-ED0C-48D2-9A6F-951DABE5D128}">
      <dsp:nvSpPr>
        <dsp:cNvPr id="0" name=""/>
        <dsp:cNvSpPr/>
      </dsp:nvSpPr>
      <dsp:spPr>
        <a:xfrm>
          <a:off x="0" y="3090546"/>
          <a:ext cx="6364224" cy="540540"/>
        </a:xfrm>
        <a:prstGeom prst="roundRect">
          <a:avLst/>
        </a:prstGeom>
        <a:solidFill>
          <a:schemeClr val="accent5">
            <a:hueOff val="-7595094"/>
            <a:satOff val="-516"/>
            <a:lumOff val="12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IP address conflict</a:t>
          </a:r>
          <a:endParaRPr lang="en-US" sz="2200" kern="1200"/>
        </a:p>
      </dsp:txBody>
      <dsp:txXfrm>
        <a:off x="26387" y="3116933"/>
        <a:ext cx="6311450" cy="487766"/>
      </dsp:txXfrm>
    </dsp:sp>
    <dsp:sp modelId="{F68576F0-55B5-4DB3-A146-DEEB7A66FA99}">
      <dsp:nvSpPr>
        <dsp:cNvPr id="0" name=""/>
        <dsp:cNvSpPr/>
      </dsp:nvSpPr>
      <dsp:spPr>
        <a:xfrm>
          <a:off x="0" y="3694446"/>
          <a:ext cx="6364224" cy="54054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High latency</a:t>
          </a:r>
          <a:endParaRPr lang="en-US" sz="2200" kern="1200"/>
        </a:p>
      </dsp:txBody>
      <dsp:txXfrm>
        <a:off x="26387" y="3720833"/>
        <a:ext cx="6311450" cy="487766"/>
      </dsp:txXfrm>
    </dsp:sp>
    <dsp:sp modelId="{8FDF2A99-B24B-48D6-8BE9-5DDA93771E11}">
      <dsp:nvSpPr>
        <dsp:cNvPr id="0" name=""/>
        <dsp:cNvSpPr/>
      </dsp:nvSpPr>
      <dsp:spPr>
        <a:xfrm>
          <a:off x="0" y="4298346"/>
          <a:ext cx="6364224" cy="540540"/>
        </a:xfrm>
        <a:prstGeom prst="roundRect">
          <a:avLst/>
        </a:prstGeom>
        <a:solidFill>
          <a:schemeClr val="accent5">
            <a:hueOff val="-10633130"/>
            <a:satOff val="-723"/>
            <a:lumOff val="17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Packet loss</a:t>
          </a:r>
          <a:endParaRPr lang="en-US" sz="2200" kern="1200"/>
        </a:p>
      </dsp:txBody>
      <dsp:txXfrm>
        <a:off x="26387" y="4324733"/>
        <a:ext cx="6311450" cy="487766"/>
      </dsp:txXfrm>
    </dsp:sp>
    <dsp:sp modelId="{36AEFB82-3686-406B-91A0-5D287A6AF05D}">
      <dsp:nvSpPr>
        <dsp:cNvPr id="0" name=""/>
        <dsp:cNvSpPr/>
      </dsp:nvSpPr>
      <dsp:spPr>
        <a:xfrm>
          <a:off x="0" y="4902246"/>
          <a:ext cx="6364224" cy="5405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Wi-Fi disconnections</a:t>
          </a:r>
          <a:endParaRPr lang="en-US" sz="2200" kern="1200"/>
        </a:p>
      </dsp:txBody>
      <dsp:txXfrm>
        <a:off x="26387" y="4928633"/>
        <a:ext cx="6311450" cy="4877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E472E-9C3D-4BDE-9F51-C40D09BBAA77}">
      <dsp:nvSpPr>
        <dsp:cNvPr id="0" name=""/>
        <dsp:cNvSpPr/>
      </dsp:nvSpPr>
      <dsp:spPr>
        <a:xfrm>
          <a:off x="0" y="71045"/>
          <a:ext cx="6364224" cy="5405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1. Identify the problem</a:t>
          </a:r>
          <a:endParaRPr lang="en-US" sz="2200" kern="1200"/>
        </a:p>
      </dsp:txBody>
      <dsp:txXfrm>
        <a:off x="26387" y="97432"/>
        <a:ext cx="6311450" cy="487766"/>
      </dsp:txXfrm>
    </dsp:sp>
    <dsp:sp modelId="{056F3EFD-62FF-4E54-A87C-84A9BC4EE6D1}">
      <dsp:nvSpPr>
        <dsp:cNvPr id="0" name=""/>
        <dsp:cNvSpPr/>
      </dsp:nvSpPr>
      <dsp:spPr>
        <a:xfrm>
          <a:off x="0" y="674945"/>
          <a:ext cx="6364224" cy="540540"/>
        </a:xfrm>
        <a:prstGeom prst="roundRect">
          <a:avLst/>
        </a:prstGeom>
        <a:solidFill>
          <a:schemeClr val="accent5">
            <a:hueOff val="-1519019"/>
            <a:satOff val="-103"/>
            <a:lumOff val="2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2. Check physical connections</a:t>
          </a:r>
          <a:endParaRPr lang="en-US" sz="2200" kern="1200"/>
        </a:p>
      </dsp:txBody>
      <dsp:txXfrm>
        <a:off x="26387" y="701332"/>
        <a:ext cx="6311450" cy="487766"/>
      </dsp:txXfrm>
    </dsp:sp>
    <dsp:sp modelId="{7886DB02-94EC-4A81-BC4B-D17AD322F92C}">
      <dsp:nvSpPr>
        <dsp:cNvPr id="0" name=""/>
        <dsp:cNvSpPr/>
      </dsp:nvSpPr>
      <dsp:spPr>
        <a:xfrm>
          <a:off x="0" y="1278845"/>
          <a:ext cx="6364224" cy="54054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3. Check IP configuration</a:t>
          </a:r>
          <a:endParaRPr lang="en-US" sz="2200" kern="1200"/>
        </a:p>
      </dsp:txBody>
      <dsp:txXfrm>
        <a:off x="26387" y="1305232"/>
        <a:ext cx="6311450" cy="487766"/>
      </dsp:txXfrm>
    </dsp:sp>
    <dsp:sp modelId="{3CB77D23-85FF-49EB-9F80-3B0807CC40F0}">
      <dsp:nvSpPr>
        <dsp:cNvPr id="0" name=""/>
        <dsp:cNvSpPr/>
      </dsp:nvSpPr>
      <dsp:spPr>
        <a:xfrm>
          <a:off x="0" y="1882745"/>
          <a:ext cx="6364224" cy="540540"/>
        </a:xfrm>
        <a:prstGeom prst="roundRect">
          <a:avLst/>
        </a:prstGeom>
        <a:solidFill>
          <a:schemeClr val="accent5">
            <a:hueOff val="-4557056"/>
            <a:satOff val="-310"/>
            <a:lumOff val="7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4. Test local connectivity</a:t>
          </a:r>
          <a:endParaRPr lang="en-US" sz="2200" kern="1200"/>
        </a:p>
      </dsp:txBody>
      <dsp:txXfrm>
        <a:off x="26387" y="1909132"/>
        <a:ext cx="6311450" cy="487766"/>
      </dsp:txXfrm>
    </dsp:sp>
    <dsp:sp modelId="{D64466EA-0387-40D7-B757-4D654F024806}">
      <dsp:nvSpPr>
        <dsp:cNvPr id="0" name=""/>
        <dsp:cNvSpPr/>
      </dsp:nvSpPr>
      <dsp:spPr>
        <a:xfrm>
          <a:off x="0" y="2486646"/>
          <a:ext cx="6364224" cy="5405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5. Test the default gateway</a:t>
          </a:r>
          <a:endParaRPr lang="en-US" sz="2200" kern="1200"/>
        </a:p>
      </dsp:txBody>
      <dsp:txXfrm>
        <a:off x="26387" y="2513033"/>
        <a:ext cx="6311450" cy="487766"/>
      </dsp:txXfrm>
    </dsp:sp>
    <dsp:sp modelId="{CDD18E5A-FF3C-4157-AB23-9BB44C58625F}">
      <dsp:nvSpPr>
        <dsp:cNvPr id="0" name=""/>
        <dsp:cNvSpPr/>
      </dsp:nvSpPr>
      <dsp:spPr>
        <a:xfrm>
          <a:off x="0" y="3090546"/>
          <a:ext cx="6364224" cy="540540"/>
        </a:xfrm>
        <a:prstGeom prst="roundRect">
          <a:avLst/>
        </a:prstGeom>
        <a:solidFill>
          <a:schemeClr val="accent5">
            <a:hueOff val="-7595094"/>
            <a:satOff val="-516"/>
            <a:lumOff val="12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6. Test Internet connectivity</a:t>
          </a:r>
          <a:endParaRPr lang="en-US" sz="2200" kern="1200"/>
        </a:p>
      </dsp:txBody>
      <dsp:txXfrm>
        <a:off x="26387" y="3116933"/>
        <a:ext cx="6311450" cy="487766"/>
      </dsp:txXfrm>
    </dsp:sp>
    <dsp:sp modelId="{486B6D91-B97A-4145-AE96-204413BBB304}">
      <dsp:nvSpPr>
        <dsp:cNvPr id="0" name=""/>
        <dsp:cNvSpPr/>
      </dsp:nvSpPr>
      <dsp:spPr>
        <a:xfrm>
          <a:off x="0" y="3694446"/>
          <a:ext cx="6364224" cy="54054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7. Test DNS resolution</a:t>
          </a:r>
          <a:endParaRPr lang="en-US" sz="2200" kern="1200"/>
        </a:p>
      </dsp:txBody>
      <dsp:txXfrm>
        <a:off x="26387" y="3720833"/>
        <a:ext cx="6311450" cy="487766"/>
      </dsp:txXfrm>
    </dsp:sp>
    <dsp:sp modelId="{A02307FE-A816-404D-9B6B-1C34E32FC5FC}">
      <dsp:nvSpPr>
        <dsp:cNvPr id="0" name=""/>
        <dsp:cNvSpPr/>
      </dsp:nvSpPr>
      <dsp:spPr>
        <a:xfrm>
          <a:off x="0" y="4298346"/>
          <a:ext cx="6364224" cy="540540"/>
        </a:xfrm>
        <a:prstGeom prst="roundRect">
          <a:avLst/>
        </a:prstGeom>
        <a:solidFill>
          <a:schemeClr val="accent5">
            <a:hueOff val="-10633130"/>
            <a:satOff val="-723"/>
            <a:lumOff val="17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8. Check firewall and routing</a:t>
          </a:r>
          <a:endParaRPr lang="en-US" sz="2200" kern="1200"/>
        </a:p>
      </dsp:txBody>
      <dsp:txXfrm>
        <a:off x="26387" y="4324733"/>
        <a:ext cx="6311450" cy="487766"/>
      </dsp:txXfrm>
    </dsp:sp>
    <dsp:sp modelId="{F2CACD2E-C7EA-4A7C-9BC4-7D2E041205B8}">
      <dsp:nvSpPr>
        <dsp:cNvPr id="0" name=""/>
        <dsp:cNvSpPr/>
      </dsp:nvSpPr>
      <dsp:spPr>
        <a:xfrm>
          <a:off x="0" y="4902246"/>
          <a:ext cx="6364224" cy="5405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9. Fix and verify</a:t>
          </a:r>
          <a:endParaRPr lang="en-US" sz="2200" kern="1200"/>
        </a:p>
      </dsp:txBody>
      <dsp:txXfrm>
        <a:off x="26387" y="4928633"/>
        <a:ext cx="6311450" cy="48776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96048-04EC-4F1B-956C-0A2CB1739B2C}">
      <dsp:nvSpPr>
        <dsp:cNvPr id="0" name=""/>
        <dsp:cNvSpPr/>
      </dsp:nvSpPr>
      <dsp:spPr>
        <a:xfrm>
          <a:off x="0" y="456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6464E-4E2F-461F-9156-4D773AA0A724}">
      <dsp:nvSpPr>
        <dsp:cNvPr id="0" name=""/>
        <dsp:cNvSpPr/>
      </dsp:nvSpPr>
      <dsp:spPr>
        <a:xfrm>
          <a:off x="189964" y="141752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D586F-8664-4FA2-B72B-39D1A70C7E42}">
      <dsp:nvSpPr>
        <dsp:cNvPr id="0" name=""/>
        <dsp:cNvSpPr/>
      </dsp:nvSpPr>
      <dsp:spPr>
        <a:xfrm>
          <a:off x="725319" y="456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ipconfig — display IP configuration</a:t>
          </a:r>
          <a:endParaRPr lang="en-US" sz="1600" kern="1200"/>
        </a:p>
      </dsp:txBody>
      <dsp:txXfrm>
        <a:off x="725319" y="456"/>
        <a:ext cx="5925933" cy="627982"/>
      </dsp:txXfrm>
    </dsp:sp>
    <dsp:sp modelId="{0E00B768-7C77-4BF7-B0BA-27C99A1813E8}">
      <dsp:nvSpPr>
        <dsp:cNvPr id="0" name=""/>
        <dsp:cNvSpPr/>
      </dsp:nvSpPr>
      <dsp:spPr>
        <a:xfrm>
          <a:off x="0" y="785434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B5184-39AB-4301-BDF2-11E117493550}">
      <dsp:nvSpPr>
        <dsp:cNvPr id="0" name=""/>
        <dsp:cNvSpPr/>
      </dsp:nvSpPr>
      <dsp:spPr>
        <a:xfrm>
          <a:off x="189964" y="926730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A81B8-BAC1-4C18-817E-0B3432013D3C}">
      <dsp:nvSpPr>
        <dsp:cNvPr id="0" name=""/>
        <dsp:cNvSpPr/>
      </dsp:nvSpPr>
      <dsp:spPr>
        <a:xfrm>
          <a:off x="725319" y="785434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ipconfig /all — display detailed network configuration</a:t>
          </a:r>
          <a:endParaRPr lang="en-US" sz="1600" kern="1200"/>
        </a:p>
      </dsp:txBody>
      <dsp:txXfrm>
        <a:off x="725319" y="785434"/>
        <a:ext cx="5925933" cy="627982"/>
      </dsp:txXfrm>
    </dsp:sp>
    <dsp:sp modelId="{14C378E2-C888-4BBD-994C-495E5F5A606F}">
      <dsp:nvSpPr>
        <dsp:cNvPr id="0" name=""/>
        <dsp:cNvSpPr/>
      </dsp:nvSpPr>
      <dsp:spPr>
        <a:xfrm>
          <a:off x="0" y="1570412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49E08-4B22-4389-9A4B-F072D8BD49C1}">
      <dsp:nvSpPr>
        <dsp:cNvPr id="0" name=""/>
        <dsp:cNvSpPr/>
      </dsp:nvSpPr>
      <dsp:spPr>
        <a:xfrm>
          <a:off x="189964" y="1711708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7843D-06EA-4B2D-9B33-81B3C32BB87C}">
      <dsp:nvSpPr>
        <dsp:cNvPr id="0" name=""/>
        <dsp:cNvSpPr/>
      </dsp:nvSpPr>
      <dsp:spPr>
        <a:xfrm>
          <a:off x="725319" y="1570412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ping 192.168.1.1 — test connectivity to a host</a:t>
          </a:r>
          <a:endParaRPr lang="en-US" sz="1600" kern="1200"/>
        </a:p>
      </dsp:txBody>
      <dsp:txXfrm>
        <a:off x="725319" y="1570412"/>
        <a:ext cx="5925933" cy="627982"/>
      </dsp:txXfrm>
    </dsp:sp>
    <dsp:sp modelId="{7904BDB4-3F40-4FE6-BBFD-652030A5BB18}">
      <dsp:nvSpPr>
        <dsp:cNvPr id="0" name=""/>
        <dsp:cNvSpPr/>
      </dsp:nvSpPr>
      <dsp:spPr>
        <a:xfrm>
          <a:off x="0" y="2355390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45C1E-27BA-4FD3-9DEF-48396F4B8046}">
      <dsp:nvSpPr>
        <dsp:cNvPr id="0" name=""/>
        <dsp:cNvSpPr/>
      </dsp:nvSpPr>
      <dsp:spPr>
        <a:xfrm>
          <a:off x="189964" y="2496686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2BD5B-BD92-48BF-9B1A-6326746F249F}">
      <dsp:nvSpPr>
        <dsp:cNvPr id="0" name=""/>
        <dsp:cNvSpPr/>
      </dsp:nvSpPr>
      <dsp:spPr>
        <a:xfrm>
          <a:off x="725319" y="2355390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nslookup google.com — test DNS resolution</a:t>
          </a:r>
          <a:endParaRPr lang="en-US" sz="1600" kern="1200"/>
        </a:p>
      </dsp:txBody>
      <dsp:txXfrm>
        <a:off x="725319" y="2355390"/>
        <a:ext cx="5925933" cy="627982"/>
      </dsp:txXfrm>
    </dsp:sp>
    <dsp:sp modelId="{7852E0CD-6036-44A2-9192-8F5CD618562C}">
      <dsp:nvSpPr>
        <dsp:cNvPr id="0" name=""/>
        <dsp:cNvSpPr/>
      </dsp:nvSpPr>
      <dsp:spPr>
        <a:xfrm>
          <a:off x="0" y="3140368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133B2-D8AF-429A-AF87-5C238ECB1682}">
      <dsp:nvSpPr>
        <dsp:cNvPr id="0" name=""/>
        <dsp:cNvSpPr/>
      </dsp:nvSpPr>
      <dsp:spPr>
        <a:xfrm>
          <a:off x="189964" y="3281664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479F3-7894-403C-8EE7-2F1AF6D7F0F0}">
      <dsp:nvSpPr>
        <dsp:cNvPr id="0" name=""/>
        <dsp:cNvSpPr/>
      </dsp:nvSpPr>
      <dsp:spPr>
        <a:xfrm>
          <a:off x="725319" y="3140368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tracert google.com — trace the path to a destination</a:t>
          </a:r>
          <a:endParaRPr lang="en-US" sz="1600" kern="1200"/>
        </a:p>
      </dsp:txBody>
      <dsp:txXfrm>
        <a:off x="725319" y="3140368"/>
        <a:ext cx="5925933" cy="627982"/>
      </dsp:txXfrm>
    </dsp:sp>
    <dsp:sp modelId="{E0C27141-DC15-4737-A42C-7A9C3EE0D01F}">
      <dsp:nvSpPr>
        <dsp:cNvPr id="0" name=""/>
        <dsp:cNvSpPr/>
      </dsp:nvSpPr>
      <dsp:spPr>
        <a:xfrm>
          <a:off x="0" y="3925347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7D513-9C5C-4602-ABBA-4D72D42E8338}">
      <dsp:nvSpPr>
        <dsp:cNvPr id="0" name=""/>
        <dsp:cNvSpPr/>
      </dsp:nvSpPr>
      <dsp:spPr>
        <a:xfrm>
          <a:off x="189964" y="4066643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5046D-E09D-4315-B0C3-EA213908AF1D}">
      <dsp:nvSpPr>
        <dsp:cNvPr id="0" name=""/>
        <dsp:cNvSpPr/>
      </dsp:nvSpPr>
      <dsp:spPr>
        <a:xfrm>
          <a:off x="725319" y="3925347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route print — display the routing table</a:t>
          </a:r>
          <a:endParaRPr lang="en-US" sz="1600" kern="1200"/>
        </a:p>
      </dsp:txBody>
      <dsp:txXfrm>
        <a:off x="725319" y="3925347"/>
        <a:ext cx="5925933" cy="627982"/>
      </dsp:txXfrm>
    </dsp:sp>
    <dsp:sp modelId="{71ABAFA0-B93C-4815-801F-752FCF1E4515}">
      <dsp:nvSpPr>
        <dsp:cNvPr id="0" name=""/>
        <dsp:cNvSpPr/>
      </dsp:nvSpPr>
      <dsp:spPr>
        <a:xfrm>
          <a:off x="0" y="4710325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72E57-4E8B-4FF2-A4C6-2C1A15D48E46}">
      <dsp:nvSpPr>
        <dsp:cNvPr id="0" name=""/>
        <dsp:cNvSpPr/>
      </dsp:nvSpPr>
      <dsp:spPr>
        <a:xfrm>
          <a:off x="189964" y="4851621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DC209-29E0-4DCA-B029-16D762B90AFB}">
      <dsp:nvSpPr>
        <dsp:cNvPr id="0" name=""/>
        <dsp:cNvSpPr/>
      </dsp:nvSpPr>
      <dsp:spPr>
        <a:xfrm>
          <a:off x="725319" y="4710325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netstat -ano — display network connections and associated process IDs</a:t>
          </a:r>
          <a:endParaRPr lang="en-US" sz="1600" kern="1200"/>
        </a:p>
      </dsp:txBody>
      <dsp:txXfrm>
        <a:off x="725319" y="4710325"/>
        <a:ext cx="5925933" cy="62798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2CFAB-3642-4E11-B943-6A5553601AF5}">
      <dsp:nvSpPr>
        <dsp:cNvPr id="0" name=""/>
        <dsp:cNvSpPr/>
      </dsp:nvSpPr>
      <dsp:spPr>
        <a:xfrm>
          <a:off x="0" y="12042"/>
          <a:ext cx="6651253" cy="8353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Problem: Laptop is connected to Wi-Fi but websites do not open.</a:t>
          </a:r>
          <a:endParaRPr lang="en-US" sz="2100" kern="1200"/>
        </a:p>
      </dsp:txBody>
      <dsp:txXfrm>
        <a:off x="40780" y="52822"/>
        <a:ext cx="6569693" cy="753819"/>
      </dsp:txXfrm>
    </dsp:sp>
    <dsp:sp modelId="{8DA584CE-6BA3-451B-B62E-9CDAFA094F68}">
      <dsp:nvSpPr>
        <dsp:cNvPr id="0" name=""/>
        <dsp:cNvSpPr/>
      </dsp:nvSpPr>
      <dsp:spPr>
        <a:xfrm>
          <a:off x="0" y="907902"/>
          <a:ext cx="6651253" cy="835379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Step 1: Check IP configuration with ipconfig.</a:t>
          </a:r>
          <a:endParaRPr lang="en-US" sz="2100" kern="1200"/>
        </a:p>
      </dsp:txBody>
      <dsp:txXfrm>
        <a:off x="40780" y="948682"/>
        <a:ext cx="6569693" cy="753819"/>
      </dsp:txXfrm>
    </dsp:sp>
    <dsp:sp modelId="{B094F65F-1AD4-4A82-962F-576A7BCCF66D}">
      <dsp:nvSpPr>
        <dsp:cNvPr id="0" name=""/>
        <dsp:cNvSpPr/>
      </dsp:nvSpPr>
      <dsp:spPr>
        <a:xfrm>
          <a:off x="0" y="1803762"/>
          <a:ext cx="6651253" cy="835379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Step 2: Ping the default gateway.</a:t>
          </a:r>
          <a:endParaRPr lang="en-US" sz="2100" kern="1200"/>
        </a:p>
      </dsp:txBody>
      <dsp:txXfrm>
        <a:off x="40780" y="1844542"/>
        <a:ext cx="6569693" cy="753819"/>
      </dsp:txXfrm>
    </dsp:sp>
    <dsp:sp modelId="{54221268-6E44-4049-B51C-FA581EF70259}">
      <dsp:nvSpPr>
        <dsp:cNvPr id="0" name=""/>
        <dsp:cNvSpPr/>
      </dsp:nvSpPr>
      <dsp:spPr>
        <a:xfrm>
          <a:off x="0" y="2699622"/>
          <a:ext cx="6651253" cy="835379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Step 3: Ping a public IP such as 8.8.8.8.</a:t>
          </a:r>
          <a:endParaRPr lang="en-US" sz="2100" kern="1200"/>
        </a:p>
      </dsp:txBody>
      <dsp:txXfrm>
        <a:off x="40780" y="2740402"/>
        <a:ext cx="6569693" cy="753819"/>
      </dsp:txXfrm>
    </dsp:sp>
    <dsp:sp modelId="{0CD3CE3A-976C-4144-8FA8-10D346467A48}">
      <dsp:nvSpPr>
        <dsp:cNvPr id="0" name=""/>
        <dsp:cNvSpPr/>
      </dsp:nvSpPr>
      <dsp:spPr>
        <a:xfrm>
          <a:off x="0" y="3595482"/>
          <a:ext cx="6651253" cy="835379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Step 4: Test DNS with nslookup google.com.</a:t>
          </a:r>
          <a:endParaRPr lang="en-US" sz="2100" kern="1200"/>
        </a:p>
      </dsp:txBody>
      <dsp:txXfrm>
        <a:off x="40780" y="3636262"/>
        <a:ext cx="6569693" cy="753819"/>
      </dsp:txXfrm>
    </dsp:sp>
    <dsp:sp modelId="{1A2516DE-46FB-4A5C-B266-1FD52BD2FE0E}">
      <dsp:nvSpPr>
        <dsp:cNvPr id="0" name=""/>
        <dsp:cNvSpPr/>
      </dsp:nvSpPr>
      <dsp:spPr>
        <a:xfrm>
          <a:off x="0" y="4491342"/>
          <a:ext cx="6651253" cy="8353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If 8.8.8.8 works but DNS names fail, investigate DNS configuration.</a:t>
          </a:r>
          <a:endParaRPr lang="en-US" sz="2100" kern="1200"/>
        </a:p>
      </dsp:txBody>
      <dsp:txXfrm>
        <a:off x="40780" y="4532122"/>
        <a:ext cx="6569693" cy="75381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407EC-A4FC-4480-B2F3-193738AE3BD8}">
      <dsp:nvSpPr>
        <dsp:cNvPr id="0" name=""/>
        <dsp:cNvSpPr/>
      </dsp:nvSpPr>
      <dsp:spPr>
        <a:xfrm>
          <a:off x="0" y="4109809"/>
          <a:ext cx="7452360" cy="1348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Can provide</a:t>
          </a:r>
          <a:endParaRPr lang="en-US" sz="2500" kern="1200"/>
        </a:p>
      </dsp:txBody>
      <dsp:txXfrm>
        <a:off x="0" y="4109809"/>
        <a:ext cx="7452360" cy="728422"/>
      </dsp:txXfrm>
    </dsp:sp>
    <dsp:sp modelId="{6308DA8B-04D4-4E08-B6B5-B2A6C8BA98AC}">
      <dsp:nvSpPr>
        <dsp:cNvPr id="0" name=""/>
        <dsp:cNvSpPr/>
      </dsp:nvSpPr>
      <dsp:spPr>
        <a:xfrm>
          <a:off x="909" y="4811253"/>
          <a:ext cx="1490108" cy="6205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IP address</a:t>
          </a:r>
          <a:endParaRPr lang="en-US" sz="1800" kern="1200"/>
        </a:p>
      </dsp:txBody>
      <dsp:txXfrm>
        <a:off x="909" y="4811253"/>
        <a:ext cx="1490108" cy="620508"/>
      </dsp:txXfrm>
    </dsp:sp>
    <dsp:sp modelId="{3C9DF69F-6706-4E52-B89A-FB24A717830C}">
      <dsp:nvSpPr>
        <dsp:cNvPr id="0" name=""/>
        <dsp:cNvSpPr/>
      </dsp:nvSpPr>
      <dsp:spPr>
        <a:xfrm>
          <a:off x="1491017" y="4811253"/>
          <a:ext cx="1490108" cy="620508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Subnet mask</a:t>
          </a:r>
          <a:endParaRPr lang="en-US" sz="1800" kern="1200"/>
        </a:p>
      </dsp:txBody>
      <dsp:txXfrm>
        <a:off x="1491017" y="4811253"/>
        <a:ext cx="1490108" cy="620508"/>
      </dsp:txXfrm>
    </dsp:sp>
    <dsp:sp modelId="{878C29E7-2BDE-46B3-9F55-E424D4C49872}">
      <dsp:nvSpPr>
        <dsp:cNvPr id="0" name=""/>
        <dsp:cNvSpPr/>
      </dsp:nvSpPr>
      <dsp:spPr>
        <a:xfrm>
          <a:off x="2981125" y="4811253"/>
          <a:ext cx="1490108" cy="62050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Default gateway</a:t>
          </a:r>
          <a:endParaRPr lang="en-US" sz="1800" kern="1200"/>
        </a:p>
      </dsp:txBody>
      <dsp:txXfrm>
        <a:off x="2981125" y="4811253"/>
        <a:ext cx="1490108" cy="620508"/>
      </dsp:txXfrm>
    </dsp:sp>
    <dsp:sp modelId="{D4B118E3-AFF1-4702-9B40-BB53CD59BC80}">
      <dsp:nvSpPr>
        <dsp:cNvPr id="0" name=""/>
        <dsp:cNvSpPr/>
      </dsp:nvSpPr>
      <dsp:spPr>
        <a:xfrm>
          <a:off x="4471234" y="4811253"/>
          <a:ext cx="1490108" cy="620508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DNS server</a:t>
          </a:r>
          <a:endParaRPr lang="en-US" sz="1800" kern="1200"/>
        </a:p>
      </dsp:txBody>
      <dsp:txXfrm>
        <a:off x="4471234" y="4811253"/>
        <a:ext cx="1490108" cy="620508"/>
      </dsp:txXfrm>
    </dsp:sp>
    <dsp:sp modelId="{99BBA218-B069-4595-862D-AD8A1BC69964}">
      <dsp:nvSpPr>
        <dsp:cNvPr id="0" name=""/>
        <dsp:cNvSpPr/>
      </dsp:nvSpPr>
      <dsp:spPr>
        <a:xfrm>
          <a:off x="5961342" y="4811253"/>
          <a:ext cx="1490108" cy="62050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Lease information</a:t>
          </a:r>
          <a:endParaRPr lang="en-US" sz="1800" kern="1200"/>
        </a:p>
      </dsp:txBody>
      <dsp:txXfrm>
        <a:off x="5961342" y="4811253"/>
        <a:ext cx="1490108" cy="620508"/>
      </dsp:txXfrm>
    </dsp:sp>
    <dsp:sp modelId="{9DD62BF7-DDC3-432A-A5CB-065FF2A6E73B}">
      <dsp:nvSpPr>
        <dsp:cNvPr id="0" name=""/>
        <dsp:cNvSpPr/>
      </dsp:nvSpPr>
      <dsp:spPr>
        <a:xfrm rot="10800000">
          <a:off x="0" y="2055387"/>
          <a:ext cx="7452360" cy="2074656"/>
        </a:xfrm>
        <a:prstGeom prst="upArrowCallou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Automatically provides network configuration to clients.</a:t>
          </a:r>
          <a:endParaRPr lang="en-US" sz="2500" kern="1200"/>
        </a:p>
      </dsp:txBody>
      <dsp:txXfrm rot="10800000">
        <a:off x="0" y="2055387"/>
        <a:ext cx="7452360" cy="1348049"/>
      </dsp:txXfrm>
    </dsp:sp>
    <dsp:sp modelId="{010E5AC0-9F6D-41BA-85C3-A25634643E07}">
      <dsp:nvSpPr>
        <dsp:cNvPr id="0" name=""/>
        <dsp:cNvSpPr/>
      </dsp:nvSpPr>
      <dsp:spPr>
        <a:xfrm rot="10800000">
          <a:off x="0" y="965"/>
          <a:ext cx="7452360" cy="2074656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DHCP = Dynamic Host Configuration Protocol</a:t>
          </a:r>
          <a:endParaRPr lang="en-US" sz="2500" kern="1200"/>
        </a:p>
      </dsp:txBody>
      <dsp:txXfrm rot="10800000">
        <a:off x="0" y="965"/>
        <a:ext cx="7452360" cy="134804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0B5EC-9D1F-4FA7-87D5-1E1B18ADC9AB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D2699-EE9A-4AE4-8D8B-75296FC5F5BE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0FF8D-02A5-47DF-A5E6-317F5356D87D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DNS = Domain Name System</a:t>
          </a:r>
          <a:endParaRPr lang="en-US" sz="2100" kern="1200"/>
        </a:p>
      </dsp:txBody>
      <dsp:txXfrm>
        <a:off x="1297085" y="2215"/>
        <a:ext cx="5354167" cy="1123017"/>
      </dsp:txXfrm>
    </dsp:sp>
    <dsp:sp modelId="{2E819FDD-2B44-45E5-AC0E-3315924A379B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40DF2-1247-487F-BC90-C8C011238B97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B2217-34D8-4316-BBFC-3C0BF1E98E09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Converts human-readable names into IP addresses.</a:t>
          </a:r>
          <a:endParaRPr lang="en-US" sz="2100" kern="1200"/>
        </a:p>
      </dsp:txBody>
      <dsp:txXfrm>
        <a:off x="1297085" y="1405987"/>
        <a:ext cx="5354167" cy="1123017"/>
      </dsp:txXfrm>
    </dsp:sp>
    <dsp:sp modelId="{C6734909-A95F-41B0-971C-0F5EA9CD8EB5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26639-3CED-4C0E-8B56-4BBFE7AF0B7B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A9C8E-9940-4858-8C72-B1D1483D0DDC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Example: google.com → DNS → IP address</a:t>
          </a:r>
          <a:endParaRPr lang="en-US" sz="2100" kern="1200"/>
        </a:p>
      </dsp:txBody>
      <dsp:txXfrm>
        <a:off x="1297085" y="2809759"/>
        <a:ext cx="5354167" cy="1123017"/>
      </dsp:txXfrm>
    </dsp:sp>
    <dsp:sp modelId="{36F3030B-5CD9-4022-9DDD-0CFB8C251697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5A681-CFFD-4E6F-A109-EA5BE067536A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906B5-387D-449A-94D7-FA505633E207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Allows users and applications to use names instead of memorizing IP addresses.</a:t>
          </a:r>
          <a:endParaRPr lang="en-US" sz="2100" kern="1200"/>
        </a:p>
      </dsp:txBody>
      <dsp:txXfrm>
        <a:off x="1297085" y="4213530"/>
        <a:ext cx="5354167" cy="112301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DD049-20F9-4234-96DA-54E563C14E02}">
      <dsp:nvSpPr>
        <dsp:cNvPr id="0" name=""/>
        <dsp:cNvSpPr/>
      </dsp:nvSpPr>
      <dsp:spPr>
        <a:xfrm>
          <a:off x="0" y="1727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9E24D-E17D-4E2C-9294-35672426F615}">
      <dsp:nvSpPr>
        <dsp:cNvPr id="0" name=""/>
        <dsp:cNvSpPr/>
      </dsp:nvSpPr>
      <dsp:spPr>
        <a:xfrm>
          <a:off x="222611" y="167305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0DC79-100A-4F5A-898C-42DB758D8C1D}">
      <dsp:nvSpPr>
        <dsp:cNvPr id="0" name=""/>
        <dsp:cNvSpPr/>
      </dsp:nvSpPr>
      <dsp:spPr>
        <a:xfrm>
          <a:off x="849970" y="1727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User enters a domain name.</a:t>
          </a:r>
          <a:endParaRPr lang="en-US" sz="1900" kern="1200"/>
        </a:p>
      </dsp:txBody>
      <dsp:txXfrm>
        <a:off x="849970" y="1727"/>
        <a:ext cx="5801282" cy="735904"/>
      </dsp:txXfrm>
    </dsp:sp>
    <dsp:sp modelId="{B557B433-AF6C-4E52-94D0-AE4E0F650B1E}">
      <dsp:nvSpPr>
        <dsp:cNvPr id="0" name=""/>
        <dsp:cNvSpPr/>
      </dsp:nvSpPr>
      <dsp:spPr>
        <a:xfrm>
          <a:off x="0" y="921608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E7958-34C9-40E2-8C46-3D0E28B5A2AE}">
      <dsp:nvSpPr>
        <dsp:cNvPr id="0" name=""/>
        <dsp:cNvSpPr/>
      </dsp:nvSpPr>
      <dsp:spPr>
        <a:xfrm>
          <a:off x="222611" y="1087186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F6880-1D5A-443D-ABBE-D0892394BC04}">
      <dsp:nvSpPr>
        <dsp:cNvPr id="0" name=""/>
        <dsp:cNvSpPr/>
      </dsp:nvSpPr>
      <dsp:spPr>
        <a:xfrm>
          <a:off x="849970" y="921608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DNS resolver receives the query.</a:t>
          </a:r>
          <a:endParaRPr lang="en-US" sz="1900" kern="1200"/>
        </a:p>
      </dsp:txBody>
      <dsp:txXfrm>
        <a:off x="849970" y="921608"/>
        <a:ext cx="5801282" cy="735904"/>
      </dsp:txXfrm>
    </dsp:sp>
    <dsp:sp modelId="{F08E8D3F-2B64-4525-8C5A-332B8DA03B2F}">
      <dsp:nvSpPr>
        <dsp:cNvPr id="0" name=""/>
        <dsp:cNvSpPr/>
      </dsp:nvSpPr>
      <dsp:spPr>
        <a:xfrm>
          <a:off x="0" y="1841489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D61E9-EDDB-4580-A597-15C548CDD41B}">
      <dsp:nvSpPr>
        <dsp:cNvPr id="0" name=""/>
        <dsp:cNvSpPr/>
      </dsp:nvSpPr>
      <dsp:spPr>
        <a:xfrm>
          <a:off x="222611" y="2007067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4FBF3-54FE-4C45-B6D8-70CCD60890DD}">
      <dsp:nvSpPr>
        <dsp:cNvPr id="0" name=""/>
        <dsp:cNvSpPr/>
      </dsp:nvSpPr>
      <dsp:spPr>
        <a:xfrm>
          <a:off x="849970" y="1841489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DNS hierarchy is consulted as needed.</a:t>
          </a:r>
          <a:endParaRPr lang="en-US" sz="1900" kern="1200"/>
        </a:p>
      </dsp:txBody>
      <dsp:txXfrm>
        <a:off x="849970" y="1841489"/>
        <a:ext cx="5801282" cy="735904"/>
      </dsp:txXfrm>
    </dsp:sp>
    <dsp:sp modelId="{3C70D406-A153-4285-9C7C-10E3C6EDBA2A}">
      <dsp:nvSpPr>
        <dsp:cNvPr id="0" name=""/>
        <dsp:cNvSpPr/>
      </dsp:nvSpPr>
      <dsp:spPr>
        <a:xfrm>
          <a:off x="0" y="2761370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5835B-B6AE-4373-862D-5D1D7E782B23}">
      <dsp:nvSpPr>
        <dsp:cNvPr id="0" name=""/>
        <dsp:cNvSpPr/>
      </dsp:nvSpPr>
      <dsp:spPr>
        <a:xfrm>
          <a:off x="222611" y="2926948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FDDBD-C52A-4255-86FA-90EBD5E672FA}">
      <dsp:nvSpPr>
        <dsp:cNvPr id="0" name=""/>
        <dsp:cNvSpPr/>
      </dsp:nvSpPr>
      <dsp:spPr>
        <a:xfrm>
          <a:off x="849970" y="2761370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Authoritative DNS provides the requested record.</a:t>
          </a:r>
          <a:endParaRPr lang="en-US" sz="1900" kern="1200"/>
        </a:p>
      </dsp:txBody>
      <dsp:txXfrm>
        <a:off x="849970" y="2761370"/>
        <a:ext cx="5801282" cy="735904"/>
      </dsp:txXfrm>
    </dsp:sp>
    <dsp:sp modelId="{4078BF26-3015-4DD2-93C9-557026714C21}">
      <dsp:nvSpPr>
        <dsp:cNvPr id="0" name=""/>
        <dsp:cNvSpPr/>
      </dsp:nvSpPr>
      <dsp:spPr>
        <a:xfrm>
          <a:off x="0" y="3681251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3E395-8950-4EC1-973F-1D0AC30D77D0}">
      <dsp:nvSpPr>
        <dsp:cNvPr id="0" name=""/>
        <dsp:cNvSpPr/>
      </dsp:nvSpPr>
      <dsp:spPr>
        <a:xfrm>
          <a:off x="222611" y="3846829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80B29-7F98-4ABE-9C09-B5717CC81914}">
      <dsp:nvSpPr>
        <dsp:cNvPr id="0" name=""/>
        <dsp:cNvSpPr/>
      </dsp:nvSpPr>
      <dsp:spPr>
        <a:xfrm>
          <a:off x="849970" y="3681251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IP address is returned to the client.</a:t>
          </a:r>
          <a:endParaRPr lang="en-US" sz="1900" kern="1200"/>
        </a:p>
      </dsp:txBody>
      <dsp:txXfrm>
        <a:off x="849970" y="3681251"/>
        <a:ext cx="5801282" cy="735904"/>
      </dsp:txXfrm>
    </dsp:sp>
    <dsp:sp modelId="{F0D6FA52-EA18-416E-ADA4-FDC79E1CEEE4}">
      <dsp:nvSpPr>
        <dsp:cNvPr id="0" name=""/>
        <dsp:cNvSpPr/>
      </dsp:nvSpPr>
      <dsp:spPr>
        <a:xfrm>
          <a:off x="0" y="4601132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8CAAC-5D1F-49AC-9CC8-3DAD1C386CDA}">
      <dsp:nvSpPr>
        <dsp:cNvPr id="0" name=""/>
        <dsp:cNvSpPr/>
      </dsp:nvSpPr>
      <dsp:spPr>
        <a:xfrm>
          <a:off x="222611" y="4766710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D856D-156B-442F-98C1-CEA7B7C9163A}">
      <dsp:nvSpPr>
        <dsp:cNvPr id="0" name=""/>
        <dsp:cNvSpPr/>
      </dsp:nvSpPr>
      <dsp:spPr>
        <a:xfrm>
          <a:off x="849970" y="4601132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Common DNS records: A, AAAA, CNAME, MX, NS and TXT</a:t>
          </a:r>
          <a:endParaRPr lang="en-US" sz="1900" kern="1200"/>
        </a:p>
      </dsp:txBody>
      <dsp:txXfrm>
        <a:off x="849970" y="4601132"/>
        <a:ext cx="5801282" cy="73590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2B2BC-D52B-41A5-8A0E-BF3679E2AE94}">
      <dsp:nvSpPr>
        <dsp:cNvPr id="0" name=""/>
        <dsp:cNvSpPr/>
      </dsp:nvSpPr>
      <dsp:spPr>
        <a:xfrm>
          <a:off x="0" y="60034"/>
          <a:ext cx="6651253" cy="12377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NAT = Network Address Translation</a:t>
          </a:r>
          <a:endParaRPr lang="en-US" sz="3100" kern="1200"/>
        </a:p>
      </dsp:txBody>
      <dsp:txXfrm>
        <a:off x="60420" y="120454"/>
        <a:ext cx="6530413" cy="1116873"/>
      </dsp:txXfrm>
    </dsp:sp>
    <dsp:sp modelId="{25E2AB4B-7675-4A49-A368-F25C8FED3BCE}">
      <dsp:nvSpPr>
        <dsp:cNvPr id="0" name=""/>
        <dsp:cNvSpPr/>
      </dsp:nvSpPr>
      <dsp:spPr>
        <a:xfrm>
          <a:off x="0" y="1387028"/>
          <a:ext cx="6651253" cy="1237713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Translates IP addresses between networks.</a:t>
          </a:r>
          <a:endParaRPr lang="en-US" sz="3100" kern="1200"/>
        </a:p>
      </dsp:txBody>
      <dsp:txXfrm>
        <a:off x="60420" y="1447448"/>
        <a:ext cx="6530413" cy="1116873"/>
      </dsp:txXfrm>
    </dsp:sp>
    <dsp:sp modelId="{8465472F-7ABD-45D7-8220-0F8205C8D448}">
      <dsp:nvSpPr>
        <dsp:cNvPr id="0" name=""/>
        <dsp:cNvSpPr/>
      </dsp:nvSpPr>
      <dsp:spPr>
        <a:xfrm>
          <a:off x="0" y="2714022"/>
          <a:ext cx="6651253" cy="1237713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Common example: private IPv4 address → public IPv4 address</a:t>
          </a:r>
          <a:endParaRPr lang="en-US" sz="3100" kern="1200"/>
        </a:p>
      </dsp:txBody>
      <dsp:txXfrm>
        <a:off x="60420" y="2774442"/>
        <a:ext cx="6530413" cy="1116873"/>
      </dsp:txXfrm>
    </dsp:sp>
    <dsp:sp modelId="{01BA3160-FBAE-4992-838A-8C4EFDC9FE0D}">
      <dsp:nvSpPr>
        <dsp:cNvPr id="0" name=""/>
        <dsp:cNvSpPr/>
      </dsp:nvSpPr>
      <dsp:spPr>
        <a:xfrm>
          <a:off x="0" y="4041015"/>
          <a:ext cx="6651253" cy="1237713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Typical path: 192.168.1.10 → NAT Router → Public IP → Internet</a:t>
          </a:r>
          <a:endParaRPr lang="en-US" sz="3100" kern="1200"/>
        </a:p>
      </dsp:txBody>
      <dsp:txXfrm>
        <a:off x="60420" y="4101435"/>
        <a:ext cx="6530413" cy="111687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046E2-8721-4FA1-AC8C-A056846A01A0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70520-FEA7-479F-A7E3-F46FBBA651CC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E98F7-A29B-46ED-AC77-F1657DEE76DF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Allows private IPv4 devices to access the Internet.</a:t>
          </a:r>
          <a:endParaRPr lang="en-US" sz="2100" kern="1200"/>
        </a:p>
      </dsp:txBody>
      <dsp:txXfrm>
        <a:off x="1297085" y="2215"/>
        <a:ext cx="5354167" cy="1123017"/>
      </dsp:txXfrm>
    </dsp:sp>
    <dsp:sp modelId="{92AAD101-D078-4E04-90B4-23C09C0260AF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072EF-169E-4DB6-BA2B-D36D5971B56C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DAA8A-86E8-4BFA-BB02-CF1805D87CD5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Conserves public IPv4 addresses.</a:t>
          </a:r>
          <a:endParaRPr lang="en-US" sz="2100" kern="1200"/>
        </a:p>
      </dsp:txBody>
      <dsp:txXfrm>
        <a:off x="1297085" y="1405987"/>
        <a:ext cx="5354167" cy="1123017"/>
      </dsp:txXfrm>
    </dsp:sp>
    <dsp:sp modelId="{5C3DD983-E656-4F0C-AB9A-D620BADAACBE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5656E-B9BE-4E1E-A755-29E5C82E3890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C4EFF-BE83-43E8-B295-8D534B955B13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Allows multiple private devices to share a public IPv4 address using port translation.</a:t>
          </a:r>
          <a:endParaRPr lang="en-US" sz="2100" kern="1200"/>
        </a:p>
      </dsp:txBody>
      <dsp:txXfrm>
        <a:off x="1297085" y="2809759"/>
        <a:ext cx="5354167" cy="1123017"/>
      </dsp:txXfrm>
    </dsp:sp>
    <dsp:sp modelId="{CFBEC154-46A6-4E83-AAF1-8EEEB1C5B94D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9FFB6-784D-47FB-ADDD-6C0553A6C0A2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B146C-65C8-4842-AA48-1EEFA89D103D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Common types: Static NAT, Dynamic NAT</a:t>
          </a:r>
          <a:endParaRPr lang="en-US" sz="2100" kern="1200" dirty="0"/>
        </a:p>
      </dsp:txBody>
      <dsp:txXfrm>
        <a:off x="1297085" y="4213530"/>
        <a:ext cx="5354167" cy="1123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15A8-1857-460A-469D-EBC57E761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6E9F8-9819-5B58-DCB3-DCEBC9E08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DBC19-0B82-EC66-DBE0-3022AA73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B97A5-68F2-CADD-779A-590804E8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E5345-715E-A943-70C3-87EB1887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9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FC24-4606-0605-4E18-61077E3A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7A48C-A6E8-7D17-1E57-ACD297D18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4EBA-D693-7569-0F2F-D7BFC2EC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F300B-1B4C-AAF0-FA84-6AC6A23E3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6F80B-C7E8-889A-5B61-73ACE648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6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0908-CE7F-10E9-933A-F5CFB2DC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BEFC-C9FC-8263-D6C7-8127AC2F2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42905-BBAD-C77A-EC77-4998FD66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12823-8A30-49DC-61C0-E358750E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8EA2-88F0-5DEC-F3A5-FE01B010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76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68B-1303-BCC2-A10B-868AABA4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E3E2-7BC3-ABC6-AA6E-56CEBD53A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4CCDD-7400-8F55-A1ED-0255234EF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DB97C-4639-C530-ADFE-D5BBCFB5D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F9BFB-1C8B-8077-C199-ED58FE73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DA0BC-34AC-D3E5-FBB6-9FB5103F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11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73E2-1514-A959-DA95-53D5C5FC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0A29C-A900-E6F8-BE0C-427686D42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917B3-7C6A-F062-44B2-339A48C5D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C0557-5D1E-B0D0-BF9C-ACE7CC322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A1208D-3DA6-1BC7-2E82-889B0B421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F026D0-B702-01BA-5DEC-72491AAA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DF88F-1ED6-F3C7-8DA6-394288D1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96C89-C5D1-081C-1A13-E7F8CB9E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06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2C3B-6ED7-737D-51F0-015AAA3A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27767-E2D0-BE5B-133F-3FF59738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334D1-E483-95D9-E807-BCF63F3D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BEC99-2672-FDD6-8BCB-0A7E6DD7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04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07CFD-FE6D-AC22-2F90-47C29240E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7005D-30B0-B932-CCF0-741102BF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5CF2D-AEE5-214B-7D17-95432124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FEC8-731B-11FE-E4DC-4816039B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63DA8-216D-0EC7-FA97-BD9278CA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5D951-68A8-46A6-8B85-F4444842E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53D42-E9F6-D3EE-0A2C-CA1A420C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98FF-816E-1858-431F-841996E5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9B281-6CC1-F1E0-483F-91331406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5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A274-CF86-014A-0DF9-35366B6F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B1CDC-E273-810E-8F2E-1931192AC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70996-15EF-B710-5E03-28E1904D6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3A686-F904-6989-1CB7-A0C58AF8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AE060-46AD-5E31-D172-44296188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3CEBA-1086-749E-026A-F400BD32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54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5D0DA-8DA0-1E4A-2EC9-1AB133B9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9061A-CA6F-5004-8F34-CE2B95303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FFBBE-C9EF-58FB-0A0D-6A09678B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F6125-A90F-26E7-237C-519553C7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7060D-9F68-D01A-146A-3B16285A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C926C-5ECB-E2CF-047E-FEF1E6EC2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ED57F-6F37-A9DC-C321-805933859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7B27-1E55-F9BB-E15E-0BB6A9DD5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3D51A-CEC1-52BE-F87F-B0076DB4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546C-C334-4D74-7CCB-3C1E985D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394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5527-0E49-7E57-F1F2-9C985CD8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F7112-8A14-DEFE-C057-CD7164591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6609E-7A5F-075B-839D-EE98689B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FF8C-75CD-48D1-86E2-B87E1A64222E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FC1F2-7C75-F403-FC81-A68852B4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04686-E03B-631D-0855-57AB8EE9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93B-564C-43FF-9A6F-2B85CB28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1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8981A-517D-BBAD-C9B7-6356750AE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F095D-5659-2B67-C159-0DB9E7687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3C99-E97C-50D0-6876-8EC96BE2D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3C654-11B6-441B-8C11-2062ED54211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2779-A344-57E4-7086-99990E781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C8521-5342-CE25-A79B-93D244A9D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DACDB-00BC-4141-97D9-8F9263D66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89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213F9-21E5-A886-A00D-5DB300C4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Computer Networking Fundamentals &amp; Configuration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DB5F-9B33-0E24-6347-600C61AD2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Topics Covered</a:t>
            </a:r>
          </a:p>
          <a:p>
            <a:pPr marR="0" lvl="1"/>
            <a:r>
              <a:rPr lang="en-US" sz="2000" b="1" i="0" u="none" strike="noStrike" baseline="0"/>
              <a:t>Network Types: PAN, LAN, HAN, CAN, MAN, WAN</a:t>
            </a:r>
          </a:p>
          <a:p>
            <a:pPr marR="0" lvl="1"/>
            <a:r>
              <a:rPr lang="en-US" sz="2000" b="1" i="0" u="none" strike="noStrike" baseline="0"/>
              <a:t>Network Hardware</a:t>
            </a:r>
          </a:p>
          <a:p>
            <a:pPr marR="0" lvl="1"/>
            <a:r>
              <a:rPr lang="en-US" sz="2000" b="1" i="0" u="none" strike="noStrike" baseline="0"/>
              <a:t>Wireless Networks</a:t>
            </a:r>
          </a:p>
          <a:p>
            <a:pPr marR="0" lvl="1"/>
            <a:r>
              <a:rPr lang="en-US" sz="2000" b="1" i="0" u="none" strike="noStrike" baseline="0"/>
              <a:t>IPv4 &amp; IPv6 Addressing</a:t>
            </a:r>
          </a:p>
          <a:p>
            <a:pPr marR="0" lvl="1"/>
            <a:r>
              <a:rPr lang="en-US" sz="2000" b="1" i="0" u="none" strike="noStrike" baseline="0"/>
              <a:t>Subnetting</a:t>
            </a:r>
          </a:p>
          <a:p>
            <a:pPr marR="0" lvl="1"/>
            <a:r>
              <a:rPr lang="en-US" sz="2000" b="1" i="0" u="none" strike="noStrike" baseline="0"/>
              <a:t>TCP/IP Settings</a:t>
            </a:r>
          </a:p>
          <a:p>
            <a:pPr marR="0" lvl="1"/>
            <a:r>
              <a:rPr lang="en-US" sz="2000" b="1" i="0" u="none" strike="noStrike" baseline="0"/>
              <a:t>Ports &amp; Protocols</a:t>
            </a:r>
          </a:p>
          <a:p>
            <a:pPr marR="0" lvl="1"/>
            <a:r>
              <a:rPr lang="en-US" sz="2000" b="1" i="0" u="none" strike="noStrike" baseline="0"/>
              <a:t>Network Troubleshooting</a:t>
            </a:r>
          </a:p>
          <a:p>
            <a:pPr marR="0" lvl="1"/>
            <a:r>
              <a:rPr lang="en-US" sz="2000" b="1" i="0" u="none" strike="noStrike" baseline="0"/>
              <a:t>DHCP, DNS &amp; NAT</a:t>
            </a:r>
          </a:p>
        </p:txBody>
      </p:sp>
    </p:spTree>
    <p:extLst>
      <p:ext uri="{BB962C8B-B14F-4D97-AF65-F5344CB8AC3E}">
        <p14:creationId xmlns:p14="http://schemas.microsoft.com/office/powerpoint/2010/main" val="253631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36C2D6-F2D9-A58F-FBD7-DA1C3669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Computer Network?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Photo concept of home network. sync devices">
            <a:extLst>
              <a:ext uri="{FF2B5EF4-FFF2-40B4-BE49-F238E27FC236}">
                <a16:creationId xmlns:a16="http://schemas.microsoft.com/office/drawing/2014/main" id="{C83A6226-3F59-5F94-565B-643CC7E356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56" b="-2"/>
          <a:stretch>
            <a:fillRect/>
          </a:stretch>
        </p:blipFill>
        <p:spPr>
          <a:xfrm>
            <a:off x="703182" y="1408234"/>
            <a:ext cx="4777381" cy="387178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093F6CD-11E4-EFAB-E85F-290583D64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427634"/>
              </p:ext>
            </p:extLst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438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C1FCD-81C9-17D4-0E0A-AA06C289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Classification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Graphic 18" descr="Connections">
            <a:extLst>
              <a:ext uri="{FF2B5EF4-FFF2-40B4-BE49-F238E27FC236}">
                <a16:creationId xmlns:a16="http://schemas.microsoft.com/office/drawing/2014/main" id="{825DC62C-4BC9-4651-16E4-0E09AE145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2BD9F-9149-BB4F-12DD-164B8C930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400" b="1" i="0" u="none" strike="noStrike" baseline="0"/>
              <a:t>Networks can be classified by geographical coverage, purpose and technology.</a:t>
            </a:r>
          </a:p>
          <a:p>
            <a:pPr marR="0" lvl="0"/>
            <a:r>
              <a:rPr lang="en-US" sz="2400" b="1" i="0" u="none" strike="noStrike" baseline="0"/>
              <a:t>PAN — Personal Area Network</a:t>
            </a:r>
          </a:p>
          <a:p>
            <a:pPr marR="0" lvl="0"/>
            <a:r>
              <a:rPr lang="en-US" sz="2400" b="1" i="0" u="none" strike="noStrike" baseline="0"/>
              <a:t>LAN — Local Area Network</a:t>
            </a:r>
          </a:p>
          <a:p>
            <a:pPr marR="0" lvl="0"/>
            <a:r>
              <a:rPr lang="en-US" sz="2400" b="1" i="0" u="none" strike="noStrike" baseline="0"/>
              <a:t>HAN — Home Area Network</a:t>
            </a:r>
          </a:p>
          <a:p>
            <a:pPr marR="0" lvl="0"/>
            <a:r>
              <a:rPr lang="en-US" sz="2400" b="1" i="0" u="none" strike="noStrike" baseline="0"/>
              <a:t>CAN — Campus Area Network</a:t>
            </a:r>
          </a:p>
          <a:p>
            <a:pPr marR="0" lvl="0"/>
            <a:r>
              <a:rPr lang="en-US" sz="2400" b="1" i="0" u="none" strike="noStrike" baseline="0"/>
              <a:t>MAN — Metropolitan Area Network</a:t>
            </a:r>
          </a:p>
          <a:p>
            <a:pPr marR="0" lvl="0"/>
            <a:r>
              <a:rPr lang="en-US" sz="2400" b="1" i="0" u="none" strike="noStrike" baseline="0"/>
              <a:t>WAN — Wide Area Network</a:t>
            </a:r>
          </a:p>
        </p:txBody>
      </p:sp>
    </p:spTree>
    <p:extLst>
      <p:ext uri="{BB962C8B-B14F-4D97-AF65-F5344CB8AC3E}">
        <p14:creationId xmlns:p14="http://schemas.microsoft.com/office/powerpoint/2010/main" val="2550026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63267-28DB-8E5E-9E7C-0E57825BF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PAN — Personal Area Network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24889-0567-C1BE-FFAB-33247D4C0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Network around an individual, usually covering a few meters.</a:t>
            </a:r>
          </a:p>
          <a:p>
            <a:pPr marR="0" lvl="0"/>
            <a:r>
              <a:rPr lang="en-US" sz="2000" b="1" i="0" u="none" strike="noStrike" baseline="0"/>
              <a:t>Examples</a:t>
            </a:r>
          </a:p>
          <a:p>
            <a:pPr marR="0" lvl="1"/>
            <a:r>
              <a:rPr lang="en-US" sz="2000" b="1" i="0" u="none" strike="noStrike" baseline="0"/>
              <a:t>Smartphone and Bluetooth earbuds</a:t>
            </a:r>
          </a:p>
          <a:p>
            <a:pPr marR="0" lvl="1"/>
            <a:r>
              <a:rPr lang="en-US" sz="2000" b="1" i="0" u="none" strike="noStrike" baseline="0"/>
              <a:t>Laptop and Bluetooth mouse</a:t>
            </a:r>
          </a:p>
          <a:p>
            <a:pPr marR="0" lvl="1"/>
            <a:r>
              <a:rPr lang="en-US" sz="2000" b="1" i="0" u="none" strike="noStrike" baseline="0"/>
              <a:t>Phone and smartwatch</a:t>
            </a:r>
          </a:p>
          <a:p>
            <a:pPr marR="0" lvl="0"/>
            <a:r>
              <a:rPr lang="en-US" sz="2000" b="1" i="0" u="none" strike="noStrike" baseline="0"/>
              <a:t>Common technologies: Bluetooth, USB and NFC</a:t>
            </a:r>
          </a:p>
        </p:txBody>
      </p:sp>
      <p:pic>
        <p:nvPicPr>
          <p:cNvPr id="4" name="Picture 3" descr="a computer and keyboard connected to each other with the word pan on it's side">
            <a:extLst>
              <a:ext uri="{FF2B5EF4-FFF2-40B4-BE49-F238E27FC236}">
                <a16:creationId xmlns:a16="http://schemas.microsoft.com/office/drawing/2014/main" id="{C7658912-A035-51B2-4EAE-EE0E49515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0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25781-061E-3B59-2F36-E845EF9A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 — Local Area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438F92-7420-B383-F0F7-3EDC6B3D5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39562"/>
            <a:ext cx="5458968" cy="1978876"/>
          </a:xfrm>
          <a:prstGeom prst="rect">
            <a:avLst/>
          </a:pr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2E923-D15C-76A7-3EE4-5085E0730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28" y="2664886"/>
            <a:ext cx="4818888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200" b="1" i="0" u="none" strike="noStrike" baseline="0" dirty="0"/>
              <a:t>Network covering a small geographical area such as a home, office, school or computer lab.</a:t>
            </a:r>
          </a:p>
          <a:p>
            <a:pPr marR="0" lvl="0"/>
            <a:r>
              <a:rPr lang="en-US" sz="2200" b="1" i="0" u="none" strike="noStrike" baseline="0" dirty="0"/>
              <a:t>High speed and low latency</a:t>
            </a:r>
          </a:p>
          <a:p>
            <a:pPr marR="0" lvl="0"/>
            <a:r>
              <a:rPr lang="en-US" sz="2200" b="1" i="0" u="none" strike="noStrike" baseline="0" dirty="0"/>
              <a:t>Usually privately managed</a:t>
            </a:r>
          </a:p>
          <a:p>
            <a:pPr marR="0" lvl="0"/>
            <a:r>
              <a:rPr lang="en-US" sz="2200" b="1" i="0" u="none" strike="noStrike" baseline="0" dirty="0"/>
              <a:t>Common technologies: Ethernet and Wi-Fi</a:t>
            </a:r>
          </a:p>
          <a:p>
            <a:pPr marR="0" lvl="0"/>
            <a:r>
              <a:rPr lang="en-US" sz="2200" b="1" i="0" u="none" strike="noStrike" baseline="0" dirty="0"/>
              <a:t>Example: PCs → Switch → Router → Internet</a:t>
            </a:r>
          </a:p>
        </p:txBody>
      </p:sp>
    </p:spTree>
    <p:extLst>
      <p:ext uri="{BB962C8B-B14F-4D97-AF65-F5344CB8AC3E}">
        <p14:creationId xmlns:p14="http://schemas.microsoft.com/office/powerpoint/2010/main" val="301430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FF002-B5BB-F412-181A-4792F25E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2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 — Home Area Network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9C24E-61B0-99FC-A9C7-ECF8F191B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200" b="1" i="0" u="none" strike="noStrike" baseline="0"/>
              <a:t>Network connecting devices within a home.</a:t>
            </a:r>
          </a:p>
          <a:p>
            <a:pPr marR="0" lvl="0"/>
            <a:r>
              <a:rPr lang="en-US" sz="2200" b="1" i="0" u="none" strike="noStrike" baseline="0"/>
              <a:t>Devices: smartphones, laptops, smart TVs, printers and IoT devices</a:t>
            </a:r>
          </a:p>
          <a:p>
            <a:pPr marR="0" lvl="0"/>
            <a:r>
              <a:rPr lang="en-US" sz="2200" b="1" i="0" u="none" strike="noStrike" baseline="0"/>
              <a:t>Typical architecture: Devices → Wi-Fi Router → Internet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70592-6600-7A2B-D935-8798BD18F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23885"/>
            <a:ext cx="6903720" cy="321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5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B9B91-DACB-BBC5-E780-D7A244AE7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38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— Campus Area Network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6082E-16D2-8342-DEC4-9F9042250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1900" b="1" i="0" u="none" strike="noStrike" baseline="0"/>
              <a:t>Connects multiple LANs across a campus.</a:t>
            </a:r>
          </a:p>
          <a:p>
            <a:pPr marR="0" lvl="0"/>
            <a:r>
              <a:rPr lang="en-US" sz="1900" b="1" i="0" u="none" strike="noStrike" baseline="0"/>
              <a:t>Examples: universities, corporate campuses, hospitals and research facilities</a:t>
            </a:r>
          </a:p>
          <a:p>
            <a:pPr marR="0" lvl="0"/>
            <a:r>
              <a:rPr lang="en-US" sz="1900" b="1" i="0" u="none" strike="noStrike" baseline="0"/>
              <a:t>Larger than a LAN but smaller than a MAN or WAN</a:t>
            </a:r>
          </a:p>
          <a:p>
            <a:pPr marR="0" lvl="0"/>
            <a:r>
              <a:rPr lang="en-US" sz="1900" b="1" i="0" u="none" strike="noStrike" baseline="0"/>
              <a:t>Typical architecture: Building LANs → Campus Core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5283D-82D5-B2ED-3AD0-B90199B0F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89366"/>
            <a:ext cx="6903720" cy="327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22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8DB26-56C9-48FE-7581-ABAA1586C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3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 — Metropolitan Area Network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3A0DA-5EF4-6DC7-B9FB-3F6822F2B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1900" b="1" i="0" u="none" strike="noStrike" baseline="0"/>
              <a:t>Connects networks across a city or metropolitan area.</a:t>
            </a:r>
          </a:p>
          <a:p>
            <a:pPr marR="0" lvl="0"/>
            <a:r>
              <a:rPr lang="en-US" sz="1900" b="1" i="0" u="none" strike="noStrike" baseline="0"/>
              <a:t>Examples: city-wide university networks, ISP metropolitan networks and government networks</a:t>
            </a:r>
          </a:p>
          <a:p>
            <a:pPr marR="0" lvl="0"/>
            <a:r>
              <a:rPr lang="en-US" sz="1900" b="1" i="0" u="none" strike="noStrike" baseline="0"/>
              <a:t>Often uses high-speed fiber</a:t>
            </a:r>
          </a:p>
          <a:p>
            <a:pPr marR="0" lvl="0"/>
            <a:r>
              <a:rPr lang="en-US" sz="1900" b="1" i="0" u="none" strike="noStrike" baseline="0"/>
              <a:t>Larger than LAN and smaller than WAN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42B3C-2309-406E-7F5D-D55827055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8959"/>
            <a:ext cx="6903720" cy="34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1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923BB-29C2-578A-DB64-041A30CA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2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WAN — Wide Area Network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0051C-58FB-572C-62E6-05A197A30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1900" b="1" i="0" u="none" strike="noStrike" baseline="0"/>
              <a:t>Connects networks across large geographical areas.</a:t>
            </a:r>
          </a:p>
          <a:p>
            <a:pPr marR="0" lvl="0"/>
            <a:r>
              <a:rPr lang="en-US" sz="1900" b="1" i="0" u="none" strike="noStrike" baseline="0"/>
              <a:t>Examples: Internet, bank branches and multinational companies</a:t>
            </a:r>
          </a:p>
          <a:p>
            <a:pPr marR="0" lvl="0"/>
            <a:r>
              <a:rPr lang="en-US" sz="1900" b="1" i="0" u="none" strike="noStrike" baseline="0"/>
              <a:t>Technologies include fiber, MPLS, leased lines, cellular and satellite</a:t>
            </a:r>
          </a:p>
          <a:p>
            <a:pPr marR="0" lvl="0"/>
            <a:r>
              <a:rPr lang="en-US" sz="1900" b="1" i="0" u="none" strike="noStrike" baseline="0"/>
              <a:t>Example: Delhi Office → WAN → Mumbai Office → WAN → Singapore Office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3AFE5-C442-CF9B-7F32-B16DCA012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36071"/>
            <a:ext cx="6903720" cy="298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06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95600-4011-A11B-5A88-1D1143A7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r"/>
            <a:r>
              <a:rPr lang="en-US" sz="8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 vs MAN vs WAN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258DF1A-7F8F-775F-038D-5CBD03C74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60184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454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72366-BB69-34F7-8BCB-D2DA2D99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Network Hardware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9C0AB-7975-1EBC-4EF2-99A3B2AC1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Router</a:t>
            </a:r>
          </a:p>
          <a:p>
            <a:pPr marR="0" lvl="0"/>
            <a:r>
              <a:rPr lang="en-US" sz="2000" b="1" i="0" u="none" strike="noStrike" baseline="0"/>
              <a:t>Switch</a:t>
            </a:r>
          </a:p>
          <a:p>
            <a:pPr marR="0" lvl="0"/>
            <a:r>
              <a:rPr lang="en-US" sz="2000" b="1" i="0" u="none" strike="noStrike" baseline="0"/>
              <a:t>Modem / ONT</a:t>
            </a:r>
          </a:p>
          <a:p>
            <a:pPr marR="0" lvl="0"/>
            <a:r>
              <a:rPr lang="en-US" sz="2000" b="1" i="0" u="none" strike="noStrike" baseline="0"/>
              <a:t>Wireless Access Point</a:t>
            </a:r>
          </a:p>
          <a:p>
            <a:pPr marR="0" lvl="0"/>
            <a:r>
              <a:rPr lang="en-US" sz="2000" b="1" i="0" u="none" strike="noStrike" baseline="0"/>
              <a:t>Network Interface Card (NIC)</a:t>
            </a:r>
          </a:p>
          <a:p>
            <a:pPr marR="0" lvl="0"/>
            <a:r>
              <a:rPr lang="en-US" sz="2000" b="1" i="0" u="none" strike="noStrike" baseline="0"/>
              <a:t>Firewall</a:t>
            </a:r>
          </a:p>
          <a:p>
            <a:pPr marR="0" lvl="0"/>
            <a:r>
              <a:rPr lang="en-US" sz="2000" b="1" i="0" u="none" strike="noStrike" baseline="0"/>
              <a:t>Hub</a:t>
            </a:r>
          </a:p>
          <a:p>
            <a:pPr marR="0" lvl="0"/>
            <a:r>
              <a:rPr lang="en-US" sz="2000" b="1" i="0" u="none" strike="noStrike" baseline="0"/>
              <a:t>Patch Panel</a:t>
            </a:r>
          </a:p>
          <a:p>
            <a:pPr marR="0" lvl="0"/>
            <a:r>
              <a:rPr lang="en-US" sz="2000" b="1" i="0" u="none" strike="noStrike" baseline="0"/>
              <a:t>Network Cables</a:t>
            </a:r>
          </a:p>
        </p:txBody>
      </p:sp>
      <p:pic>
        <p:nvPicPr>
          <p:cNvPr id="5" name="Picture 4" descr="Close-up of a server network panel with lights and cables">
            <a:extLst>
              <a:ext uri="{FF2B5EF4-FFF2-40B4-BE49-F238E27FC236}">
                <a16:creationId xmlns:a16="http://schemas.microsoft.com/office/drawing/2014/main" id="{E5C52AF6-3DFC-A318-9B4C-A7806C80AB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9" r="3754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93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66BB4-022E-2046-91F9-2679BDE2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Router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FA33D-B116-9A6A-DE96-51C68E5C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1500" b="1" i="0" u="none" strike="noStrike" baseline="0" dirty="0"/>
              <a:t>Connects different IP networks and forwards packets between them.</a:t>
            </a:r>
          </a:p>
          <a:p>
            <a:pPr marR="0" lvl="0"/>
            <a:r>
              <a:rPr lang="en-US" sz="1500" b="1" i="0" u="none" strike="noStrike" baseline="0" dirty="0"/>
              <a:t>Main functions</a:t>
            </a:r>
          </a:p>
          <a:p>
            <a:pPr marR="0" lvl="1"/>
            <a:r>
              <a:rPr lang="en-US" sz="1500" b="1" i="0" u="none" strike="noStrike" baseline="0" dirty="0"/>
              <a:t>Routing Table</a:t>
            </a:r>
          </a:p>
          <a:p>
            <a:pPr marR="0" lvl="1"/>
            <a:r>
              <a:rPr lang="en-US" sz="1500" b="1" dirty="0"/>
              <a:t>Firewall</a:t>
            </a:r>
          </a:p>
          <a:p>
            <a:pPr marR="0" lvl="1"/>
            <a:r>
              <a:rPr lang="en-US" sz="1500" b="1" i="0" u="none" strike="noStrike" baseline="0" dirty="0"/>
              <a:t>NAT (Network Address Translation)</a:t>
            </a:r>
          </a:p>
          <a:p>
            <a:pPr marR="0" lvl="0"/>
            <a:r>
              <a:rPr lang="en-US" sz="1500" b="1" i="0" u="none" strike="noStrike" baseline="0" dirty="0"/>
              <a:t>Key idea: a switch primarily connects devices within a LAN; a router connects different networks.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5596E-3B12-C060-8252-61FE14621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8"/>
          <a:stretch>
            <a:fillRect/>
          </a:stretch>
        </p:blipFill>
        <p:spPr>
          <a:xfrm>
            <a:off x="4654296" y="1450506"/>
            <a:ext cx="6903720" cy="395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25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FDDB6-8CE2-6ACD-A03E-25A232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36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Switch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E2E88-D339-F12D-823B-5E9EEB824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44" y="2201032"/>
            <a:ext cx="5628018" cy="222306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309F6-97D5-4441-589E-4A82EE88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2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800" b="1" i="0" u="none" strike="noStrike" baseline="0" dirty="0"/>
              <a:t>Connects devices within a LAN.</a:t>
            </a:r>
          </a:p>
          <a:p>
            <a:r>
              <a:rPr lang="en-US" sz="1800" b="1" dirty="0"/>
              <a:t>Key Features:</a:t>
            </a:r>
          </a:p>
          <a:p>
            <a:pPr lvl="1"/>
            <a:r>
              <a:rPr lang="en-US" sz="1400" b="1" dirty="0"/>
              <a:t>Port Mirroring</a:t>
            </a:r>
          </a:p>
          <a:p>
            <a:pPr lvl="1"/>
            <a:r>
              <a:rPr lang="en-US" sz="1400" b="1" i="0" u="none" strike="noStrike" baseline="0" dirty="0"/>
              <a:t>VLA</a:t>
            </a:r>
            <a:r>
              <a:rPr lang="en-US" sz="1400" b="1" dirty="0"/>
              <a:t>N Support</a:t>
            </a:r>
            <a:endParaRPr lang="en-US" sz="600" b="1" i="0" u="none" strike="noStrike" baseline="0" dirty="0"/>
          </a:p>
          <a:p>
            <a:pPr marR="0" lvl="0"/>
            <a:r>
              <a:rPr lang="en-US" sz="1800" b="1" i="0" u="none" strike="noStrike" baseline="0" dirty="0"/>
              <a:t>Examples: PCs, servers, printers and access points</a:t>
            </a:r>
          </a:p>
          <a:p>
            <a:pPr marR="0" lvl="0"/>
            <a:r>
              <a:rPr lang="en-US" sz="1800" b="1" i="0" u="none" strike="noStrike" baseline="0" dirty="0"/>
              <a:t>Uses MAC addresses and forwarding information to send Ethernet frames toward the destination.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77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27DF-A49A-12A3-65F6-7243D9E2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252" y="1138036"/>
            <a:ext cx="5084548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32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Modem / ONT</a:t>
            </a:r>
          </a:p>
        </p:txBody>
      </p:sp>
      <p:pic>
        <p:nvPicPr>
          <p:cNvPr id="4" name="Picture 3" descr="Diagram explaining how ONT, modem, and router connect in home networks">
            <a:extLst>
              <a:ext uri="{FF2B5EF4-FFF2-40B4-BE49-F238E27FC236}">
                <a16:creationId xmlns:a16="http://schemas.microsoft.com/office/drawing/2014/main" id="{440651CD-5B1E-2435-90E4-07775B72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99" r="3" b="3"/>
          <a:stretch>
            <a:fillRect/>
          </a:stretch>
        </p:blipFill>
        <p:spPr>
          <a:xfrm>
            <a:off x="964253" y="872172"/>
            <a:ext cx="4799369" cy="3439903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7239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-axial cables A pair of Co-axial cables coaxial cable stock pictures, royalty-free photos &amp; images">
            <a:extLst>
              <a:ext uri="{FF2B5EF4-FFF2-40B4-BE49-F238E27FC236}">
                <a16:creationId xmlns:a16="http://schemas.microsoft.com/office/drawing/2014/main" id="{78320458-2370-47DD-8834-F33E57D9C6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2" r="2" b="2"/>
          <a:stretch>
            <a:fillRect/>
          </a:stretch>
        </p:blipFill>
        <p:spPr>
          <a:xfrm>
            <a:off x="964253" y="4369631"/>
            <a:ext cx="2363788" cy="1611930"/>
          </a:xfrm>
          <a:prstGeom prst="rect">
            <a:avLst/>
          </a:prstGeom>
        </p:spPr>
      </p:pic>
      <p:pic>
        <p:nvPicPr>
          <p:cNvPr id="5" name="Picture 4" descr="Optical Fiber Cable - Yellow with Blue Connectors Yellow optical fiber cable isolated on white. fiber cable stock pictures, royalty-free photos &amp; images">
            <a:extLst>
              <a:ext uri="{FF2B5EF4-FFF2-40B4-BE49-F238E27FC236}">
                <a16:creationId xmlns:a16="http://schemas.microsoft.com/office/drawing/2014/main" id="{B68F4F25-C869-038F-D8D8-7580967C69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5" r="-3" b="-3"/>
          <a:stretch>
            <a:fillRect/>
          </a:stretch>
        </p:blipFill>
        <p:spPr>
          <a:xfrm>
            <a:off x="3385083" y="4369631"/>
            <a:ext cx="2378539" cy="161193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92165-8002-FB0B-0AEE-DD3C11115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9252" y="2551177"/>
            <a:ext cx="5084548" cy="354974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1" i="0" u="none" strike="noStrike" baseline="0"/>
              <a:t>Modem means Modulator-Demodulator and interfaces with the ISP's transmission technology.</a:t>
            </a:r>
          </a:p>
          <a:p>
            <a:pPr marR="0" lvl="0"/>
            <a:r>
              <a:rPr lang="en-US" sz="2000" b="1" i="0" u="none" strike="noStrike" baseline="0"/>
              <a:t>Examples: DSL modem, cable modem, fiber ONT and cellular modem</a:t>
            </a:r>
          </a:p>
          <a:p>
            <a:pPr marR="0" lvl="0"/>
            <a:r>
              <a:rPr lang="en-US" sz="2000" b="1" i="0" u="none" strike="noStrike" baseline="0"/>
              <a:t>Typical path: Computer → Router → Modem/ONT → ISP</a:t>
            </a:r>
          </a:p>
          <a:p>
            <a:pPr marR="0" lvl="0"/>
            <a:r>
              <a:rPr lang="en-US" sz="2000" b="1" i="0" u="none" strike="noStrike" baseline="0"/>
              <a:t>Modern ISP devices may combine modem/ONT, router and Wi-Fi functions.</a:t>
            </a:r>
          </a:p>
        </p:txBody>
      </p:sp>
    </p:spTree>
    <p:extLst>
      <p:ext uri="{BB962C8B-B14F-4D97-AF65-F5344CB8AC3E}">
        <p14:creationId xmlns:p14="http://schemas.microsoft.com/office/powerpoint/2010/main" val="3825665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4FAB-004A-AF58-2B86-D7E5FBCD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167167"/>
            <a:ext cx="4229100" cy="22554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32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Wireless Access 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6B55B-CB16-DFA3-D68E-63E4791B9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22" y="1231546"/>
            <a:ext cx="10459156" cy="16734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8A459-190A-CD8B-6673-BDF2731F6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7844" y="3854885"/>
            <a:ext cx="5365955" cy="2384552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1700" b="1" i="0" u="none" strike="noStrike" baseline="0"/>
              <a:t>Provides wireless connectivity to a wired network.</a:t>
            </a:r>
          </a:p>
          <a:p>
            <a:pPr marR="0" lvl="0"/>
            <a:r>
              <a:rPr lang="en-US" sz="1700" b="1" i="0" u="none" strike="noStrike" baseline="0"/>
              <a:t>Creates a Wi-Fi network</a:t>
            </a:r>
          </a:p>
          <a:p>
            <a:pPr marR="0" lvl="0"/>
            <a:r>
              <a:rPr lang="en-US" sz="1700" b="1" i="0" u="none" strike="noStrike" baseline="0"/>
              <a:t>Connects wireless clients to the LAN</a:t>
            </a:r>
          </a:p>
          <a:p>
            <a:pPr marR="0" lvl="0"/>
            <a:r>
              <a:rPr lang="en-US" sz="1700" b="1" i="0" u="none" strike="noStrike" baseline="0"/>
              <a:t>Provides wireless authentication and bridges traffic to the wired network</a:t>
            </a:r>
          </a:p>
          <a:p>
            <a:pPr marR="0" lvl="0"/>
            <a:r>
              <a:rPr lang="en-US" sz="1700" b="1" i="0" u="none" strike="noStrike" baseline="0"/>
              <a:t>Example: Laptop/Phone → Access Point → Switch → Router</a:t>
            </a:r>
          </a:p>
        </p:txBody>
      </p:sp>
    </p:spTree>
    <p:extLst>
      <p:ext uri="{BB962C8B-B14F-4D97-AF65-F5344CB8AC3E}">
        <p14:creationId xmlns:p14="http://schemas.microsoft.com/office/powerpoint/2010/main" val="141322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A6C0F-BE80-8E03-24E1-D8E0EFBF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algn="r"/>
            <a:r>
              <a:rPr lang="en-US" sz="40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NIC — Network Interface Card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BC7AB-4214-A7B9-6946-AB55653E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889863"/>
            <a:ext cx="11139778" cy="25899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78CBB-5B56-1EFB-A092-7E248AD6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6415" y="4230094"/>
            <a:ext cx="6235268" cy="1800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000" b="1" i="0" u="none" strike="noStrike" baseline="0" dirty="0"/>
              <a:t>Allows a device to connect to a network.</a:t>
            </a:r>
          </a:p>
          <a:p>
            <a:pPr marR="0" lvl="0"/>
            <a:r>
              <a:rPr lang="en-US" sz="2000" b="1" i="0" u="none" strike="noStrike" baseline="0" dirty="0"/>
              <a:t>Types: Ethernet NIC, Wi-Fi NIC and fiber NIC</a:t>
            </a:r>
          </a:p>
          <a:p>
            <a:pPr marR="0" lvl="0"/>
            <a:r>
              <a:rPr lang="en-US" sz="2000" b="1" i="0" u="none" strike="noStrike" baseline="0" dirty="0"/>
              <a:t>A network interface normally has a MAC address.</a:t>
            </a:r>
          </a:p>
          <a:p>
            <a:pPr marR="0" lvl="0"/>
            <a:r>
              <a:rPr lang="en-US" sz="2000" b="1" i="0" u="none" strike="noStrike" baseline="0" dirty="0"/>
              <a:t>Example MAC address: 00:1A:2B:3C:4D:5E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6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B003-2918-CF5E-CF3A-932EE214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baseline="0"/>
              <a:t>Firewall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F02202-5FA8-1E95-CCF3-1D6A1748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D461B-D01D-3FCC-DE2E-2FC9C28BF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800" b="1" i="0" u="none" strike="noStrike" baseline="0"/>
              <a:t>Controls network traffic according to security rules.</a:t>
            </a:r>
          </a:p>
          <a:p>
            <a:pPr marR="0" lvl="0"/>
            <a:r>
              <a:rPr lang="en-US" sz="1800" b="1" i="0" u="none" strike="noStrike" baseline="0"/>
              <a:t>Rules can use source IP, destination IP, port, protocol and connection state.</a:t>
            </a:r>
          </a:p>
          <a:p>
            <a:pPr marR="0" lvl="0"/>
            <a:r>
              <a:rPr lang="en-US" sz="1800" b="1" i="0" u="none" strike="noStrike" baseline="0"/>
              <a:t>Example: Allow TCP 443; block TCP 23</a:t>
            </a:r>
          </a:p>
          <a:p>
            <a:pPr marR="0" lvl="0"/>
            <a:r>
              <a:rPr lang="en-US" sz="1800" b="1" i="0" u="none" strike="noStrike" baseline="0"/>
              <a:t>Typical position: Internet → Firewall → Internal Network</a:t>
            </a:r>
          </a:p>
        </p:txBody>
      </p:sp>
    </p:spTree>
    <p:extLst>
      <p:ext uri="{BB962C8B-B14F-4D97-AF65-F5344CB8AC3E}">
        <p14:creationId xmlns:p14="http://schemas.microsoft.com/office/powerpoint/2010/main" val="2677402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B7EC-494D-B2AC-F143-96C9A8DA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baseline="0"/>
              <a:t>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10EAC-F62B-A28D-A0EE-790DFF8A1E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7" r="4397" b="1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BC93D-754D-4F7E-655B-17D4AE799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800" b="1" i="0" u="none" strike="noStrike" baseline="0"/>
              <a:t>Basic Layer 1 networking device.</a:t>
            </a:r>
          </a:p>
          <a:p>
            <a:pPr marR="0" lvl="0"/>
            <a:r>
              <a:rPr lang="en-US" sz="1800" b="1" i="0" u="none" strike="noStrike" baseline="0"/>
              <a:t>Repeats an incoming signal out of multiple ports.</a:t>
            </a:r>
          </a:p>
          <a:p>
            <a:pPr marR="0" lvl="0"/>
            <a:r>
              <a:rPr lang="en-US" sz="1800" b="1" i="0" u="none" strike="noStrike" baseline="0"/>
              <a:t>Does not make the same forwarding decisions as a switch.</a:t>
            </a:r>
          </a:p>
          <a:p>
            <a:pPr marR="0" lvl="0"/>
            <a:r>
              <a:rPr lang="en-US" sz="1800" b="1" i="0" u="none" strike="noStrike" baseline="0"/>
              <a:t>Modern LANs use switches instead of hubs.</a:t>
            </a:r>
          </a:p>
        </p:txBody>
      </p:sp>
    </p:spTree>
    <p:extLst>
      <p:ext uri="{BB962C8B-B14F-4D97-AF65-F5344CB8AC3E}">
        <p14:creationId xmlns:p14="http://schemas.microsoft.com/office/powerpoint/2010/main" val="31066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260F0-5471-8C42-53CE-10F33F17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Patch Panel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54E1C-2363-58DE-FAD7-3B3FDE51F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1900" b="1" i="0" u="none" strike="noStrike" baseline="0"/>
              <a:t>Provides an organized termination point for network cables.</a:t>
            </a:r>
          </a:p>
          <a:p>
            <a:pPr marR="0" lvl="0"/>
            <a:r>
              <a:rPr lang="en-US" sz="1900" b="1" i="0" u="none" strike="noStrike" baseline="0"/>
              <a:t>Benefits</a:t>
            </a:r>
          </a:p>
          <a:p>
            <a:pPr marR="0" lvl="1"/>
            <a:r>
              <a:rPr lang="en-US" sz="1900" b="1" i="0" u="none" strike="noStrike" baseline="0"/>
              <a:t>Cable organization</a:t>
            </a:r>
          </a:p>
          <a:p>
            <a:pPr marR="0" lvl="1"/>
            <a:r>
              <a:rPr lang="en-US" sz="1900" b="1" i="0" u="none" strike="noStrike" baseline="0"/>
              <a:t>Labeling</a:t>
            </a:r>
          </a:p>
          <a:p>
            <a:pPr marR="0" lvl="1"/>
            <a:r>
              <a:rPr lang="en-US" sz="1900" b="1" i="0" u="none" strike="noStrike" baseline="0"/>
              <a:t>Easy maintenance and changes</a:t>
            </a:r>
          </a:p>
          <a:p>
            <a:pPr marR="0" lvl="0"/>
            <a:r>
              <a:rPr lang="en-US" sz="1900" b="1" i="0" u="none" strike="noStrike" baseline="0"/>
              <a:t>Typical connection: Wall Cable → Patch Panel → Patch Cable → Switch</a:t>
            </a:r>
          </a:p>
        </p:txBody>
      </p:sp>
      <p:pic>
        <p:nvPicPr>
          <p:cNvPr id="4" name="Picture 3" descr="iwillink 24 Port Patch Panel, 10Gbps Cat6 Patch Panel, RJ45 Keystone Network Panel for Rackmount or Wall Mount, Ideal for ...">
            <a:extLst>
              <a:ext uri="{FF2B5EF4-FFF2-40B4-BE49-F238E27FC236}">
                <a16:creationId xmlns:a16="http://schemas.microsoft.com/office/drawing/2014/main" id="{35AADF9F-DC34-8CDE-1393-6C5ABE6D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11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01656-70B5-2A47-332A-705126FF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000" b="1" i="0" u="none" strike="noStrike" baseline="0"/>
              <a:t>Wireless Network Types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2202F-0FFF-1672-7EE8-E2FC4730B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b="1" i="0" u="none" strike="noStrike" baseline="0" dirty="0"/>
              <a:t>Wi-Fi</a:t>
            </a:r>
          </a:p>
          <a:p>
            <a:pPr marR="0" lvl="0"/>
            <a:r>
              <a:rPr lang="en-US" sz="2200" b="1" i="0" u="none" strike="noStrike" baseline="0" dirty="0"/>
              <a:t>Bluetooth</a:t>
            </a:r>
          </a:p>
          <a:p>
            <a:pPr marR="0" lvl="0"/>
            <a:r>
              <a:rPr lang="en-US" sz="2200" b="1" i="0" u="none" strike="noStrike" baseline="0" dirty="0"/>
              <a:t>Zigbee</a:t>
            </a:r>
          </a:p>
          <a:p>
            <a:pPr marR="0" lvl="0"/>
            <a:r>
              <a:rPr lang="en-US" sz="2200" b="1" i="0" u="none" strike="noStrike" baseline="0" dirty="0"/>
              <a:t>Cellular networks: 4G and 5G</a:t>
            </a:r>
          </a:p>
        </p:txBody>
      </p:sp>
      <p:pic>
        <p:nvPicPr>
          <p:cNvPr id="5" name="Picture 4" descr="Wi-Fi logo art">
            <a:extLst>
              <a:ext uri="{FF2B5EF4-FFF2-40B4-BE49-F238E27FC236}">
                <a16:creationId xmlns:a16="http://schemas.microsoft.com/office/drawing/2014/main" id="{8F08A337-23F0-E92C-DB9C-9F5ABF49C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5" r="14794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15675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C592C-F906-4E51-307E-EB44021C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3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Wi-Fi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5F566-D041-9F3F-5EC5-8734A18EA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800" b="1" i="0" u="none" strike="noStrike" baseline="0"/>
              <a:t>Wi-Fi is based on the IEEE 802.11 family of wireless LAN standards.</a:t>
            </a:r>
          </a:p>
          <a:p>
            <a:pPr marR="0" lvl="0"/>
            <a:r>
              <a:rPr lang="en-US" sz="1800" b="1" i="0" u="none" strike="noStrike" baseline="0"/>
              <a:t>Uses: Internet access, local networking, streaming and enterprise connectivity</a:t>
            </a:r>
          </a:p>
          <a:p>
            <a:pPr marR="0" lvl="0"/>
            <a:r>
              <a:rPr lang="en-US" sz="1800" b="1" i="0" u="none" strike="noStrike" baseline="0"/>
              <a:t>Typical architecture: Device → Wi-Fi AP → Switch → Router → Internet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ifi devices connected to an open laptop and cell phone with the word wifi devices above them">
            <a:extLst>
              <a:ext uri="{FF2B5EF4-FFF2-40B4-BE49-F238E27FC236}">
                <a16:creationId xmlns:a16="http://schemas.microsoft.com/office/drawing/2014/main" id="{D3E1E896-415A-3B37-DA2A-95D6DA86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76" y="650494"/>
            <a:ext cx="5324142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25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45E0E-7169-7321-4012-CDC6A994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Bluetooth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AC52F-855C-3AAF-DDDE-FAD5A39FF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000" b="1" i="0" u="none" strike="noStrike" baseline="0"/>
              <a:t>Short-range wireless technology commonly used for personal connectivity.</a:t>
            </a:r>
          </a:p>
          <a:p>
            <a:pPr marR="0" lvl="0"/>
            <a:r>
              <a:rPr lang="en-US" sz="2000" b="1" i="0" u="none" strike="noStrike" baseline="0"/>
              <a:t>Examples: earbuds, keyboard, mouse, smartwatch and car infotainment</a:t>
            </a:r>
          </a:p>
          <a:p>
            <a:pPr marR="0" lvl="0"/>
            <a:r>
              <a:rPr lang="en-US" sz="2000" b="1" i="0" u="none" strike="noStrike" baseline="0"/>
              <a:t>Low power and short range</a:t>
            </a:r>
          </a:p>
          <a:p>
            <a:pPr marR="0" lvl="0"/>
            <a:r>
              <a:rPr lang="en-US" sz="2000" b="1" i="0" u="none" strike="noStrike" baseline="0"/>
              <a:t>Operates in the 2.4 GHz ISM band</a:t>
            </a:r>
          </a:p>
          <a:p>
            <a:pPr marR="0" lvl="0"/>
            <a:r>
              <a:rPr lang="en-US" sz="2000" b="1" i="0" u="none" strike="noStrike" baseline="0"/>
              <a:t>Often considered a PAN technology</a:t>
            </a:r>
          </a:p>
        </p:txBody>
      </p:sp>
      <p:pic>
        <p:nvPicPr>
          <p:cNvPr id="4" name="Picture 3" descr="bluetooth1">
            <a:extLst>
              <a:ext uri="{FF2B5EF4-FFF2-40B4-BE49-F238E27FC236}">
                <a16:creationId xmlns:a16="http://schemas.microsoft.com/office/drawing/2014/main" id="{488069B9-67AE-0605-E22B-6059909E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89057"/>
            <a:ext cx="5458968" cy="347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66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1EE33-73B7-3030-2AD2-28664E4F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Zigbee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C6BD3-7340-8475-6CBD-27C2F000A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Low-power wireless technology designed for IoT and automation.</a:t>
            </a:r>
          </a:p>
          <a:p>
            <a:pPr marR="0" lvl="0"/>
            <a:r>
              <a:rPr lang="en-US" sz="2000" b="1" i="0" u="none" strike="noStrike" baseline="0"/>
              <a:t>Low data rate and low power consumption</a:t>
            </a:r>
          </a:p>
          <a:p>
            <a:pPr marR="0" lvl="0"/>
            <a:r>
              <a:rPr lang="en-US" sz="2000" b="1" i="0" u="none" strike="noStrike" baseline="0"/>
              <a:t>Supports mesh networking</a:t>
            </a:r>
          </a:p>
          <a:p>
            <a:pPr marR="0" lvl="0"/>
            <a:r>
              <a:rPr lang="en-US" sz="2000" b="1" i="0" u="none" strike="noStrike" baseline="0"/>
              <a:t>Applications: smart lights, sensors, smart locks and home automation</a:t>
            </a:r>
          </a:p>
        </p:txBody>
      </p:sp>
      <p:pic>
        <p:nvPicPr>
          <p:cNvPr id="4" name="Picture 3" descr="Zigbee mesh network featured image by SmartHomeScene">
            <a:extLst>
              <a:ext uri="{FF2B5EF4-FFF2-40B4-BE49-F238E27FC236}">
                <a16:creationId xmlns:a16="http://schemas.microsoft.com/office/drawing/2014/main" id="{5ECB9596-2AEC-D7CA-C4EB-E52039EB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08" r="18792"/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0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5C58A-3355-307E-9EA2-3EBBC224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b="1" i="0" u="none" strike="noStrike" baseline="0"/>
              <a:t>Cellular Networks 4G and 5G</a:t>
            </a:r>
          </a:p>
        </p:txBody>
      </p:sp>
      <p:pic>
        <p:nvPicPr>
          <p:cNvPr id="4" name="Picture 3" descr="5G vs 4G">
            <a:extLst>
              <a:ext uri="{FF2B5EF4-FFF2-40B4-BE49-F238E27FC236}">
                <a16:creationId xmlns:a16="http://schemas.microsoft.com/office/drawing/2014/main" id="{CEDB5144-6824-E066-6AB5-7ABB6F7B4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8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76B9F7E-011D-E1AB-DD3D-47812E830D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726245"/>
              </p:ext>
            </p:extLst>
          </p:nvPr>
        </p:nvGraphicFramePr>
        <p:xfrm>
          <a:off x="6797004" y="670559"/>
          <a:ext cx="4555782" cy="5445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9530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377C6-1941-CDE2-2231-F65EB9F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an IP Address?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DA27C-057E-816B-0169-C6AE638F1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An IP address identifies a network interface at the IP layer.</a:t>
            </a:r>
          </a:p>
          <a:p>
            <a:pPr marR="0" lvl="0"/>
            <a:r>
              <a:rPr lang="en-US" sz="2000" b="1" i="0" u="none" strike="noStrike" baseline="0"/>
              <a:t>IPv4 uses 32-bit addresses.</a:t>
            </a:r>
          </a:p>
          <a:p>
            <a:pPr marR="0" lvl="1"/>
            <a:r>
              <a:rPr lang="en-US" sz="2000" b="1" i="0" u="none" strike="noStrike" baseline="0"/>
              <a:t>Example: 192.168.1.10</a:t>
            </a:r>
          </a:p>
          <a:p>
            <a:pPr marR="0" lvl="0"/>
            <a:r>
              <a:rPr lang="en-US" sz="2000" b="1" i="0" u="none" strike="noStrike" baseline="0"/>
              <a:t>IPv6 uses 128-bit addresses.</a:t>
            </a:r>
          </a:p>
          <a:p>
            <a:pPr marR="0" lvl="1"/>
            <a:r>
              <a:rPr lang="en-US" sz="2000" b="1" i="0" u="none" strike="noStrike" baseline="0"/>
              <a:t>Example: 2001:db8:1234::10</a:t>
            </a:r>
          </a:p>
        </p:txBody>
      </p:sp>
      <p:pic>
        <p:nvPicPr>
          <p:cNvPr id="6" name="Picture 5" descr="What's my IP address search prompt angle">
            <a:extLst>
              <a:ext uri="{FF2B5EF4-FFF2-40B4-BE49-F238E27FC236}">
                <a16:creationId xmlns:a16="http://schemas.microsoft.com/office/drawing/2014/main" id="{F0392EAA-46E7-7EA9-2EB3-7C8498E2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66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E5CC5-D203-45D6-FF0F-A1CA64F6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IPv4 Address Structure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2054F-9CFE-7F86-7FAA-59DE701B4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IPv4 contains 32 bits.</a:t>
            </a:r>
          </a:p>
          <a:p>
            <a:pPr marR="0" lvl="0"/>
            <a:r>
              <a:rPr lang="en-US" sz="2000" b="1" i="0" u="none" strike="noStrike" baseline="0"/>
              <a:t>Written as four 8-bit octets.</a:t>
            </a:r>
          </a:p>
          <a:p>
            <a:pPr marR="0" lvl="0"/>
            <a:r>
              <a:rPr lang="en-US" sz="2000" b="1" i="0" u="none" strike="noStrike" baseline="0"/>
              <a:t>Example: 192.168.1.10</a:t>
            </a:r>
          </a:p>
          <a:p>
            <a:pPr marR="0" lvl="0"/>
            <a:r>
              <a:rPr lang="en-US" sz="2000" b="1" i="0" u="none" strike="noStrike" baseline="0"/>
              <a:t>Each octet ranges from 0 to 255.</a:t>
            </a:r>
          </a:p>
        </p:txBody>
      </p:sp>
      <p:pic>
        <p:nvPicPr>
          <p:cNvPr id="5" name="Picture 4" descr="IPv4 address in dotted-decimal notation">
            <a:extLst>
              <a:ext uri="{FF2B5EF4-FFF2-40B4-BE49-F238E27FC236}">
                <a16:creationId xmlns:a16="http://schemas.microsoft.com/office/drawing/2014/main" id="{A8D0A099-EE6B-432A-99F6-01D28B3B8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9" b="-1"/>
          <a:stretch>
            <a:fillRect/>
          </a:stretch>
        </p:blipFill>
        <p:spPr>
          <a:xfrm>
            <a:off x="5911532" y="3072998"/>
            <a:ext cx="5150277" cy="253675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3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90AAB-133E-82DA-8513-C05DEDCA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Public vs Private IPv4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37DF7-2AA0-FFA1-F4C1-ADF0A14E7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900" b="1" i="0" u="none" strike="noStrike" baseline="0"/>
              <a:t>Private IPv4 ranges</a:t>
            </a:r>
          </a:p>
          <a:p>
            <a:pPr marR="0" lvl="1"/>
            <a:r>
              <a:rPr lang="en-US" sz="1900" b="1" i="0" u="none" strike="noStrike" baseline="0"/>
              <a:t>10.0.0.0/8</a:t>
            </a:r>
          </a:p>
          <a:p>
            <a:pPr marR="0" lvl="1"/>
            <a:r>
              <a:rPr lang="en-US" sz="1900" b="1" i="0" u="none" strike="noStrike" baseline="0"/>
              <a:t>172.16.0.0/12</a:t>
            </a:r>
          </a:p>
          <a:p>
            <a:pPr marR="0" lvl="1"/>
            <a:r>
              <a:rPr lang="en-US" sz="1900" b="1" i="0" u="none" strike="noStrike" baseline="0"/>
              <a:t>192.168.0.0/16</a:t>
            </a:r>
          </a:p>
          <a:p>
            <a:pPr marR="0" lvl="0"/>
            <a:r>
              <a:rPr lang="en-US" sz="1900" b="1" i="0" u="none" strike="noStrike" baseline="0"/>
              <a:t>Private addresses are used inside private networks.</a:t>
            </a:r>
          </a:p>
          <a:p>
            <a:pPr marR="0" lvl="0"/>
            <a:r>
              <a:rPr lang="en-US" sz="1900" b="1" i="0" u="none" strike="noStrike" baseline="0"/>
              <a:t>Public IP addresses are globally routable and used for Internet connectivity.</a:t>
            </a:r>
          </a:p>
          <a:p>
            <a:pPr marR="0" lvl="0"/>
            <a:r>
              <a:rPr lang="en-US" sz="1900" b="1" i="0" u="none" strike="noStrike" baseline="0"/>
              <a:t>Typical path: Private LAN → NAT → Public IP → Internet</a:t>
            </a:r>
          </a:p>
        </p:txBody>
      </p:sp>
      <p:pic>
        <p:nvPicPr>
          <p:cNvPr id="4" name="Picture 3" descr="What are the classes of IPv4 Addresses | Blog | Adroit Information Technology Academy (AITA)">
            <a:extLst>
              <a:ext uri="{FF2B5EF4-FFF2-40B4-BE49-F238E27FC236}">
                <a16:creationId xmlns:a16="http://schemas.microsoft.com/office/drawing/2014/main" id="{C505782C-D23C-1C42-8EC0-6E78323DF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890782"/>
            <a:ext cx="4389120" cy="2348179"/>
          </a:xfrm>
          <a:prstGeom prst="rect">
            <a:avLst/>
          </a:prstGeom>
        </p:spPr>
      </p:pic>
      <p:pic>
        <p:nvPicPr>
          <p:cNvPr id="6" name="Picture 5" descr="Private IP Address Ranges">
            <a:extLst>
              <a:ext uri="{FF2B5EF4-FFF2-40B4-BE49-F238E27FC236}">
                <a16:creationId xmlns:a16="http://schemas.microsoft.com/office/drawing/2014/main" id="{1F09B366-32E2-7046-E270-3BAF68745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043976"/>
            <a:ext cx="4389120" cy="164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69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95C19-88F4-039F-B9B2-6A8B2359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IPv6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6F010-6CCF-122F-7F66-BAB84E2FE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IPv6 uses 128-bit addresses.</a:t>
            </a:r>
          </a:p>
          <a:p>
            <a:pPr marR="0" lvl="0"/>
            <a:r>
              <a:rPr lang="en-US" sz="2000" b="1" i="0" u="none" strike="noStrike" baseline="0"/>
              <a:t>Example: 2001:db8:abcd:0012::1</a:t>
            </a:r>
          </a:p>
          <a:p>
            <a:pPr marR="0" lvl="0"/>
            <a:r>
              <a:rPr lang="en-US" sz="2000" b="1" i="0" u="none" strike="noStrike" baseline="0"/>
              <a:t>Advantages</a:t>
            </a:r>
          </a:p>
          <a:p>
            <a:pPr marR="0" lvl="1"/>
            <a:r>
              <a:rPr lang="en-US" sz="2000" b="1" i="0" u="none" strike="noStrike" baseline="0"/>
              <a:t>Very large address space</a:t>
            </a:r>
          </a:p>
          <a:p>
            <a:pPr marR="0" lvl="1"/>
            <a:r>
              <a:rPr lang="en-US" sz="2000" b="1" i="0" u="none" strike="noStrike" baseline="0"/>
              <a:t>Address autoconfiguration capabilities</a:t>
            </a:r>
          </a:p>
          <a:p>
            <a:pPr marR="0" lvl="1"/>
            <a:r>
              <a:rPr lang="en-US" sz="2000" b="1" i="0" u="none" strike="noStrike" baseline="0"/>
              <a:t>More scalable addressing</a:t>
            </a:r>
          </a:p>
          <a:p>
            <a:pPr marR="0" lvl="0"/>
            <a:r>
              <a:rPr lang="en-US" sz="2000" b="1" i="0" u="none" strike="noStrike" baseline="0"/>
              <a:t>IPv6 addresses use hexadecimal notation.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22593-E29C-9A2F-C47E-1D22B056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343511"/>
            <a:ext cx="5150277" cy="19957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98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84DF6-C9CF-80D4-FEBA-FD3056A3B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68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Configure IP Address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23122-1266-32ED-387A-9E0BD9363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IPv4 configuration normally includes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IP Address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Subnet Mask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Default Gateway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DNS Server</a:t>
            </a:r>
          </a:p>
          <a:p>
            <a:pPr marR="0" lvl="0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Example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IP Address: 192.168.1.20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Subnet Mask: 255.255.255.0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Default Gateway: 192.168.1.1</a:t>
            </a:r>
          </a:p>
          <a:p>
            <a:pPr marR="0" lvl="1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DNS Server: 8.8.8.8</a:t>
            </a:r>
          </a:p>
          <a:p>
            <a:pPr marR="0" lvl="0"/>
            <a:r>
              <a:rPr lang="en-US" sz="2000" b="1" i="0" u="none" strike="noStrike" baseline="0">
                <a:solidFill>
                  <a:schemeClr val="tx1">
                    <a:alpha val="80000"/>
                  </a:schemeClr>
                </a:solidFill>
              </a:rPr>
              <a:t>Windows path: Settings → Network &amp; Internet → Adapter Options → IPv4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86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5FEDD-87F3-38DD-B00A-FC3057AF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6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Subnetting?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96C4C-1DA2-1548-2B74-6CD5D9625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Subnetting divides a larger IP network into smaller networks.</a:t>
            </a:r>
          </a:p>
          <a:p>
            <a:pPr marR="0" lvl="0"/>
            <a:r>
              <a:rPr lang="en-US" sz="20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Benefits</a:t>
            </a:r>
          </a:p>
          <a:p>
            <a:pPr marR="0" lvl="1"/>
            <a:r>
              <a:rPr lang="en-US" sz="20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Efficient IP address utilization</a:t>
            </a:r>
          </a:p>
          <a:p>
            <a:pPr marR="0" lvl="1"/>
            <a:r>
              <a:rPr lang="en-US" sz="20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Better network organization</a:t>
            </a:r>
          </a:p>
          <a:p>
            <a:pPr marR="0" lvl="1"/>
            <a:r>
              <a:rPr lang="en-US" sz="20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Segmentation and management</a:t>
            </a:r>
          </a:p>
          <a:p>
            <a:pPr marR="0" lvl="0"/>
            <a:r>
              <a:rPr lang="en-US" sz="2000" b="1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Example: 192.168.1.0/24 can be divided into smaller subnets.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637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757AF-3562-FEE0-4DBD-E22AB47C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Subnet Mask &amp; CIDR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E6801B7-AF82-64E8-10EF-C897A324F8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565049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7148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F18A8-9B3F-C271-859E-1F750DF1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Subnetting 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6B17315-5EC9-A77F-65B6-C834DCFC60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091509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5803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FCD08-0C59-E40C-F732-E5F1C12D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Subnetting Formula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ext Placeholder 2">
            <a:extLst>
              <a:ext uri="{FF2B5EF4-FFF2-40B4-BE49-F238E27FC236}">
                <a16:creationId xmlns:a16="http://schemas.microsoft.com/office/drawing/2014/main" id="{BB52BE8D-734E-1EC8-7CA9-22E6A29B3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637728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3515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EF30-AB8E-C059-F143-FD741495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TCP/IP Configuration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A1E65-8553-0285-9FA0-6BCE90F0C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400" b="1" i="0" u="none" strike="noStrike" baseline="0"/>
              <a:t>Important settings</a:t>
            </a:r>
          </a:p>
          <a:p>
            <a:pPr marR="0" lvl="1"/>
            <a:r>
              <a:rPr lang="en-US" b="1" i="0" u="none" strike="noStrike" baseline="0"/>
              <a:t>IP address</a:t>
            </a:r>
          </a:p>
          <a:p>
            <a:pPr marR="0" lvl="1"/>
            <a:r>
              <a:rPr lang="en-US" b="1" i="0" u="none" strike="noStrike" baseline="0"/>
              <a:t>Subnet mask or prefix length</a:t>
            </a:r>
          </a:p>
          <a:p>
            <a:pPr marR="0" lvl="1"/>
            <a:r>
              <a:rPr lang="en-US" b="1" i="0" u="none" strike="noStrike" baseline="0"/>
              <a:t>Default gateway</a:t>
            </a:r>
          </a:p>
          <a:p>
            <a:pPr marR="0" lvl="1"/>
            <a:r>
              <a:rPr lang="en-US" b="1" i="0" u="none" strike="noStrike" baseline="0"/>
              <a:t>DNS server</a:t>
            </a:r>
          </a:p>
          <a:p>
            <a:pPr marR="0" lvl="0"/>
            <a:r>
              <a:rPr lang="en-US" sz="2400" b="1" i="0" u="none" strike="noStrike" baseline="0"/>
              <a:t>TCP/IP communication stack</a:t>
            </a:r>
          </a:p>
          <a:p>
            <a:pPr marR="0" lvl="0"/>
            <a:r>
              <a:rPr lang="en-US" sz="2400" b="1" i="0" u="none" strike="noStrike" baseline="0"/>
              <a:t>Application → TCP/UDP → IP → Ethernet/Wi-Fi</a:t>
            </a:r>
          </a:p>
        </p:txBody>
      </p:sp>
    </p:spTree>
    <p:extLst>
      <p:ext uri="{BB962C8B-B14F-4D97-AF65-F5344CB8AC3E}">
        <p14:creationId xmlns:p14="http://schemas.microsoft.com/office/powerpoint/2010/main" val="2025559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9F814-643A-3212-8FE7-245A190E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Default Gateway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0C7E9-D106-7637-4A9F-A49FC3A75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400" b="1" i="0" u="none" strike="noStrike" baseline="0"/>
              <a:t>The default gateway is the router used to reach destinations outside the local subnet.</a:t>
            </a:r>
          </a:p>
          <a:p>
            <a:pPr marR="0" lvl="0"/>
            <a:r>
              <a:rPr lang="en-US" sz="2400" b="1" i="0" u="none" strike="noStrike" baseline="0"/>
              <a:t>Example: PC 192.168.1.20 → Gateway 192.168.1.1 → Internet</a:t>
            </a:r>
          </a:p>
          <a:p>
            <a:pPr marR="0" lvl="0"/>
            <a:r>
              <a:rPr lang="en-US" sz="2400" b="1" i="0" u="none" strike="noStrike" baseline="0"/>
              <a:t>Key question: Where does the PC send traffic when the destination is not local?</a:t>
            </a:r>
          </a:p>
        </p:txBody>
      </p:sp>
    </p:spTree>
    <p:extLst>
      <p:ext uri="{BB962C8B-B14F-4D97-AF65-F5344CB8AC3E}">
        <p14:creationId xmlns:p14="http://schemas.microsoft.com/office/powerpoint/2010/main" val="431892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198FE-CAD8-4497-D226-757FB15B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a Port?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List of common network port numbers updated">
            <a:extLst>
              <a:ext uri="{FF2B5EF4-FFF2-40B4-BE49-F238E27FC236}">
                <a16:creationId xmlns:a16="http://schemas.microsoft.com/office/drawing/2014/main" id="{C2073944-50A2-B4E1-4D42-A1E837972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102"/>
          <a:stretch>
            <a:fillRect/>
          </a:stretch>
        </p:blipFill>
        <p:spPr>
          <a:xfrm>
            <a:off x="7245096" y="1529980"/>
            <a:ext cx="4142232" cy="4148742"/>
          </a:xfrm>
          <a:prstGeom prst="rect">
            <a:avLst/>
          </a:prstGeo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A2837BE-0F50-680F-81CD-99D98D57E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2696515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2075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71976-BAC5-2BD7-8BDF-6C8BD1E5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TCP vs UDP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168E3FC-381B-AC49-14B3-627DDB20C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999956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8568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07BE9-09CF-2C61-B458-7C433A7D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Network Problems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21ECA5F-89C2-AE6D-D119-C9432D0784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820578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3101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48459-4F96-FB60-05E8-9C66AE2B2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7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Troubleshooting Methodology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66CC8CA-7690-B4CA-C1AD-449B2F13E4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269641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635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81710-34F4-6782-E4C8-39A68C3C0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Useful Windows Network Commands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D9CD73B-13CA-81A9-07B7-0812C6B6F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350493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04567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F008F-8B6B-B923-2BD4-D38F8B91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7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Troubleshooting Example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295B7D5-5811-F612-5EDB-4E5C2F319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74230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97772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4FAC4-C8F6-3051-BE0F-8EF47038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DHCP?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1482A04-8985-4F65-3EE9-1EB0F4FAC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042044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4543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7308F-3D6A-8172-43B2-30297E82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DNS?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6EAD02D-2983-67FB-82A2-4A7CD8CE6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3678841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9525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217AF-AF05-F8D3-086A-04960D47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DNS Resolution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3C51DAE-93E5-89EC-C85E-3393282A6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5168776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9706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C4B7B-E8B1-923E-314B-2107A8B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NAT?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5037773-C73F-942F-AEB7-F2702AB105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177015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15001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50AC1-9FE2-776F-BE35-DE2E3B75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NAT?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9FB0F9F-32C2-6911-796D-FB6DE54A1B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8482875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4463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2542</TotalTime>
  <Words>1798</Words>
  <Application>Microsoft Office PowerPoint</Application>
  <PresentationFormat>Widescreen</PresentationFormat>
  <Paragraphs>300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Office Theme</vt:lpstr>
      <vt:lpstr>Computer Networking Fundamentals &amp; Configuration</vt:lpstr>
      <vt:lpstr>What is a Computer Network?</vt:lpstr>
      <vt:lpstr>Network Classification</vt:lpstr>
      <vt:lpstr>PAN — Personal Area Network</vt:lpstr>
      <vt:lpstr>LAN — Local Area Network</vt:lpstr>
      <vt:lpstr>HAN — Home Area Network</vt:lpstr>
      <vt:lpstr>CAN — Campus Area Network</vt:lpstr>
      <vt:lpstr>MAN — Metropolitan Area Network</vt:lpstr>
      <vt:lpstr>WAN — Wide Area Network</vt:lpstr>
      <vt:lpstr>LAN vs MAN vs WAN</vt:lpstr>
      <vt:lpstr>Network Hardware</vt:lpstr>
      <vt:lpstr>Router</vt:lpstr>
      <vt:lpstr>Switch</vt:lpstr>
      <vt:lpstr>Modem / ONT</vt:lpstr>
      <vt:lpstr>Wireless Access Point</vt:lpstr>
      <vt:lpstr>NIC — Network Interface Card</vt:lpstr>
      <vt:lpstr>Firewall</vt:lpstr>
      <vt:lpstr>Hub</vt:lpstr>
      <vt:lpstr>Patch Panel</vt:lpstr>
      <vt:lpstr>Wireless Network Types</vt:lpstr>
      <vt:lpstr>Wi-Fi</vt:lpstr>
      <vt:lpstr>Bluetooth</vt:lpstr>
      <vt:lpstr>Zigbee</vt:lpstr>
      <vt:lpstr>Cellular Networks 4G and 5G</vt:lpstr>
      <vt:lpstr>What is an IP Address?</vt:lpstr>
      <vt:lpstr>IPv4 Address Structure</vt:lpstr>
      <vt:lpstr>Public vs Private IPv4</vt:lpstr>
      <vt:lpstr>IPv6</vt:lpstr>
      <vt:lpstr>Configure IP Address</vt:lpstr>
      <vt:lpstr>What is Subnetting?</vt:lpstr>
      <vt:lpstr>Subnet Mask &amp; CIDR</vt:lpstr>
      <vt:lpstr>Subnetting Example</vt:lpstr>
      <vt:lpstr>Subnetting Formula</vt:lpstr>
      <vt:lpstr>TCP/IP Configuration</vt:lpstr>
      <vt:lpstr>Default Gateway</vt:lpstr>
      <vt:lpstr>What is a Port?</vt:lpstr>
      <vt:lpstr>TCP vs UDP</vt:lpstr>
      <vt:lpstr>Common Network Problems</vt:lpstr>
      <vt:lpstr>Network Troubleshooting Methodology</vt:lpstr>
      <vt:lpstr>Useful Windows Network Commands</vt:lpstr>
      <vt:lpstr>Troubleshooting Example</vt:lpstr>
      <vt:lpstr>What is DHCP?</vt:lpstr>
      <vt:lpstr>What is DNS?</vt:lpstr>
      <vt:lpstr>DNS Resolution</vt:lpstr>
      <vt:lpstr>What is NAT?</vt:lpstr>
      <vt:lpstr>Why NAT?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Krishan Goyal</dc:creator>
  <cp:lastModifiedBy>Hari Krishan Goyal</cp:lastModifiedBy>
  <cp:revision>9</cp:revision>
  <dcterms:created xsi:type="dcterms:W3CDTF">2026-08-15T14:09:05Z</dcterms:created>
  <dcterms:modified xsi:type="dcterms:W3CDTF">2026-08-24T01:28:39Z</dcterms:modified>
</cp:coreProperties>
</file>