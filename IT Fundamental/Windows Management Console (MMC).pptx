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0" r:id="rId10"/>
    <p:sldId id="281" r:id="rId11"/>
    <p:sldId id="265" r:id="rId12"/>
    <p:sldId id="266" r:id="rId13"/>
    <p:sldId id="267" r:id="rId14"/>
    <p:sldId id="268" r:id="rId15"/>
    <p:sldId id="269" r:id="rId16"/>
    <p:sldId id="279" r:id="rId17"/>
    <p:sldId id="270" r:id="rId18"/>
    <p:sldId id="278" r:id="rId19"/>
    <p:sldId id="271" r:id="rId20"/>
    <p:sldId id="28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57567C-DE41-4986-AD9F-BE29703C7DE4}" type="doc">
      <dgm:prSet loTypeId="urn:diagrams.loki3.com/VaryingWidthList" loCatId="officeonlin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3A29753-A5DF-4B2D-AD36-6F97A10A8B60}">
      <dgm:prSet/>
      <dgm:spPr/>
      <dgm:t>
        <a:bodyPr/>
        <a:lstStyle/>
        <a:p>
          <a:r>
            <a:rPr lang="en-US" b="1" i="0" baseline="0"/>
            <a:t>Device Manager – Hardware and drivers</a:t>
          </a:r>
          <a:endParaRPr lang="en-IN"/>
        </a:p>
      </dgm:t>
    </dgm:pt>
    <dgm:pt modelId="{4D38A2DA-5B19-4FCA-A307-697FD6B1430F}" type="parTrans" cxnId="{0926578A-0C5A-4D3B-992C-49949252B500}">
      <dgm:prSet/>
      <dgm:spPr/>
      <dgm:t>
        <a:bodyPr/>
        <a:lstStyle/>
        <a:p>
          <a:endParaRPr lang="en-IN"/>
        </a:p>
      </dgm:t>
    </dgm:pt>
    <dgm:pt modelId="{DB84383C-1289-4399-B7B1-8DE8CAC26F14}" type="sibTrans" cxnId="{0926578A-0C5A-4D3B-992C-49949252B500}">
      <dgm:prSet/>
      <dgm:spPr/>
      <dgm:t>
        <a:bodyPr/>
        <a:lstStyle/>
        <a:p>
          <a:endParaRPr lang="en-IN"/>
        </a:p>
      </dgm:t>
    </dgm:pt>
    <dgm:pt modelId="{B5B249DB-893F-43AD-AAA4-FA4A670D011B}">
      <dgm:prSet/>
      <dgm:spPr/>
      <dgm:t>
        <a:bodyPr/>
        <a:lstStyle/>
        <a:p>
          <a:r>
            <a:rPr lang="en-US" b="1" i="0" baseline="0"/>
            <a:t>Disk Management – Disks and partitions</a:t>
          </a:r>
          <a:endParaRPr lang="en-IN"/>
        </a:p>
      </dgm:t>
    </dgm:pt>
    <dgm:pt modelId="{FD84AB5A-8B8A-458E-9B09-78DA691FBF1F}" type="parTrans" cxnId="{D94DB049-BE10-4D90-A4E6-80F7D615C63B}">
      <dgm:prSet/>
      <dgm:spPr/>
      <dgm:t>
        <a:bodyPr/>
        <a:lstStyle/>
        <a:p>
          <a:endParaRPr lang="en-IN"/>
        </a:p>
      </dgm:t>
    </dgm:pt>
    <dgm:pt modelId="{59787980-572B-46C4-AA2B-ABFA7B3C7D7C}" type="sibTrans" cxnId="{D94DB049-BE10-4D90-A4E6-80F7D615C63B}">
      <dgm:prSet/>
      <dgm:spPr/>
      <dgm:t>
        <a:bodyPr/>
        <a:lstStyle/>
        <a:p>
          <a:endParaRPr lang="en-IN"/>
        </a:p>
      </dgm:t>
    </dgm:pt>
    <dgm:pt modelId="{479A3DCB-2A54-4CB5-9E15-6B35633F4A6E}">
      <dgm:prSet/>
      <dgm:spPr/>
      <dgm:t>
        <a:bodyPr/>
        <a:lstStyle/>
        <a:p>
          <a:r>
            <a:rPr lang="en-US" b="1" i="0" baseline="0" dirty="0"/>
            <a:t>Event Viewer – System logs</a:t>
          </a:r>
          <a:endParaRPr lang="en-IN" dirty="0"/>
        </a:p>
      </dgm:t>
    </dgm:pt>
    <dgm:pt modelId="{A7A20E3D-AF6E-4D42-9C69-6C5C43FA73BE}" type="parTrans" cxnId="{2E759A5E-21FD-4471-9124-978002FA85F2}">
      <dgm:prSet/>
      <dgm:spPr/>
      <dgm:t>
        <a:bodyPr/>
        <a:lstStyle/>
        <a:p>
          <a:endParaRPr lang="en-IN"/>
        </a:p>
      </dgm:t>
    </dgm:pt>
    <dgm:pt modelId="{F94BEF07-35E7-4CB3-9B21-9CD03CA5EAAD}" type="sibTrans" cxnId="{2E759A5E-21FD-4471-9124-978002FA85F2}">
      <dgm:prSet/>
      <dgm:spPr/>
      <dgm:t>
        <a:bodyPr/>
        <a:lstStyle/>
        <a:p>
          <a:endParaRPr lang="en-IN"/>
        </a:p>
      </dgm:t>
    </dgm:pt>
    <dgm:pt modelId="{5EE1D82A-A4AB-4E43-B910-01DED4477B09}">
      <dgm:prSet/>
      <dgm:spPr/>
      <dgm:t>
        <a:bodyPr/>
        <a:lstStyle/>
        <a:p>
          <a:r>
            <a:rPr lang="en-US" b="1" i="0" baseline="0"/>
            <a:t>Services – Windows services</a:t>
          </a:r>
          <a:endParaRPr lang="en-IN"/>
        </a:p>
      </dgm:t>
    </dgm:pt>
    <dgm:pt modelId="{F64B54B3-9615-4307-B216-0DF1A81F54FC}" type="parTrans" cxnId="{2509BB37-2F79-4A8B-BD43-8E707D7DA65B}">
      <dgm:prSet/>
      <dgm:spPr/>
      <dgm:t>
        <a:bodyPr/>
        <a:lstStyle/>
        <a:p>
          <a:endParaRPr lang="en-IN"/>
        </a:p>
      </dgm:t>
    </dgm:pt>
    <dgm:pt modelId="{5144A7C3-7158-43CD-A4F4-20FDE30ED629}" type="sibTrans" cxnId="{2509BB37-2F79-4A8B-BD43-8E707D7DA65B}">
      <dgm:prSet/>
      <dgm:spPr/>
      <dgm:t>
        <a:bodyPr/>
        <a:lstStyle/>
        <a:p>
          <a:endParaRPr lang="en-IN"/>
        </a:p>
      </dgm:t>
    </dgm:pt>
    <dgm:pt modelId="{CC7015AB-5372-4B95-B965-625A84C3793F}">
      <dgm:prSet/>
      <dgm:spPr/>
      <dgm:t>
        <a:bodyPr/>
        <a:lstStyle/>
        <a:p>
          <a:r>
            <a:rPr lang="en-US" b="1" i="0" baseline="0"/>
            <a:t>Task Scheduler – Automated tasks</a:t>
          </a:r>
          <a:endParaRPr lang="en-IN"/>
        </a:p>
      </dgm:t>
    </dgm:pt>
    <dgm:pt modelId="{973418F4-4AC5-4139-8D92-DDDF868BF674}" type="parTrans" cxnId="{590889F9-1E2B-49E2-ACB4-14F509EC0766}">
      <dgm:prSet/>
      <dgm:spPr/>
      <dgm:t>
        <a:bodyPr/>
        <a:lstStyle/>
        <a:p>
          <a:endParaRPr lang="en-IN"/>
        </a:p>
      </dgm:t>
    </dgm:pt>
    <dgm:pt modelId="{00134A89-0647-49EB-9909-FE3A03AA7F8D}" type="sibTrans" cxnId="{590889F9-1E2B-49E2-ACB4-14F509EC0766}">
      <dgm:prSet/>
      <dgm:spPr/>
      <dgm:t>
        <a:bodyPr/>
        <a:lstStyle/>
        <a:p>
          <a:endParaRPr lang="en-IN"/>
        </a:p>
      </dgm:t>
    </dgm:pt>
    <dgm:pt modelId="{2D69B28A-560B-4D98-B309-5449016B1B98}">
      <dgm:prSet/>
      <dgm:spPr/>
      <dgm:t>
        <a:bodyPr/>
        <a:lstStyle/>
        <a:p>
          <a:r>
            <a:rPr lang="en-US" b="1" i="0" baseline="0"/>
            <a:t>Performance Monitor – Performance analysis</a:t>
          </a:r>
          <a:endParaRPr lang="en-IN"/>
        </a:p>
      </dgm:t>
    </dgm:pt>
    <dgm:pt modelId="{D304A06F-4740-44EB-A35B-EA948C6FAFEC}" type="parTrans" cxnId="{51BAA93C-DE22-4948-BE4E-8067C55ADB87}">
      <dgm:prSet/>
      <dgm:spPr/>
      <dgm:t>
        <a:bodyPr/>
        <a:lstStyle/>
        <a:p>
          <a:endParaRPr lang="en-IN"/>
        </a:p>
      </dgm:t>
    </dgm:pt>
    <dgm:pt modelId="{37DD3AF7-C5F6-4027-AF69-6AA0376D7AD2}" type="sibTrans" cxnId="{51BAA93C-DE22-4948-BE4E-8067C55ADB87}">
      <dgm:prSet/>
      <dgm:spPr/>
      <dgm:t>
        <a:bodyPr/>
        <a:lstStyle/>
        <a:p>
          <a:endParaRPr lang="en-IN"/>
        </a:p>
      </dgm:t>
    </dgm:pt>
    <dgm:pt modelId="{CCC5B647-B9D0-4DE5-ABFA-9FB4AF14DA3B}">
      <dgm:prSet/>
      <dgm:spPr/>
      <dgm:t>
        <a:bodyPr/>
        <a:lstStyle/>
        <a:p>
          <a:r>
            <a:rPr lang="en-US" b="1" i="0" baseline="0"/>
            <a:t>Computer Management – Collection of administrative tools</a:t>
          </a:r>
          <a:endParaRPr lang="en-IN"/>
        </a:p>
      </dgm:t>
    </dgm:pt>
    <dgm:pt modelId="{1AC9D18D-D95F-42B8-B4BC-CF5ECA655EBF}" type="parTrans" cxnId="{6D21C2B2-2EBE-43EB-9DE9-D0D415FABAD2}">
      <dgm:prSet/>
      <dgm:spPr/>
      <dgm:t>
        <a:bodyPr/>
        <a:lstStyle/>
        <a:p>
          <a:endParaRPr lang="en-IN"/>
        </a:p>
      </dgm:t>
    </dgm:pt>
    <dgm:pt modelId="{CB65DEF4-04B5-4F02-9CE4-A8EE79A17DBB}" type="sibTrans" cxnId="{6D21C2B2-2EBE-43EB-9DE9-D0D415FABAD2}">
      <dgm:prSet/>
      <dgm:spPr/>
      <dgm:t>
        <a:bodyPr/>
        <a:lstStyle/>
        <a:p>
          <a:endParaRPr lang="en-IN"/>
        </a:p>
      </dgm:t>
    </dgm:pt>
    <dgm:pt modelId="{037D37BF-7283-40CE-BA65-B7DC1A8D0316}" type="pres">
      <dgm:prSet presAssocID="{B757567C-DE41-4986-AD9F-BE29703C7DE4}" presName="Name0" presStyleCnt="0">
        <dgm:presLayoutVars>
          <dgm:resizeHandles/>
        </dgm:presLayoutVars>
      </dgm:prSet>
      <dgm:spPr/>
    </dgm:pt>
    <dgm:pt modelId="{39C4B041-2BEB-41E3-B001-3B8A2CC5EDFB}" type="pres">
      <dgm:prSet presAssocID="{73A29753-A5DF-4B2D-AD36-6F97A10A8B60}" presName="text" presStyleLbl="node1" presStyleIdx="0" presStyleCnt="7">
        <dgm:presLayoutVars>
          <dgm:bulletEnabled val="1"/>
        </dgm:presLayoutVars>
      </dgm:prSet>
      <dgm:spPr/>
    </dgm:pt>
    <dgm:pt modelId="{3301C784-BFC1-417F-996F-D8BC6AD47627}" type="pres">
      <dgm:prSet presAssocID="{DB84383C-1289-4399-B7B1-8DE8CAC26F14}" presName="space" presStyleCnt="0"/>
      <dgm:spPr/>
    </dgm:pt>
    <dgm:pt modelId="{6D9976DF-F6C1-4AE2-B608-97DE846EB62C}" type="pres">
      <dgm:prSet presAssocID="{B5B249DB-893F-43AD-AAA4-FA4A670D011B}" presName="text" presStyleLbl="node1" presStyleIdx="1" presStyleCnt="7">
        <dgm:presLayoutVars>
          <dgm:bulletEnabled val="1"/>
        </dgm:presLayoutVars>
      </dgm:prSet>
      <dgm:spPr/>
    </dgm:pt>
    <dgm:pt modelId="{A573206B-25C8-44C3-A66C-95AF58BCE81F}" type="pres">
      <dgm:prSet presAssocID="{59787980-572B-46C4-AA2B-ABFA7B3C7D7C}" presName="space" presStyleCnt="0"/>
      <dgm:spPr/>
    </dgm:pt>
    <dgm:pt modelId="{300C34A9-DE39-42B7-A800-967ED6EA5937}" type="pres">
      <dgm:prSet presAssocID="{479A3DCB-2A54-4CB5-9E15-6B35633F4A6E}" presName="text" presStyleLbl="node1" presStyleIdx="2" presStyleCnt="7">
        <dgm:presLayoutVars>
          <dgm:bulletEnabled val="1"/>
        </dgm:presLayoutVars>
      </dgm:prSet>
      <dgm:spPr/>
    </dgm:pt>
    <dgm:pt modelId="{C8D85BF5-5D08-47F0-BC39-0F3981FEE299}" type="pres">
      <dgm:prSet presAssocID="{F94BEF07-35E7-4CB3-9B21-9CD03CA5EAAD}" presName="space" presStyleCnt="0"/>
      <dgm:spPr/>
    </dgm:pt>
    <dgm:pt modelId="{60CFB1E8-55AD-4C64-9B0B-C8FCE831939A}" type="pres">
      <dgm:prSet presAssocID="{5EE1D82A-A4AB-4E43-B910-01DED4477B09}" presName="text" presStyleLbl="node1" presStyleIdx="3" presStyleCnt="7">
        <dgm:presLayoutVars>
          <dgm:bulletEnabled val="1"/>
        </dgm:presLayoutVars>
      </dgm:prSet>
      <dgm:spPr/>
    </dgm:pt>
    <dgm:pt modelId="{411C9149-8A15-4498-B69B-4D2A93437D6B}" type="pres">
      <dgm:prSet presAssocID="{5144A7C3-7158-43CD-A4F4-20FDE30ED629}" presName="space" presStyleCnt="0"/>
      <dgm:spPr/>
    </dgm:pt>
    <dgm:pt modelId="{3CF541EF-FD7D-46E9-8C5A-87B8BB9B00C7}" type="pres">
      <dgm:prSet presAssocID="{CC7015AB-5372-4B95-B965-625A84C3793F}" presName="text" presStyleLbl="node1" presStyleIdx="4" presStyleCnt="7">
        <dgm:presLayoutVars>
          <dgm:bulletEnabled val="1"/>
        </dgm:presLayoutVars>
      </dgm:prSet>
      <dgm:spPr/>
    </dgm:pt>
    <dgm:pt modelId="{81A0D422-4A2A-4547-B54B-7AF72A723766}" type="pres">
      <dgm:prSet presAssocID="{00134A89-0647-49EB-9909-FE3A03AA7F8D}" presName="space" presStyleCnt="0"/>
      <dgm:spPr/>
    </dgm:pt>
    <dgm:pt modelId="{67678B49-04DB-4DBB-AF8E-D80170A5BAA6}" type="pres">
      <dgm:prSet presAssocID="{2D69B28A-560B-4D98-B309-5449016B1B98}" presName="text" presStyleLbl="node1" presStyleIdx="5" presStyleCnt="7">
        <dgm:presLayoutVars>
          <dgm:bulletEnabled val="1"/>
        </dgm:presLayoutVars>
      </dgm:prSet>
      <dgm:spPr/>
    </dgm:pt>
    <dgm:pt modelId="{846A9729-3265-48B7-B693-CC381037BD99}" type="pres">
      <dgm:prSet presAssocID="{37DD3AF7-C5F6-4027-AF69-6AA0376D7AD2}" presName="space" presStyleCnt="0"/>
      <dgm:spPr/>
    </dgm:pt>
    <dgm:pt modelId="{544F1CCB-0BA6-4186-957C-6B56DF90FE07}" type="pres">
      <dgm:prSet presAssocID="{CCC5B647-B9D0-4DE5-ABFA-9FB4AF14DA3B}" presName="text" presStyleLbl="node1" presStyleIdx="6" presStyleCnt="7">
        <dgm:presLayoutVars>
          <dgm:bulletEnabled val="1"/>
        </dgm:presLayoutVars>
      </dgm:prSet>
      <dgm:spPr/>
    </dgm:pt>
  </dgm:ptLst>
  <dgm:cxnLst>
    <dgm:cxn modelId="{1E926B11-ED21-4981-9A32-CFA07A92E376}" type="presOf" srcId="{479A3DCB-2A54-4CB5-9E15-6B35633F4A6E}" destId="{300C34A9-DE39-42B7-A800-967ED6EA5937}" srcOrd="0" destOrd="0" presId="urn:diagrams.loki3.com/VaryingWidthList"/>
    <dgm:cxn modelId="{20A1A31F-B124-4CE7-8B60-41EAD176CC7E}" type="presOf" srcId="{CC7015AB-5372-4B95-B965-625A84C3793F}" destId="{3CF541EF-FD7D-46E9-8C5A-87B8BB9B00C7}" srcOrd="0" destOrd="0" presId="urn:diagrams.loki3.com/VaryingWidthList"/>
    <dgm:cxn modelId="{2509BB37-2F79-4A8B-BD43-8E707D7DA65B}" srcId="{B757567C-DE41-4986-AD9F-BE29703C7DE4}" destId="{5EE1D82A-A4AB-4E43-B910-01DED4477B09}" srcOrd="3" destOrd="0" parTransId="{F64B54B3-9615-4307-B216-0DF1A81F54FC}" sibTransId="{5144A7C3-7158-43CD-A4F4-20FDE30ED629}"/>
    <dgm:cxn modelId="{51BAA93C-DE22-4948-BE4E-8067C55ADB87}" srcId="{B757567C-DE41-4986-AD9F-BE29703C7DE4}" destId="{2D69B28A-560B-4D98-B309-5449016B1B98}" srcOrd="5" destOrd="0" parTransId="{D304A06F-4740-44EB-A35B-EA948C6FAFEC}" sibTransId="{37DD3AF7-C5F6-4027-AF69-6AA0376D7AD2}"/>
    <dgm:cxn modelId="{2E759A5E-21FD-4471-9124-978002FA85F2}" srcId="{B757567C-DE41-4986-AD9F-BE29703C7DE4}" destId="{479A3DCB-2A54-4CB5-9E15-6B35633F4A6E}" srcOrd="2" destOrd="0" parTransId="{A7A20E3D-AF6E-4D42-9C69-6C5C43FA73BE}" sibTransId="{F94BEF07-35E7-4CB3-9B21-9CD03CA5EAAD}"/>
    <dgm:cxn modelId="{D94DB049-BE10-4D90-A4E6-80F7D615C63B}" srcId="{B757567C-DE41-4986-AD9F-BE29703C7DE4}" destId="{B5B249DB-893F-43AD-AAA4-FA4A670D011B}" srcOrd="1" destOrd="0" parTransId="{FD84AB5A-8B8A-458E-9B09-78DA691FBF1F}" sibTransId="{59787980-572B-46C4-AA2B-ABFA7B3C7D7C}"/>
    <dgm:cxn modelId="{3F65D27C-4889-46D6-894D-2B4F787E71AC}" type="presOf" srcId="{73A29753-A5DF-4B2D-AD36-6F97A10A8B60}" destId="{39C4B041-2BEB-41E3-B001-3B8A2CC5EDFB}" srcOrd="0" destOrd="0" presId="urn:diagrams.loki3.com/VaryingWidthList"/>
    <dgm:cxn modelId="{0926578A-0C5A-4D3B-992C-49949252B500}" srcId="{B757567C-DE41-4986-AD9F-BE29703C7DE4}" destId="{73A29753-A5DF-4B2D-AD36-6F97A10A8B60}" srcOrd="0" destOrd="0" parTransId="{4D38A2DA-5B19-4FCA-A307-697FD6B1430F}" sibTransId="{DB84383C-1289-4399-B7B1-8DE8CAC26F14}"/>
    <dgm:cxn modelId="{3890A796-96C5-4A69-A07F-9CA989E8CCEC}" type="presOf" srcId="{5EE1D82A-A4AB-4E43-B910-01DED4477B09}" destId="{60CFB1E8-55AD-4C64-9B0B-C8FCE831939A}" srcOrd="0" destOrd="0" presId="urn:diagrams.loki3.com/VaryingWidthList"/>
    <dgm:cxn modelId="{7F491CB1-762D-4F58-8246-0A662C7777CD}" type="presOf" srcId="{B757567C-DE41-4986-AD9F-BE29703C7DE4}" destId="{037D37BF-7283-40CE-BA65-B7DC1A8D0316}" srcOrd="0" destOrd="0" presId="urn:diagrams.loki3.com/VaryingWidthList"/>
    <dgm:cxn modelId="{6D21C2B2-2EBE-43EB-9DE9-D0D415FABAD2}" srcId="{B757567C-DE41-4986-AD9F-BE29703C7DE4}" destId="{CCC5B647-B9D0-4DE5-ABFA-9FB4AF14DA3B}" srcOrd="6" destOrd="0" parTransId="{1AC9D18D-D95F-42B8-B4BC-CF5ECA655EBF}" sibTransId="{CB65DEF4-04B5-4F02-9CE4-A8EE79A17DBB}"/>
    <dgm:cxn modelId="{84330DB3-B089-45BD-A8FF-F82573F3A670}" type="presOf" srcId="{2D69B28A-560B-4D98-B309-5449016B1B98}" destId="{67678B49-04DB-4DBB-AF8E-D80170A5BAA6}" srcOrd="0" destOrd="0" presId="urn:diagrams.loki3.com/VaryingWidthList"/>
    <dgm:cxn modelId="{23BD03C0-32EF-46D8-AB8E-AD732E49F144}" type="presOf" srcId="{CCC5B647-B9D0-4DE5-ABFA-9FB4AF14DA3B}" destId="{544F1CCB-0BA6-4186-957C-6B56DF90FE07}" srcOrd="0" destOrd="0" presId="urn:diagrams.loki3.com/VaryingWidthList"/>
    <dgm:cxn modelId="{A833BFF3-BD6D-41AC-8E57-944B62FBC075}" type="presOf" srcId="{B5B249DB-893F-43AD-AAA4-FA4A670D011B}" destId="{6D9976DF-F6C1-4AE2-B608-97DE846EB62C}" srcOrd="0" destOrd="0" presId="urn:diagrams.loki3.com/VaryingWidthList"/>
    <dgm:cxn modelId="{590889F9-1E2B-49E2-ACB4-14F509EC0766}" srcId="{B757567C-DE41-4986-AD9F-BE29703C7DE4}" destId="{CC7015AB-5372-4B95-B965-625A84C3793F}" srcOrd="4" destOrd="0" parTransId="{973418F4-4AC5-4139-8D92-DDDF868BF674}" sibTransId="{00134A89-0647-49EB-9909-FE3A03AA7F8D}"/>
    <dgm:cxn modelId="{9FEB84F3-F8FE-4E80-8AB4-4871B2E221DB}" type="presParOf" srcId="{037D37BF-7283-40CE-BA65-B7DC1A8D0316}" destId="{39C4B041-2BEB-41E3-B001-3B8A2CC5EDFB}" srcOrd="0" destOrd="0" presId="urn:diagrams.loki3.com/VaryingWidthList"/>
    <dgm:cxn modelId="{0FFC453F-D87C-4CA2-9672-A65EDCBF452E}" type="presParOf" srcId="{037D37BF-7283-40CE-BA65-B7DC1A8D0316}" destId="{3301C784-BFC1-417F-996F-D8BC6AD47627}" srcOrd="1" destOrd="0" presId="urn:diagrams.loki3.com/VaryingWidthList"/>
    <dgm:cxn modelId="{E0867ADA-B996-4E5E-BB96-CE9B19BACCD6}" type="presParOf" srcId="{037D37BF-7283-40CE-BA65-B7DC1A8D0316}" destId="{6D9976DF-F6C1-4AE2-B608-97DE846EB62C}" srcOrd="2" destOrd="0" presId="urn:diagrams.loki3.com/VaryingWidthList"/>
    <dgm:cxn modelId="{FEC6E05A-02B6-42F9-9652-536FCFCF87F7}" type="presParOf" srcId="{037D37BF-7283-40CE-BA65-B7DC1A8D0316}" destId="{A573206B-25C8-44C3-A66C-95AF58BCE81F}" srcOrd="3" destOrd="0" presId="urn:diagrams.loki3.com/VaryingWidthList"/>
    <dgm:cxn modelId="{502B7498-B6C0-49CC-B813-89A9A569379F}" type="presParOf" srcId="{037D37BF-7283-40CE-BA65-B7DC1A8D0316}" destId="{300C34A9-DE39-42B7-A800-967ED6EA5937}" srcOrd="4" destOrd="0" presId="urn:diagrams.loki3.com/VaryingWidthList"/>
    <dgm:cxn modelId="{746FE1A9-CCF7-4D83-B8CB-6E5F7C143199}" type="presParOf" srcId="{037D37BF-7283-40CE-BA65-B7DC1A8D0316}" destId="{C8D85BF5-5D08-47F0-BC39-0F3981FEE299}" srcOrd="5" destOrd="0" presId="urn:diagrams.loki3.com/VaryingWidthList"/>
    <dgm:cxn modelId="{D6C86459-2F84-49A3-B988-DFA326D64A7C}" type="presParOf" srcId="{037D37BF-7283-40CE-BA65-B7DC1A8D0316}" destId="{60CFB1E8-55AD-4C64-9B0B-C8FCE831939A}" srcOrd="6" destOrd="0" presId="urn:diagrams.loki3.com/VaryingWidthList"/>
    <dgm:cxn modelId="{D04F6999-1575-4BC8-8938-7B67C3459EEC}" type="presParOf" srcId="{037D37BF-7283-40CE-BA65-B7DC1A8D0316}" destId="{411C9149-8A15-4498-B69B-4D2A93437D6B}" srcOrd="7" destOrd="0" presId="urn:diagrams.loki3.com/VaryingWidthList"/>
    <dgm:cxn modelId="{F304FB63-2B0A-469B-AC69-CCE4BCA5974B}" type="presParOf" srcId="{037D37BF-7283-40CE-BA65-B7DC1A8D0316}" destId="{3CF541EF-FD7D-46E9-8C5A-87B8BB9B00C7}" srcOrd="8" destOrd="0" presId="urn:diagrams.loki3.com/VaryingWidthList"/>
    <dgm:cxn modelId="{F117A5D8-9139-4C69-A991-B1F5CD0F0A41}" type="presParOf" srcId="{037D37BF-7283-40CE-BA65-B7DC1A8D0316}" destId="{81A0D422-4A2A-4547-B54B-7AF72A723766}" srcOrd="9" destOrd="0" presId="urn:diagrams.loki3.com/VaryingWidthList"/>
    <dgm:cxn modelId="{189325E4-4268-4E55-A311-F2C1CA14CD5A}" type="presParOf" srcId="{037D37BF-7283-40CE-BA65-B7DC1A8D0316}" destId="{67678B49-04DB-4DBB-AF8E-D80170A5BAA6}" srcOrd="10" destOrd="0" presId="urn:diagrams.loki3.com/VaryingWidthList"/>
    <dgm:cxn modelId="{D98E52B5-0597-4B48-898B-CC882EAE4E1C}" type="presParOf" srcId="{037D37BF-7283-40CE-BA65-B7DC1A8D0316}" destId="{846A9729-3265-48B7-B693-CC381037BD99}" srcOrd="11" destOrd="0" presId="urn:diagrams.loki3.com/VaryingWidthList"/>
    <dgm:cxn modelId="{0835561E-C2F7-412A-BC99-0BEBC50317C6}" type="presParOf" srcId="{037D37BF-7283-40CE-BA65-B7DC1A8D0316}" destId="{544F1CCB-0BA6-4186-957C-6B56DF90FE07}" srcOrd="12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7506AD-1984-4098-B18D-E611A5B506B0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6A4F321-E024-4AC8-8F01-D0C38CBC4A6D}">
      <dgm:prSet/>
      <dgm:spPr/>
      <dgm:t>
        <a:bodyPr/>
        <a:lstStyle/>
        <a:p>
          <a:r>
            <a:rPr lang="en-US" b="1"/>
            <a:t>View hardware</a:t>
          </a:r>
          <a:endParaRPr lang="en-IN"/>
        </a:p>
      </dgm:t>
    </dgm:pt>
    <dgm:pt modelId="{77A591BA-09D5-4DE1-A2A3-25B72F7B0691}" type="parTrans" cxnId="{E1F1E828-A206-40EA-823B-BD2D4850DF63}">
      <dgm:prSet/>
      <dgm:spPr/>
      <dgm:t>
        <a:bodyPr/>
        <a:lstStyle/>
        <a:p>
          <a:endParaRPr lang="en-IN"/>
        </a:p>
      </dgm:t>
    </dgm:pt>
    <dgm:pt modelId="{E1F58FDB-C5D0-4A28-B69F-2A294EAA4257}" type="sibTrans" cxnId="{E1F1E828-A206-40EA-823B-BD2D4850DF63}">
      <dgm:prSet/>
      <dgm:spPr/>
      <dgm:t>
        <a:bodyPr/>
        <a:lstStyle/>
        <a:p>
          <a:endParaRPr lang="en-IN"/>
        </a:p>
      </dgm:t>
    </dgm:pt>
    <dgm:pt modelId="{0A33C6B5-0A2A-4BF7-A9DE-6F0EF679D04B}">
      <dgm:prSet/>
      <dgm:spPr/>
      <dgm:t>
        <a:bodyPr/>
        <a:lstStyle/>
        <a:p>
          <a:r>
            <a:rPr lang="en-US" b="1" dirty="0"/>
            <a:t>Install or update drivers</a:t>
          </a:r>
          <a:endParaRPr lang="en-IN" dirty="0"/>
        </a:p>
      </dgm:t>
    </dgm:pt>
    <dgm:pt modelId="{214752D4-35E4-4F99-A7DE-817F5891D454}" type="parTrans" cxnId="{EFC94D93-5FD5-4D8F-8377-5881C65C0A91}">
      <dgm:prSet/>
      <dgm:spPr/>
      <dgm:t>
        <a:bodyPr/>
        <a:lstStyle/>
        <a:p>
          <a:endParaRPr lang="en-IN"/>
        </a:p>
      </dgm:t>
    </dgm:pt>
    <dgm:pt modelId="{54F3A599-EC57-453D-8ECA-DCA9C7CEFA30}" type="sibTrans" cxnId="{EFC94D93-5FD5-4D8F-8377-5881C65C0A91}">
      <dgm:prSet/>
      <dgm:spPr/>
      <dgm:t>
        <a:bodyPr/>
        <a:lstStyle/>
        <a:p>
          <a:endParaRPr lang="en-IN"/>
        </a:p>
      </dgm:t>
    </dgm:pt>
    <dgm:pt modelId="{01F9E93C-88DF-4779-AEB7-0929E8F39741}">
      <dgm:prSet/>
      <dgm:spPr/>
      <dgm:t>
        <a:bodyPr/>
        <a:lstStyle/>
        <a:p>
          <a:r>
            <a:rPr lang="en-US" b="1"/>
            <a:t>Disable devices</a:t>
          </a:r>
          <a:endParaRPr lang="en-IN"/>
        </a:p>
      </dgm:t>
    </dgm:pt>
    <dgm:pt modelId="{4E5EFBD7-1236-4EB7-8215-8B0EB6FC6A2F}" type="parTrans" cxnId="{F75CE183-8E50-457A-BF8C-F5FEBBBD1035}">
      <dgm:prSet/>
      <dgm:spPr/>
      <dgm:t>
        <a:bodyPr/>
        <a:lstStyle/>
        <a:p>
          <a:endParaRPr lang="en-IN"/>
        </a:p>
      </dgm:t>
    </dgm:pt>
    <dgm:pt modelId="{D2C4082A-1801-42D7-886B-12CAB022C3D1}" type="sibTrans" cxnId="{F75CE183-8E50-457A-BF8C-F5FEBBBD1035}">
      <dgm:prSet/>
      <dgm:spPr/>
      <dgm:t>
        <a:bodyPr/>
        <a:lstStyle/>
        <a:p>
          <a:endParaRPr lang="en-IN"/>
        </a:p>
      </dgm:t>
    </dgm:pt>
    <dgm:pt modelId="{4A02A324-4F8D-448A-88AB-52D9F67AF242}">
      <dgm:prSet/>
      <dgm:spPr/>
      <dgm:t>
        <a:bodyPr/>
        <a:lstStyle/>
        <a:p>
          <a:r>
            <a:rPr lang="en-US" b="1"/>
            <a:t>Uninstall devices</a:t>
          </a:r>
          <a:endParaRPr lang="en-IN"/>
        </a:p>
      </dgm:t>
    </dgm:pt>
    <dgm:pt modelId="{97E4000F-D0B0-40DB-B268-7FD9AED150E6}" type="parTrans" cxnId="{3DA54BF0-D959-4864-A9BA-296DEE120646}">
      <dgm:prSet/>
      <dgm:spPr/>
      <dgm:t>
        <a:bodyPr/>
        <a:lstStyle/>
        <a:p>
          <a:endParaRPr lang="en-IN"/>
        </a:p>
      </dgm:t>
    </dgm:pt>
    <dgm:pt modelId="{0BE343AC-BBEF-4B35-83DA-CF23510472A7}" type="sibTrans" cxnId="{3DA54BF0-D959-4864-A9BA-296DEE120646}">
      <dgm:prSet/>
      <dgm:spPr/>
      <dgm:t>
        <a:bodyPr/>
        <a:lstStyle/>
        <a:p>
          <a:endParaRPr lang="en-IN"/>
        </a:p>
      </dgm:t>
    </dgm:pt>
    <dgm:pt modelId="{8B2D4C2F-FCD4-44BB-BE0F-E46F892EB6B0}">
      <dgm:prSet/>
      <dgm:spPr/>
      <dgm:t>
        <a:bodyPr/>
        <a:lstStyle/>
        <a:p>
          <a:r>
            <a:rPr lang="en-US" b="1"/>
            <a:t>Identify hardware problems</a:t>
          </a:r>
          <a:endParaRPr lang="en-IN"/>
        </a:p>
      </dgm:t>
    </dgm:pt>
    <dgm:pt modelId="{F90B3819-7A2E-4ABE-9E29-465F84EE5D01}" type="parTrans" cxnId="{51D5EDEA-94C5-435B-AD9A-796BB64C6173}">
      <dgm:prSet/>
      <dgm:spPr/>
      <dgm:t>
        <a:bodyPr/>
        <a:lstStyle/>
        <a:p>
          <a:endParaRPr lang="en-IN"/>
        </a:p>
      </dgm:t>
    </dgm:pt>
    <dgm:pt modelId="{6C51FF71-437A-476C-86CC-0CC79D3660A2}" type="sibTrans" cxnId="{51D5EDEA-94C5-435B-AD9A-796BB64C6173}">
      <dgm:prSet/>
      <dgm:spPr/>
      <dgm:t>
        <a:bodyPr/>
        <a:lstStyle/>
        <a:p>
          <a:endParaRPr lang="en-IN"/>
        </a:p>
      </dgm:t>
    </dgm:pt>
    <dgm:pt modelId="{C874420A-A699-419A-8804-A8CA76A7D7A2}" type="pres">
      <dgm:prSet presAssocID="{727506AD-1984-4098-B18D-E611A5B506B0}" presName="cycle" presStyleCnt="0">
        <dgm:presLayoutVars>
          <dgm:dir/>
          <dgm:resizeHandles val="exact"/>
        </dgm:presLayoutVars>
      </dgm:prSet>
      <dgm:spPr/>
    </dgm:pt>
    <dgm:pt modelId="{40D73BE9-BFD8-4A61-9D32-C40460B6E586}" type="pres">
      <dgm:prSet presAssocID="{66A4F321-E024-4AC8-8F01-D0C38CBC4A6D}" presName="node" presStyleLbl="node1" presStyleIdx="0" presStyleCnt="5">
        <dgm:presLayoutVars>
          <dgm:bulletEnabled val="1"/>
        </dgm:presLayoutVars>
      </dgm:prSet>
      <dgm:spPr/>
    </dgm:pt>
    <dgm:pt modelId="{79A67ADB-3A94-495D-87FA-C33152984CE3}" type="pres">
      <dgm:prSet presAssocID="{66A4F321-E024-4AC8-8F01-D0C38CBC4A6D}" presName="spNode" presStyleCnt="0"/>
      <dgm:spPr/>
    </dgm:pt>
    <dgm:pt modelId="{A0412489-37E8-483D-BA5E-5BB23C8EF9DC}" type="pres">
      <dgm:prSet presAssocID="{E1F58FDB-C5D0-4A28-B69F-2A294EAA4257}" presName="sibTrans" presStyleLbl="sibTrans1D1" presStyleIdx="0" presStyleCnt="5"/>
      <dgm:spPr/>
    </dgm:pt>
    <dgm:pt modelId="{3CB19E83-9805-4656-9424-0C41D318E201}" type="pres">
      <dgm:prSet presAssocID="{0A33C6B5-0A2A-4BF7-A9DE-6F0EF679D04B}" presName="node" presStyleLbl="node1" presStyleIdx="1" presStyleCnt="5">
        <dgm:presLayoutVars>
          <dgm:bulletEnabled val="1"/>
        </dgm:presLayoutVars>
      </dgm:prSet>
      <dgm:spPr/>
    </dgm:pt>
    <dgm:pt modelId="{CE004E7C-F03F-4138-B02F-5616E7FF8753}" type="pres">
      <dgm:prSet presAssocID="{0A33C6B5-0A2A-4BF7-A9DE-6F0EF679D04B}" presName="spNode" presStyleCnt="0"/>
      <dgm:spPr/>
    </dgm:pt>
    <dgm:pt modelId="{1392B35E-3E7E-4DA7-9373-1A8CF0AEDB1C}" type="pres">
      <dgm:prSet presAssocID="{54F3A599-EC57-453D-8ECA-DCA9C7CEFA30}" presName="sibTrans" presStyleLbl="sibTrans1D1" presStyleIdx="1" presStyleCnt="5"/>
      <dgm:spPr/>
    </dgm:pt>
    <dgm:pt modelId="{5B21C1B3-400B-4AFD-A43B-F1FBFD3A0C7F}" type="pres">
      <dgm:prSet presAssocID="{01F9E93C-88DF-4779-AEB7-0929E8F39741}" presName="node" presStyleLbl="node1" presStyleIdx="2" presStyleCnt="5">
        <dgm:presLayoutVars>
          <dgm:bulletEnabled val="1"/>
        </dgm:presLayoutVars>
      </dgm:prSet>
      <dgm:spPr/>
    </dgm:pt>
    <dgm:pt modelId="{FA1F07AB-E7DF-4B68-B63E-C2B93C7F2846}" type="pres">
      <dgm:prSet presAssocID="{01F9E93C-88DF-4779-AEB7-0929E8F39741}" presName="spNode" presStyleCnt="0"/>
      <dgm:spPr/>
    </dgm:pt>
    <dgm:pt modelId="{FBDCFA44-D470-44E0-90AD-E72A15252805}" type="pres">
      <dgm:prSet presAssocID="{D2C4082A-1801-42D7-886B-12CAB022C3D1}" presName="sibTrans" presStyleLbl="sibTrans1D1" presStyleIdx="2" presStyleCnt="5"/>
      <dgm:spPr/>
    </dgm:pt>
    <dgm:pt modelId="{E7DC723D-FA42-46AA-95A3-70352AE19A97}" type="pres">
      <dgm:prSet presAssocID="{4A02A324-4F8D-448A-88AB-52D9F67AF242}" presName="node" presStyleLbl="node1" presStyleIdx="3" presStyleCnt="5">
        <dgm:presLayoutVars>
          <dgm:bulletEnabled val="1"/>
        </dgm:presLayoutVars>
      </dgm:prSet>
      <dgm:spPr/>
    </dgm:pt>
    <dgm:pt modelId="{1DD160B7-7A1F-422E-B088-9A9811494652}" type="pres">
      <dgm:prSet presAssocID="{4A02A324-4F8D-448A-88AB-52D9F67AF242}" presName="spNode" presStyleCnt="0"/>
      <dgm:spPr/>
    </dgm:pt>
    <dgm:pt modelId="{8FBF4238-59E6-4683-BCC9-2B12A264F7BD}" type="pres">
      <dgm:prSet presAssocID="{0BE343AC-BBEF-4B35-83DA-CF23510472A7}" presName="sibTrans" presStyleLbl="sibTrans1D1" presStyleIdx="3" presStyleCnt="5"/>
      <dgm:spPr/>
    </dgm:pt>
    <dgm:pt modelId="{972219D9-8C1E-4AF3-A03F-EA66E22C3CE8}" type="pres">
      <dgm:prSet presAssocID="{8B2D4C2F-FCD4-44BB-BE0F-E46F892EB6B0}" presName="node" presStyleLbl="node1" presStyleIdx="4" presStyleCnt="5">
        <dgm:presLayoutVars>
          <dgm:bulletEnabled val="1"/>
        </dgm:presLayoutVars>
      </dgm:prSet>
      <dgm:spPr/>
    </dgm:pt>
    <dgm:pt modelId="{896ED3F4-A219-4416-8A8C-139DCDE41825}" type="pres">
      <dgm:prSet presAssocID="{8B2D4C2F-FCD4-44BB-BE0F-E46F892EB6B0}" presName="spNode" presStyleCnt="0"/>
      <dgm:spPr/>
    </dgm:pt>
    <dgm:pt modelId="{F512C0F5-0AAC-405A-9607-7317E0C1E27F}" type="pres">
      <dgm:prSet presAssocID="{6C51FF71-437A-476C-86CC-0CC79D3660A2}" presName="sibTrans" presStyleLbl="sibTrans1D1" presStyleIdx="4" presStyleCnt="5"/>
      <dgm:spPr/>
    </dgm:pt>
  </dgm:ptLst>
  <dgm:cxnLst>
    <dgm:cxn modelId="{1125AE12-AA2D-43FB-9AD4-2B686AAC84BD}" type="presOf" srcId="{8B2D4C2F-FCD4-44BB-BE0F-E46F892EB6B0}" destId="{972219D9-8C1E-4AF3-A03F-EA66E22C3CE8}" srcOrd="0" destOrd="0" presId="urn:microsoft.com/office/officeart/2005/8/layout/cycle6"/>
    <dgm:cxn modelId="{EA775013-FE6C-47E8-BCA5-A17833219C16}" type="presOf" srcId="{4A02A324-4F8D-448A-88AB-52D9F67AF242}" destId="{E7DC723D-FA42-46AA-95A3-70352AE19A97}" srcOrd="0" destOrd="0" presId="urn:microsoft.com/office/officeart/2005/8/layout/cycle6"/>
    <dgm:cxn modelId="{27286F25-A5B9-43AE-9EF8-50242B1BB6FB}" type="presOf" srcId="{0A33C6B5-0A2A-4BF7-A9DE-6F0EF679D04B}" destId="{3CB19E83-9805-4656-9424-0C41D318E201}" srcOrd="0" destOrd="0" presId="urn:microsoft.com/office/officeart/2005/8/layout/cycle6"/>
    <dgm:cxn modelId="{E1F1E828-A206-40EA-823B-BD2D4850DF63}" srcId="{727506AD-1984-4098-B18D-E611A5B506B0}" destId="{66A4F321-E024-4AC8-8F01-D0C38CBC4A6D}" srcOrd="0" destOrd="0" parTransId="{77A591BA-09D5-4DE1-A2A3-25B72F7B0691}" sibTransId="{E1F58FDB-C5D0-4A28-B69F-2A294EAA4257}"/>
    <dgm:cxn modelId="{C435D23F-32B0-47FD-81D8-6C1AA1F70129}" type="presOf" srcId="{E1F58FDB-C5D0-4A28-B69F-2A294EAA4257}" destId="{A0412489-37E8-483D-BA5E-5BB23C8EF9DC}" srcOrd="0" destOrd="0" presId="urn:microsoft.com/office/officeart/2005/8/layout/cycle6"/>
    <dgm:cxn modelId="{D5B11954-35C3-44B6-A22C-B45DDC183D8A}" type="presOf" srcId="{D2C4082A-1801-42D7-886B-12CAB022C3D1}" destId="{FBDCFA44-D470-44E0-90AD-E72A15252805}" srcOrd="0" destOrd="0" presId="urn:microsoft.com/office/officeart/2005/8/layout/cycle6"/>
    <dgm:cxn modelId="{E65E017E-C7FE-475B-9325-A35864AC821A}" type="presOf" srcId="{6C51FF71-437A-476C-86CC-0CC79D3660A2}" destId="{F512C0F5-0AAC-405A-9607-7317E0C1E27F}" srcOrd="0" destOrd="0" presId="urn:microsoft.com/office/officeart/2005/8/layout/cycle6"/>
    <dgm:cxn modelId="{F75CE183-8E50-457A-BF8C-F5FEBBBD1035}" srcId="{727506AD-1984-4098-B18D-E611A5B506B0}" destId="{01F9E93C-88DF-4779-AEB7-0929E8F39741}" srcOrd="2" destOrd="0" parTransId="{4E5EFBD7-1236-4EB7-8215-8B0EB6FC6A2F}" sibTransId="{D2C4082A-1801-42D7-886B-12CAB022C3D1}"/>
    <dgm:cxn modelId="{4DA3168C-23F4-4879-AF7C-BB385C026C28}" type="presOf" srcId="{727506AD-1984-4098-B18D-E611A5B506B0}" destId="{C874420A-A699-419A-8804-A8CA76A7D7A2}" srcOrd="0" destOrd="0" presId="urn:microsoft.com/office/officeart/2005/8/layout/cycle6"/>
    <dgm:cxn modelId="{CF45EF8F-737C-44B4-962E-B82F9F2BA5E6}" type="presOf" srcId="{0BE343AC-BBEF-4B35-83DA-CF23510472A7}" destId="{8FBF4238-59E6-4683-BCC9-2B12A264F7BD}" srcOrd="0" destOrd="0" presId="urn:microsoft.com/office/officeart/2005/8/layout/cycle6"/>
    <dgm:cxn modelId="{EFC94D93-5FD5-4D8F-8377-5881C65C0A91}" srcId="{727506AD-1984-4098-B18D-E611A5B506B0}" destId="{0A33C6B5-0A2A-4BF7-A9DE-6F0EF679D04B}" srcOrd="1" destOrd="0" parTransId="{214752D4-35E4-4F99-A7DE-817F5891D454}" sibTransId="{54F3A599-EC57-453D-8ECA-DCA9C7CEFA30}"/>
    <dgm:cxn modelId="{FA2BB0B0-DD4C-4F9A-AD04-B34F9EF72AB1}" type="presOf" srcId="{66A4F321-E024-4AC8-8F01-D0C38CBC4A6D}" destId="{40D73BE9-BFD8-4A61-9D32-C40460B6E586}" srcOrd="0" destOrd="0" presId="urn:microsoft.com/office/officeart/2005/8/layout/cycle6"/>
    <dgm:cxn modelId="{E0B959E7-CD99-4AB3-A653-F7B79F4783BD}" type="presOf" srcId="{01F9E93C-88DF-4779-AEB7-0929E8F39741}" destId="{5B21C1B3-400B-4AFD-A43B-F1FBFD3A0C7F}" srcOrd="0" destOrd="0" presId="urn:microsoft.com/office/officeart/2005/8/layout/cycle6"/>
    <dgm:cxn modelId="{51D5EDEA-94C5-435B-AD9A-796BB64C6173}" srcId="{727506AD-1984-4098-B18D-E611A5B506B0}" destId="{8B2D4C2F-FCD4-44BB-BE0F-E46F892EB6B0}" srcOrd="4" destOrd="0" parTransId="{F90B3819-7A2E-4ABE-9E29-465F84EE5D01}" sibTransId="{6C51FF71-437A-476C-86CC-0CC79D3660A2}"/>
    <dgm:cxn modelId="{3DA54BF0-D959-4864-A9BA-296DEE120646}" srcId="{727506AD-1984-4098-B18D-E611A5B506B0}" destId="{4A02A324-4F8D-448A-88AB-52D9F67AF242}" srcOrd="3" destOrd="0" parTransId="{97E4000F-D0B0-40DB-B268-7FD9AED150E6}" sibTransId="{0BE343AC-BBEF-4B35-83DA-CF23510472A7}"/>
    <dgm:cxn modelId="{7F0026F7-3E6E-444E-8B4F-713940CCFF37}" type="presOf" srcId="{54F3A599-EC57-453D-8ECA-DCA9C7CEFA30}" destId="{1392B35E-3E7E-4DA7-9373-1A8CF0AEDB1C}" srcOrd="0" destOrd="0" presId="urn:microsoft.com/office/officeart/2005/8/layout/cycle6"/>
    <dgm:cxn modelId="{6EF25400-5A41-4790-9963-3EC009DFE721}" type="presParOf" srcId="{C874420A-A699-419A-8804-A8CA76A7D7A2}" destId="{40D73BE9-BFD8-4A61-9D32-C40460B6E586}" srcOrd="0" destOrd="0" presId="urn:microsoft.com/office/officeart/2005/8/layout/cycle6"/>
    <dgm:cxn modelId="{9E7A2DE8-B622-4D4D-9DBB-0ACD576869D0}" type="presParOf" srcId="{C874420A-A699-419A-8804-A8CA76A7D7A2}" destId="{79A67ADB-3A94-495D-87FA-C33152984CE3}" srcOrd="1" destOrd="0" presId="urn:microsoft.com/office/officeart/2005/8/layout/cycle6"/>
    <dgm:cxn modelId="{B3915DAB-BE45-40B3-AA08-AC2ED51FA831}" type="presParOf" srcId="{C874420A-A699-419A-8804-A8CA76A7D7A2}" destId="{A0412489-37E8-483D-BA5E-5BB23C8EF9DC}" srcOrd="2" destOrd="0" presId="urn:microsoft.com/office/officeart/2005/8/layout/cycle6"/>
    <dgm:cxn modelId="{DE18E8CD-8753-47D8-83F9-1C66B2FD2B34}" type="presParOf" srcId="{C874420A-A699-419A-8804-A8CA76A7D7A2}" destId="{3CB19E83-9805-4656-9424-0C41D318E201}" srcOrd="3" destOrd="0" presId="urn:microsoft.com/office/officeart/2005/8/layout/cycle6"/>
    <dgm:cxn modelId="{43087C79-D8A0-4A5F-95E5-D84D1D0F10E5}" type="presParOf" srcId="{C874420A-A699-419A-8804-A8CA76A7D7A2}" destId="{CE004E7C-F03F-4138-B02F-5616E7FF8753}" srcOrd="4" destOrd="0" presId="urn:microsoft.com/office/officeart/2005/8/layout/cycle6"/>
    <dgm:cxn modelId="{0BD73E6A-9D54-4190-9393-CFD8B887C990}" type="presParOf" srcId="{C874420A-A699-419A-8804-A8CA76A7D7A2}" destId="{1392B35E-3E7E-4DA7-9373-1A8CF0AEDB1C}" srcOrd="5" destOrd="0" presId="urn:microsoft.com/office/officeart/2005/8/layout/cycle6"/>
    <dgm:cxn modelId="{B96D4629-FC1D-46AB-9A24-74FE58C70E1B}" type="presParOf" srcId="{C874420A-A699-419A-8804-A8CA76A7D7A2}" destId="{5B21C1B3-400B-4AFD-A43B-F1FBFD3A0C7F}" srcOrd="6" destOrd="0" presId="urn:microsoft.com/office/officeart/2005/8/layout/cycle6"/>
    <dgm:cxn modelId="{ED1E3B86-F9D4-486C-A734-1DA6AA7BB9E1}" type="presParOf" srcId="{C874420A-A699-419A-8804-A8CA76A7D7A2}" destId="{FA1F07AB-E7DF-4B68-B63E-C2B93C7F2846}" srcOrd="7" destOrd="0" presId="urn:microsoft.com/office/officeart/2005/8/layout/cycle6"/>
    <dgm:cxn modelId="{1DC12304-96A3-4C73-AF1F-6A688AC15D59}" type="presParOf" srcId="{C874420A-A699-419A-8804-A8CA76A7D7A2}" destId="{FBDCFA44-D470-44E0-90AD-E72A15252805}" srcOrd="8" destOrd="0" presId="urn:microsoft.com/office/officeart/2005/8/layout/cycle6"/>
    <dgm:cxn modelId="{8A1AE3D3-BC49-44C6-B62A-4A975EDA938B}" type="presParOf" srcId="{C874420A-A699-419A-8804-A8CA76A7D7A2}" destId="{E7DC723D-FA42-46AA-95A3-70352AE19A97}" srcOrd="9" destOrd="0" presId="urn:microsoft.com/office/officeart/2005/8/layout/cycle6"/>
    <dgm:cxn modelId="{74AEA079-F27C-4985-8C81-86ACBFE93472}" type="presParOf" srcId="{C874420A-A699-419A-8804-A8CA76A7D7A2}" destId="{1DD160B7-7A1F-422E-B088-9A9811494652}" srcOrd="10" destOrd="0" presId="urn:microsoft.com/office/officeart/2005/8/layout/cycle6"/>
    <dgm:cxn modelId="{6EC647D6-4A09-40A2-9C0B-C06614C1510D}" type="presParOf" srcId="{C874420A-A699-419A-8804-A8CA76A7D7A2}" destId="{8FBF4238-59E6-4683-BCC9-2B12A264F7BD}" srcOrd="11" destOrd="0" presId="urn:microsoft.com/office/officeart/2005/8/layout/cycle6"/>
    <dgm:cxn modelId="{1D3C236F-662E-4736-9DB4-C7DBC0BE8BDC}" type="presParOf" srcId="{C874420A-A699-419A-8804-A8CA76A7D7A2}" destId="{972219D9-8C1E-4AF3-A03F-EA66E22C3CE8}" srcOrd="12" destOrd="0" presId="urn:microsoft.com/office/officeart/2005/8/layout/cycle6"/>
    <dgm:cxn modelId="{116758CF-10CE-441B-A7C0-25AA682DC37E}" type="presParOf" srcId="{C874420A-A699-419A-8804-A8CA76A7D7A2}" destId="{896ED3F4-A219-4416-8A8C-139DCDE41825}" srcOrd="13" destOrd="0" presId="urn:microsoft.com/office/officeart/2005/8/layout/cycle6"/>
    <dgm:cxn modelId="{894E1E31-F6E5-4D64-A516-DD183ECE2BB7}" type="presParOf" srcId="{C874420A-A699-419A-8804-A8CA76A7D7A2}" destId="{F512C0F5-0AAC-405A-9607-7317E0C1E27F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2B9E0B-3575-4BB4-933C-B76B8C38685A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4B61AE7-290B-49F4-9252-5EADCB10FBB1}">
      <dgm:prSet/>
      <dgm:spPr/>
      <dgm:t>
        <a:bodyPr/>
        <a:lstStyle/>
        <a:p>
          <a:r>
            <a:rPr lang="en-IN"/>
            <a:t>Application Crashes</a:t>
          </a:r>
        </a:p>
      </dgm:t>
    </dgm:pt>
    <dgm:pt modelId="{44A15838-6C8B-43F1-B380-283DBC5046EF}" type="parTrans" cxnId="{1B7D7873-CFEC-4689-A8DD-E5DC5780B6F9}">
      <dgm:prSet/>
      <dgm:spPr/>
      <dgm:t>
        <a:bodyPr/>
        <a:lstStyle/>
        <a:p>
          <a:endParaRPr lang="en-IN"/>
        </a:p>
      </dgm:t>
    </dgm:pt>
    <dgm:pt modelId="{D6DA7432-C8D3-43FB-B35B-C3C0058B9272}" type="sibTrans" cxnId="{1B7D7873-CFEC-4689-A8DD-E5DC5780B6F9}">
      <dgm:prSet/>
      <dgm:spPr/>
      <dgm:t>
        <a:bodyPr/>
        <a:lstStyle/>
        <a:p>
          <a:endParaRPr lang="en-IN"/>
        </a:p>
      </dgm:t>
    </dgm:pt>
    <dgm:pt modelId="{A8ACC702-916F-43D0-964E-AB3C18B21C1D}">
      <dgm:prSet/>
      <dgm:spPr/>
      <dgm:t>
        <a:bodyPr/>
        <a:lstStyle/>
        <a:p>
          <a:r>
            <a:rPr lang="en-IN"/>
            <a:t>Driver Failures</a:t>
          </a:r>
          <a:endParaRPr lang="en-IN" dirty="0"/>
        </a:p>
      </dgm:t>
    </dgm:pt>
    <dgm:pt modelId="{1C57E3D2-A45A-45AA-A9B6-1CDA29F6F7E4}" type="parTrans" cxnId="{ECC611B3-7693-4AA1-83CA-B76F75985B20}">
      <dgm:prSet/>
      <dgm:spPr/>
      <dgm:t>
        <a:bodyPr/>
        <a:lstStyle/>
        <a:p>
          <a:endParaRPr lang="en-IN"/>
        </a:p>
      </dgm:t>
    </dgm:pt>
    <dgm:pt modelId="{8C375FC9-ED3B-4802-B15F-36C2807298ED}" type="sibTrans" cxnId="{ECC611B3-7693-4AA1-83CA-B76F75985B20}">
      <dgm:prSet/>
      <dgm:spPr/>
      <dgm:t>
        <a:bodyPr/>
        <a:lstStyle/>
        <a:p>
          <a:endParaRPr lang="en-IN"/>
        </a:p>
      </dgm:t>
    </dgm:pt>
    <dgm:pt modelId="{B7DC063E-215E-4212-8F2B-B3CE5F27EF51}">
      <dgm:prSet/>
      <dgm:spPr/>
      <dgm:t>
        <a:bodyPr/>
        <a:lstStyle/>
        <a:p>
          <a:r>
            <a:rPr lang="en-IN"/>
            <a:t>Service Failures</a:t>
          </a:r>
          <a:endParaRPr lang="en-IN" dirty="0"/>
        </a:p>
      </dgm:t>
    </dgm:pt>
    <dgm:pt modelId="{578BED74-AD79-472B-B049-C2EB1609CFD5}" type="parTrans" cxnId="{07A7E976-993C-40DB-B11E-D557393ABDEC}">
      <dgm:prSet/>
      <dgm:spPr/>
      <dgm:t>
        <a:bodyPr/>
        <a:lstStyle/>
        <a:p>
          <a:endParaRPr lang="en-IN"/>
        </a:p>
      </dgm:t>
    </dgm:pt>
    <dgm:pt modelId="{F94869B2-6402-4A83-AF76-66D1F13099C6}" type="sibTrans" cxnId="{07A7E976-993C-40DB-B11E-D557393ABDEC}">
      <dgm:prSet/>
      <dgm:spPr/>
      <dgm:t>
        <a:bodyPr/>
        <a:lstStyle/>
        <a:p>
          <a:endParaRPr lang="en-IN"/>
        </a:p>
      </dgm:t>
    </dgm:pt>
    <dgm:pt modelId="{64639E66-565F-44D1-8E92-B46B78DE1DC1}">
      <dgm:prSet/>
      <dgm:spPr/>
      <dgm:t>
        <a:bodyPr/>
        <a:lstStyle/>
        <a:p>
          <a:r>
            <a:rPr lang="en-IN"/>
            <a:t>Security events</a:t>
          </a:r>
          <a:endParaRPr lang="en-IN" dirty="0"/>
        </a:p>
      </dgm:t>
    </dgm:pt>
    <dgm:pt modelId="{8CF51315-E922-4AFA-B040-07EE004798A9}" type="parTrans" cxnId="{A0DFE159-0163-4268-BD09-2D4F55FCD464}">
      <dgm:prSet/>
      <dgm:spPr/>
      <dgm:t>
        <a:bodyPr/>
        <a:lstStyle/>
        <a:p>
          <a:endParaRPr lang="en-IN"/>
        </a:p>
      </dgm:t>
    </dgm:pt>
    <dgm:pt modelId="{886842EA-FBF1-4C2E-B232-2A9935124887}" type="sibTrans" cxnId="{A0DFE159-0163-4268-BD09-2D4F55FCD464}">
      <dgm:prSet/>
      <dgm:spPr/>
      <dgm:t>
        <a:bodyPr/>
        <a:lstStyle/>
        <a:p>
          <a:endParaRPr lang="en-IN"/>
        </a:p>
      </dgm:t>
    </dgm:pt>
    <dgm:pt modelId="{996B3E5B-C1A4-4B0F-BFD3-D28CD10A1310}">
      <dgm:prSet/>
      <dgm:spPr/>
      <dgm:t>
        <a:bodyPr/>
        <a:lstStyle/>
        <a:p>
          <a:r>
            <a:rPr lang="en-IN"/>
            <a:t>Boot Problems</a:t>
          </a:r>
          <a:endParaRPr lang="en-IN" dirty="0"/>
        </a:p>
      </dgm:t>
    </dgm:pt>
    <dgm:pt modelId="{A0A850A0-869C-4A54-9DF1-AE148ACD154F}" type="parTrans" cxnId="{D3AC99B9-C2C9-44EF-AF15-CF312CF01F92}">
      <dgm:prSet/>
      <dgm:spPr/>
      <dgm:t>
        <a:bodyPr/>
        <a:lstStyle/>
        <a:p>
          <a:endParaRPr lang="en-IN"/>
        </a:p>
      </dgm:t>
    </dgm:pt>
    <dgm:pt modelId="{42B80C5B-2205-4977-8968-1A009AB676EC}" type="sibTrans" cxnId="{D3AC99B9-C2C9-44EF-AF15-CF312CF01F92}">
      <dgm:prSet/>
      <dgm:spPr/>
      <dgm:t>
        <a:bodyPr/>
        <a:lstStyle/>
        <a:p>
          <a:endParaRPr lang="en-IN"/>
        </a:p>
      </dgm:t>
    </dgm:pt>
    <dgm:pt modelId="{5F5F337A-01A5-4E53-A843-18C7599B0AAE}">
      <dgm:prSet/>
      <dgm:spPr/>
      <dgm:t>
        <a:bodyPr/>
        <a:lstStyle/>
        <a:p>
          <a:r>
            <a:rPr lang="en-IN"/>
            <a:t>Unexpected Shutdowns</a:t>
          </a:r>
          <a:endParaRPr lang="en-IN" dirty="0"/>
        </a:p>
      </dgm:t>
    </dgm:pt>
    <dgm:pt modelId="{6CBD0022-7FF5-4D13-8AF5-D864C42376B6}" type="parTrans" cxnId="{21DAE01E-3C6C-4620-8A6F-4C27F786D73C}">
      <dgm:prSet/>
      <dgm:spPr/>
      <dgm:t>
        <a:bodyPr/>
        <a:lstStyle/>
        <a:p>
          <a:endParaRPr lang="en-IN"/>
        </a:p>
      </dgm:t>
    </dgm:pt>
    <dgm:pt modelId="{3B30FBC0-A768-48EB-8514-1A0BFCFE72AF}" type="sibTrans" cxnId="{21DAE01E-3C6C-4620-8A6F-4C27F786D73C}">
      <dgm:prSet/>
      <dgm:spPr/>
      <dgm:t>
        <a:bodyPr/>
        <a:lstStyle/>
        <a:p>
          <a:endParaRPr lang="en-IN"/>
        </a:p>
      </dgm:t>
    </dgm:pt>
    <dgm:pt modelId="{B8274B2B-8B3A-4D5F-8DDB-916D74C0B257}" type="pres">
      <dgm:prSet presAssocID="{BA2B9E0B-3575-4BB4-933C-B76B8C38685A}" presName="cycle" presStyleCnt="0">
        <dgm:presLayoutVars>
          <dgm:dir/>
          <dgm:resizeHandles val="exact"/>
        </dgm:presLayoutVars>
      </dgm:prSet>
      <dgm:spPr/>
    </dgm:pt>
    <dgm:pt modelId="{5BED0B74-DFF1-482A-B316-EFA910A7CED1}" type="pres">
      <dgm:prSet presAssocID="{F4B61AE7-290B-49F4-9252-5EADCB10FBB1}" presName="node" presStyleLbl="node1" presStyleIdx="0" presStyleCnt="6">
        <dgm:presLayoutVars>
          <dgm:bulletEnabled val="1"/>
        </dgm:presLayoutVars>
      </dgm:prSet>
      <dgm:spPr/>
    </dgm:pt>
    <dgm:pt modelId="{7AF780D4-33F0-49F1-8D8A-961BAD8B687F}" type="pres">
      <dgm:prSet presAssocID="{F4B61AE7-290B-49F4-9252-5EADCB10FBB1}" presName="spNode" presStyleCnt="0"/>
      <dgm:spPr/>
    </dgm:pt>
    <dgm:pt modelId="{8301E5C4-8E99-4198-859E-597E470619DB}" type="pres">
      <dgm:prSet presAssocID="{D6DA7432-C8D3-43FB-B35B-C3C0058B9272}" presName="sibTrans" presStyleLbl="sibTrans1D1" presStyleIdx="0" presStyleCnt="6"/>
      <dgm:spPr/>
    </dgm:pt>
    <dgm:pt modelId="{0481D944-3074-444E-B0A8-8E2693F7741D}" type="pres">
      <dgm:prSet presAssocID="{A8ACC702-916F-43D0-964E-AB3C18B21C1D}" presName="node" presStyleLbl="node1" presStyleIdx="1" presStyleCnt="6">
        <dgm:presLayoutVars>
          <dgm:bulletEnabled val="1"/>
        </dgm:presLayoutVars>
      </dgm:prSet>
      <dgm:spPr/>
    </dgm:pt>
    <dgm:pt modelId="{7B8758F9-ABEA-4007-901D-BF4CF5CA6314}" type="pres">
      <dgm:prSet presAssocID="{A8ACC702-916F-43D0-964E-AB3C18B21C1D}" presName="spNode" presStyleCnt="0"/>
      <dgm:spPr/>
    </dgm:pt>
    <dgm:pt modelId="{05A3FFC5-843E-451D-BBFA-6754D5E0171B}" type="pres">
      <dgm:prSet presAssocID="{8C375FC9-ED3B-4802-B15F-36C2807298ED}" presName="sibTrans" presStyleLbl="sibTrans1D1" presStyleIdx="1" presStyleCnt="6"/>
      <dgm:spPr/>
    </dgm:pt>
    <dgm:pt modelId="{0CC721B8-4575-49A5-AD19-C4691A83BB35}" type="pres">
      <dgm:prSet presAssocID="{B7DC063E-215E-4212-8F2B-B3CE5F27EF51}" presName="node" presStyleLbl="node1" presStyleIdx="2" presStyleCnt="6">
        <dgm:presLayoutVars>
          <dgm:bulletEnabled val="1"/>
        </dgm:presLayoutVars>
      </dgm:prSet>
      <dgm:spPr/>
    </dgm:pt>
    <dgm:pt modelId="{057BEC0E-44A9-4A03-A250-F4C4991CFABC}" type="pres">
      <dgm:prSet presAssocID="{B7DC063E-215E-4212-8F2B-B3CE5F27EF51}" presName="spNode" presStyleCnt="0"/>
      <dgm:spPr/>
    </dgm:pt>
    <dgm:pt modelId="{554717C6-F8F2-4381-A1D2-DDE3862249D8}" type="pres">
      <dgm:prSet presAssocID="{F94869B2-6402-4A83-AF76-66D1F13099C6}" presName="sibTrans" presStyleLbl="sibTrans1D1" presStyleIdx="2" presStyleCnt="6"/>
      <dgm:spPr/>
    </dgm:pt>
    <dgm:pt modelId="{E7554CA1-F3E5-473A-922C-9A949C5EBDC2}" type="pres">
      <dgm:prSet presAssocID="{996B3E5B-C1A4-4B0F-BFD3-D28CD10A1310}" presName="node" presStyleLbl="node1" presStyleIdx="3" presStyleCnt="6">
        <dgm:presLayoutVars>
          <dgm:bulletEnabled val="1"/>
        </dgm:presLayoutVars>
      </dgm:prSet>
      <dgm:spPr/>
    </dgm:pt>
    <dgm:pt modelId="{6DC56A0D-C722-4487-979B-C7EEE56BDF85}" type="pres">
      <dgm:prSet presAssocID="{996B3E5B-C1A4-4B0F-BFD3-D28CD10A1310}" presName="spNode" presStyleCnt="0"/>
      <dgm:spPr/>
    </dgm:pt>
    <dgm:pt modelId="{F6DC6AC3-422E-4F39-998D-31F13A195311}" type="pres">
      <dgm:prSet presAssocID="{42B80C5B-2205-4977-8968-1A009AB676EC}" presName="sibTrans" presStyleLbl="sibTrans1D1" presStyleIdx="3" presStyleCnt="6"/>
      <dgm:spPr/>
    </dgm:pt>
    <dgm:pt modelId="{CDF8D2DF-8F70-4754-B268-6F0469E38F38}" type="pres">
      <dgm:prSet presAssocID="{64639E66-565F-44D1-8E92-B46B78DE1DC1}" presName="node" presStyleLbl="node1" presStyleIdx="4" presStyleCnt="6">
        <dgm:presLayoutVars>
          <dgm:bulletEnabled val="1"/>
        </dgm:presLayoutVars>
      </dgm:prSet>
      <dgm:spPr/>
    </dgm:pt>
    <dgm:pt modelId="{45B71C41-8ACE-4F64-BD21-F40DEC3E1F48}" type="pres">
      <dgm:prSet presAssocID="{64639E66-565F-44D1-8E92-B46B78DE1DC1}" presName="spNode" presStyleCnt="0"/>
      <dgm:spPr/>
    </dgm:pt>
    <dgm:pt modelId="{62C561C2-A6C1-4D1F-B173-285E83AD1C3E}" type="pres">
      <dgm:prSet presAssocID="{886842EA-FBF1-4C2E-B232-2A9935124887}" presName="sibTrans" presStyleLbl="sibTrans1D1" presStyleIdx="4" presStyleCnt="6"/>
      <dgm:spPr/>
    </dgm:pt>
    <dgm:pt modelId="{2B5939B3-89DD-44AC-A580-75F5FBD03510}" type="pres">
      <dgm:prSet presAssocID="{5F5F337A-01A5-4E53-A843-18C7599B0AAE}" presName="node" presStyleLbl="node1" presStyleIdx="5" presStyleCnt="6">
        <dgm:presLayoutVars>
          <dgm:bulletEnabled val="1"/>
        </dgm:presLayoutVars>
      </dgm:prSet>
      <dgm:spPr/>
    </dgm:pt>
    <dgm:pt modelId="{5B7FC372-E1F7-4944-88C9-C41C4395303B}" type="pres">
      <dgm:prSet presAssocID="{5F5F337A-01A5-4E53-A843-18C7599B0AAE}" presName="spNode" presStyleCnt="0"/>
      <dgm:spPr/>
    </dgm:pt>
    <dgm:pt modelId="{E20BD0CA-8457-4B94-AE8F-56C0BDE8F59D}" type="pres">
      <dgm:prSet presAssocID="{3B30FBC0-A768-48EB-8514-1A0BFCFE72AF}" presName="sibTrans" presStyleLbl="sibTrans1D1" presStyleIdx="5" presStyleCnt="6"/>
      <dgm:spPr/>
    </dgm:pt>
  </dgm:ptLst>
  <dgm:cxnLst>
    <dgm:cxn modelId="{F178A509-352A-4493-BC5F-8075D231796D}" type="presOf" srcId="{B7DC063E-215E-4212-8F2B-B3CE5F27EF51}" destId="{0CC721B8-4575-49A5-AD19-C4691A83BB35}" srcOrd="0" destOrd="0" presId="urn:microsoft.com/office/officeart/2005/8/layout/cycle6"/>
    <dgm:cxn modelId="{21DAE01E-3C6C-4620-8A6F-4C27F786D73C}" srcId="{BA2B9E0B-3575-4BB4-933C-B76B8C38685A}" destId="{5F5F337A-01A5-4E53-A843-18C7599B0AAE}" srcOrd="5" destOrd="0" parTransId="{6CBD0022-7FF5-4D13-8AF5-D864C42376B6}" sibTransId="{3B30FBC0-A768-48EB-8514-1A0BFCFE72AF}"/>
    <dgm:cxn modelId="{C2417932-AE64-4A3E-817A-C84FBDE1FC0F}" type="presOf" srcId="{A8ACC702-916F-43D0-964E-AB3C18B21C1D}" destId="{0481D944-3074-444E-B0A8-8E2693F7741D}" srcOrd="0" destOrd="0" presId="urn:microsoft.com/office/officeart/2005/8/layout/cycle6"/>
    <dgm:cxn modelId="{FB84663E-5DA6-41A1-B52D-EFDC15DF1C23}" type="presOf" srcId="{F4B61AE7-290B-49F4-9252-5EADCB10FBB1}" destId="{5BED0B74-DFF1-482A-B316-EFA910A7CED1}" srcOrd="0" destOrd="0" presId="urn:microsoft.com/office/officeart/2005/8/layout/cycle6"/>
    <dgm:cxn modelId="{7FEACA3F-C2DB-40EF-A573-04B5AEEAB664}" type="presOf" srcId="{F94869B2-6402-4A83-AF76-66D1F13099C6}" destId="{554717C6-F8F2-4381-A1D2-DDE3862249D8}" srcOrd="0" destOrd="0" presId="urn:microsoft.com/office/officeart/2005/8/layout/cycle6"/>
    <dgm:cxn modelId="{F4095C71-0C11-4D1D-AA29-837DD194DFDD}" type="presOf" srcId="{BA2B9E0B-3575-4BB4-933C-B76B8C38685A}" destId="{B8274B2B-8B3A-4D5F-8DDB-916D74C0B257}" srcOrd="0" destOrd="0" presId="urn:microsoft.com/office/officeart/2005/8/layout/cycle6"/>
    <dgm:cxn modelId="{1B7D7873-CFEC-4689-A8DD-E5DC5780B6F9}" srcId="{BA2B9E0B-3575-4BB4-933C-B76B8C38685A}" destId="{F4B61AE7-290B-49F4-9252-5EADCB10FBB1}" srcOrd="0" destOrd="0" parTransId="{44A15838-6C8B-43F1-B380-283DBC5046EF}" sibTransId="{D6DA7432-C8D3-43FB-B35B-C3C0058B9272}"/>
    <dgm:cxn modelId="{07A7E976-993C-40DB-B11E-D557393ABDEC}" srcId="{BA2B9E0B-3575-4BB4-933C-B76B8C38685A}" destId="{B7DC063E-215E-4212-8F2B-B3CE5F27EF51}" srcOrd="2" destOrd="0" parTransId="{578BED74-AD79-472B-B049-C2EB1609CFD5}" sibTransId="{F94869B2-6402-4A83-AF76-66D1F13099C6}"/>
    <dgm:cxn modelId="{A0DFE159-0163-4268-BD09-2D4F55FCD464}" srcId="{BA2B9E0B-3575-4BB4-933C-B76B8C38685A}" destId="{64639E66-565F-44D1-8E92-B46B78DE1DC1}" srcOrd="4" destOrd="0" parTransId="{8CF51315-E922-4AFA-B040-07EE004798A9}" sibTransId="{886842EA-FBF1-4C2E-B232-2A9935124887}"/>
    <dgm:cxn modelId="{EE9E5C85-0013-4C38-B955-218182077EE5}" type="presOf" srcId="{64639E66-565F-44D1-8E92-B46B78DE1DC1}" destId="{CDF8D2DF-8F70-4754-B268-6F0469E38F38}" srcOrd="0" destOrd="0" presId="urn:microsoft.com/office/officeart/2005/8/layout/cycle6"/>
    <dgm:cxn modelId="{D1141AA5-CCF9-4B6B-B0E0-6162408B608E}" type="presOf" srcId="{886842EA-FBF1-4C2E-B232-2A9935124887}" destId="{62C561C2-A6C1-4D1F-B173-285E83AD1C3E}" srcOrd="0" destOrd="0" presId="urn:microsoft.com/office/officeart/2005/8/layout/cycle6"/>
    <dgm:cxn modelId="{CDB71DAA-BDDA-4830-B25A-21A5BAD84FAB}" type="presOf" srcId="{D6DA7432-C8D3-43FB-B35B-C3C0058B9272}" destId="{8301E5C4-8E99-4198-859E-597E470619DB}" srcOrd="0" destOrd="0" presId="urn:microsoft.com/office/officeart/2005/8/layout/cycle6"/>
    <dgm:cxn modelId="{67FE95AC-7FB8-4E85-9603-5BFC9F5F642B}" type="presOf" srcId="{8C375FC9-ED3B-4802-B15F-36C2807298ED}" destId="{05A3FFC5-843E-451D-BBFA-6754D5E0171B}" srcOrd="0" destOrd="0" presId="urn:microsoft.com/office/officeart/2005/8/layout/cycle6"/>
    <dgm:cxn modelId="{ECC611B3-7693-4AA1-83CA-B76F75985B20}" srcId="{BA2B9E0B-3575-4BB4-933C-B76B8C38685A}" destId="{A8ACC702-916F-43D0-964E-AB3C18B21C1D}" srcOrd="1" destOrd="0" parTransId="{1C57E3D2-A45A-45AA-A9B6-1CDA29F6F7E4}" sibTransId="{8C375FC9-ED3B-4802-B15F-36C2807298ED}"/>
    <dgm:cxn modelId="{D3AC99B9-C2C9-44EF-AF15-CF312CF01F92}" srcId="{BA2B9E0B-3575-4BB4-933C-B76B8C38685A}" destId="{996B3E5B-C1A4-4B0F-BFD3-D28CD10A1310}" srcOrd="3" destOrd="0" parTransId="{A0A850A0-869C-4A54-9DF1-AE148ACD154F}" sibTransId="{42B80C5B-2205-4977-8968-1A009AB676EC}"/>
    <dgm:cxn modelId="{0F2564C3-F4A1-4C17-B193-9D4D960DB0D3}" type="presOf" srcId="{3B30FBC0-A768-48EB-8514-1A0BFCFE72AF}" destId="{E20BD0CA-8457-4B94-AE8F-56C0BDE8F59D}" srcOrd="0" destOrd="0" presId="urn:microsoft.com/office/officeart/2005/8/layout/cycle6"/>
    <dgm:cxn modelId="{69DE80C3-6BA1-46A4-BAFA-A2950525EFD2}" type="presOf" srcId="{5F5F337A-01A5-4E53-A843-18C7599B0AAE}" destId="{2B5939B3-89DD-44AC-A580-75F5FBD03510}" srcOrd="0" destOrd="0" presId="urn:microsoft.com/office/officeart/2005/8/layout/cycle6"/>
    <dgm:cxn modelId="{2E4B90CE-73B0-4C6A-AF9A-65E33A8B0AD6}" type="presOf" srcId="{996B3E5B-C1A4-4B0F-BFD3-D28CD10A1310}" destId="{E7554CA1-F3E5-473A-922C-9A949C5EBDC2}" srcOrd="0" destOrd="0" presId="urn:microsoft.com/office/officeart/2005/8/layout/cycle6"/>
    <dgm:cxn modelId="{757D45E5-69E5-4C43-8229-D7C885440365}" type="presOf" srcId="{42B80C5B-2205-4977-8968-1A009AB676EC}" destId="{F6DC6AC3-422E-4F39-998D-31F13A195311}" srcOrd="0" destOrd="0" presId="urn:microsoft.com/office/officeart/2005/8/layout/cycle6"/>
    <dgm:cxn modelId="{E743EBC1-3ECA-45DA-94DC-860F536D65F8}" type="presParOf" srcId="{B8274B2B-8B3A-4D5F-8DDB-916D74C0B257}" destId="{5BED0B74-DFF1-482A-B316-EFA910A7CED1}" srcOrd="0" destOrd="0" presId="urn:microsoft.com/office/officeart/2005/8/layout/cycle6"/>
    <dgm:cxn modelId="{AC2EDC26-18C2-40C9-963B-1C5D94B6EDE3}" type="presParOf" srcId="{B8274B2B-8B3A-4D5F-8DDB-916D74C0B257}" destId="{7AF780D4-33F0-49F1-8D8A-961BAD8B687F}" srcOrd="1" destOrd="0" presId="urn:microsoft.com/office/officeart/2005/8/layout/cycle6"/>
    <dgm:cxn modelId="{61F9F524-7C26-495A-8225-54311800559F}" type="presParOf" srcId="{B8274B2B-8B3A-4D5F-8DDB-916D74C0B257}" destId="{8301E5C4-8E99-4198-859E-597E470619DB}" srcOrd="2" destOrd="0" presId="urn:microsoft.com/office/officeart/2005/8/layout/cycle6"/>
    <dgm:cxn modelId="{71F86D0C-78B4-4CD1-92E6-78FB97B1A4A5}" type="presParOf" srcId="{B8274B2B-8B3A-4D5F-8DDB-916D74C0B257}" destId="{0481D944-3074-444E-B0A8-8E2693F7741D}" srcOrd="3" destOrd="0" presId="urn:microsoft.com/office/officeart/2005/8/layout/cycle6"/>
    <dgm:cxn modelId="{F80A6EF3-84B0-4A25-BDD1-71BD9FCD625F}" type="presParOf" srcId="{B8274B2B-8B3A-4D5F-8DDB-916D74C0B257}" destId="{7B8758F9-ABEA-4007-901D-BF4CF5CA6314}" srcOrd="4" destOrd="0" presId="urn:microsoft.com/office/officeart/2005/8/layout/cycle6"/>
    <dgm:cxn modelId="{440A58B2-D819-4B94-82E7-97654BFC7314}" type="presParOf" srcId="{B8274B2B-8B3A-4D5F-8DDB-916D74C0B257}" destId="{05A3FFC5-843E-451D-BBFA-6754D5E0171B}" srcOrd="5" destOrd="0" presId="urn:microsoft.com/office/officeart/2005/8/layout/cycle6"/>
    <dgm:cxn modelId="{11782E0D-2BFF-448E-AFD6-8E5CE0B14A64}" type="presParOf" srcId="{B8274B2B-8B3A-4D5F-8DDB-916D74C0B257}" destId="{0CC721B8-4575-49A5-AD19-C4691A83BB35}" srcOrd="6" destOrd="0" presId="urn:microsoft.com/office/officeart/2005/8/layout/cycle6"/>
    <dgm:cxn modelId="{2774251C-C38F-4BD4-A858-226468BD19BE}" type="presParOf" srcId="{B8274B2B-8B3A-4D5F-8DDB-916D74C0B257}" destId="{057BEC0E-44A9-4A03-A250-F4C4991CFABC}" srcOrd="7" destOrd="0" presId="urn:microsoft.com/office/officeart/2005/8/layout/cycle6"/>
    <dgm:cxn modelId="{7C05F9F1-21A5-40B2-851C-C8455ED87003}" type="presParOf" srcId="{B8274B2B-8B3A-4D5F-8DDB-916D74C0B257}" destId="{554717C6-F8F2-4381-A1D2-DDE3862249D8}" srcOrd="8" destOrd="0" presId="urn:microsoft.com/office/officeart/2005/8/layout/cycle6"/>
    <dgm:cxn modelId="{5EFA46D8-BCFA-470B-BA3A-47D60428900E}" type="presParOf" srcId="{B8274B2B-8B3A-4D5F-8DDB-916D74C0B257}" destId="{E7554CA1-F3E5-473A-922C-9A949C5EBDC2}" srcOrd="9" destOrd="0" presId="urn:microsoft.com/office/officeart/2005/8/layout/cycle6"/>
    <dgm:cxn modelId="{2EC68763-77F5-4A77-B58F-661F29740ED1}" type="presParOf" srcId="{B8274B2B-8B3A-4D5F-8DDB-916D74C0B257}" destId="{6DC56A0D-C722-4487-979B-C7EEE56BDF85}" srcOrd="10" destOrd="0" presId="urn:microsoft.com/office/officeart/2005/8/layout/cycle6"/>
    <dgm:cxn modelId="{2D3574A5-38BB-4485-BAA3-4D096C38BBD0}" type="presParOf" srcId="{B8274B2B-8B3A-4D5F-8DDB-916D74C0B257}" destId="{F6DC6AC3-422E-4F39-998D-31F13A195311}" srcOrd="11" destOrd="0" presId="urn:microsoft.com/office/officeart/2005/8/layout/cycle6"/>
    <dgm:cxn modelId="{0911478B-63CE-4F00-830E-594220C807FC}" type="presParOf" srcId="{B8274B2B-8B3A-4D5F-8DDB-916D74C0B257}" destId="{CDF8D2DF-8F70-4754-B268-6F0469E38F38}" srcOrd="12" destOrd="0" presId="urn:microsoft.com/office/officeart/2005/8/layout/cycle6"/>
    <dgm:cxn modelId="{CD2827E0-F129-4D03-B333-B75ADF7BAFA3}" type="presParOf" srcId="{B8274B2B-8B3A-4D5F-8DDB-916D74C0B257}" destId="{45B71C41-8ACE-4F64-BD21-F40DEC3E1F48}" srcOrd="13" destOrd="0" presId="urn:microsoft.com/office/officeart/2005/8/layout/cycle6"/>
    <dgm:cxn modelId="{A3D10A56-AF8D-4604-AE2B-47BCA49B11C4}" type="presParOf" srcId="{B8274B2B-8B3A-4D5F-8DDB-916D74C0B257}" destId="{62C561C2-A6C1-4D1F-B173-285E83AD1C3E}" srcOrd="14" destOrd="0" presId="urn:microsoft.com/office/officeart/2005/8/layout/cycle6"/>
    <dgm:cxn modelId="{9187A7D8-A880-49BF-9AA5-42A83F823B70}" type="presParOf" srcId="{B8274B2B-8B3A-4D5F-8DDB-916D74C0B257}" destId="{2B5939B3-89DD-44AC-A580-75F5FBD03510}" srcOrd="15" destOrd="0" presId="urn:microsoft.com/office/officeart/2005/8/layout/cycle6"/>
    <dgm:cxn modelId="{FDC586AA-6669-4BE7-9E66-18A04B402052}" type="presParOf" srcId="{B8274B2B-8B3A-4D5F-8DDB-916D74C0B257}" destId="{5B7FC372-E1F7-4944-88C9-C41C4395303B}" srcOrd="16" destOrd="0" presId="urn:microsoft.com/office/officeart/2005/8/layout/cycle6"/>
    <dgm:cxn modelId="{4F9B526E-2477-474A-A492-4354855D0B21}" type="presParOf" srcId="{B8274B2B-8B3A-4D5F-8DDB-916D74C0B257}" destId="{E20BD0CA-8457-4B94-AE8F-56C0BDE8F59D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290FC2-26E6-403A-9C5A-4BEB23C09817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05B3C91-3FAD-47AA-8EC9-221C8FF1E55D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Cluster = Smallest Unit Allocated by a File System</a:t>
          </a:r>
          <a:endParaRPr lang="en-US" sz="1400"/>
        </a:p>
      </dgm:t>
    </dgm:pt>
    <dgm:pt modelId="{F4F8EE8A-E812-4D3C-9B50-14DF59DD8577}" type="parTrans" cxnId="{59F611E1-5361-4D82-94E5-CD487EAA4334}">
      <dgm:prSet/>
      <dgm:spPr/>
      <dgm:t>
        <a:bodyPr/>
        <a:lstStyle/>
        <a:p>
          <a:endParaRPr lang="en-US"/>
        </a:p>
      </dgm:t>
    </dgm:pt>
    <dgm:pt modelId="{63F57943-56CE-4330-9E89-7C8E0B521857}" type="sibTrans" cxnId="{59F611E1-5361-4D82-94E5-CD487EAA4334}">
      <dgm:prSet/>
      <dgm:spPr/>
      <dgm:t>
        <a:bodyPr/>
        <a:lstStyle/>
        <a:p>
          <a:endParaRPr lang="en-US"/>
        </a:p>
      </dgm:t>
    </dgm:pt>
    <dgm:pt modelId="{E85D7F02-A203-45BE-8E12-4BC805B99650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A cluster consists of one or more sectors</a:t>
          </a:r>
          <a:endParaRPr lang="en-US" sz="1400"/>
        </a:p>
      </dgm:t>
    </dgm:pt>
    <dgm:pt modelId="{ADA95AEA-AA69-42A7-AD4E-ADC33A911B96}" type="parTrans" cxnId="{D386D6EE-8BB5-4574-81E3-127C773B7ADB}">
      <dgm:prSet/>
      <dgm:spPr/>
      <dgm:t>
        <a:bodyPr/>
        <a:lstStyle/>
        <a:p>
          <a:endParaRPr lang="en-US"/>
        </a:p>
      </dgm:t>
    </dgm:pt>
    <dgm:pt modelId="{8084E2E9-26EF-49B4-811B-B2016A98D915}" type="sibTrans" cxnId="{D386D6EE-8BB5-4574-81E3-127C773B7ADB}">
      <dgm:prSet/>
      <dgm:spPr/>
      <dgm:t>
        <a:bodyPr/>
        <a:lstStyle/>
        <a:p>
          <a:endParaRPr lang="en-US"/>
        </a:p>
      </dgm:t>
    </dgm:pt>
    <dgm:pt modelId="{EDA0EDA6-A47E-42C6-9D57-454CD836C29C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The file system allocates clusters to store files</a:t>
          </a:r>
          <a:endParaRPr lang="en-US" sz="1400"/>
        </a:p>
      </dgm:t>
    </dgm:pt>
    <dgm:pt modelId="{9FF510E5-15D5-4DC7-97D8-1EAD572A1F7E}" type="parTrans" cxnId="{C2103FCF-206B-4770-BB25-0709C2A76338}">
      <dgm:prSet/>
      <dgm:spPr/>
      <dgm:t>
        <a:bodyPr/>
        <a:lstStyle/>
        <a:p>
          <a:endParaRPr lang="en-US"/>
        </a:p>
      </dgm:t>
    </dgm:pt>
    <dgm:pt modelId="{B4C8124B-7CC4-4976-9D30-BBCCF328734B}" type="sibTrans" cxnId="{C2103FCF-206B-4770-BB25-0709C2A76338}">
      <dgm:prSet/>
      <dgm:spPr/>
      <dgm:t>
        <a:bodyPr/>
        <a:lstStyle/>
        <a:p>
          <a:endParaRPr lang="en-US"/>
        </a:p>
      </dgm:t>
    </dgm:pt>
    <dgm:pt modelId="{4844C55F-451B-424C-8AB5-D91D5F12AE2C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Sector → Physical storage organization</a:t>
          </a:r>
          <a:endParaRPr lang="en-US" sz="1400"/>
        </a:p>
      </dgm:t>
    </dgm:pt>
    <dgm:pt modelId="{8D7C1F03-F256-4080-ACF0-9166C258AC83}" type="parTrans" cxnId="{C757DD07-0565-4A03-B660-B54F1F43CAE8}">
      <dgm:prSet/>
      <dgm:spPr/>
      <dgm:t>
        <a:bodyPr/>
        <a:lstStyle/>
        <a:p>
          <a:endParaRPr lang="en-US"/>
        </a:p>
      </dgm:t>
    </dgm:pt>
    <dgm:pt modelId="{A5FD0C49-F8CD-4BA9-912A-8A440E737851}" type="sibTrans" cxnId="{C757DD07-0565-4A03-B660-B54F1F43CAE8}">
      <dgm:prSet/>
      <dgm:spPr/>
      <dgm:t>
        <a:bodyPr/>
        <a:lstStyle/>
        <a:p>
          <a:endParaRPr lang="en-US"/>
        </a:p>
      </dgm:t>
    </dgm:pt>
    <dgm:pt modelId="{6162B3DA-7E30-40CA-9472-8ECD57A7B3E4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Cluster → File-system allocation unit</a:t>
          </a:r>
          <a:endParaRPr lang="en-US" sz="1400"/>
        </a:p>
      </dgm:t>
    </dgm:pt>
    <dgm:pt modelId="{E5CE463A-25A4-4E19-880A-2736D3CF6EF9}" type="parTrans" cxnId="{7BEB5E42-98FD-4387-B0D9-9F50C4AE82B1}">
      <dgm:prSet/>
      <dgm:spPr/>
      <dgm:t>
        <a:bodyPr/>
        <a:lstStyle/>
        <a:p>
          <a:endParaRPr lang="en-US"/>
        </a:p>
      </dgm:t>
    </dgm:pt>
    <dgm:pt modelId="{3EA67602-14D6-418A-9587-0C228A6F7BFC}" type="sibTrans" cxnId="{7BEB5E42-98FD-4387-B0D9-9F50C4AE82B1}">
      <dgm:prSet/>
      <dgm:spPr/>
      <dgm:t>
        <a:bodyPr/>
        <a:lstStyle/>
        <a:p>
          <a:endParaRPr lang="en-US"/>
        </a:p>
      </dgm:t>
    </dgm:pt>
    <dgm:pt modelId="{8610BE6F-354C-468A-BCDE-63EB6C3A874A}">
      <dgm:prSet custT="1"/>
      <dgm:spPr/>
      <dgm:t>
        <a:bodyPr/>
        <a:lstStyle/>
        <a:p>
          <a:pPr>
            <a:defRPr b="1"/>
          </a:pPr>
          <a:r>
            <a:rPr lang="en-US" sz="1400" b="1" i="0" baseline="0"/>
            <a:t>Why clusters matter</a:t>
          </a:r>
          <a:endParaRPr lang="en-US" sz="1400"/>
        </a:p>
      </dgm:t>
    </dgm:pt>
    <dgm:pt modelId="{E55C8831-1723-4FAB-B48E-59E88D143486}" type="parTrans" cxnId="{732D0684-D2C1-49E3-9F31-EF05E0881CC4}">
      <dgm:prSet/>
      <dgm:spPr/>
      <dgm:t>
        <a:bodyPr/>
        <a:lstStyle/>
        <a:p>
          <a:endParaRPr lang="en-US"/>
        </a:p>
      </dgm:t>
    </dgm:pt>
    <dgm:pt modelId="{C1150316-2E64-430A-BDA3-FBEDDEF51CFD}" type="sibTrans" cxnId="{732D0684-D2C1-49E3-9F31-EF05E0881CC4}">
      <dgm:prSet/>
      <dgm:spPr/>
      <dgm:t>
        <a:bodyPr/>
        <a:lstStyle/>
        <a:p>
          <a:endParaRPr lang="en-US"/>
        </a:p>
      </dgm:t>
    </dgm:pt>
    <dgm:pt modelId="{6846F7BA-CB23-4EEF-AAF0-9B4CFDB4D63C}">
      <dgm:prSet custT="1"/>
      <dgm:spPr/>
      <dgm:t>
        <a:bodyPr/>
        <a:lstStyle/>
        <a:p>
          <a:r>
            <a:rPr lang="en-US" sz="1400" b="1" i="0" baseline="0"/>
            <a:t>Storage efficiency</a:t>
          </a:r>
          <a:endParaRPr lang="en-US" sz="1400"/>
        </a:p>
      </dgm:t>
    </dgm:pt>
    <dgm:pt modelId="{00D66D1E-831B-42AD-B453-45D323D7D669}" type="parTrans" cxnId="{81E933C5-DF40-4DC7-AF83-F28213112594}">
      <dgm:prSet/>
      <dgm:spPr/>
      <dgm:t>
        <a:bodyPr/>
        <a:lstStyle/>
        <a:p>
          <a:endParaRPr lang="en-US"/>
        </a:p>
      </dgm:t>
    </dgm:pt>
    <dgm:pt modelId="{506231C6-41AC-4C67-89F9-699BCA13795E}" type="sibTrans" cxnId="{81E933C5-DF40-4DC7-AF83-F28213112594}">
      <dgm:prSet/>
      <dgm:spPr/>
      <dgm:t>
        <a:bodyPr/>
        <a:lstStyle/>
        <a:p>
          <a:endParaRPr lang="en-US"/>
        </a:p>
      </dgm:t>
    </dgm:pt>
    <dgm:pt modelId="{FD1DA8E1-B1B9-429E-93A8-59865A41AC02}">
      <dgm:prSet custT="1"/>
      <dgm:spPr/>
      <dgm:t>
        <a:bodyPr/>
        <a:lstStyle/>
        <a:p>
          <a:r>
            <a:rPr lang="en-US" sz="1400" b="1" i="0" baseline="0"/>
            <a:t>File allocation</a:t>
          </a:r>
          <a:endParaRPr lang="en-US" sz="1400"/>
        </a:p>
      </dgm:t>
    </dgm:pt>
    <dgm:pt modelId="{2EDFE8CC-F977-4FB3-A2D0-AE70941F14F6}" type="parTrans" cxnId="{E326459C-29CB-4910-9CD8-8402EFBA2D64}">
      <dgm:prSet/>
      <dgm:spPr/>
      <dgm:t>
        <a:bodyPr/>
        <a:lstStyle/>
        <a:p>
          <a:endParaRPr lang="en-US"/>
        </a:p>
      </dgm:t>
    </dgm:pt>
    <dgm:pt modelId="{6B728F56-4F4C-4AD5-BBE0-9991F1119021}" type="sibTrans" cxnId="{E326459C-29CB-4910-9CD8-8402EFBA2D64}">
      <dgm:prSet/>
      <dgm:spPr/>
      <dgm:t>
        <a:bodyPr/>
        <a:lstStyle/>
        <a:p>
          <a:endParaRPr lang="en-US"/>
        </a:p>
      </dgm:t>
    </dgm:pt>
    <dgm:pt modelId="{31AEB059-086A-4B18-B44C-7580A48E8A97}">
      <dgm:prSet custT="1"/>
      <dgm:spPr/>
      <dgm:t>
        <a:bodyPr/>
        <a:lstStyle/>
        <a:p>
          <a:r>
            <a:rPr lang="en-US" sz="1400" b="1" i="0" baseline="0" dirty="0"/>
            <a:t>Disk space usage</a:t>
          </a:r>
          <a:endParaRPr lang="en-US" sz="1400" dirty="0"/>
        </a:p>
      </dgm:t>
    </dgm:pt>
    <dgm:pt modelId="{483A370D-1CC1-4FAA-A4B2-D57C8AE684A7}" type="parTrans" cxnId="{82DDF6D3-184D-4DBD-BF8E-A5B49CFAED42}">
      <dgm:prSet/>
      <dgm:spPr/>
      <dgm:t>
        <a:bodyPr/>
        <a:lstStyle/>
        <a:p>
          <a:endParaRPr lang="en-US"/>
        </a:p>
      </dgm:t>
    </dgm:pt>
    <dgm:pt modelId="{CC26286D-164B-423F-A536-3D3964644B77}" type="sibTrans" cxnId="{82DDF6D3-184D-4DBD-BF8E-A5B49CFAED42}">
      <dgm:prSet/>
      <dgm:spPr/>
      <dgm:t>
        <a:bodyPr/>
        <a:lstStyle/>
        <a:p>
          <a:endParaRPr lang="en-US"/>
        </a:p>
      </dgm:t>
    </dgm:pt>
    <dgm:pt modelId="{35C76851-C481-41D3-95DD-5345C003A7E6}" type="pres">
      <dgm:prSet presAssocID="{95290FC2-26E6-403A-9C5A-4BEB23C09817}" presName="linear" presStyleCnt="0">
        <dgm:presLayoutVars>
          <dgm:animLvl val="lvl"/>
          <dgm:resizeHandles val="exact"/>
        </dgm:presLayoutVars>
      </dgm:prSet>
      <dgm:spPr/>
    </dgm:pt>
    <dgm:pt modelId="{6D2E81F6-0365-4925-851D-7120FF0486AA}" type="pres">
      <dgm:prSet presAssocID="{405B3C91-3FAD-47AA-8EC9-221C8FF1E55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CF44F98-739A-42AB-87CC-A5EA3938C271}" type="pres">
      <dgm:prSet presAssocID="{63F57943-56CE-4330-9E89-7C8E0B521857}" presName="spacer" presStyleCnt="0"/>
      <dgm:spPr/>
    </dgm:pt>
    <dgm:pt modelId="{6FF8B916-DAFA-407A-9469-7F517398B634}" type="pres">
      <dgm:prSet presAssocID="{E85D7F02-A203-45BE-8E12-4BC805B9965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624437B-5746-456A-8570-3A9B44E8E458}" type="pres">
      <dgm:prSet presAssocID="{8084E2E9-26EF-49B4-811B-B2016A98D915}" presName="spacer" presStyleCnt="0"/>
      <dgm:spPr/>
    </dgm:pt>
    <dgm:pt modelId="{7A8636C0-3832-4C8F-B369-BA5A4A9B7C45}" type="pres">
      <dgm:prSet presAssocID="{EDA0EDA6-A47E-42C6-9D57-454CD836C29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7C37CE4-11D0-4C62-A585-0796FDCF7063}" type="pres">
      <dgm:prSet presAssocID="{B4C8124B-7CC4-4976-9D30-BBCCF328734B}" presName="spacer" presStyleCnt="0"/>
      <dgm:spPr/>
    </dgm:pt>
    <dgm:pt modelId="{3E6606C7-5647-4B71-8CBF-D5A7C71FF0BC}" type="pres">
      <dgm:prSet presAssocID="{4844C55F-451B-424C-8AB5-D91D5F12AE2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E17BC7E-F9C4-4797-977A-56251CEEBD3B}" type="pres">
      <dgm:prSet presAssocID="{A5FD0C49-F8CD-4BA9-912A-8A440E737851}" presName="spacer" presStyleCnt="0"/>
      <dgm:spPr/>
    </dgm:pt>
    <dgm:pt modelId="{E94AFC10-F620-4F12-B46B-7E279C1FDCB8}" type="pres">
      <dgm:prSet presAssocID="{6162B3DA-7E30-40CA-9472-8ECD57A7B3E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6D86D85-5C96-405A-89A4-07FEEBE106E7}" type="pres">
      <dgm:prSet presAssocID="{3EA67602-14D6-418A-9587-0C228A6F7BFC}" presName="spacer" presStyleCnt="0"/>
      <dgm:spPr/>
    </dgm:pt>
    <dgm:pt modelId="{D523D409-1C0D-4FFC-8DE4-BD74517AC962}" type="pres">
      <dgm:prSet presAssocID="{8610BE6F-354C-468A-BCDE-63EB6C3A874A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D35B821-B134-4832-92F5-BC480930BF1A}" type="pres">
      <dgm:prSet presAssocID="{8610BE6F-354C-468A-BCDE-63EB6C3A874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757DD07-0565-4A03-B660-B54F1F43CAE8}" srcId="{95290FC2-26E6-403A-9C5A-4BEB23C09817}" destId="{4844C55F-451B-424C-8AB5-D91D5F12AE2C}" srcOrd="3" destOrd="0" parTransId="{8D7C1F03-F256-4080-ACF0-9166C258AC83}" sibTransId="{A5FD0C49-F8CD-4BA9-912A-8A440E737851}"/>
    <dgm:cxn modelId="{97551739-FA83-4195-8892-132C4FF7DDDB}" type="presOf" srcId="{95290FC2-26E6-403A-9C5A-4BEB23C09817}" destId="{35C76851-C481-41D3-95DD-5345C003A7E6}" srcOrd="0" destOrd="0" presId="urn:microsoft.com/office/officeart/2005/8/layout/vList2"/>
    <dgm:cxn modelId="{C03C7460-651E-41B4-A79B-96C1E3B45150}" type="presOf" srcId="{EDA0EDA6-A47E-42C6-9D57-454CD836C29C}" destId="{7A8636C0-3832-4C8F-B369-BA5A4A9B7C45}" srcOrd="0" destOrd="0" presId="urn:microsoft.com/office/officeart/2005/8/layout/vList2"/>
    <dgm:cxn modelId="{7BEB5E42-98FD-4387-B0D9-9F50C4AE82B1}" srcId="{95290FC2-26E6-403A-9C5A-4BEB23C09817}" destId="{6162B3DA-7E30-40CA-9472-8ECD57A7B3E4}" srcOrd="4" destOrd="0" parTransId="{E5CE463A-25A4-4E19-880A-2736D3CF6EF9}" sibTransId="{3EA67602-14D6-418A-9587-0C228A6F7BFC}"/>
    <dgm:cxn modelId="{D0E44168-6019-42DE-918C-E2B99921E8B1}" type="presOf" srcId="{E85D7F02-A203-45BE-8E12-4BC805B99650}" destId="{6FF8B916-DAFA-407A-9469-7F517398B634}" srcOrd="0" destOrd="0" presId="urn:microsoft.com/office/officeart/2005/8/layout/vList2"/>
    <dgm:cxn modelId="{3ADF5781-F3C6-4576-9C91-990F1EEC85B9}" type="presOf" srcId="{6846F7BA-CB23-4EEF-AAF0-9B4CFDB4D63C}" destId="{BD35B821-B134-4832-92F5-BC480930BF1A}" srcOrd="0" destOrd="0" presId="urn:microsoft.com/office/officeart/2005/8/layout/vList2"/>
    <dgm:cxn modelId="{732D0684-D2C1-49E3-9F31-EF05E0881CC4}" srcId="{95290FC2-26E6-403A-9C5A-4BEB23C09817}" destId="{8610BE6F-354C-468A-BCDE-63EB6C3A874A}" srcOrd="5" destOrd="0" parTransId="{E55C8831-1723-4FAB-B48E-59E88D143486}" sibTransId="{C1150316-2E64-430A-BDA3-FBEDDEF51CFD}"/>
    <dgm:cxn modelId="{681EB786-2850-438D-8BC4-51C3F385DF68}" type="presOf" srcId="{4844C55F-451B-424C-8AB5-D91D5F12AE2C}" destId="{3E6606C7-5647-4B71-8CBF-D5A7C71FF0BC}" srcOrd="0" destOrd="0" presId="urn:microsoft.com/office/officeart/2005/8/layout/vList2"/>
    <dgm:cxn modelId="{E326459C-29CB-4910-9CD8-8402EFBA2D64}" srcId="{8610BE6F-354C-468A-BCDE-63EB6C3A874A}" destId="{FD1DA8E1-B1B9-429E-93A8-59865A41AC02}" srcOrd="1" destOrd="0" parTransId="{2EDFE8CC-F977-4FB3-A2D0-AE70941F14F6}" sibTransId="{6B728F56-4F4C-4AD5-BBE0-9991F1119021}"/>
    <dgm:cxn modelId="{879B18B3-358A-4571-B96F-68E00D65A509}" type="presOf" srcId="{6162B3DA-7E30-40CA-9472-8ECD57A7B3E4}" destId="{E94AFC10-F620-4F12-B46B-7E279C1FDCB8}" srcOrd="0" destOrd="0" presId="urn:microsoft.com/office/officeart/2005/8/layout/vList2"/>
    <dgm:cxn modelId="{C487E8B3-35EA-40DC-A00E-A287B848ED14}" type="presOf" srcId="{405B3C91-3FAD-47AA-8EC9-221C8FF1E55D}" destId="{6D2E81F6-0365-4925-851D-7120FF0486AA}" srcOrd="0" destOrd="0" presId="urn:microsoft.com/office/officeart/2005/8/layout/vList2"/>
    <dgm:cxn modelId="{838486B4-D010-4AA9-8FEA-8BF363FF4302}" type="presOf" srcId="{FD1DA8E1-B1B9-429E-93A8-59865A41AC02}" destId="{BD35B821-B134-4832-92F5-BC480930BF1A}" srcOrd="0" destOrd="1" presId="urn:microsoft.com/office/officeart/2005/8/layout/vList2"/>
    <dgm:cxn modelId="{35F157B5-345D-4DCF-A3A8-2851887A195C}" type="presOf" srcId="{8610BE6F-354C-468A-BCDE-63EB6C3A874A}" destId="{D523D409-1C0D-4FFC-8DE4-BD74517AC962}" srcOrd="0" destOrd="0" presId="urn:microsoft.com/office/officeart/2005/8/layout/vList2"/>
    <dgm:cxn modelId="{81E933C5-DF40-4DC7-AF83-F28213112594}" srcId="{8610BE6F-354C-468A-BCDE-63EB6C3A874A}" destId="{6846F7BA-CB23-4EEF-AAF0-9B4CFDB4D63C}" srcOrd="0" destOrd="0" parTransId="{00D66D1E-831B-42AD-B453-45D323D7D669}" sibTransId="{506231C6-41AC-4C67-89F9-699BCA13795E}"/>
    <dgm:cxn modelId="{C2103FCF-206B-4770-BB25-0709C2A76338}" srcId="{95290FC2-26E6-403A-9C5A-4BEB23C09817}" destId="{EDA0EDA6-A47E-42C6-9D57-454CD836C29C}" srcOrd="2" destOrd="0" parTransId="{9FF510E5-15D5-4DC7-97D8-1EAD572A1F7E}" sibTransId="{B4C8124B-7CC4-4976-9D30-BBCCF328734B}"/>
    <dgm:cxn modelId="{82DDF6D3-184D-4DBD-BF8E-A5B49CFAED42}" srcId="{8610BE6F-354C-468A-BCDE-63EB6C3A874A}" destId="{31AEB059-086A-4B18-B44C-7580A48E8A97}" srcOrd="2" destOrd="0" parTransId="{483A370D-1CC1-4FAA-A4B2-D57C8AE684A7}" sibTransId="{CC26286D-164B-423F-A536-3D3964644B77}"/>
    <dgm:cxn modelId="{59F611E1-5361-4D82-94E5-CD487EAA4334}" srcId="{95290FC2-26E6-403A-9C5A-4BEB23C09817}" destId="{405B3C91-3FAD-47AA-8EC9-221C8FF1E55D}" srcOrd="0" destOrd="0" parTransId="{F4F8EE8A-E812-4D3C-9B50-14DF59DD8577}" sibTransId="{63F57943-56CE-4330-9E89-7C8E0B521857}"/>
    <dgm:cxn modelId="{D386D6EE-8BB5-4574-81E3-127C773B7ADB}" srcId="{95290FC2-26E6-403A-9C5A-4BEB23C09817}" destId="{E85D7F02-A203-45BE-8E12-4BC805B99650}" srcOrd="1" destOrd="0" parTransId="{ADA95AEA-AA69-42A7-AD4E-ADC33A911B96}" sibTransId="{8084E2E9-26EF-49B4-811B-B2016A98D915}"/>
    <dgm:cxn modelId="{54ED44F3-8B4D-42FA-A168-77EE6B89F419}" type="presOf" srcId="{31AEB059-086A-4B18-B44C-7580A48E8A97}" destId="{BD35B821-B134-4832-92F5-BC480930BF1A}" srcOrd="0" destOrd="2" presId="urn:microsoft.com/office/officeart/2005/8/layout/vList2"/>
    <dgm:cxn modelId="{D6926072-E467-4B43-A101-D514C85E3258}" type="presParOf" srcId="{35C76851-C481-41D3-95DD-5345C003A7E6}" destId="{6D2E81F6-0365-4925-851D-7120FF0486AA}" srcOrd="0" destOrd="0" presId="urn:microsoft.com/office/officeart/2005/8/layout/vList2"/>
    <dgm:cxn modelId="{F4E1261B-B300-4764-B58C-51565DE76608}" type="presParOf" srcId="{35C76851-C481-41D3-95DD-5345C003A7E6}" destId="{4CF44F98-739A-42AB-87CC-A5EA3938C271}" srcOrd="1" destOrd="0" presId="urn:microsoft.com/office/officeart/2005/8/layout/vList2"/>
    <dgm:cxn modelId="{E7AF97CC-DB72-441C-A084-8EC4B8E1C35F}" type="presParOf" srcId="{35C76851-C481-41D3-95DD-5345C003A7E6}" destId="{6FF8B916-DAFA-407A-9469-7F517398B634}" srcOrd="2" destOrd="0" presId="urn:microsoft.com/office/officeart/2005/8/layout/vList2"/>
    <dgm:cxn modelId="{CA25800E-030E-493D-8A5C-D5AF29BDA65A}" type="presParOf" srcId="{35C76851-C481-41D3-95DD-5345C003A7E6}" destId="{2624437B-5746-456A-8570-3A9B44E8E458}" srcOrd="3" destOrd="0" presId="urn:microsoft.com/office/officeart/2005/8/layout/vList2"/>
    <dgm:cxn modelId="{DFEC0B1B-5C3F-4379-BA4F-31651021B3F0}" type="presParOf" srcId="{35C76851-C481-41D3-95DD-5345C003A7E6}" destId="{7A8636C0-3832-4C8F-B369-BA5A4A9B7C45}" srcOrd="4" destOrd="0" presId="urn:microsoft.com/office/officeart/2005/8/layout/vList2"/>
    <dgm:cxn modelId="{F6D4B63A-4D1A-4EF1-A45D-6D90860C7AFB}" type="presParOf" srcId="{35C76851-C481-41D3-95DD-5345C003A7E6}" destId="{37C37CE4-11D0-4C62-A585-0796FDCF7063}" srcOrd="5" destOrd="0" presId="urn:microsoft.com/office/officeart/2005/8/layout/vList2"/>
    <dgm:cxn modelId="{77FEF4CD-8888-40A0-8E6C-B4039BE0731B}" type="presParOf" srcId="{35C76851-C481-41D3-95DD-5345C003A7E6}" destId="{3E6606C7-5647-4B71-8CBF-D5A7C71FF0BC}" srcOrd="6" destOrd="0" presId="urn:microsoft.com/office/officeart/2005/8/layout/vList2"/>
    <dgm:cxn modelId="{4EB383A2-9942-4CC4-8BB7-B6F7F34AEB18}" type="presParOf" srcId="{35C76851-C481-41D3-95DD-5345C003A7E6}" destId="{9E17BC7E-F9C4-4797-977A-56251CEEBD3B}" srcOrd="7" destOrd="0" presId="urn:microsoft.com/office/officeart/2005/8/layout/vList2"/>
    <dgm:cxn modelId="{11B62C6B-6129-4EBB-A8B4-4D2CD759C26C}" type="presParOf" srcId="{35C76851-C481-41D3-95DD-5345C003A7E6}" destId="{E94AFC10-F620-4F12-B46B-7E279C1FDCB8}" srcOrd="8" destOrd="0" presId="urn:microsoft.com/office/officeart/2005/8/layout/vList2"/>
    <dgm:cxn modelId="{A5668B9E-46C2-497F-B2A1-9E05A8D443F8}" type="presParOf" srcId="{35C76851-C481-41D3-95DD-5345C003A7E6}" destId="{16D86D85-5C96-405A-89A4-07FEEBE106E7}" srcOrd="9" destOrd="0" presId="urn:microsoft.com/office/officeart/2005/8/layout/vList2"/>
    <dgm:cxn modelId="{47A292EE-C906-4D1C-BCF2-E2600DB62769}" type="presParOf" srcId="{35C76851-C481-41D3-95DD-5345C003A7E6}" destId="{D523D409-1C0D-4FFC-8DE4-BD74517AC962}" srcOrd="10" destOrd="0" presId="urn:microsoft.com/office/officeart/2005/8/layout/vList2"/>
    <dgm:cxn modelId="{8B57EFC6-0EAD-4070-8353-62DE634C47E6}" type="presParOf" srcId="{35C76851-C481-41D3-95DD-5345C003A7E6}" destId="{BD35B821-B134-4832-92F5-BC480930BF1A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74821C-A5D2-48F2-8ACA-355C6758ABCD}" type="doc">
      <dgm:prSet loTypeId="urn:microsoft.com/office/officeart/2018/2/layout/IconVerticalSolidList" loCatId="icon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46E6ED8-0727-4DE6-B61B-13EA02B45E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Windows manages memory between applications and the operating system</a:t>
          </a:r>
          <a:endParaRPr lang="en-US"/>
        </a:p>
      </dgm:t>
    </dgm:pt>
    <dgm:pt modelId="{3D863DAB-5094-4303-BF6B-89AC4B64CD02}" type="parTrans" cxnId="{43AC44CE-A2F3-4DFB-BE1E-D1370773C97B}">
      <dgm:prSet/>
      <dgm:spPr/>
      <dgm:t>
        <a:bodyPr/>
        <a:lstStyle/>
        <a:p>
          <a:endParaRPr lang="en-US"/>
        </a:p>
      </dgm:t>
    </dgm:pt>
    <dgm:pt modelId="{AB4AC2BA-9ACE-4FFE-852E-1A6CF8A80210}" type="sibTrans" cxnId="{43AC44CE-A2F3-4DFB-BE1E-D1370773C97B}">
      <dgm:prSet/>
      <dgm:spPr/>
      <dgm:t>
        <a:bodyPr/>
        <a:lstStyle/>
        <a:p>
          <a:endParaRPr lang="en-US"/>
        </a:p>
      </dgm:t>
    </dgm:pt>
    <dgm:pt modelId="{ABF0E89D-5CE1-4C4F-8E20-25F6CA88C4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When RAM becomes limited, Windows can use a page file on storage</a:t>
          </a:r>
          <a:endParaRPr lang="en-US"/>
        </a:p>
      </dgm:t>
    </dgm:pt>
    <dgm:pt modelId="{08353AFD-887A-482F-952C-E19EEE6B91A0}" type="parTrans" cxnId="{5C09728C-F4A5-4391-91E5-BC5A6D47E934}">
      <dgm:prSet/>
      <dgm:spPr/>
      <dgm:t>
        <a:bodyPr/>
        <a:lstStyle/>
        <a:p>
          <a:endParaRPr lang="en-US"/>
        </a:p>
      </dgm:t>
    </dgm:pt>
    <dgm:pt modelId="{312240B9-C12C-4180-91F5-C60DDB36B119}" type="sibTrans" cxnId="{5C09728C-F4A5-4391-91E5-BC5A6D47E934}">
      <dgm:prSet/>
      <dgm:spPr/>
      <dgm:t>
        <a:bodyPr/>
        <a:lstStyle/>
        <a:p>
          <a:endParaRPr lang="en-US"/>
        </a:p>
      </dgm:t>
    </dgm:pt>
    <dgm:pt modelId="{1B89B144-6109-4BED-82D8-5D925AF362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Key point: RAM is fast; storage is slower</a:t>
          </a:r>
          <a:endParaRPr lang="en-US"/>
        </a:p>
      </dgm:t>
    </dgm:pt>
    <dgm:pt modelId="{3DCADB43-FF08-44E9-9403-ACB77DAA6F7D}" type="parTrans" cxnId="{C82E65D3-7B6B-4494-8AE1-33D78240E714}">
      <dgm:prSet/>
      <dgm:spPr/>
      <dgm:t>
        <a:bodyPr/>
        <a:lstStyle/>
        <a:p>
          <a:endParaRPr lang="en-US"/>
        </a:p>
      </dgm:t>
    </dgm:pt>
    <dgm:pt modelId="{8CD4244A-B3F2-4355-831C-8F146F672949}" type="sibTrans" cxnId="{C82E65D3-7B6B-4494-8AE1-33D78240E714}">
      <dgm:prSet/>
      <dgm:spPr/>
      <dgm:t>
        <a:bodyPr/>
        <a:lstStyle/>
        <a:p>
          <a:endParaRPr lang="en-US"/>
        </a:p>
      </dgm:t>
    </dgm:pt>
    <dgm:pt modelId="{B4B47A24-4C7B-4D5B-BA87-790065BB89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Excessive paging can reduce performance</a:t>
          </a:r>
          <a:endParaRPr lang="en-US"/>
        </a:p>
      </dgm:t>
    </dgm:pt>
    <dgm:pt modelId="{726FDE96-4567-4319-9BCB-9C99C9BAD8FE}" type="parTrans" cxnId="{14FB7CE9-F7A3-4058-9B05-34E0DA219366}">
      <dgm:prSet/>
      <dgm:spPr/>
      <dgm:t>
        <a:bodyPr/>
        <a:lstStyle/>
        <a:p>
          <a:endParaRPr lang="en-US"/>
        </a:p>
      </dgm:t>
    </dgm:pt>
    <dgm:pt modelId="{9EA0CB5C-5494-4FB9-9757-E95917AA2E14}" type="sibTrans" cxnId="{14FB7CE9-F7A3-4058-9B05-34E0DA219366}">
      <dgm:prSet/>
      <dgm:spPr/>
      <dgm:t>
        <a:bodyPr/>
        <a:lstStyle/>
        <a:p>
          <a:endParaRPr lang="en-US"/>
        </a:p>
      </dgm:t>
    </dgm:pt>
    <dgm:pt modelId="{9D2BD472-67E1-4D2D-BBA6-DB15374AB69A}" type="pres">
      <dgm:prSet presAssocID="{2274821C-A5D2-48F2-8ACA-355C6758ABCD}" presName="root" presStyleCnt="0">
        <dgm:presLayoutVars>
          <dgm:dir/>
          <dgm:resizeHandles val="exact"/>
        </dgm:presLayoutVars>
      </dgm:prSet>
      <dgm:spPr/>
    </dgm:pt>
    <dgm:pt modelId="{611ACF08-762E-4C91-B254-FB322A3ED694}" type="pres">
      <dgm:prSet presAssocID="{F46E6ED8-0727-4DE6-B61B-13EA02B45EF1}" presName="compNode" presStyleCnt="0"/>
      <dgm:spPr/>
    </dgm:pt>
    <dgm:pt modelId="{AD7B2F66-380E-449D-9C06-1506CDFFF434}" type="pres">
      <dgm:prSet presAssocID="{F46E6ED8-0727-4DE6-B61B-13EA02B45EF1}" presName="bgRect" presStyleLbl="bgShp" presStyleIdx="0" presStyleCnt="4"/>
      <dgm:spPr/>
    </dgm:pt>
    <dgm:pt modelId="{F1A9A7A8-E205-468A-A446-0EA62CDE056E}" type="pres">
      <dgm:prSet presAssocID="{F46E6ED8-0727-4DE6-B61B-13EA02B45EF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AB3DFAC-55AF-43C3-9731-D185A3F02973}" type="pres">
      <dgm:prSet presAssocID="{F46E6ED8-0727-4DE6-B61B-13EA02B45EF1}" presName="spaceRect" presStyleCnt="0"/>
      <dgm:spPr/>
    </dgm:pt>
    <dgm:pt modelId="{B6635D98-2590-41CF-B221-0D9DFF5FBDBD}" type="pres">
      <dgm:prSet presAssocID="{F46E6ED8-0727-4DE6-B61B-13EA02B45EF1}" presName="parTx" presStyleLbl="revTx" presStyleIdx="0" presStyleCnt="4">
        <dgm:presLayoutVars>
          <dgm:chMax val="0"/>
          <dgm:chPref val="0"/>
        </dgm:presLayoutVars>
      </dgm:prSet>
      <dgm:spPr/>
    </dgm:pt>
    <dgm:pt modelId="{046837C1-BA08-4899-95D1-A4AD2DA030A3}" type="pres">
      <dgm:prSet presAssocID="{AB4AC2BA-9ACE-4FFE-852E-1A6CF8A80210}" presName="sibTrans" presStyleCnt="0"/>
      <dgm:spPr/>
    </dgm:pt>
    <dgm:pt modelId="{E9963BEE-C5DE-47DF-8D0A-21D22A440D60}" type="pres">
      <dgm:prSet presAssocID="{ABF0E89D-5CE1-4C4F-8E20-25F6CA88C49B}" presName="compNode" presStyleCnt="0"/>
      <dgm:spPr/>
    </dgm:pt>
    <dgm:pt modelId="{A891B5C1-6C65-4644-83F8-E117AD3EFB5F}" type="pres">
      <dgm:prSet presAssocID="{ABF0E89D-5CE1-4C4F-8E20-25F6CA88C49B}" presName="bgRect" presStyleLbl="bgShp" presStyleIdx="1" presStyleCnt="4"/>
      <dgm:spPr/>
    </dgm:pt>
    <dgm:pt modelId="{9F23D098-61DB-4F30-B006-48EF2E832F7E}" type="pres">
      <dgm:prSet presAssocID="{ABF0E89D-5CE1-4C4F-8E20-25F6CA88C49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8202B26C-2CAE-486E-BF42-E9865D1CE635}" type="pres">
      <dgm:prSet presAssocID="{ABF0E89D-5CE1-4C4F-8E20-25F6CA88C49B}" presName="spaceRect" presStyleCnt="0"/>
      <dgm:spPr/>
    </dgm:pt>
    <dgm:pt modelId="{8319D78F-A3F3-479D-909B-F789048B63B7}" type="pres">
      <dgm:prSet presAssocID="{ABF0E89D-5CE1-4C4F-8E20-25F6CA88C49B}" presName="parTx" presStyleLbl="revTx" presStyleIdx="1" presStyleCnt="4">
        <dgm:presLayoutVars>
          <dgm:chMax val="0"/>
          <dgm:chPref val="0"/>
        </dgm:presLayoutVars>
      </dgm:prSet>
      <dgm:spPr/>
    </dgm:pt>
    <dgm:pt modelId="{21E85CF3-D8CF-4EF5-A6A3-E25B88B46591}" type="pres">
      <dgm:prSet presAssocID="{312240B9-C12C-4180-91F5-C60DDB36B119}" presName="sibTrans" presStyleCnt="0"/>
      <dgm:spPr/>
    </dgm:pt>
    <dgm:pt modelId="{40E51E63-8719-41D6-A91E-97D68A08ED21}" type="pres">
      <dgm:prSet presAssocID="{1B89B144-6109-4BED-82D8-5D925AF362ED}" presName="compNode" presStyleCnt="0"/>
      <dgm:spPr/>
    </dgm:pt>
    <dgm:pt modelId="{220BFCAF-4BEB-48CE-A009-D047316E3B84}" type="pres">
      <dgm:prSet presAssocID="{1B89B144-6109-4BED-82D8-5D925AF362ED}" presName="bgRect" presStyleLbl="bgShp" presStyleIdx="2" presStyleCnt="4"/>
      <dgm:spPr/>
    </dgm:pt>
    <dgm:pt modelId="{72C78D25-2215-44E6-96B1-B8FF51A1D63A}" type="pres">
      <dgm:prSet presAssocID="{1B89B144-6109-4BED-82D8-5D925AF362E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D3F793A-2903-4CCD-8AAC-6A3AA94C5961}" type="pres">
      <dgm:prSet presAssocID="{1B89B144-6109-4BED-82D8-5D925AF362ED}" presName="spaceRect" presStyleCnt="0"/>
      <dgm:spPr/>
    </dgm:pt>
    <dgm:pt modelId="{FD9DC6F7-C654-4092-BB14-33501B13F6EE}" type="pres">
      <dgm:prSet presAssocID="{1B89B144-6109-4BED-82D8-5D925AF362ED}" presName="parTx" presStyleLbl="revTx" presStyleIdx="2" presStyleCnt="4">
        <dgm:presLayoutVars>
          <dgm:chMax val="0"/>
          <dgm:chPref val="0"/>
        </dgm:presLayoutVars>
      </dgm:prSet>
      <dgm:spPr/>
    </dgm:pt>
    <dgm:pt modelId="{8E8CBFFF-C078-483B-AD41-C59E42CB228E}" type="pres">
      <dgm:prSet presAssocID="{8CD4244A-B3F2-4355-831C-8F146F672949}" presName="sibTrans" presStyleCnt="0"/>
      <dgm:spPr/>
    </dgm:pt>
    <dgm:pt modelId="{A572FD6F-B81E-4298-8306-2C0F94E78DAE}" type="pres">
      <dgm:prSet presAssocID="{B4B47A24-4C7B-4D5B-BA87-790065BB89FC}" presName="compNode" presStyleCnt="0"/>
      <dgm:spPr/>
    </dgm:pt>
    <dgm:pt modelId="{D1B69214-6E34-495F-95C2-08833CFB1800}" type="pres">
      <dgm:prSet presAssocID="{B4B47A24-4C7B-4D5B-BA87-790065BB89FC}" presName="bgRect" presStyleLbl="bgShp" presStyleIdx="3" presStyleCnt="4"/>
      <dgm:spPr/>
    </dgm:pt>
    <dgm:pt modelId="{BA9EF87F-6F9A-43DC-B8AD-D1DC9D35A3E8}" type="pres">
      <dgm:prSet presAssocID="{B4B47A24-4C7B-4D5B-BA87-790065BB89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B4BF3C6-2188-4924-9508-2DCD742D0543}" type="pres">
      <dgm:prSet presAssocID="{B4B47A24-4C7B-4D5B-BA87-790065BB89FC}" presName="spaceRect" presStyleCnt="0"/>
      <dgm:spPr/>
    </dgm:pt>
    <dgm:pt modelId="{58F8CE57-66B4-40B2-BCE6-8082FEDF0EDA}" type="pres">
      <dgm:prSet presAssocID="{B4B47A24-4C7B-4D5B-BA87-790065BB89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E4DC223-F414-40F5-A5C0-297BC298822B}" type="presOf" srcId="{2274821C-A5D2-48F2-8ACA-355C6758ABCD}" destId="{9D2BD472-67E1-4D2D-BBA6-DB15374AB69A}" srcOrd="0" destOrd="0" presId="urn:microsoft.com/office/officeart/2018/2/layout/IconVerticalSolidList"/>
    <dgm:cxn modelId="{5C09728C-F4A5-4391-91E5-BC5A6D47E934}" srcId="{2274821C-A5D2-48F2-8ACA-355C6758ABCD}" destId="{ABF0E89D-5CE1-4C4F-8E20-25F6CA88C49B}" srcOrd="1" destOrd="0" parTransId="{08353AFD-887A-482F-952C-E19EEE6B91A0}" sibTransId="{312240B9-C12C-4180-91F5-C60DDB36B119}"/>
    <dgm:cxn modelId="{0B74AC8E-A7EA-4BB1-A728-3349CF60A877}" type="presOf" srcId="{F46E6ED8-0727-4DE6-B61B-13EA02B45EF1}" destId="{B6635D98-2590-41CF-B221-0D9DFF5FBDBD}" srcOrd="0" destOrd="0" presId="urn:microsoft.com/office/officeart/2018/2/layout/IconVerticalSolidList"/>
    <dgm:cxn modelId="{66183BA7-F213-43E6-A798-11CEB681E3F0}" type="presOf" srcId="{B4B47A24-4C7B-4D5B-BA87-790065BB89FC}" destId="{58F8CE57-66B4-40B2-BCE6-8082FEDF0EDA}" srcOrd="0" destOrd="0" presId="urn:microsoft.com/office/officeart/2018/2/layout/IconVerticalSolidList"/>
    <dgm:cxn modelId="{BA7337AC-E473-49A1-B7E7-54C1C4F9FE21}" type="presOf" srcId="{1B89B144-6109-4BED-82D8-5D925AF362ED}" destId="{FD9DC6F7-C654-4092-BB14-33501B13F6EE}" srcOrd="0" destOrd="0" presId="urn:microsoft.com/office/officeart/2018/2/layout/IconVerticalSolidList"/>
    <dgm:cxn modelId="{43AC44CE-A2F3-4DFB-BE1E-D1370773C97B}" srcId="{2274821C-A5D2-48F2-8ACA-355C6758ABCD}" destId="{F46E6ED8-0727-4DE6-B61B-13EA02B45EF1}" srcOrd="0" destOrd="0" parTransId="{3D863DAB-5094-4303-BF6B-89AC4B64CD02}" sibTransId="{AB4AC2BA-9ACE-4FFE-852E-1A6CF8A80210}"/>
    <dgm:cxn modelId="{C82E65D3-7B6B-4494-8AE1-33D78240E714}" srcId="{2274821C-A5D2-48F2-8ACA-355C6758ABCD}" destId="{1B89B144-6109-4BED-82D8-5D925AF362ED}" srcOrd="2" destOrd="0" parTransId="{3DCADB43-FF08-44E9-9403-ACB77DAA6F7D}" sibTransId="{8CD4244A-B3F2-4355-831C-8F146F672949}"/>
    <dgm:cxn modelId="{14FB7CE9-F7A3-4058-9B05-34E0DA219366}" srcId="{2274821C-A5D2-48F2-8ACA-355C6758ABCD}" destId="{B4B47A24-4C7B-4D5B-BA87-790065BB89FC}" srcOrd="3" destOrd="0" parTransId="{726FDE96-4567-4319-9BCB-9C99C9BAD8FE}" sibTransId="{9EA0CB5C-5494-4FB9-9757-E95917AA2E14}"/>
    <dgm:cxn modelId="{735BB7EB-2317-4F1A-9D2F-08C3DE043B65}" type="presOf" srcId="{ABF0E89D-5CE1-4C4F-8E20-25F6CA88C49B}" destId="{8319D78F-A3F3-479D-909B-F789048B63B7}" srcOrd="0" destOrd="0" presId="urn:microsoft.com/office/officeart/2018/2/layout/IconVerticalSolidList"/>
    <dgm:cxn modelId="{D70DC91D-1ADB-464E-B765-6527BEE438AF}" type="presParOf" srcId="{9D2BD472-67E1-4D2D-BBA6-DB15374AB69A}" destId="{611ACF08-762E-4C91-B254-FB322A3ED694}" srcOrd="0" destOrd="0" presId="urn:microsoft.com/office/officeart/2018/2/layout/IconVerticalSolidList"/>
    <dgm:cxn modelId="{749D51F0-7734-4623-815E-415B3A7F7D0C}" type="presParOf" srcId="{611ACF08-762E-4C91-B254-FB322A3ED694}" destId="{AD7B2F66-380E-449D-9C06-1506CDFFF434}" srcOrd="0" destOrd="0" presId="urn:microsoft.com/office/officeart/2018/2/layout/IconVerticalSolidList"/>
    <dgm:cxn modelId="{44FEFB21-5923-4630-812D-626205BB9012}" type="presParOf" srcId="{611ACF08-762E-4C91-B254-FB322A3ED694}" destId="{F1A9A7A8-E205-468A-A446-0EA62CDE056E}" srcOrd="1" destOrd="0" presId="urn:microsoft.com/office/officeart/2018/2/layout/IconVerticalSolidList"/>
    <dgm:cxn modelId="{C09C84F4-73E6-484D-B828-7A0E1DC63BAD}" type="presParOf" srcId="{611ACF08-762E-4C91-B254-FB322A3ED694}" destId="{AAB3DFAC-55AF-43C3-9731-D185A3F02973}" srcOrd="2" destOrd="0" presId="urn:microsoft.com/office/officeart/2018/2/layout/IconVerticalSolidList"/>
    <dgm:cxn modelId="{95E6351C-2BCD-45BC-B37A-2224F675AC4B}" type="presParOf" srcId="{611ACF08-762E-4C91-B254-FB322A3ED694}" destId="{B6635D98-2590-41CF-B221-0D9DFF5FBDBD}" srcOrd="3" destOrd="0" presId="urn:microsoft.com/office/officeart/2018/2/layout/IconVerticalSolidList"/>
    <dgm:cxn modelId="{0D470570-5FFC-425D-9963-8F73EC60778C}" type="presParOf" srcId="{9D2BD472-67E1-4D2D-BBA6-DB15374AB69A}" destId="{046837C1-BA08-4899-95D1-A4AD2DA030A3}" srcOrd="1" destOrd="0" presId="urn:microsoft.com/office/officeart/2018/2/layout/IconVerticalSolidList"/>
    <dgm:cxn modelId="{64536E0F-7E59-4A38-9BEB-12A47141A47C}" type="presParOf" srcId="{9D2BD472-67E1-4D2D-BBA6-DB15374AB69A}" destId="{E9963BEE-C5DE-47DF-8D0A-21D22A440D60}" srcOrd="2" destOrd="0" presId="urn:microsoft.com/office/officeart/2018/2/layout/IconVerticalSolidList"/>
    <dgm:cxn modelId="{5FE4A5A4-E839-41FA-9AF4-0A2F69743080}" type="presParOf" srcId="{E9963BEE-C5DE-47DF-8D0A-21D22A440D60}" destId="{A891B5C1-6C65-4644-83F8-E117AD3EFB5F}" srcOrd="0" destOrd="0" presId="urn:microsoft.com/office/officeart/2018/2/layout/IconVerticalSolidList"/>
    <dgm:cxn modelId="{510D8E24-F439-4966-9AEB-832751F871A9}" type="presParOf" srcId="{E9963BEE-C5DE-47DF-8D0A-21D22A440D60}" destId="{9F23D098-61DB-4F30-B006-48EF2E832F7E}" srcOrd="1" destOrd="0" presId="urn:microsoft.com/office/officeart/2018/2/layout/IconVerticalSolidList"/>
    <dgm:cxn modelId="{E42BFCB0-FFDD-4526-89B2-57909EE91ECE}" type="presParOf" srcId="{E9963BEE-C5DE-47DF-8D0A-21D22A440D60}" destId="{8202B26C-2CAE-486E-BF42-E9865D1CE635}" srcOrd="2" destOrd="0" presId="urn:microsoft.com/office/officeart/2018/2/layout/IconVerticalSolidList"/>
    <dgm:cxn modelId="{3DDD0945-A6CE-4E95-910E-5A0F7023CEDF}" type="presParOf" srcId="{E9963BEE-C5DE-47DF-8D0A-21D22A440D60}" destId="{8319D78F-A3F3-479D-909B-F789048B63B7}" srcOrd="3" destOrd="0" presId="urn:microsoft.com/office/officeart/2018/2/layout/IconVerticalSolidList"/>
    <dgm:cxn modelId="{057D8AB6-FC7A-4B33-8B02-59A362473C83}" type="presParOf" srcId="{9D2BD472-67E1-4D2D-BBA6-DB15374AB69A}" destId="{21E85CF3-D8CF-4EF5-A6A3-E25B88B46591}" srcOrd="3" destOrd="0" presId="urn:microsoft.com/office/officeart/2018/2/layout/IconVerticalSolidList"/>
    <dgm:cxn modelId="{BD9E1F23-74BF-4B23-A187-DE9AB1F55B53}" type="presParOf" srcId="{9D2BD472-67E1-4D2D-BBA6-DB15374AB69A}" destId="{40E51E63-8719-41D6-A91E-97D68A08ED21}" srcOrd="4" destOrd="0" presId="urn:microsoft.com/office/officeart/2018/2/layout/IconVerticalSolidList"/>
    <dgm:cxn modelId="{1020146C-11DE-49EB-A246-0F1EECB18010}" type="presParOf" srcId="{40E51E63-8719-41D6-A91E-97D68A08ED21}" destId="{220BFCAF-4BEB-48CE-A009-D047316E3B84}" srcOrd="0" destOrd="0" presId="urn:microsoft.com/office/officeart/2018/2/layout/IconVerticalSolidList"/>
    <dgm:cxn modelId="{E1C5F0EE-7256-415F-8E19-B9BA6CDD9166}" type="presParOf" srcId="{40E51E63-8719-41D6-A91E-97D68A08ED21}" destId="{72C78D25-2215-44E6-96B1-B8FF51A1D63A}" srcOrd="1" destOrd="0" presId="urn:microsoft.com/office/officeart/2018/2/layout/IconVerticalSolidList"/>
    <dgm:cxn modelId="{B696018C-7DAC-4C4A-9934-CE47DCF88AA4}" type="presParOf" srcId="{40E51E63-8719-41D6-A91E-97D68A08ED21}" destId="{ED3F793A-2903-4CCD-8AAC-6A3AA94C5961}" srcOrd="2" destOrd="0" presId="urn:microsoft.com/office/officeart/2018/2/layout/IconVerticalSolidList"/>
    <dgm:cxn modelId="{2C0372F0-4EA5-4ADB-9326-E64C62CCA12F}" type="presParOf" srcId="{40E51E63-8719-41D6-A91E-97D68A08ED21}" destId="{FD9DC6F7-C654-4092-BB14-33501B13F6EE}" srcOrd="3" destOrd="0" presId="urn:microsoft.com/office/officeart/2018/2/layout/IconVerticalSolidList"/>
    <dgm:cxn modelId="{0E84F0A6-802B-437D-9AED-34C8C10A86EE}" type="presParOf" srcId="{9D2BD472-67E1-4D2D-BBA6-DB15374AB69A}" destId="{8E8CBFFF-C078-483B-AD41-C59E42CB228E}" srcOrd="5" destOrd="0" presId="urn:microsoft.com/office/officeart/2018/2/layout/IconVerticalSolidList"/>
    <dgm:cxn modelId="{796C340B-A020-42BA-9366-83E10EE01CF7}" type="presParOf" srcId="{9D2BD472-67E1-4D2D-BBA6-DB15374AB69A}" destId="{A572FD6F-B81E-4298-8306-2C0F94E78DAE}" srcOrd="6" destOrd="0" presId="urn:microsoft.com/office/officeart/2018/2/layout/IconVerticalSolidList"/>
    <dgm:cxn modelId="{9F0E1A9F-4F54-49B2-B70D-F4C6CDD4171E}" type="presParOf" srcId="{A572FD6F-B81E-4298-8306-2C0F94E78DAE}" destId="{D1B69214-6E34-495F-95C2-08833CFB1800}" srcOrd="0" destOrd="0" presId="urn:microsoft.com/office/officeart/2018/2/layout/IconVerticalSolidList"/>
    <dgm:cxn modelId="{48BE591D-97AD-48BC-8767-42A674ED5008}" type="presParOf" srcId="{A572FD6F-B81E-4298-8306-2C0F94E78DAE}" destId="{BA9EF87F-6F9A-43DC-B8AD-D1DC9D35A3E8}" srcOrd="1" destOrd="0" presId="urn:microsoft.com/office/officeart/2018/2/layout/IconVerticalSolidList"/>
    <dgm:cxn modelId="{6CF2A473-8C98-476B-8552-FF53482110EF}" type="presParOf" srcId="{A572FD6F-B81E-4298-8306-2C0F94E78DAE}" destId="{AB4BF3C6-2188-4924-9508-2DCD742D0543}" srcOrd="2" destOrd="0" presId="urn:microsoft.com/office/officeart/2018/2/layout/IconVerticalSolidList"/>
    <dgm:cxn modelId="{A22ED3A5-7374-48B3-A4C4-FA3AC6708082}" type="presParOf" srcId="{A572FD6F-B81E-4298-8306-2C0F94E78DAE}" destId="{58F8CE57-66B4-40B2-BCE6-8082FEDF0E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04E4520-C2D8-481A-86CB-4AEC26665471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19FEB59-C9C8-4286-AF92-4A0F845DCBA8}">
      <dgm:prSet/>
      <dgm:spPr/>
      <dgm:t>
        <a:bodyPr/>
        <a:lstStyle/>
        <a:p>
          <a:r>
            <a:rPr lang="en-US" b="1" i="0" baseline="0"/>
            <a:t>Power Problems</a:t>
          </a:r>
          <a:endParaRPr lang="en-US"/>
        </a:p>
      </dgm:t>
    </dgm:pt>
    <dgm:pt modelId="{81C87B4D-27FE-47C1-8867-B8BA0EB1436E}" type="parTrans" cxnId="{2CAF3161-DD77-43A5-BD26-2F9D24A3B7EC}">
      <dgm:prSet/>
      <dgm:spPr/>
      <dgm:t>
        <a:bodyPr/>
        <a:lstStyle/>
        <a:p>
          <a:endParaRPr lang="en-US"/>
        </a:p>
      </dgm:t>
    </dgm:pt>
    <dgm:pt modelId="{D413B8A6-73D8-4C87-A169-82DED8E3D0EC}" type="sibTrans" cxnId="{2CAF3161-DD77-43A5-BD26-2F9D24A3B7EC}">
      <dgm:prSet/>
      <dgm:spPr/>
      <dgm:t>
        <a:bodyPr/>
        <a:lstStyle/>
        <a:p>
          <a:endParaRPr lang="en-US"/>
        </a:p>
      </dgm:t>
    </dgm:pt>
    <dgm:pt modelId="{45E2B964-CD42-47C5-91C8-184B30493E8C}">
      <dgm:prSet/>
      <dgm:spPr/>
      <dgm:t>
        <a:bodyPr/>
        <a:lstStyle/>
        <a:p>
          <a:r>
            <a:rPr lang="en-US" b="1" i="0" baseline="0"/>
            <a:t>No power</a:t>
          </a:r>
          <a:endParaRPr lang="en-US"/>
        </a:p>
      </dgm:t>
    </dgm:pt>
    <dgm:pt modelId="{A8BC325B-632D-4686-AA23-E8BBA9E42261}" type="parTrans" cxnId="{194C505E-F725-43DD-A93D-EE747B863800}">
      <dgm:prSet/>
      <dgm:spPr/>
      <dgm:t>
        <a:bodyPr/>
        <a:lstStyle/>
        <a:p>
          <a:endParaRPr lang="en-US"/>
        </a:p>
      </dgm:t>
    </dgm:pt>
    <dgm:pt modelId="{63C37C79-2FBC-45D4-A032-A2384D2A9DA5}" type="sibTrans" cxnId="{194C505E-F725-43DD-A93D-EE747B863800}">
      <dgm:prSet/>
      <dgm:spPr/>
      <dgm:t>
        <a:bodyPr/>
        <a:lstStyle/>
        <a:p>
          <a:endParaRPr lang="en-US"/>
        </a:p>
      </dgm:t>
    </dgm:pt>
    <dgm:pt modelId="{9DC22F72-C7B8-42BE-A60D-5C4195FE0AA0}">
      <dgm:prSet/>
      <dgm:spPr/>
      <dgm:t>
        <a:bodyPr/>
        <a:lstStyle/>
        <a:p>
          <a:r>
            <a:rPr lang="en-US" b="1" i="0" baseline="0"/>
            <a:t>Random shutdown</a:t>
          </a:r>
          <a:endParaRPr lang="en-US"/>
        </a:p>
      </dgm:t>
    </dgm:pt>
    <dgm:pt modelId="{0C557D67-4DBB-4C73-AEF8-21DA974A4FCD}" type="parTrans" cxnId="{B2C5DB4A-3FB4-471B-971B-5BEED81264F5}">
      <dgm:prSet/>
      <dgm:spPr/>
      <dgm:t>
        <a:bodyPr/>
        <a:lstStyle/>
        <a:p>
          <a:endParaRPr lang="en-US"/>
        </a:p>
      </dgm:t>
    </dgm:pt>
    <dgm:pt modelId="{0A27FA96-F191-49A4-B955-75AB53C4ECD5}" type="sibTrans" cxnId="{B2C5DB4A-3FB4-471B-971B-5BEED81264F5}">
      <dgm:prSet/>
      <dgm:spPr/>
      <dgm:t>
        <a:bodyPr/>
        <a:lstStyle/>
        <a:p>
          <a:endParaRPr lang="en-US"/>
        </a:p>
      </dgm:t>
    </dgm:pt>
    <dgm:pt modelId="{0D82AAD8-2095-49DF-8CD8-B8997F339840}">
      <dgm:prSet/>
      <dgm:spPr/>
      <dgm:t>
        <a:bodyPr/>
        <a:lstStyle/>
        <a:p>
          <a:r>
            <a:rPr lang="en-US" b="1" i="0" baseline="0"/>
            <a:t>PSU issues</a:t>
          </a:r>
          <a:endParaRPr lang="en-US"/>
        </a:p>
      </dgm:t>
    </dgm:pt>
    <dgm:pt modelId="{B7E79364-1D41-4045-B118-0E11BE1F90BF}" type="parTrans" cxnId="{5129EFED-FF2D-4A80-B5B3-F0730B5104EC}">
      <dgm:prSet/>
      <dgm:spPr/>
      <dgm:t>
        <a:bodyPr/>
        <a:lstStyle/>
        <a:p>
          <a:endParaRPr lang="en-US"/>
        </a:p>
      </dgm:t>
    </dgm:pt>
    <dgm:pt modelId="{7F60B4E9-5E2A-4FA2-BE71-F75C316D86AD}" type="sibTrans" cxnId="{5129EFED-FF2D-4A80-B5B3-F0730B5104EC}">
      <dgm:prSet/>
      <dgm:spPr/>
      <dgm:t>
        <a:bodyPr/>
        <a:lstStyle/>
        <a:p>
          <a:endParaRPr lang="en-US"/>
        </a:p>
      </dgm:t>
    </dgm:pt>
    <dgm:pt modelId="{2B4AFBFA-1F7E-4C72-AC3D-2A1C02CA491A}">
      <dgm:prSet/>
      <dgm:spPr/>
      <dgm:t>
        <a:bodyPr/>
        <a:lstStyle/>
        <a:p>
          <a:r>
            <a:rPr lang="en-US" b="1" i="0" baseline="0"/>
            <a:t>Loose connections</a:t>
          </a:r>
          <a:endParaRPr lang="en-US"/>
        </a:p>
      </dgm:t>
    </dgm:pt>
    <dgm:pt modelId="{9A8C86E6-21EC-4812-925A-3AC89836D6AC}" type="parTrans" cxnId="{FA8C41BB-D46A-4906-BA6C-043B32439395}">
      <dgm:prSet/>
      <dgm:spPr/>
      <dgm:t>
        <a:bodyPr/>
        <a:lstStyle/>
        <a:p>
          <a:endParaRPr lang="en-US"/>
        </a:p>
      </dgm:t>
    </dgm:pt>
    <dgm:pt modelId="{2663660F-7C3C-42AB-AEAA-037F636315AC}" type="sibTrans" cxnId="{FA8C41BB-D46A-4906-BA6C-043B32439395}">
      <dgm:prSet/>
      <dgm:spPr/>
      <dgm:t>
        <a:bodyPr/>
        <a:lstStyle/>
        <a:p>
          <a:endParaRPr lang="en-US"/>
        </a:p>
      </dgm:t>
    </dgm:pt>
    <dgm:pt modelId="{398BD8B8-E1FC-43DB-9F42-B2046C3D2AF9}">
      <dgm:prSet/>
      <dgm:spPr/>
      <dgm:t>
        <a:bodyPr/>
        <a:lstStyle/>
        <a:p>
          <a:r>
            <a:rPr lang="en-US" b="1" i="0" baseline="0"/>
            <a:t>POST Problems</a:t>
          </a:r>
          <a:endParaRPr lang="en-US"/>
        </a:p>
      </dgm:t>
    </dgm:pt>
    <dgm:pt modelId="{3F1EA942-D3B3-4907-AF59-BE728F51CDD5}" type="parTrans" cxnId="{40191C1B-EC7C-4F13-BE74-FED340923B97}">
      <dgm:prSet/>
      <dgm:spPr/>
      <dgm:t>
        <a:bodyPr/>
        <a:lstStyle/>
        <a:p>
          <a:endParaRPr lang="en-US"/>
        </a:p>
      </dgm:t>
    </dgm:pt>
    <dgm:pt modelId="{907FBA01-B508-4D37-86ED-88C05D93EEBF}" type="sibTrans" cxnId="{40191C1B-EC7C-4F13-BE74-FED340923B97}">
      <dgm:prSet/>
      <dgm:spPr/>
      <dgm:t>
        <a:bodyPr/>
        <a:lstStyle/>
        <a:p>
          <a:endParaRPr lang="en-US"/>
        </a:p>
      </dgm:t>
    </dgm:pt>
    <dgm:pt modelId="{0FB77157-1D2B-447E-BE1F-71EFECDA3F03}">
      <dgm:prSet/>
      <dgm:spPr/>
      <dgm:t>
        <a:bodyPr/>
        <a:lstStyle/>
        <a:p>
          <a:r>
            <a:rPr lang="en-US" b="1" i="0" baseline="0"/>
            <a:t>Beep codes</a:t>
          </a:r>
          <a:endParaRPr lang="en-US"/>
        </a:p>
      </dgm:t>
    </dgm:pt>
    <dgm:pt modelId="{C4B25C76-C064-4A68-AF69-C1DC44DD8778}" type="parTrans" cxnId="{69EFFDF5-6CCB-48DB-8BAE-AFC921FE4DA9}">
      <dgm:prSet/>
      <dgm:spPr/>
      <dgm:t>
        <a:bodyPr/>
        <a:lstStyle/>
        <a:p>
          <a:endParaRPr lang="en-US"/>
        </a:p>
      </dgm:t>
    </dgm:pt>
    <dgm:pt modelId="{CACA2FF9-1855-4E26-AA72-BF6E00D67EA7}" type="sibTrans" cxnId="{69EFFDF5-6CCB-48DB-8BAE-AFC921FE4DA9}">
      <dgm:prSet/>
      <dgm:spPr/>
      <dgm:t>
        <a:bodyPr/>
        <a:lstStyle/>
        <a:p>
          <a:endParaRPr lang="en-US"/>
        </a:p>
      </dgm:t>
    </dgm:pt>
    <dgm:pt modelId="{8D9D05CA-0041-4E0C-8480-C8C6E8A7D41F}">
      <dgm:prSet/>
      <dgm:spPr/>
      <dgm:t>
        <a:bodyPr/>
        <a:lstStyle/>
        <a:p>
          <a:r>
            <a:rPr lang="en-US" b="1" i="0" baseline="0"/>
            <a:t>No display during startup</a:t>
          </a:r>
          <a:endParaRPr lang="en-US"/>
        </a:p>
      </dgm:t>
    </dgm:pt>
    <dgm:pt modelId="{8B050087-CFB0-48C8-B3C2-708126832030}" type="parTrans" cxnId="{EB194BF7-6F6B-45CD-9C6C-DC57CF2E3C25}">
      <dgm:prSet/>
      <dgm:spPr/>
      <dgm:t>
        <a:bodyPr/>
        <a:lstStyle/>
        <a:p>
          <a:endParaRPr lang="en-US"/>
        </a:p>
      </dgm:t>
    </dgm:pt>
    <dgm:pt modelId="{BC4868B8-E89B-4B4D-8D50-D9D0BB2C27BC}" type="sibTrans" cxnId="{EB194BF7-6F6B-45CD-9C6C-DC57CF2E3C25}">
      <dgm:prSet/>
      <dgm:spPr/>
      <dgm:t>
        <a:bodyPr/>
        <a:lstStyle/>
        <a:p>
          <a:endParaRPr lang="en-US"/>
        </a:p>
      </dgm:t>
    </dgm:pt>
    <dgm:pt modelId="{31B6B52F-DBD5-43C7-B3C6-3D66760B61C2}">
      <dgm:prSet/>
      <dgm:spPr/>
      <dgm:t>
        <a:bodyPr/>
        <a:lstStyle/>
        <a:p>
          <a:r>
            <a:rPr lang="en-US" b="1" i="0" baseline="0"/>
            <a:t>RAM, CPU, or motherboard issues</a:t>
          </a:r>
          <a:endParaRPr lang="en-US"/>
        </a:p>
      </dgm:t>
    </dgm:pt>
    <dgm:pt modelId="{E68BAEB8-2B8F-43D4-85B6-299738C484C0}" type="parTrans" cxnId="{C24DE328-8B95-46C7-B113-E1477955C8A5}">
      <dgm:prSet/>
      <dgm:spPr/>
      <dgm:t>
        <a:bodyPr/>
        <a:lstStyle/>
        <a:p>
          <a:endParaRPr lang="en-US"/>
        </a:p>
      </dgm:t>
    </dgm:pt>
    <dgm:pt modelId="{524D57E5-37FB-4258-B217-2150CA5EB812}" type="sibTrans" cxnId="{C24DE328-8B95-46C7-B113-E1477955C8A5}">
      <dgm:prSet/>
      <dgm:spPr/>
      <dgm:t>
        <a:bodyPr/>
        <a:lstStyle/>
        <a:p>
          <a:endParaRPr lang="en-US"/>
        </a:p>
      </dgm:t>
    </dgm:pt>
    <dgm:pt modelId="{5504C188-DC8D-411D-8B5D-86C15B3B197B}">
      <dgm:prSet/>
      <dgm:spPr/>
      <dgm:t>
        <a:bodyPr/>
        <a:lstStyle/>
        <a:p>
          <a:r>
            <a:rPr lang="en-US" b="1" i="0" baseline="0"/>
            <a:t>Display Problems</a:t>
          </a:r>
          <a:endParaRPr lang="en-US"/>
        </a:p>
      </dgm:t>
    </dgm:pt>
    <dgm:pt modelId="{077D328D-BCB5-4B6A-8606-D2BB0F0ED3DE}" type="parTrans" cxnId="{09299C01-97E7-4EC2-85B4-7977B13F47A6}">
      <dgm:prSet/>
      <dgm:spPr/>
      <dgm:t>
        <a:bodyPr/>
        <a:lstStyle/>
        <a:p>
          <a:endParaRPr lang="en-US"/>
        </a:p>
      </dgm:t>
    </dgm:pt>
    <dgm:pt modelId="{76BEB656-DB26-4260-9AE5-75404064CD5B}" type="sibTrans" cxnId="{09299C01-97E7-4EC2-85B4-7977B13F47A6}">
      <dgm:prSet/>
      <dgm:spPr/>
      <dgm:t>
        <a:bodyPr/>
        <a:lstStyle/>
        <a:p>
          <a:endParaRPr lang="en-US"/>
        </a:p>
      </dgm:t>
    </dgm:pt>
    <dgm:pt modelId="{C7E691A2-B23B-4933-8702-3EDD0BF5ECFA}">
      <dgm:prSet/>
      <dgm:spPr/>
      <dgm:t>
        <a:bodyPr/>
        <a:lstStyle/>
        <a:p>
          <a:r>
            <a:rPr lang="en-US" b="1" i="0" baseline="0"/>
            <a:t>No signal</a:t>
          </a:r>
          <a:endParaRPr lang="en-US"/>
        </a:p>
      </dgm:t>
    </dgm:pt>
    <dgm:pt modelId="{5E0591D6-4FFB-439F-8400-491B3A49608B}" type="parTrans" cxnId="{1044B53F-B7DE-4BC0-95E8-8EDD696CC157}">
      <dgm:prSet/>
      <dgm:spPr/>
      <dgm:t>
        <a:bodyPr/>
        <a:lstStyle/>
        <a:p>
          <a:endParaRPr lang="en-US"/>
        </a:p>
      </dgm:t>
    </dgm:pt>
    <dgm:pt modelId="{B36095E1-F84B-4A35-B311-2FB830C56F6C}" type="sibTrans" cxnId="{1044B53F-B7DE-4BC0-95E8-8EDD696CC157}">
      <dgm:prSet/>
      <dgm:spPr/>
      <dgm:t>
        <a:bodyPr/>
        <a:lstStyle/>
        <a:p>
          <a:endParaRPr lang="en-US"/>
        </a:p>
      </dgm:t>
    </dgm:pt>
    <dgm:pt modelId="{C9583D2A-C70F-4A6D-B320-0F1902A8AC8A}">
      <dgm:prSet/>
      <dgm:spPr/>
      <dgm:t>
        <a:bodyPr/>
        <a:lstStyle/>
        <a:p>
          <a:r>
            <a:rPr lang="en-US" b="1" i="0" baseline="0"/>
            <a:t>Wrong input</a:t>
          </a:r>
          <a:endParaRPr lang="en-US"/>
        </a:p>
      </dgm:t>
    </dgm:pt>
    <dgm:pt modelId="{82EDCDAA-989F-4DC2-A9D9-F68EE407054B}" type="parTrans" cxnId="{760C9FC3-FFA7-48DB-A423-36F74C1D4903}">
      <dgm:prSet/>
      <dgm:spPr/>
      <dgm:t>
        <a:bodyPr/>
        <a:lstStyle/>
        <a:p>
          <a:endParaRPr lang="en-US"/>
        </a:p>
      </dgm:t>
    </dgm:pt>
    <dgm:pt modelId="{91BFEA44-99E6-48B9-A577-8EBA569C162F}" type="sibTrans" cxnId="{760C9FC3-FFA7-48DB-A423-36F74C1D4903}">
      <dgm:prSet/>
      <dgm:spPr/>
      <dgm:t>
        <a:bodyPr/>
        <a:lstStyle/>
        <a:p>
          <a:endParaRPr lang="en-US"/>
        </a:p>
      </dgm:t>
    </dgm:pt>
    <dgm:pt modelId="{6A4F2E2B-70C3-40EB-8484-16AD11154301}">
      <dgm:prSet/>
      <dgm:spPr/>
      <dgm:t>
        <a:bodyPr/>
        <a:lstStyle/>
        <a:p>
          <a:r>
            <a:rPr lang="en-US" b="1" i="0" baseline="0"/>
            <a:t>Cable failure</a:t>
          </a:r>
          <a:endParaRPr lang="en-US"/>
        </a:p>
      </dgm:t>
    </dgm:pt>
    <dgm:pt modelId="{E915BDBB-3D50-44DD-ACCF-F168E9C30976}" type="parTrans" cxnId="{854433C4-4633-4CCE-AB59-2FC1091AF519}">
      <dgm:prSet/>
      <dgm:spPr/>
      <dgm:t>
        <a:bodyPr/>
        <a:lstStyle/>
        <a:p>
          <a:endParaRPr lang="en-US"/>
        </a:p>
      </dgm:t>
    </dgm:pt>
    <dgm:pt modelId="{950681C4-A103-48CF-A19D-6DEA7BBAD755}" type="sibTrans" cxnId="{854433C4-4633-4CCE-AB59-2FC1091AF519}">
      <dgm:prSet/>
      <dgm:spPr/>
      <dgm:t>
        <a:bodyPr/>
        <a:lstStyle/>
        <a:p>
          <a:endParaRPr lang="en-US"/>
        </a:p>
      </dgm:t>
    </dgm:pt>
    <dgm:pt modelId="{F5C1BBD6-A5D3-4765-9EF8-54A1418650CF}">
      <dgm:prSet/>
      <dgm:spPr/>
      <dgm:t>
        <a:bodyPr/>
        <a:lstStyle/>
        <a:p>
          <a:r>
            <a:rPr lang="en-US" b="1" i="0" baseline="0"/>
            <a:t>GPU or driver problem</a:t>
          </a:r>
          <a:endParaRPr lang="en-US"/>
        </a:p>
      </dgm:t>
    </dgm:pt>
    <dgm:pt modelId="{49BE1C4B-890B-43B8-A933-7884E6261B12}" type="parTrans" cxnId="{46E1BDA5-6523-4DD8-824B-B1E52F201358}">
      <dgm:prSet/>
      <dgm:spPr/>
      <dgm:t>
        <a:bodyPr/>
        <a:lstStyle/>
        <a:p>
          <a:endParaRPr lang="en-US"/>
        </a:p>
      </dgm:t>
    </dgm:pt>
    <dgm:pt modelId="{52EFF0F2-7E82-4E52-902F-0D084B3F4EDE}" type="sibTrans" cxnId="{46E1BDA5-6523-4DD8-824B-B1E52F201358}">
      <dgm:prSet/>
      <dgm:spPr/>
      <dgm:t>
        <a:bodyPr/>
        <a:lstStyle/>
        <a:p>
          <a:endParaRPr lang="en-US"/>
        </a:p>
      </dgm:t>
    </dgm:pt>
    <dgm:pt modelId="{43D669C2-1A43-422D-8C44-EF8CDC7E698B}">
      <dgm:prSet/>
      <dgm:spPr/>
      <dgm:t>
        <a:bodyPr/>
        <a:lstStyle/>
        <a:p>
          <a:r>
            <a:rPr lang="en-US" b="1" i="0" baseline="0"/>
            <a:t>Overheating</a:t>
          </a:r>
          <a:endParaRPr lang="en-US"/>
        </a:p>
      </dgm:t>
    </dgm:pt>
    <dgm:pt modelId="{9FEC1217-91A2-41EB-9F34-46B0F5513B81}" type="parTrans" cxnId="{15C5CC0B-1CAE-41C7-B62A-D781DC3D994F}">
      <dgm:prSet/>
      <dgm:spPr/>
      <dgm:t>
        <a:bodyPr/>
        <a:lstStyle/>
        <a:p>
          <a:endParaRPr lang="en-US"/>
        </a:p>
      </dgm:t>
    </dgm:pt>
    <dgm:pt modelId="{BFA682F9-A92F-4F06-86C2-F030E949CCCE}" type="sibTrans" cxnId="{15C5CC0B-1CAE-41C7-B62A-D781DC3D994F}">
      <dgm:prSet/>
      <dgm:spPr/>
      <dgm:t>
        <a:bodyPr/>
        <a:lstStyle/>
        <a:p>
          <a:endParaRPr lang="en-US"/>
        </a:p>
      </dgm:t>
    </dgm:pt>
    <dgm:pt modelId="{2B46FB70-8093-4925-8199-A7F63D301ADD}">
      <dgm:prSet/>
      <dgm:spPr/>
      <dgm:t>
        <a:bodyPr/>
        <a:lstStyle/>
        <a:p>
          <a:r>
            <a:rPr lang="en-US" b="1" i="0" baseline="0"/>
            <a:t>High temperature</a:t>
          </a:r>
          <a:endParaRPr lang="en-US"/>
        </a:p>
      </dgm:t>
    </dgm:pt>
    <dgm:pt modelId="{3E4A27E1-95D4-4F41-9DDA-6E47FB153A85}" type="parTrans" cxnId="{AF4FEC48-363D-4A47-8684-3643ACF3DBEC}">
      <dgm:prSet/>
      <dgm:spPr/>
      <dgm:t>
        <a:bodyPr/>
        <a:lstStyle/>
        <a:p>
          <a:endParaRPr lang="en-US"/>
        </a:p>
      </dgm:t>
    </dgm:pt>
    <dgm:pt modelId="{A60CC8C4-0E5E-4500-83B0-7615C922A60B}" type="sibTrans" cxnId="{AF4FEC48-363D-4A47-8684-3643ACF3DBEC}">
      <dgm:prSet/>
      <dgm:spPr/>
      <dgm:t>
        <a:bodyPr/>
        <a:lstStyle/>
        <a:p>
          <a:endParaRPr lang="en-US"/>
        </a:p>
      </dgm:t>
    </dgm:pt>
    <dgm:pt modelId="{644EC37F-ECE3-4998-AFF0-023D90238269}">
      <dgm:prSet/>
      <dgm:spPr/>
      <dgm:t>
        <a:bodyPr/>
        <a:lstStyle/>
        <a:p>
          <a:r>
            <a:rPr lang="en-US" b="1" i="0" baseline="0"/>
            <a:t>Fan failure</a:t>
          </a:r>
          <a:endParaRPr lang="en-US"/>
        </a:p>
      </dgm:t>
    </dgm:pt>
    <dgm:pt modelId="{27FFE626-42CA-4A66-9712-365B80517BDA}" type="parTrans" cxnId="{3FCFBDE7-87D1-45D4-A4A0-93C7263A08D4}">
      <dgm:prSet/>
      <dgm:spPr/>
      <dgm:t>
        <a:bodyPr/>
        <a:lstStyle/>
        <a:p>
          <a:endParaRPr lang="en-US"/>
        </a:p>
      </dgm:t>
    </dgm:pt>
    <dgm:pt modelId="{CDAF4C1B-2A76-4D67-9214-046250C4ECEC}" type="sibTrans" cxnId="{3FCFBDE7-87D1-45D4-A4A0-93C7263A08D4}">
      <dgm:prSet/>
      <dgm:spPr/>
      <dgm:t>
        <a:bodyPr/>
        <a:lstStyle/>
        <a:p>
          <a:endParaRPr lang="en-US"/>
        </a:p>
      </dgm:t>
    </dgm:pt>
    <dgm:pt modelId="{BF14C528-DFE3-4FF8-9199-CE83B2FA0F42}">
      <dgm:prSet/>
      <dgm:spPr/>
      <dgm:t>
        <a:bodyPr/>
        <a:lstStyle/>
        <a:p>
          <a:r>
            <a:rPr lang="en-US" b="1" i="0" baseline="0"/>
            <a:t>Dust buildup</a:t>
          </a:r>
          <a:endParaRPr lang="en-US"/>
        </a:p>
      </dgm:t>
    </dgm:pt>
    <dgm:pt modelId="{204D93E9-F5DC-402F-8281-C06EA771C88F}" type="parTrans" cxnId="{0248AB17-C32D-46F5-8997-33403B0BC431}">
      <dgm:prSet/>
      <dgm:spPr/>
      <dgm:t>
        <a:bodyPr/>
        <a:lstStyle/>
        <a:p>
          <a:endParaRPr lang="en-US"/>
        </a:p>
      </dgm:t>
    </dgm:pt>
    <dgm:pt modelId="{CF63737B-06CB-4D59-A6E9-E25DA7CF6548}" type="sibTrans" cxnId="{0248AB17-C32D-46F5-8997-33403B0BC431}">
      <dgm:prSet/>
      <dgm:spPr/>
      <dgm:t>
        <a:bodyPr/>
        <a:lstStyle/>
        <a:p>
          <a:endParaRPr lang="en-US"/>
        </a:p>
      </dgm:t>
    </dgm:pt>
    <dgm:pt modelId="{7A57B350-7183-4E60-B6D1-2248D0A0DD22}">
      <dgm:prSet/>
      <dgm:spPr/>
      <dgm:t>
        <a:bodyPr/>
        <a:lstStyle/>
        <a:p>
          <a:r>
            <a:rPr lang="en-US" b="1" i="0" baseline="0"/>
            <a:t>Poor airflow</a:t>
          </a:r>
          <a:endParaRPr lang="en-US"/>
        </a:p>
      </dgm:t>
    </dgm:pt>
    <dgm:pt modelId="{901F3EE6-1EA9-4B66-ADBF-D2484E58C679}" type="parTrans" cxnId="{C01978BE-C53B-4E31-99DD-32AA5FC14DCE}">
      <dgm:prSet/>
      <dgm:spPr/>
      <dgm:t>
        <a:bodyPr/>
        <a:lstStyle/>
        <a:p>
          <a:endParaRPr lang="en-US"/>
        </a:p>
      </dgm:t>
    </dgm:pt>
    <dgm:pt modelId="{909ED88A-B976-42C5-B4B8-039F0AE3FFFB}" type="sibTrans" cxnId="{C01978BE-C53B-4E31-99DD-32AA5FC14DCE}">
      <dgm:prSet/>
      <dgm:spPr/>
      <dgm:t>
        <a:bodyPr/>
        <a:lstStyle/>
        <a:p>
          <a:endParaRPr lang="en-US"/>
        </a:p>
      </dgm:t>
    </dgm:pt>
    <dgm:pt modelId="{D67340AB-4657-4FC8-A234-2E695AB1D279}">
      <dgm:prSet/>
      <dgm:spPr/>
      <dgm:t>
        <a:bodyPr/>
        <a:lstStyle/>
        <a:p>
          <a:r>
            <a:rPr lang="en-US" b="1" i="0" baseline="0"/>
            <a:t>Thermal paste issues</a:t>
          </a:r>
          <a:endParaRPr lang="en-US"/>
        </a:p>
      </dgm:t>
    </dgm:pt>
    <dgm:pt modelId="{5C148D26-9FC5-4992-BC67-9D45572D73FF}" type="parTrans" cxnId="{3FD3DA51-C37C-4953-9201-3F5A79E4F2B2}">
      <dgm:prSet/>
      <dgm:spPr/>
      <dgm:t>
        <a:bodyPr/>
        <a:lstStyle/>
        <a:p>
          <a:endParaRPr lang="en-US"/>
        </a:p>
      </dgm:t>
    </dgm:pt>
    <dgm:pt modelId="{A0CA30BF-DDA3-4831-AB36-FC4DED2F95EF}" type="sibTrans" cxnId="{3FD3DA51-C37C-4953-9201-3F5A79E4F2B2}">
      <dgm:prSet/>
      <dgm:spPr/>
      <dgm:t>
        <a:bodyPr/>
        <a:lstStyle/>
        <a:p>
          <a:endParaRPr lang="en-US"/>
        </a:p>
      </dgm:t>
    </dgm:pt>
    <dgm:pt modelId="{F7D7DDDC-7139-4859-9B2B-9AF722E7873B}" type="pres">
      <dgm:prSet presAssocID="{504E4520-C2D8-481A-86CB-4AEC26665471}" presName="diagram" presStyleCnt="0">
        <dgm:presLayoutVars>
          <dgm:dir/>
          <dgm:resizeHandles val="exact"/>
        </dgm:presLayoutVars>
      </dgm:prSet>
      <dgm:spPr/>
    </dgm:pt>
    <dgm:pt modelId="{69099E4B-EFD8-4440-B841-2ECC14D24CE5}" type="pres">
      <dgm:prSet presAssocID="{519FEB59-C9C8-4286-AF92-4A0F845DCBA8}" presName="node" presStyleLbl="node1" presStyleIdx="0" presStyleCnt="20">
        <dgm:presLayoutVars>
          <dgm:bulletEnabled val="1"/>
        </dgm:presLayoutVars>
      </dgm:prSet>
      <dgm:spPr/>
    </dgm:pt>
    <dgm:pt modelId="{0E241FBD-67E0-42B4-BB89-3C083BE69F33}" type="pres">
      <dgm:prSet presAssocID="{D413B8A6-73D8-4C87-A169-82DED8E3D0EC}" presName="sibTrans" presStyleCnt="0"/>
      <dgm:spPr/>
    </dgm:pt>
    <dgm:pt modelId="{9A36406E-25AB-4386-B804-43D7EE80A5BA}" type="pres">
      <dgm:prSet presAssocID="{45E2B964-CD42-47C5-91C8-184B30493E8C}" presName="node" presStyleLbl="node1" presStyleIdx="1" presStyleCnt="20">
        <dgm:presLayoutVars>
          <dgm:bulletEnabled val="1"/>
        </dgm:presLayoutVars>
      </dgm:prSet>
      <dgm:spPr/>
    </dgm:pt>
    <dgm:pt modelId="{1608AF2A-3570-4DAF-B7DC-ADDB864C8DC2}" type="pres">
      <dgm:prSet presAssocID="{63C37C79-2FBC-45D4-A032-A2384D2A9DA5}" presName="sibTrans" presStyleCnt="0"/>
      <dgm:spPr/>
    </dgm:pt>
    <dgm:pt modelId="{25FD22E7-ECB5-42D5-BE9C-A8E32AB107C6}" type="pres">
      <dgm:prSet presAssocID="{9DC22F72-C7B8-42BE-A60D-5C4195FE0AA0}" presName="node" presStyleLbl="node1" presStyleIdx="2" presStyleCnt="20">
        <dgm:presLayoutVars>
          <dgm:bulletEnabled val="1"/>
        </dgm:presLayoutVars>
      </dgm:prSet>
      <dgm:spPr/>
    </dgm:pt>
    <dgm:pt modelId="{1961581B-A3EA-44FA-9029-C1BC1284D348}" type="pres">
      <dgm:prSet presAssocID="{0A27FA96-F191-49A4-B955-75AB53C4ECD5}" presName="sibTrans" presStyleCnt="0"/>
      <dgm:spPr/>
    </dgm:pt>
    <dgm:pt modelId="{9918632E-CA44-4FA3-8367-9135BBFF388D}" type="pres">
      <dgm:prSet presAssocID="{0D82AAD8-2095-49DF-8CD8-B8997F339840}" presName="node" presStyleLbl="node1" presStyleIdx="3" presStyleCnt="20">
        <dgm:presLayoutVars>
          <dgm:bulletEnabled val="1"/>
        </dgm:presLayoutVars>
      </dgm:prSet>
      <dgm:spPr/>
    </dgm:pt>
    <dgm:pt modelId="{AA08E921-6759-4A15-8E3D-B9B959E2B9AA}" type="pres">
      <dgm:prSet presAssocID="{7F60B4E9-5E2A-4FA2-BE71-F75C316D86AD}" presName="sibTrans" presStyleCnt="0"/>
      <dgm:spPr/>
    </dgm:pt>
    <dgm:pt modelId="{2E9DD795-0C5D-4652-8EA6-D0AD411DB2F5}" type="pres">
      <dgm:prSet presAssocID="{2B4AFBFA-1F7E-4C72-AC3D-2A1C02CA491A}" presName="node" presStyleLbl="node1" presStyleIdx="4" presStyleCnt="20">
        <dgm:presLayoutVars>
          <dgm:bulletEnabled val="1"/>
        </dgm:presLayoutVars>
      </dgm:prSet>
      <dgm:spPr/>
    </dgm:pt>
    <dgm:pt modelId="{E162E3AA-3185-45C9-840F-970229C4E87F}" type="pres">
      <dgm:prSet presAssocID="{2663660F-7C3C-42AB-AEAA-037F636315AC}" presName="sibTrans" presStyleCnt="0"/>
      <dgm:spPr/>
    </dgm:pt>
    <dgm:pt modelId="{B504BA7F-5A19-4A67-B540-471D0C6F69E1}" type="pres">
      <dgm:prSet presAssocID="{398BD8B8-E1FC-43DB-9F42-B2046C3D2AF9}" presName="node" presStyleLbl="node1" presStyleIdx="5" presStyleCnt="20">
        <dgm:presLayoutVars>
          <dgm:bulletEnabled val="1"/>
        </dgm:presLayoutVars>
      </dgm:prSet>
      <dgm:spPr/>
    </dgm:pt>
    <dgm:pt modelId="{BA9C2820-92CB-4479-B3BD-A5F7F66449C5}" type="pres">
      <dgm:prSet presAssocID="{907FBA01-B508-4D37-86ED-88C05D93EEBF}" presName="sibTrans" presStyleCnt="0"/>
      <dgm:spPr/>
    </dgm:pt>
    <dgm:pt modelId="{1A219FA7-186E-4633-8CCE-D0FD42010F87}" type="pres">
      <dgm:prSet presAssocID="{0FB77157-1D2B-447E-BE1F-71EFECDA3F03}" presName="node" presStyleLbl="node1" presStyleIdx="6" presStyleCnt="20">
        <dgm:presLayoutVars>
          <dgm:bulletEnabled val="1"/>
        </dgm:presLayoutVars>
      </dgm:prSet>
      <dgm:spPr/>
    </dgm:pt>
    <dgm:pt modelId="{F6300C9A-C34C-4E92-8D60-34FF44CDCFF3}" type="pres">
      <dgm:prSet presAssocID="{CACA2FF9-1855-4E26-AA72-BF6E00D67EA7}" presName="sibTrans" presStyleCnt="0"/>
      <dgm:spPr/>
    </dgm:pt>
    <dgm:pt modelId="{1E2B00E7-DB29-48A7-A0DF-3C074E607145}" type="pres">
      <dgm:prSet presAssocID="{8D9D05CA-0041-4E0C-8480-C8C6E8A7D41F}" presName="node" presStyleLbl="node1" presStyleIdx="7" presStyleCnt="20">
        <dgm:presLayoutVars>
          <dgm:bulletEnabled val="1"/>
        </dgm:presLayoutVars>
      </dgm:prSet>
      <dgm:spPr/>
    </dgm:pt>
    <dgm:pt modelId="{342C4218-C2E4-476C-A125-B0F8247F375E}" type="pres">
      <dgm:prSet presAssocID="{BC4868B8-E89B-4B4D-8D50-D9D0BB2C27BC}" presName="sibTrans" presStyleCnt="0"/>
      <dgm:spPr/>
    </dgm:pt>
    <dgm:pt modelId="{A383B73D-9A0F-4E5D-A654-8F930247816A}" type="pres">
      <dgm:prSet presAssocID="{31B6B52F-DBD5-43C7-B3C6-3D66760B61C2}" presName="node" presStyleLbl="node1" presStyleIdx="8" presStyleCnt="20">
        <dgm:presLayoutVars>
          <dgm:bulletEnabled val="1"/>
        </dgm:presLayoutVars>
      </dgm:prSet>
      <dgm:spPr/>
    </dgm:pt>
    <dgm:pt modelId="{73F38EBE-289A-4667-9FD1-6EBCF59BE629}" type="pres">
      <dgm:prSet presAssocID="{524D57E5-37FB-4258-B217-2150CA5EB812}" presName="sibTrans" presStyleCnt="0"/>
      <dgm:spPr/>
    </dgm:pt>
    <dgm:pt modelId="{D72D2D39-6474-41F8-BEC4-0FA1CDBB8D3A}" type="pres">
      <dgm:prSet presAssocID="{5504C188-DC8D-411D-8B5D-86C15B3B197B}" presName="node" presStyleLbl="node1" presStyleIdx="9" presStyleCnt="20">
        <dgm:presLayoutVars>
          <dgm:bulletEnabled val="1"/>
        </dgm:presLayoutVars>
      </dgm:prSet>
      <dgm:spPr/>
    </dgm:pt>
    <dgm:pt modelId="{14BAF7A4-4519-433A-BDE0-C81A86CA1549}" type="pres">
      <dgm:prSet presAssocID="{76BEB656-DB26-4260-9AE5-75404064CD5B}" presName="sibTrans" presStyleCnt="0"/>
      <dgm:spPr/>
    </dgm:pt>
    <dgm:pt modelId="{7E860DB2-C94E-4761-BDF5-065BDF1782E0}" type="pres">
      <dgm:prSet presAssocID="{C7E691A2-B23B-4933-8702-3EDD0BF5ECFA}" presName="node" presStyleLbl="node1" presStyleIdx="10" presStyleCnt="20">
        <dgm:presLayoutVars>
          <dgm:bulletEnabled val="1"/>
        </dgm:presLayoutVars>
      </dgm:prSet>
      <dgm:spPr/>
    </dgm:pt>
    <dgm:pt modelId="{84A3DDC9-020E-4270-8688-6EA81651AC5C}" type="pres">
      <dgm:prSet presAssocID="{B36095E1-F84B-4A35-B311-2FB830C56F6C}" presName="sibTrans" presStyleCnt="0"/>
      <dgm:spPr/>
    </dgm:pt>
    <dgm:pt modelId="{11D6327A-86F9-4E65-A70C-E9BC7C5B6A90}" type="pres">
      <dgm:prSet presAssocID="{C9583D2A-C70F-4A6D-B320-0F1902A8AC8A}" presName="node" presStyleLbl="node1" presStyleIdx="11" presStyleCnt="20">
        <dgm:presLayoutVars>
          <dgm:bulletEnabled val="1"/>
        </dgm:presLayoutVars>
      </dgm:prSet>
      <dgm:spPr/>
    </dgm:pt>
    <dgm:pt modelId="{7BB32EF6-1863-4E6C-BAC8-03D9213D9744}" type="pres">
      <dgm:prSet presAssocID="{91BFEA44-99E6-48B9-A577-8EBA569C162F}" presName="sibTrans" presStyleCnt="0"/>
      <dgm:spPr/>
    </dgm:pt>
    <dgm:pt modelId="{FBAC6F33-AD1E-4443-8D28-6ACA0410122D}" type="pres">
      <dgm:prSet presAssocID="{6A4F2E2B-70C3-40EB-8484-16AD11154301}" presName="node" presStyleLbl="node1" presStyleIdx="12" presStyleCnt="20">
        <dgm:presLayoutVars>
          <dgm:bulletEnabled val="1"/>
        </dgm:presLayoutVars>
      </dgm:prSet>
      <dgm:spPr/>
    </dgm:pt>
    <dgm:pt modelId="{66D553A5-3C3F-4664-B743-383B35D640F7}" type="pres">
      <dgm:prSet presAssocID="{950681C4-A103-48CF-A19D-6DEA7BBAD755}" presName="sibTrans" presStyleCnt="0"/>
      <dgm:spPr/>
    </dgm:pt>
    <dgm:pt modelId="{B7E87B3E-F1A5-4526-9F09-5BCC6874BEC1}" type="pres">
      <dgm:prSet presAssocID="{F5C1BBD6-A5D3-4765-9EF8-54A1418650CF}" presName="node" presStyleLbl="node1" presStyleIdx="13" presStyleCnt="20">
        <dgm:presLayoutVars>
          <dgm:bulletEnabled val="1"/>
        </dgm:presLayoutVars>
      </dgm:prSet>
      <dgm:spPr/>
    </dgm:pt>
    <dgm:pt modelId="{D1AC46D4-EB0F-4750-900E-9C79536ED8A9}" type="pres">
      <dgm:prSet presAssocID="{52EFF0F2-7E82-4E52-902F-0D084B3F4EDE}" presName="sibTrans" presStyleCnt="0"/>
      <dgm:spPr/>
    </dgm:pt>
    <dgm:pt modelId="{4B478F7A-F73B-49B4-9F98-806876CB2EB9}" type="pres">
      <dgm:prSet presAssocID="{43D669C2-1A43-422D-8C44-EF8CDC7E698B}" presName="node" presStyleLbl="node1" presStyleIdx="14" presStyleCnt="20">
        <dgm:presLayoutVars>
          <dgm:bulletEnabled val="1"/>
        </dgm:presLayoutVars>
      </dgm:prSet>
      <dgm:spPr/>
    </dgm:pt>
    <dgm:pt modelId="{4D2B9740-B217-41AA-9AFA-8B9CB9133C02}" type="pres">
      <dgm:prSet presAssocID="{BFA682F9-A92F-4F06-86C2-F030E949CCCE}" presName="sibTrans" presStyleCnt="0"/>
      <dgm:spPr/>
    </dgm:pt>
    <dgm:pt modelId="{9CAA4CB5-6A49-4573-B010-73F2B59CB14A}" type="pres">
      <dgm:prSet presAssocID="{2B46FB70-8093-4925-8199-A7F63D301ADD}" presName="node" presStyleLbl="node1" presStyleIdx="15" presStyleCnt="20">
        <dgm:presLayoutVars>
          <dgm:bulletEnabled val="1"/>
        </dgm:presLayoutVars>
      </dgm:prSet>
      <dgm:spPr/>
    </dgm:pt>
    <dgm:pt modelId="{B65DA13A-3084-49A2-BCC5-ACBF48048799}" type="pres">
      <dgm:prSet presAssocID="{A60CC8C4-0E5E-4500-83B0-7615C922A60B}" presName="sibTrans" presStyleCnt="0"/>
      <dgm:spPr/>
    </dgm:pt>
    <dgm:pt modelId="{D695861A-8AD2-4B1A-8EC0-2DED3E86961E}" type="pres">
      <dgm:prSet presAssocID="{644EC37F-ECE3-4998-AFF0-023D90238269}" presName="node" presStyleLbl="node1" presStyleIdx="16" presStyleCnt="20">
        <dgm:presLayoutVars>
          <dgm:bulletEnabled val="1"/>
        </dgm:presLayoutVars>
      </dgm:prSet>
      <dgm:spPr/>
    </dgm:pt>
    <dgm:pt modelId="{99F07C56-5CB7-4686-A606-A6C7EDE3BF79}" type="pres">
      <dgm:prSet presAssocID="{CDAF4C1B-2A76-4D67-9214-046250C4ECEC}" presName="sibTrans" presStyleCnt="0"/>
      <dgm:spPr/>
    </dgm:pt>
    <dgm:pt modelId="{22089FBD-98F3-4E06-BE88-A7BDCB5C33FC}" type="pres">
      <dgm:prSet presAssocID="{BF14C528-DFE3-4FF8-9199-CE83B2FA0F42}" presName="node" presStyleLbl="node1" presStyleIdx="17" presStyleCnt="20">
        <dgm:presLayoutVars>
          <dgm:bulletEnabled val="1"/>
        </dgm:presLayoutVars>
      </dgm:prSet>
      <dgm:spPr/>
    </dgm:pt>
    <dgm:pt modelId="{246A46ED-C3D1-48D9-96E2-4F029D9ABB0D}" type="pres">
      <dgm:prSet presAssocID="{CF63737B-06CB-4D59-A6E9-E25DA7CF6548}" presName="sibTrans" presStyleCnt="0"/>
      <dgm:spPr/>
    </dgm:pt>
    <dgm:pt modelId="{C1E0BF8A-4253-4145-9966-FFF3CDF7F4AB}" type="pres">
      <dgm:prSet presAssocID="{7A57B350-7183-4E60-B6D1-2248D0A0DD22}" presName="node" presStyleLbl="node1" presStyleIdx="18" presStyleCnt="20">
        <dgm:presLayoutVars>
          <dgm:bulletEnabled val="1"/>
        </dgm:presLayoutVars>
      </dgm:prSet>
      <dgm:spPr/>
    </dgm:pt>
    <dgm:pt modelId="{B96AC0F2-C44F-4181-AED6-B5775D28F11E}" type="pres">
      <dgm:prSet presAssocID="{909ED88A-B976-42C5-B4B8-039F0AE3FFFB}" presName="sibTrans" presStyleCnt="0"/>
      <dgm:spPr/>
    </dgm:pt>
    <dgm:pt modelId="{E00F059F-4343-4D02-996A-285A691F949F}" type="pres">
      <dgm:prSet presAssocID="{D67340AB-4657-4FC8-A234-2E695AB1D279}" presName="node" presStyleLbl="node1" presStyleIdx="19" presStyleCnt="20">
        <dgm:presLayoutVars>
          <dgm:bulletEnabled val="1"/>
        </dgm:presLayoutVars>
      </dgm:prSet>
      <dgm:spPr/>
    </dgm:pt>
  </dgm:ptLst>
  <dgm:cxnLst>
    <dgm:cxn modelId="{09299C01-97E7-4EC2-85B4-7977B13F47A6}" srcId="{504E4520-C2D8-481A-86CB-4AEC26665471}" destId="{5504C188-DC8D-411D-8B5D-86C15B3B197B}" srcOrd="9" destOrd="0" parTransId="{077D328D-BCB5-4B6A-8606-D2BB0F0ED3DE}" sibTransId="{76BEB656-DB26-4260-9AE5-75404064CD5B}"/>
    <dgm:cxn modelId="{15C5CC0B-1CAE-41C7-B62A-D781DC3D994F}" srcId="{504E4520-C2D8-481A-86CB-4AEC26665471}" destId="{43D669C2-1A43-422D-8C44-EF8CDC7E698B}" srcOrd="14" destOrd="0" parTransId="{9FEC1217-91A2-41EB-9F34-46B0F5513B81}" sibTransId="{BFA682F9-A92F-4F06-86C2-F030E949CCCE}"/>
    <dgm:cxn modelId="{35B50E10-07F3-48AC-BAAC-F49D7F597BF6}" type="presOf" srcId="{0FB77157-1D2B-447E-BE1F-71EFECDA3F03}" destId="{1A219FA7-186E-4633-8CCE-D0FD42010F87}" srcOrd="0" destOrd="0" presId="urn:microsoft.com/office/officeart/2005/8/layout/default"/>
    <dgm:cxn modelId="{17B83915-1390-477A-BFF2-C3CE06C4E323}" type="presOf" srcId="{43D669C2-1A43-422D-8C44-EF8CDC7E698B}" destId="{4B478F7A-F73B-49B4-9F98-806876CB2EB9}" srcOrd="0" destOrd="0" presId="urn:microsoft.com/office/officeart/2005/8/layout/default"/>
    <dgm:cxn modelId="{0248AB17-C32D-46F5-8997-33403B0BC431}" srcId="{504E4520-C2D8-481A-86CB-4AEC26665471}" destId="{BF14C528-DFE3-4FF8-9199-CE83B2FA0F42}" srcOrd="17" destOrd="0" parTransId="{204D93E9-F5DC-402F-8281-C06EA771C88F}" sibTransId="{CF63737B-06CB-4D59-A6E9-E25DA7CF6548}"/>
    <dgm:cxn modelId="{40191C1B-EC7C-4F13-BE74-FED340923B97}" srcId="{504E4520-C2D8-481A-86CB-4AEC26665471}" destId="{398BD8B8-E1FC-43DB-9F42-B2046C3D2AF9}" srcOrd="5" destOrd="0" parTransId="{3F1EA942-D3B3-4907-AF59-BE728F51CDD5}" sibTransId="{907FBA01-B508-4D37-86ED-88C05D93EEBF}"/>
    <dgm:cxn modelId="{9B8DC81B-089C-48DE-89CE-A2CDF5C38490}" type="presOf" srcId="{7A57B350-7183-4E60-B6D1-2248D0A0DD22}" destId="{C1E0BF8A-4253-4145-9966-FFF3CDF7F4AB}" srcOrd="0" destOrd="0" presId="urn:microsoft.com/office/officeart/2005/8/layout/default"/>
    <dgm:cxn modelId="{C24DE328-8B95-46C7-B113-E1477955C8A5}" srcId="{504E4520-C2D8-481A-86CB-4AEC26665471}" destId="{31B6B52F-DBD5-43C7-B3C6-3D66760B61C2}" srcOrd="8" destOrd="0" parTransId="{E68BAEB8-2B8F-43D4-85B6-299738C484C0}" sibTransId="{524D57E5-37FB-4258-B217-2150CA5EB812}"/>
    <dgm:cxn modelId="{8C53BA29-A412-42F2-B041-CD5FCDE76944}" type="presOf" srcId="{D67340AB-4657-4FC8-A234-2E695AB1D279}" destId="{E00F059F-4343-4D02-996A-285A691F949F}" srcOrd="0" destOrd="0" presId="urn:microsoft.com/office/officeart/2005/8/layout/default"/>
    <dgm:cxn modelId="{FDC7BD29-99ED-4517-9FC6-2E7D3DD04E48}" type="presOf" srcId="{BF14C528-DFE3-4FF8-9199-CE83B2FA0F42}" destId="{22089FBD-98F3-4E06-BE88-A7BDCB5C33FC}" srcOrd="0" destOrd="0" presId="urn:microsoft.com/office/officeart/2005/8/layout/default"/>
    <dgm:cxn modelId="{EE9F9C2E-DFBF-4EE4-872F-53CD636DE9B9}" type="presOf" srcId="{504E4520-C2D8-481A-86CB-4AEC26665471}" destId="{F7D7DDDC-7139-4859-9B2B-9AF722E7873B}" srcOrd="0" destOrd="0" presId="urn:microsoft.com/office/officeart/2005/8/layout/default"/>
    <dgm:cxn modelId="{FC3C1133-B723-4A13-8801-FF2EEB75B6D5}" type="presOf" srcId="{2B4AFBFA-1F7E-4C72-AC3D-2A1C02CA491A}" destId="{2E9DD795-0C5D-4652-8EA6-D0AD411DB2F5}" srcOrd="0" destOrd="0" presId="urn:microsoft.com/office/officeart/2005/8/layout/default"/>
    <dgm:cxn modelId="{1044B53F-B7DE-4BC0-95E8-8EDD696CC157}" srcId="{504E4520-C2D8-481A-86CB-4AEC26665471}" destId="{C7E691A2-B23B-4933-8702-3EDD0BF5ECFA}" srcOrd="10" destOrd="0" parTransId="{5E0591D6-4FFB-439F-8400-491B3A49608B}" sibTransId="{B36095E1-F84B-4A35-B311-2FB830C56F6C}"/>
    <dgm:cxn modelId="{C708D240-47D3-49B0-B537-B04317D6F3AA}" type="presOf" srcId="{6A4F2E2B-70C3-40EB-8484-16AD11154301}" destId="{FBAC6F33-AD1E-4443-8D28-6ACA0410122D}" srcOrd="0" destOrd="0" presId="urn:microsoft.com/office/officeart/2005/8/layout/default"/>
    <dgm:cxn modelId="{194C505E-F725-43DD-A93D-EE747B863800}" srcId="{504E4520-C2D8-481A-86CB-4AEC26665471}" destId="{45E2B964-CD42-47C5-91C8-184B30493E8C}" srcOrd="1" destOrd="0" parTransId="{A8BC325B-632D-4686-AA23-E8BBA9E42261}" sibTransId="{63C37C79-2FBC-45D4-A032-A2384D2A9DA5}"/>
    <dgm:cxn modelId="{2CAF3161-DD77-43A5-BD26-2F9D24A3B7EC}" srcId="{504E4520-C2D8-481A-86CB-4AEC26665471}" destId="{519FEB59-C9C8-4286-AF92-4A0F845DCBA8}" srcOrd="0" destOrd="0" parTransId="{81C87B4D-27FE-47C1-8867-B8BA0EB1436E}" sibTransId="{D413B8A6-73D8-4C87-A169-82DED8E3D0EC}"/>
    <dgm:cxn modelId="{AF4FEC48-363D-4A47-8684-3643ACF3DBEC}" srcId="{504E4520-C2D8-481A-86CB-4AEC26665471}" destId="{2B46FB70-8093-4925-8199-A7F63D301ADD}" srcOrd="15" destOrd="0" parTransId="{3E4A27E1-95D4-4F41-9DDA-6E47FB153A85}" sibTransId="{A60CC8C4-0E5E-4500-83B0-7615C922A60B}"/>
    <dgm:cxn modelId="{B2C5DB4A-3FB4-471B-971B-5BEED81264F5}" srcId="{504E4520-C2D8-481A-86CB-4AEC26665471}" destId="{9DC22F72-C7B8-42BE-A60D-5C4195FE0AA0}" srcOrd="2" destOrd="0" parTransId="{0C557D67-4DBB-4C73-AEF8-21DA974A4FCD}" sibTransId="{0A27FA96-F191-49A4-B955-75AB53C4ECD5}"/>
    <dgm:cxn modelId="{FBA0DE6D-ECA0-4745-AEA9-0545AEED96E0}" type="presOf" srcId="{31B6B52F-DBD5-43C7-B3C6-3D66760B61C2}" destId="{A383B73D-9A0F-4E5D-A654-8F930247816A}" srcOrd="0" destOrd="0" presId="urn:microsoft.com/office/officeart/2005/8/layout/default"/>
    <dgm:cxn modelId="{F7D0DA50-8162-4244-AA8D-4F0F7B323B6F}" type="presOf" srcId="{398BD8B8-E1FC-43DB-9F42-B2046C3D2AF9}" destId="{B504BA7F-5A19-4A67-B540-471D0C6F69E1}" srcOrd="0" destOrd="0" presId="urn:microsoft.com/office/officeart/2005/8/layout/default"/>
    <dgm:cxn modelId="{3FD3DA51-C37C-4953-9201-3F5A79E4F2B2}" srcId="{504E4520-C2D8-481A-86CB-4AEC26665471}" destId="{D67340AB-4657-4FC8-A234-2E695AB1D279}" srcOrd="19" destOrd="0" parTransId="{5C148D26-9FC5-4992-BC67-9D45572D73FF}" sibTransId="{A0CA30BF-DDA3-4831-AB36-FC4DED2F95EF}"/>
    <dgm:cxn modelId="{F8078853-BBE8-4091-9238-10F30D74BCD3}" type="presOf" srcId="{C9583D2A-C70F-4A6D-B320-0F1902A8AC8A}" destId="{11D6327A-86F9-4E65-A70C-E9BC7C5B6A90}" srcOrd="0" destOrd="0" presId="urn:microsoft.com/office/officeart/2005/8/layout/default"/>
    <dgm:cxn modelId="{31C08374-0F31-4D33-B7B4-6F742BBA8888}" type="presOf" srcId="{0D82AAD8-2095-49DF-8CD8-B8997F339840}" destId="{9918632E-CA44-4FA3-8367-9135BBFF388D}" srcOrd="0" destOrd="0" presId="urn:microsoft.com/office/officeart/2005/8/layout/default"/>
    <dgm:cxn modelId="{E059817C-7211-4972-ABD5-D084C1CE1A62}" type="presOf" srcId="{45E2B964-CD42-47C5-91C8-184B30493E8C}" destId="{9A36406E-25AB-4386-B804-43D7EE80A5BA}" srcOrd="0" destOrd="0" presId="urn:microsoft.com/office/officeart/2005/8/layout/default"/>
    <dgm:cxn modelId="{AA1E9F81-6086-4BAF-AA5F-BD92449A7C17}" type="presOf" srcId="{8D9D05CA-0041-4E0C-8480-C8C6E8A7D41F}" destId="{1E2B00E7-DB29-48A7-A0DF-3C074E607145}" srcOrd="0" destOrd="0" presId="urn:microsoft.com/office/officeart/2005/8/layout/default"/>
    <dgm:cxn modelId="{2A9E8995-D54D-434C-B7FE-B9886F92C70A}" type="presOf" srcId="{644EC37F-ECE3-4998-AFF0-023D90238269}" destId="{D695861A-8AD2-4B1A-8EC0-2DED3E86961E}" srcOrd="0" destOrd="0" presId="urn:microsoft.com/office/officeart/2005/8/layout/default"/>
    <dgm:cxn modelId="{DB72F396-7786-4063-B99E-A99902ABAB63}" type="presOf" srcId="{C7E691A2-B23B-4933-8702-3EDD0BF5ECFA}" destId="{7E860DB2-C94E-4761-BDF5-065BDF1782E0}" srcOrd="0" destOrd="0" presId="urn:microsoft.com/office/officeart/2005/8/layout/default"/>
    <dgm:cxn modelId="{031E289B-656F-43E9-8DB8-13DB8546A42C}" type="presOf" srcId="{2B46FB70-8093-4925-8199-A7F63D301ADD}" destId="{9CAA4CB5-6A49-4573-B010-73F2B59CB14A}" srcOrd="0" destOrd="0" presId="urn:microsoft.com/office/officeart/2005/8/layout/default"/>
    <dgm:cxn modelId="{46E1BDA5-6523-4DD8-824B-B1E52F201358}" srcId="{504E4520-C2D8-481A-86CB-4AEC26665471}" destId="{F5C1BBD6-A5D3-4765-9EF8-54A1418650CF}" srcOrd="13" destOrd="0" parTransId="{49BE1C4B-890B-43B8-A933-7884E6261B12}" sibTransId="{52EFF0F2-7E82-4E52-902F-0D084B3F4EDE}"/>
    <dgm:cxn modelId="{68AA4CB3-B528-470E-A561-5D58F18CAD21}" type="presOf" srcId="{519FEB59-C9C8-4286-AF92-4A0F845DCBA8}" destId="{69099E4B-EFD8-4440-B841-2ECC14D24CE5}" srcOrd="0" destOrd="0" presId="urn:microsoft.com/office/officeart/2005/8/layout/default"/>
    <dgm:cxn modelId="{FA8C41BB-D46A-4906-BA6C-043B32439395}" srcId="{504E4520-C2D8-481A-86CB-4AEC26665471}" destId="{2B4AFBFA-1F7E-4C72-AC3D-2A1C02CA491A}" srcOrd="4" destOrd="0" parTransId="{9A8C86E6-21EC-4812-925A-3AC89836D6AC}" sibTransId="{2663660F-7C3C-42AB-AEAA-037F636315AC}"/>
    <dgm:cxn modelId="{C01978BE-C53B-4E31-99DD-32AA5FC14DCE}" srcId="{504E4520-C2D8-481A-86CB-4AEC26665471}" destId="{7A57B350-7183-4E60-B6D1-2248D0A0DD22}" srcOrd="18" destOrd="0" parTransId="{901F3EE6-1EA9-4B66-ADBF-D2484E58C679}" sibTransId="{909ED88A-B976-42C5-B4B8-039F0AE3FFFB}"/>
    <dgm:cxn modelId="{9AAF33C3-8826-49CB-8401-607500413AD4}" type="presOf" srcId="{9DC22F72-C7B8-42BE-A60D-5C4195FE0AA0}" destId="{25FD22E7-ECB5-42D5-BE9C-A8E32AB107C6}" srcOrd="0" destOrd="0" presId="urn:microsoft.com/office/officeart/2005/8/layout/default"/>
    <dgm:cxn modelId="{760C9FC3-FFA7-48DB-A423-36F74C1D4903}" srcId="{504E4520-C2D8-481A-86CB-4AEC26665471}" destId="{C9583D2A-C70F-4A6D-B320-0F1902A8AC8A}" srcOrd="11" destOrd="0" parTransId="{82EDCDAA-989F-4DC2-A9D9-F68EE407054B}" sibTransId="{91BFEA44-99E6-48B9-A577-8EBA569C162F}"/>
    <dgm:cxn modelId="{854433C4-4633-4CCE-AB59-2FC1091AF519}" srcId="{504E4520-C2D8-481A-86CB-4AEC26665471}" destId="{6A4F2E2B-70C3-40EB-8484-16AD11154301}" srcOrd="12" destOrd="0" parTransId="{E915BDBB-3D50-44DD-ACCF-F168E9C30976}" sibTransId="{950681C4-A103-48CF-A19D-6DEA7BBAD755}"/>
    <dgm:cxn modelId="{3FCFBDE7-87D1-45D4-A4A0-93C7263A08D4}" srcId="{504E4520-C2D8-481A-86CB-4AEC26665471}" destId="{644EC37F-ECE3-4998-AFF0-023D90238269}" srcOrd="16" destOrd="0" parTransId="{27FFE626-42CA-4A66-9712-365B80517BDA}" sibTransId="{CDAF4C1B-2A76-4D67-9214-046250C4ECEC}"/>
    <dgm:cxn modelId="{5129EFED-FF2D-4A80-B5B3-F0730B5104EC}" srcId="{504E4520-C2D8-481A-86CB-4AEC26665471}" destId="{0D82AAD8-2095-49DF-8CD8-B8997F339840}" srcOrd="3" destOrd="0" parTransId="{B7E79364-1D41-4045-B118-0E11BE1F90BF}" sibTransId="{7F60B4E9-5E2A-4FA2-BE71-F75C316D86AD}"/>
    <dgm:cxn modelId="{691BB9F5-B74A-4752-A976-1CABD65144EC}" type="presOf" srcId="{5504C188-DC8D-411D-8B5D-86C15B3B197B}" destId="{D72D2D39-6474-41F8-BEC4-0FA1CDBB8D3A}" srcOrd="0" destOrd="0" presId="urn:microsoft.com/office/officeart/2005/8/layout/default"/>
    <dgm:cxn modelId="{69EFFDF5-6CCB-48DB-8BAE-AFC921FE4DA9}" srcId="{504E4520-C2D8-481A-86CB-4AEC26665471}" destId="{0FB77157-1D2B-447E-BE1F-71EFECDA3F03}" srcOrd="6" destOrd="0" parTransId="{C4B25C76-C064-4A68-AF69-C1DC44DD8778}" sibTransId="{CACA2FF9-1855-4E26-AA72-BF6E00D67EA7}"/>
    <dgm:cxn modelId="{EB194BF7-6F6B-45CD-9C6C-DC57CF2E3C25}" srcId="{504E4520-C2D8-481A-86CB-4AEC26665471}" destId="{8D9D05CA-0041-4E0C-8480-C8C6E8A7D41F}" srcOrd="7" destOrd="0" parTransId="{8B050087-CFB0-48C8-B3C2-708126832030}" sibTransId="{BC4868B8-E89B-4B4D-8D50-D9D0BB2C27BC}"/>
    <dgm:cxn modelId="{AFB805F9-725D-4881-906B-FEDDCEEA71C5}" type="presOf" srcId="{F5C1BBD6-A5D3-4765-9EF8-54A1418650CF}" destId="{B7E87B3E-F1A5-4526-9F09-5BCC6874BEC1}" srcOrd="0" destOrd="0" presId="urn:microsoft.com/office/officeart/2005/8/layout/default"/>
    <dgm:cxn modelId="{42934C63-BE1F-44E8-9ED1-68ADA9D1FC62}" type="presParOf" srcId="{F7D7DDDC-7139-4859-9B2B-9AF722E7873B}" destId="{69099E4B-EFD8-4440-B841-2ECC14D24CE5}" srcOrd="0" destOrd="0" presId="urn:microsoft.com/office/officeart/2005/8/layout/default"/>
    <dgm:cxn modelId="{D3936420-9B0C-4AC3-BAFD-6119EC1D6617}" type="presParOf" srcId="{F7D7DDDC-7139-4859-9B2B-9AF722E7873B}" destId="{0E241FBD-67E0-42B4-BB89-3C083BE69F33}" srcOrd="1" destOrd="0" presId="urn:microsoft.com/office/officeart/2005/8/layout/default"/>
    <dgm:cxn modelId="{E4302A82-62D8-4AF6-92CE-3835A804EFF1}" type="presParOf" srcId="{F7D7DDDC-7139-4859-9B2B-9AF722E7873B}" destId="{9A36406E-25AB-4386-B804-43D7EE80A5BA}" srcOrd="2" destOrd="0" presId="urn:microsoft.com/office/officeart/2005/8/layout/default"/>
    <dgm:cxn modelId="{0299994D-440B-4646-920E-E71719190E71}" type="presParOf" srcId="{F7D7DDDC-7139-4859-9B2B-9AF722E7873B}" destId="{1608AF2A-3570-4DAF-B7DC-ADDB864C8DC2}" srcOrd="3" destOrd="0" presId="urn:microsoft.com/office/officeart/2005/8/layout/default"/>
    <dgm:cxn modelId="{4374B52B-D481-419D-A9F3-9373DAD6D2C4}" type="presParOf" srcId="{F7D7DDDC-7139-4859-9B2B-9AF722E7873B}" destId="{25FD22E7-ECB5-42D5-BE9C-A8E32AB107C6}" srcOrd="4" destOrd="0" presId="urn:microsoft.com/office/officeart/2005/8/layout/default"/>
    <dgm:cxn modelId="{7C5609E4-AD25-4E18-8668-B9C6F5814C5F}" type="presParOf" srcId="{F7D7DDDC-7139-4859-9B2B-9AF722E7873B}" destId="{1961581B-A3EA-44FA-9029-C1BC1284D348}" srcOrd="5" destOrd="0" presId="urn:microsoft.com/office/officeart/2005/8/layout/default"/>
    <dgm:cxn modelId="{889EA729-E71E-4289-8729-D5EE1D56E50C}" type="presParOf" srcId="{F7D7DDDC-7139-4859-9B2B-9AF722E7873B}" destId="{9918632E-CA44-4FA3-8367-9135BBFF388D}" srcOrd="6" destOrd="0" presId="urn:microsoft.com/office/officeart/2005/8/layout/default"/>
    <dgm:cxn modelId="{0B3A53C0-3BBB-4088-BEB5-AF7DA775DDD7}" type="presParOf" srcId="{F7D7DDDC-7139-4859-9B2B-9AF722E7873B}" destId="{AA08E921-6759-4A15-8E3D-B9B959E2B9AA}" srcOrd="7" destOrd="0" presId="urn:microsoft.com/office/officeart/2005/8/layout/default"/>
    <dgm:cxn modelId="{320A892B-ED71-4361-ABA2-E401B80DE318}" type="presParOf" srcId="{F7D7DDDC-7139-4859-9B2B-9AF722E7873B}" destId="{2E9DD795-0C5D-4652-8EA6-D0AD411DB2F5}" srcOrd="8" destOrd="0" presId="urn:microsoft.com/office/officeart/2005/8/layout/default"/>
    <dgm:cxn modelId="{774D818D-07E2-49E6-887E-2C60646EE5C3}" type="presParOf" srcId="{F7D7DDDC-7139-4859-9B2B-9AF722E7873B}" destId="{E162E3AA-3185-45C9-840F-970229C4E87F}" srcOrd="9" destOrd="0" presId="urn:microsoft.com/office/officeart/2005/8/layout/default"/>
    <dgm:cxn modelId="{B63285B6-C6CA-4318-8B87-D762201E6F45}" type="presParOf" srcId="{F7D7DDDC-7139-4859-9B2B-9AF722E7873B}" destId="{B504BA7F-5A19-4A67-B540-471D0C6F69E1}" srcOrd="10" destOrd="0" presId="urn:microsoft.com/office/officeart/2005/8/layout/default"/>
    <dgm:cxn modelId="{339DBF36-CC50-40AB-A49A-34CB603EF999}" type="presParOf" srcId="{F7D7DDDC-7139-4859-9B2B-9AF722E7873B}" destId="{BA9C2820-92CB-4479-B3BD-A5F7F66449C5}" srcOrd="11" destOrd="0" presId="urn:microsoft.com/office/officeart/2005/8/layout/default"/>
    <dgm:cxn modelId="{645487E6-09CC-4CE6-A900-DA06296FCE59}" type="presParOf" srcId="{F7D7DDDC-7139-4859-9B2B-9AF722E7873B}" destId="{1A219FA7-186E-4633-8CCE-D0FD42010F87}" srcOrd="12" destOrd="0" presId="urn:microsoft.com/office/officeart/2005/8/layout/default"/>
    <dgm:cxn modelId="{A71B2823-39FF-42AF-9F32-E257C38BE4D4}" type="presParOf" srcId="{F7D7DDDC-7139-4859-9B2B-9AF722E7873B}" destId="{F6300C9A-C34C-4E92-8D60-34FF44CDCFF3}" srcOrd="13" destOrd="0" presId="urn:microsoft.com/office/officeart/2005/8/layout/default"/>
    <dgm:cxn modelId="{45D0E961-FA26-4C3A-BCBF-AC9C0B881592}" type="presParOf" srcId="{F7D7DDDC-7139-4859-9B2B-9AF722E7873B}" destId="{1E2B00E7-DB29-48A7-A0DF-3C074E607145}" srcOrd="14" destOrd="0" presId="urn:microsoft.com/office/officeart/2005/8/layout/default"/>
    <dgm:cxn modelId="{F3871F3F-061F-4427-8388-A3097371C24B}" type="presParOf" srcId="{F7D7DDDC-7139-4859-9B2B-9AF722E7873B}" destId="{342C4218-C2E4-476C-A125-B0F8247F375E}" srcOrd="15" destOrd="0" presId="urn:microsoft.com/office/officeart/2005/8/layout/default"/>
    <dgm:cxn modelId="{BB646EED-F3DC-4F6A-9F77-675E8C38F89A}" type="presParOf" srcId="{F7D7DDDC-7139-4859-9B2B-9AF722E7873B}" destId="{A383B73D-9A0F-4E5D-A654-8F930247816A}" srcOrd="16" destOrd="0" presId="urn:microsoft.com/office/officeart/2005/8/layout/default"/>
    <dgm:cxn modelId="{7AAE179A-B816-4FD6-9784-F8D0B9D1FC75}" type="presParOf" srcId="{F7D7DDDC-7139-4859-9B2B-9AF722E7873B}" destId="{73F38EBE-289A-4667-9FD1-6EBCF59BE629}" srcOrd="17" destOrd="0" presId="urn:microsoft.com/office/officeart/2005/8/layout/default"/>
    <dgm:cxn modelId="{72543572-5EA0-4502-A2B8-1D69CB59586E}" type="presParOf" srcId="{F7D7DDDC-7139-4859-9B2B-9AF722E7873B}" destId="{D72D2D39-6474-41F8-BEC4-0FA1CDBB8D3A}" srcOrd="18" destOrd="0" presId="urn:microsoft.com/office/officeart/2005/8/layout/default"/>
    <dgm:cxn modelId="{F79CCFE9-94DF-46BE-9016-BEDA050C23EE}" type="presParOf" srcId="{F7D7DDDC-7139-4859-9B2B-9AF722E7873B}" destId="{14BAF7A4-4519-433A-BDE0-C81A86CA1549}" srcOrd="19" destOrd="0" presId="urn:microsoft.com/office/officeart/2005/8/layout/default"/>
    <dgm:cxn modelId="{B8089A95-96AD-47D4-B6E2-66E773D9BB56}" type="presParOf" srcId="{F7D7DDDC-7139-4859-9B2B-9AF722E7873B}" destId="{7E860DB2-C94E-4761-BDF5-065BDF1782E0}" srcOrd="20" destOrd="0" presId="urn:microsoft.com/office/officeart/2005/8/layout/default"/>
    <dgm:cxn modelId="{3FEDC1EF-A28E-45E6-AC37-5CC9474E4999}" type="presParOf" srcId="{F7D7DDDC-7139-4859-9B2B-9AF722E7873B}" destId="{84A3DDC9-020E-4270-8688-6EA81651AC5C}" srcOrd="21" destOrd="0" presId="urn:microsoft.com/office/officeart/2005/8/layout/default"/>
    <dgm:cxn modelId="{B283274F-69BE-4064-A4DD-B269BE3C2511}" type="presParOf" srcId="{F7D7DDDC-7139-4859-9B2B-9AF722E7873B}" destId="{11D6327A-86F9-4E65-A70C-E9BC7C5B6A90}" srcOrd="22" destOrd="0" presId="urn:microsoft.com/office/officeart/2005/8/layout/default"/>
    <dgm:cxn modelId="{6D0B57C0-6174-4A2B-A51F-1F7CE7B836E4}" type="presParOf" srcId="{F7D7DDDC-7139-4859-9B2B-9AF722E7873B}" destId="{7BB32EF6-1863-4E6C-BAC8-03D9213D9744}" srcOrd="23" destOrd="0" presId="urn:microsoft.com/office/officeart/2005/8/layout/default"/>
    <dgm:cxn modelId="{87F241BB-0004-42AF-9876-9B63EE58BEB4}" type="presParOf" srcId="{F7D7DDDC-7139-4859-9B2B-9AF722E7873B}" destId="{FBAC6F33-AD1E-4443-8D28-6ACA0410122D}" srcOrd="24" destOrd="0" presId="urn:microsoft.com/office/officeart/2005/8/layout/default"/>
    <dgm:cxn modelId="{1EAC46FF-4CF3-4AB8-8101-68B87943A1F2}" type="presParOf" srcId="{F7D7DDDC-7139-4859-9B2B-9AF722E7873B}" destId="{66D553A5-3C3F-4664-B743-383B35D640F7}" srcOrd="25" destOrd="0" presId="urn:microsoft.com/office/officeart/2005/8/layout/default"/>
    <dgm:cxn modelId="{7DD4240D-2E3F-4B08-AF01-F6BC30D89BF6}" type="presParOf" srcId="{F7D7DDDC-7139-4859-9B2B-9AF722E7873B}" destId="{B7E87B3E-F1A5-4526-9F09-5BCC6874BEC1}" srcOrd="26" destOrd="0" presId="urn:microsoft.com/office/officeart/2005/8/layout/default"/>
    <dgm:cxn modelId="{8761C31B-ED34-47EE-81EF-8B7F74648AA3}" type="presParOf" srcId="{F7D7DDDC-7139-4859-9B2B-9AF722E7873B}" destId="{D1AC46D4-EB0F-4750-900E-9C79536ED8A9}" srcOrd="27" destOrd="0" presId="urn:microsoft.com/office/officeart/2005/8/layout/default"/>
    <dgm:cxn modelId="{87C5F1EE-8FC3-494F-B80A-0E6CF7DAC1EB}" type="presParOf" srcId="{F7D7DDDC-7139-4859-9B2B-9AF722E7873B}" destId="{4B478F7A-F73B-49B4-9F98-806876CB2EB9}" srcOrd="28" destOrd="0" presId="urn:microsoft.com/office/officeart/2005/8/layout/default"/>
    <dgm:cxn modelId="{78B4C967-268C-42C9-A7CA-EB89F7B3F1C8}" type="presParOf" srcId="{F7D7DDDC-7139-4859-9B2B-9AF722E7873B}" destId="{4D2B9740-B217-41AA-9AFA-8B9CB9133C02}" srcOrd="29" destOrd="0" presId="urn:microsoft.com/office/officeart/2005/8/layout/default"/>
    <dgm:cxn modelId="{B462D114-86C6-49EC-8754-44283F862F56}" type="presParOf" srcId="{F7D7DDDC-7139-4859-9B2B-9AF722E7873B}" destId="{9CAA4CB5-6A49-4573-B010-73F2B59CB14A}" srcOrd="30" destOrd="0" presId="urn:microsoft.com/office/officeart/2005/8/layout/default"/>
    <dgm:cxn modelId="{6E0AED15-F7E0-45C2-B1DE-95A83B2EF01B}" type="presParOf" srcId="{F7D7DDDC-7139-4859-9B2B-9AF722E7873B}" destId="{B65DA13A-3084-49A2-BCC5-ACBF48048799}" srcOrd="31" destOrd="0" presId="urn:microsoft.com/office/officeart/2005/8/layout/default"/>
    <dgm:cxn modelId="{DAF6FA27-26D0-4176-AC04-55C99108BE2B}" type="presParOf" srcId="{F7D7DDDC-7139-4859-9B2B-9AF722E7873B}" destId="{D695861A-8AD2-4B1A-8EC0-2DED3E86961E}" srcOrd="32" destOrd="0" presId="urn:microsoft.com/office/officeart/2005/8/layout/default"/>
    <dgm:cxn modelId="{938367E2-8162-496C-9103-99498D0173C1}" type="presParOf" srcId="{F7D7DDDC-7139-4859-9B2B-9AF722E7873B}" destId="{99F07C56-5CB7-4686-A606-A6C7EDE3BF79}" srcOrd="33" destOrd="0" presId="urn:microsoft.com/office/officeart/2005/8/layout/default"/>
    <dgm:cxn modelId="{114A2D3F-8AF0-47AF-8D26-029CF482F0CD}" type="presParOf" srcId="{F7D7DDDC-7139-4859-9B2B-9AF722E7873B}" destId="{22089FBD-98F3-4E06-BE88-A7BDCB5C33FC}" srcOrd="34" destOrd="0" presId="urn:microsoft.com/office/officeart/2005/8/layout/default"/>
    <dgm:cxn modelId="{A6849B9B-85CE-4E1F-AB87-BB72FDF01740}" type="presParOf" srcId="{F7D7DDDC-7139-4859-9B2B-9AF722E7873B}" destId="{246A46ED-C3D1-48D9-96E2-4F029D9ABB0D}" srcOrd="35" destOrd="0" presId="urn:microsoft.com/office/officeart/2005/8/layout/default"/>
    <dgm:cxn modelId="{13F4B2A8-3EFC-42AE-8668-B2EE1E0A4547}" type="presParOf" srcId="{F7D7DDDC-7139-4859-9B2B-9AF722E7873B}" destId="{C1E0BF8A-4253-4145-9966-FFF3CDF7F4AB}" srcOrd="36" destOrd="0" presId="urn:microsoft.com/office/officeart/2005/8/layout/default"/>
    <dgm:cxn modelId="{0B0B69E8-38E5-4B1E-ADAB-DBDB6058619D}" type="presParOf" srcId="{F7D7DDDC-7139-4859-9B2B-9AF722E7873B}" destId="{B96AC0F2-C44F-4181-AED6-B5775D28F11E}" srcOrd="37" destOrd="0" presId="urn:microsoft.com/office/officeart/2005/8/layout/default"/>
    <dgm:cxn modelId="{6296D95A-7D5D-4FEE-9AB1-A05023EEE93C}" type="presParOf" srcId="{F7D7DDDC-7139-4859-9B2B-9AF722E7873B}" destId="{E00F059F-4343-4D02-996A-285A691F949F}" srcOrd="3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B88F6C-88F2-42CF-80BD-501D5370095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46D548-3C65-4EED-944A-F66D849D7F07}">
      <dgm:prSet/>
      <dgm:spPr/>
      <dgm:t>
        <a:bodyPr/>
        <a:lstStyle/>
        <a:p>
          <a:r>
            <a:rPr lang="en-US" b="1" i="0" baseline="0"/>
            <a:t>Connect Hardware Symptoms with Windows Tools</a:t>
          </a:r>
          <a:endParaRPr lang="en-US"/>
        </a:p>
      </dgm:t>
    </dgm:pt>
    <dgm:pt modelId="{B2B28296-2F8E-40D6-97D1-53F8F42BD182}" type="parTrans" cxnId="{2ACECB0B-52A2-4B25-9990-2883EC98AA46}">
      <dgm:prSet/>
      <dgm:spPr/>
      <dgm:t>
        <a:bodyPr/>
        <a:lstStyle/>
        <a:p>
          <a:endParaRPr lang="en-US"/>
        </a:p>
      </dgm:t>
    </dgm:pt>
    <dgm:pt modelId="{66008F7A-5DC2-403B-9D2C-2E520447B04E}" type="sibTrans" cxnId="{2ACECB0B-52A2-4B25-9990-2883EC98AA46}">
      <dgm:prSet/>
      <dgm:spPr/>
      <dgm:t>
        <a:bodyPr/>
        <a:lstStyle/>
        <a:p>
          <a:endParaRPr lang="en-US"/>
        </a:p>
      </dgm:t>
    </dgm:pt>
    <dgm:pt modelId="{2EB5CF82-0014-4DCD-AAA9-8BD519B51077}">
      <dgm:prSet/>
      <dgm:spPr/>
      <dgm:t>
        <a:bodyPr/>
        <a:lstStyle/>
        <a:p>
          <a:r>
            <a:rPr lang="en-US" b="1" i="0" baseline="0"/>
            <a:t>Hardware not detected → Device Manager</a:t>
          </a:r>
          <a:endParaRPr lang="en-US"/>
        </a:p>
      </dgm:t>
    </dgm:pt>
    <dgm:pt modelId="{8469154E-0A84-4AD9-A4AA-45A70AC208EE}" type="parTrans" cxnId="{78EB0A64-9255-4CE6-8A25-F3A7587ADCBD}">
      <dgm:prSet/>
      <dgm:spPr/>
      <dgm:t>
        <a:bodyPr/>
        <a:lstStyle/>
        <a:p>
          <a:endParaRPr lang="en-US"/>
        </a:p>
      </dgm:t>
    </dgm:pt>
    <dgm:pt modelId="{90F9082B-6A29-4F24-9499-53D61CC1D043}" type="sibTrans" cxnId="{78EB0A64-9255-4CE6-8A25-F3A7587ADCBD}">
      <dgm:prSet/>
      <dgm:spPr/>
      <dgm:t>
        <a:bodyPr/>
        <a:lstStyle/>
        <a:p>
          <a:endParaRPr lang="en-US"/>
        </a:p>
      </dgm:t>
    </dgm:pt>
    <dgm:pt modelId="{AFEA007F-7F6A-45F8-9391-16A034590EEF}">
      <dgm:prSet/>
      <dgm:spPr/>
      <dgm:t>
        <a:bodyPr/>
        <a:lstStyle/>
        <a:p>
          <a:r>
            <a:rPr lang="en-US" b="1" i="0" baseline="0"/>
            <a:t>Driver failure → Device Manager + Event Viewer</a:t>
          </a:r>
          <a:endParaRPr lang="en-US"/>
        </a:p>
      </dgm:t>
    </dgm:pt>
    <dgm:pt modelId="{D9F5EC81-BCAA-43C1-ABDA-CD4B3B7CCFF2}" type="parTrans" cxnId="{909EE673-23BE-43DA-A8C1-492BDE3ED058}">
      <dgm:prSet/>
      <dgm:spPr/>
      <dgm:t>
        <a:bodyPr/>
        <a:lstStyle/>
        <a:p>
          <a:endParaRPr lang="en-US"/>
        </a:p>
      </dgm:t>
    </dgm:pt>
    <dgm:pt modelId="{AACE6D01-0845-409D-9E4D-F575865B53E4}" type="sibTrans" cxnId="{909EE673-23BE-43DA-A8C1-492BDE3ED058}">
      <dgm:prSet/>
      <dgm:spPr/>
      <dgm:t>
        <a:bodyPr/>
        <a:lstStyle/>
        <a:p>
          <a:endParaRPr lang="en-US"/>
        </a:p>
      </dgm:t>
    </dgm:pt>
    <dgm:pt modelId="{BA41104C-E3CA-401D-BBF2-37C234021E58}">
      <dgm:prSet/>
      <dgm:spPr/>
      <dgm:t>
        <a:bodyPr/>
        <a:lstStyle/>
        <a:p>
          <a:r>
            <a:rPr lang="en-US" b="1" i="0" baseline="0"/>
            <a:t>Application crash → Event Viewer</a:t>
          </a:r>
          <a:endParaRPr lang="en-US"/>
        </a:p>
      </dgm:t>
    </dgm:pt>
    <dgm:pt modelId="{29EA18B9-8ECE-4B03-B94E-5A0363E3D9E8}" type="parTrans" cxnId="{C3E7E017-8B12-4897-8E67-670BA8B060D5}">
      <dgm:prSet/>
      <dgm:spPr/>
      <dgm:t>
        <a:bodyPr/>
        <a:lstStyle/>
        <a:p>
          <a:endParaRPr lang="en-US"/>
        </a:p>
      </dgm:t>
    </dgm:pt>
    <dgm:pt modelId="{84F15676-5CE9-4A92-AFC2-84EE38AF49E9}" type="sibTrans" cxnId="{C3E7E017-8B12-4897-8E67-670BA8B060D5}">
      <dgm:prSet/>
      <dgm:spPr/>
      <dgm:t>
        <a:bodyPr/>
        <a:lstStyle/>
        <a:p>
          <a:endParaRPr lang="en-US"/>
        </a:p>
      </dgm:t>
    </dgm:pt>
    <dgm:pt modelId="{3B8E5F2A-E6C1-4771-A4CA-C1BE481360DC}">
      <dgm:prSet/>
      <dgm:spPr/>
      <dgm:t>
        <a:bodyPr/>
        <a:lstStyle/>
        <a:p>
          <a:r>
            <a:rPr lang="en-US" b="1" i="0" baseline="0" dirty="0"/>
            <a:t>Service not working → Services + Event Viewer</a:t>
          </a:r>
          <a:endParaRPr lang="en-US" dirty="0"/>
        </a:p>
      </dgm:t>
    </dgm:pt>
    <dgm:pt modelId="{2084F82D-AD52-40E6-8597-E82CA90E3086}" type="parTrans" cxnId="{C5F2775E-128E-48AD-84A0-45A0FD649CAA}">
      <dgm:prSet/>
      <dgm:spPr/>
      <dgm:t>
        <a:bodyPr/>
        <a:lstStyle/>
        <a:p>
          <a:endParaRPr lang="en-US"/>
        </a:p>
      </dgm:t>
    </dgm:pt>
    <dgm:pt modelId="{83D10D69-185E-4463-9FB6-5CBFD16EADAB}" type="sibTrans" cxnId="{C5F2775E-128E-48AD-84A0-45A0FD649CAA}">
      <dgm:prSet/>
      <dgm:spPr/>
      <dgm:t>
        <a:bodyPr/>
        <a:lstStyle/>
        <a:p>
          <a:endParaRPr lang="en-US"/>
        </a:p>
      </dgm:t>
    </dgm:pt>
    <dgm:pt modelId="{8CD2926F-D96D-4CCC-B665-8DDC832B839F}">
      <dgm:prSet/>
      <dgm:spPr/>
      <dgm:t>
        <a:bodyPr/>
        <a:lstStyle/>
        <a:p>
          <a:r>
            <a:rPr lang="en-US" b="1" i="0" baseline="0"/>
            <a:t>High RAM usage → Task Manager + Resource Monitor</a:t>
          </a:r>
          <a:endParaRPr lang="en-US"/>
        </a:p>
      </dgm:t>
    </dgm:pt>
    <dgm:pt modelId="{B0B204A7-EE23-4D0F-B6A6-506DEA63D3E2}" type="parTrans" cxnId="{76B92BDB-C364-4439-AE51-062BB56B08F0}">
      <dgm:prSet/>
      <dgm:spPr/>
      <dgm:t>
        <a:bodyPr/>
        <a:lstStyle/>
        <a:p>
          <a:endParaRPr lang="en-US"/>
        </a:p>
      </dgm:t>
    </dgm:pt>
    <dgm:pt modelId="{5EA416E9-7CDD-4A4C-988C-862835797EC7}" type="sibTrans" cxnId="{76B92BDB-C364-4439-AE51-062BB56B08F0}">
      <dgm:prSet/>
      <dgm:spPr/>
      <dgm:t>
        <a:bodyPr/>
        <a:lstStyle/>
        <a:p>
          <a:endParaRPr lang="en-US"/>
        </a:p>
      </dgm:t>
    </dgm:pt>
    <dgm:pt modelId="{0582A27C-CF65-4708-A416-2DC31D03D304}">
      <dgm:prSet/>
      <dgm:spPr/>
      <dgm:t>
        <a:bodyPr/>
        <a:lstStyle/>
        <a:p>
          <a:r>
            <a:rPr lang="en-US" b="1" i="0" baseline="0"/>
            <a:t>Disk problem → Disk Management + Event Viewer</a:t>
          </a:r>
          <a:endParaRPr lang="en-US"/>
        </a:p>
      </dgm:t>
    </dgm:pt>
    <dgm:pt modelId="{D81CB8EE-1FC3-4501-8279-AFA2F3995CC3}" type="parTrans" cxnId="{78B6A90A-2E9E-4EEF-B352-BE6614B4FEA2}">
      <dgm:prSet/>
      <dgm:spPr/>
      <dgm:t>
        <a:bodyPr/>
        <a:lstStyle/>
        <a:p>
          <a:endParaRPr lang="en-US"/>
        </a:p>
      </dgm:t>
    </dgm:pt>
    <dgm:pt modelId="{6DCCD302-419B-4797-8CAB-C077DD7FD5F4}" type="sibTrans" cxnId="{78B6A90A-2E9E-4EEF-B352-BE6614B4FEA2}">
      <dgm:prSet/>
      <dgm:spPr/>
      <dgm:t>
        <a:bodyPr/>
        <a:lstStyle/>
        <a:p>
          <a:endParaRPr lang="en-US"/>
        </a:p>
      </dgm:t>
    </dgm:pt>
    <dgm:pt modelId="{830A3302-9344-4C6D-8FEE-C49CB3B190A5}">
      <dgm:prSet/>
      <dgm:spPr/>
      <dgm:t>
        <a:bodyPr/>
        <a:lstStyle/>
        <a:p>
          <a:r>
            <a:rPr lang="en-US" b="1" i="0" baseline="0"/>
            <a:t>Slow system → Task Manager + Performance Monitor</a:t>
          </a:r>
          <a:endParaRPr lang="en-US"/>
        </a:p>
      </dgm:t>
    </dgm:pt>
    <dgm:pt modelId="{491211DB-6CE8-4123-8FA9-156C383874D2}" type="parTrans" cxnId="{8C75F963-5CE1-45C8-9AE2-620EDA17BE22}">
      <dgm:prSet/>
      <dgm:spPr/>
      <dgm:t>
        <a:bodyPr/>
        <a:lstStyle/>
        <a:p>
          <a:endParaRPr lang="en-US"/>
        </a:p>
      </dgm:t>
    </dgm:pt>
    <dgm:pt modelId="{D17A0442-8D8C-4D55-9C39-E0B0655553B2}" type="sibTrans" cxnId="{8C75F963-5CE1-45C8-9AE2-620EDA17BE22}">
      <dgm:prSet/>
      <dgm:spPr/>
      <dgm:t>
        <a:bodyPr/>
        <a:lstStyle/>
        <a:p>
          <a:endParaRPr lang="en-US"/>
        </a:p>
      </dgm:t>
    </dgm:pt>
    <dgm:pt modelId="{C89C2696-0730-479D-B7A6-6AE456CE81F1}">
      <dgm:prSet/>
      <dgm:spPr/>
      <dgm:t>
        <a:bodyPr/>
        <a:lstStyle/>
        <a:p>
          <a:r>
            <a:rPr lang="en-US" b="1" i="0" baseline="0"/>
            <a:t>Scheduled task failure → Task Scheduler + Event Viewer</a:t>
          </a:r>
          <a:endParaRPr lang="en-US"/>
        </a:p>
      </dgm:t>
    </dgm:pt>
    <dgm:pt modelId="{7A20336F-96EE-4E18-B6B6-165CDB5E3D90}" type="parTrans" cxnId="{57374FE1-6077-45F3-AD5B-D247A077F834}">
      <dgm:prSet/>
      <dgm:spPr/>
      <dgm:t>
        <a:bodyPr/>
        <a:lstStyle/>
        <a:p>
          <a:endParaRPr lang="en-US"/>
        </a:p>
      </dgm:t>
    </dgm:pt>
    <dgm:pt modelId="{FB08F800-7620-44E5-A51F-5B2EC6A7D1FD}" type="sibTrans" cxnId="{57374FE1-6077-45F3-AD5B-D247A077F834}">
      <dgm:prSet/>
      <dgm:spPr/>
      <dgm:t>
        <a:bodyPr/>
        <a:lstStyle/>
        <a:p>
          <a:endParaRPr lang="en-US"/>
        </a:p>
      </dgm:t>
    </dgm:pt>
    <dgm:pt modelId="{C1B0FE39-9C5F-42FC-875D-463F43A5B246}" type="pres">
      <dgm:prSet presAssocID="{20B88F6C-88F2-42CF-80BD-501D53700952}" presName="linear" presStyleCnt="0">
        <dgm:presLayoutVars>
          <dgm:animLvl val="lvl"/>
          <dgm:resizeHandles val="exact"/>
        </dgm:presLayoutVars>
      </dgm:prSet>
      <dgm:spPr/>
    </dgm:pt>
    <dgm:pt modelId="{3F51E89E-7FF7-4195-9425-A13B8BFF45C6}" type="pres">
      <dgm:prSet presAssocID="{7D46D548-3C65-4EED-944A-F66D849D7F07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8DD40015-5A76-451C-960A-E5AC6B5D1BDC}" type="pres">
      <dgm:prSet presAssocID="{66008F7A-5DC2-403B-9D2C-2E520447B04E}" presName="spacer" presStyleCnt="0"/>
      <dgm:spPr/>
    </dgm:pt>
    <dgm:pt modelId="{5BB8B4CD-4668-49F9-993F-8D3CAEDC3DAE}" type="pres">
      <dgm:prSet presAssocID="{2EB5CF82-0014-4DCD-AAA9-8BD519B51077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DDB162B5-440E-4407-9295-A47F1A862251}" type="pres">
      <dgm:prSet presAssocID="{90F9082B-6A29-4F24-9499-53D61CC1D043}" presName="spacer" presStyleCnt="0"/>
      <dgm:spPr/>
    </dgm:pt>
    <dgm:pt modelId="{60341F87-181A-4662-8F85-DBDD55F2A6F7}" type="pres">
      <dgm:prSet presAssocID="{AFEA007F-7F6A-45F8-9391-16A034590EEF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704BE121-45CB-4A82-A993-8F268EF5CDB2}" type="pres">
      <dgm:prSet presAssocID="{AACE6D01-0845-409D-9E4D-F575865B53E4}" presName="spacer" presStyleCnt="0"/>
      <dgm:spPr/>
    </dgm:pt>
    <dgm:pt modelId="{89098871-5453-4DD4-AF20-81A68B53B3EF}" type="pres">
      <dgm:prSet presAssocID="{BA41104C-E3CA-401D-BBF2-37C234021E58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E5AAB07B-AF49-40D7-BC02-FEFF1A5CE311}" type="pres">
      <dgm:prSet presAssocID="{84F15676-5CE9-4A92-AFC2-84EE38AF49E9}" presName="spacer" presStyleCnt="0"/>
      <dgm:spPr/>
    </dgm:pt>
    <dgm:pt modelId="{9FC21B45-4F8C-4467-A66E-36A98D5BD09F}" type="pres">
      <dgm:prSet presAssocID="{3B8E5F2A-E6C1-4771-A4CA-C1BE481360DC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49406B30-E308-447C-86B6-365BED162F0A}" type="pres">
      <dgm:prSet presAssocID="{83D10D69-185E-4463-9FB6-5CBFD16EADAB}" presName="spacer" presStyleCnt="0"/>
      <dgm:spPr/>
    </dgm:pt>
    <dgm:pt modelId="{4EFB299C-9ADF-4865-8504-036E69F208B3}" type="pres">
      <dgm:prSet presAssocID="{8CD2926F-D96D-4CCC-B665-8DDC832B839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E9ED35ED-E8DD-4BA4-ABFA-F26C5D7A8448}" type="pres">
      <dgm:prSet presAssocID="{5EA416E9-7CDD-4A4C-988C-862835797EC7}" presName="spacer" presStyleCnt="0"/>
      <dgm:spPr/>
    </dgm:pt>
    <dgm:pt modelId="{3A8F9846-4C38-44A2-82C6-C3F8E1816671}" type="pres">
      <dgm:prSet presAssocID="{0582A27C-CF65-4708-A416-2DC31D03D30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CC69729F-64F6-49FB-847A-B08B485859A8}" type="pres">
      <dgm:prSet presAssocID="{6DCCD302-419B-4797-8CAB-C077DD7FD5F4}" presName="spacer" presStyleCnt="0"/>
      <dgm:spPr/>
    </dgm:pt>
    <dgm:pt modelId="{B6C1B732-9806-456F-910B-85C4EEBDE7C8}" type="pres">
      <dgm:prSet presAssocID="{830A3302-9344-4C6D-8FEE-C49CB3B190A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35E186F9-841A-49BB-9CFD-D6C46C1EF76F}" type="pres">
      <dgm:prSet presAssocID="{D17A0442-8D8C-4D55-9C39-E0B0655553B2}" presName="spacer" presStyleCnt="0"/>
      <dgm:spPr/>
    </dgm:pt>
    <dgm:pt modelId="{60F60AB8-547A-4C25-ADF6-AEEFD76D38B1}" type="pres">
      <dgm:prSet presAssocID="{C89C2696-0730-479D-B7A6-6AE456CE81F1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FEF01105-2DAC-4BA0-9F80-F55A9AE4319C}" type="presOf" srcId="{8CD2926F-D96D-4CCC-B665-8DDC832B839F}" destId="{4EFB299C-9ADF-4865-8504-036E69F208B3}" srcOrd="0" destOrd="0" presId="urn:microsoft.com/office/officeart/2005/8/layout/vList2"/>
    <dgm:cxn modelId="{05B1A20A-DE8D-4206-AEE0-F2F120AE5190}" type="presOf" srcId="{830A3302-9344-4C6D-8FEE-C49CB3B190A5}" destId="{B6C1B732-9806-456F-910B-85C4EEBDE7C8}" srcOrd="0" destOrd="0" presId="urn:microsoft.com/office/officeart/2005/8/layout/vList2"/>
    <dgm:cxn modelId="{78B6A90A-2E9E-4EEF-B352-BE6614B4FEA2}" srcId="{20B88F6C-88F2-42CF-80BD-501D53700952}" destId="{0582A27C-CF65-4708-A416-2DC31D03D304}" srcOrd="6" destOrd="0" parTransId="{D81CB8EE-1FC3-4501-8279-AFA2F3995CC3}" sibTransId="{6DCCD302-419B-4797-8CAB-C077DD7FD5F4}"/>
    <dgm:cxn modelId="{2ACECB0B-52A2-4B25-9990-2883EC98AA46}" srcId="{20B88F6C-88F2-42CF-80BD-501D53700952}" destId="{7D46D548-3C65-4EED-944A-F66D849D7F07}" srcOrd="0" destOrd="0" parTransId="{B2B28296-2F8E-40D6-97D1-53F8F42BD182}" sibTransId="{66008F7A-5DC2-403B-9D2C-2E520447B04E}"/>
    <dgm:cxn modelId="{E6BF6E14-2B76-4085-AA49-0E881544A6F1}" type="presOf" srcId="{C89C2696-0730-479D-B7A6-6AE456CE81F1}" destId="{60F60AB8-547A-4C25-ADF6-AEEFD76D38B1}" srcOrd="0" destOrd="0" presId="urn:microsoft.com/office/officeart/2005/8/layout/vList2"/>
    <dgm:cxn modelId="{C3E7E017-8B12-4897-8E67-670BA8B060D5}" srcId="{20B88F6C-88F2-42CF-80BD-501D53700952}" destId="{BA41104C-E3CA-401D-BBF2-37C234021E58}" srcOrd="3" destOrd="0" parTransId="{29EA18B9-8ECE-4B03-B94E-5A0363E3D9E8}" sibTransId="{84F15676-5CE9-4A92-AFC2-84EE38AF49E9}"/>
    <dgm:cxn modelId="{C5F2775E-128E-48AD-84A0-45A0FD649CAA}" srcId="{20B88F6C-88F2-42CF-80BD-501D53700952}" destId="{3B8E5F2A-E6C1-4771-A4CA-C1BE481360DC}" srcOrd="4" destOrd="0" parTransId="{2084F82D-AD52-40E6-8597-E82CA90E3086}" sibTransId="{83D10D69-185E-4463-9FB6-5CBFD16EADAB}"/>
    <dgm:cxn modelId="{8C75F963-5CE1-45C8-9AE2-620EDA17BE22}" srcId="{20B88F6C-88F2-42CF-80BD-501D53700952}" destId="{830A3302-9344-4C6D-8FEE-C49CB3B190A5}" srcOrd="7" destOrd="0" parTransId="{491211DB-6CE8-4123-8FA9-156C383874D2}" sibTransId="{D17A0442-8D8C-4D55-9C39-E0B0655553B2}"/>
    <dgm:cxn modelId="{78EB0A64-9255-4CE6-8A25-F3A7587ADCBD}" srcId="{20B88F6C-88F2-42CF-80BD-501D53700952}" destId="{2EB5CF82-0014-4DCD-AAA9-8BD519B51077}" srcOrd="1" destOrd="0" parTransId="{8469154E-0A84-4AD9-A4AA-45A70AC208EE}" sibTransId="{90F9082B-6A29-4F24-9499-53D61CC1D043}"/>
    <dgm:cxn modelId="{20010347-2E8A-4418-BC45-CA68193EBB95}" type="presOf" srcId="{BA41104C-E3CA-401D-BBF2-37C234021E58}" destId="{89098871-5453-4DD4-AF20-81A68B53B3EF}" srcOrd="0" destOrd="0" presId="urn:microsoft.com/office/officeart/2005/8/layout/vList2"/>
    <dgm:cxn modelId="{13202367-674F-41B3-ADB7-2B499969AA1A}" type="presOf" srcId="{7D46D548-3C65-4EED-944A-F66D849D7F07}" destId="{3F51E89E-7FF7-4195-9425-A13B8BFF45C6}" srcOrd="0" destOrd="0" presId="urn:microsoft.com/office/officeart/2005/8/layout/vList2"/>
    <dgm:cxn modelId="{909EE673-23BE-43DA-A8C1-492BDE3ED058}" srcId="{20B88F6C-88F2-42CF-80BD-501D53700952}" destId="{AFEA007F-7F6A-45F8-9391-16A034590EEF}" srcOrd="2" destOrd="0" parTransId="{D9F5EC81-BCAA-43C1-ABDA-CD4B3B7CCFF2}" sibTransId="{AACE6D01-0845-409D-9E4D-F575865B53E4}"/>
    <dgm:cxn modelId="{ED670154-2070-46CC-BF64-14EF4196E4C3}" type="presOf" srcId="{2EB5CF82-0014-4DCD-AAA9-8BD519B51077}" destId="{5BB8B4CD-4668-49F9-993F-8D3CAEDC3DAE}" srcOrd="0" destOrd="0" presId="urn:microsoft.com/office/officeart/2005/8/layout/vList2"/>
    <dgm:cxn modelId="{CC5436AE-3F89-49DA-9BE0-1EF2141AAD06}" type="presOf" srcId="{3B8E5F2A-E6C1-4771-A4CA-C1BE481360DC}" destId="{9FC21B45-4F8C-4467-A66E-36A98D5BD09F}" srcOrd="0" destOrd="0" presId="urn:microsoft.com/office/officeart/2005/8/layout/vList2"/>
    <dgm:cxn modelId="{91DC23C9-ECDF-4301-88E2-51499D3B137C}" type="presOf" srcId="{0582A27C-CF65-4708-A416-2DC31D03D304}" destId="{3A8F9846-4C38-44A2-82C6-C3F8E1816671}" srcOrd="0" destOrd="0" presId="urn:microsoft.com/office/officeart/2005/8/layout/vList2"/>
    <dgm:cxn modelId="{76B92BDB-C364-4439-AE51-062BB56B08F0}" srcId="{20B88F6C-88F2-42CF-80BD-501D53700952}" destId="{8CD2926F-D96D-4CCC-B665-8DDC832B839F}" srcOrd="5" destOrd="0" parTransId="{B0B204A7-EE23-4D0F-B6A6-506DEA63D3E2}" sibTransId="{5EA416E9-7CDD-4A4C-988C-862835797EC7}"/>
    <dgm:cxn modelId="{A11D73DD-C2C7-43A4-9E86-790D96709ED0}" type="presOf" srcId="{AFEA007F-7F6A-45F8-9391-16A034590EEF}" destId="{60341F87-181A-4662-8F85-DBDD55F2A6F7}" srcOrd="0" destOrd="0" presId="urn:microsoft.com/office/officeart/2005/8/layout/vList2"/>
    <dgm:cxn modelId="{57374FE1-6077-45F3-AD5B-D247A077F834}" srcId="{20B88F6C-88F2-42CF-80BD-501D53700952}" destId="{C89C2696-0730-479D-B7A6-6AE456CE81F1}" srcOrd="8" destOrd="0" parTransId="{7A20336F-96EE-4E18-B6B6-165CDB5E3D90}" sibTransId="{FB08F800-7620-44E5-A51F-5B2EC6A7D1FD}"/>
    <dgm:cxn modelId="{63A67CE4-2A7C-4CC3-B713-6B6983AE8920}" type="presOf" srcId="{20B88F6C-88F2-42CF-80BD-501D53700952}" destId="{C1B0FE39-9C5F-42FC-875D-463F43A5B246}" srcOrd="0" destOrd="0" presId="urn:microsoft.com/office/officeart/2005/8/layout/vList2"/>
    <dgm:cxn modelId="{FD8F6A21-3388-42B6-88D8-0BB99C265455}" type="presParOf" srcId="{C1B0FE39-9C5F-42FC-875D-463F43A5B246}" destId="{3F51E89E-7FF7-4195-9425-A13B8BFF45C6}" srcOrd="0" destOrd="0" presId="urn:microsoft.com/office/officeart/2005/8/layout/vList2"/>
    <dgm:cxn modelId="{EB8A0876-3F96-4F92-989E-0184C89ACD0A}" type="presParOf" srcId="{C1B0FE39-9C5F-42FC-875D-463F43A5B246}" destId="{8DD40015-5A76-451C-960A-E5AC6B5D1BDC}" srcOrd="1" destOrd="0" presId="urn:microsoft.com/office/officeart/2005/8/layout/vList2"/>
    <dgm:cxn modelId="{13C7C913-663D-4023-88AA-6A787B050133}" type="presParOf" srcId="{C1B0FE39-9C5F-42FC-875D-463F43A5B246}" destId="{5BB8B4CD-4668-49F9-993F-8D3CAEDC3DAE}" srcOrd="2" destOrd="0" presId="urn:microsoft.com/office/officeart/2005/8/layout/vList2"/>
    <dgm:cxn modelId="{E6088B87-A09E-4BBA-8880-EEF1BA359C98}" type="presParOf" srcId="{C1B0FE39-9C5F-42FC-875D-463F43A5B246}" destId="{DDB162B5-440E-4407-9295-A47F1A862251}" srcOrd="3" destOrd="0" presId="urn:microsoft.com/office/officeart/2005/8/layout/vList2"/>
    <dgm:cxn modelId="{107F3BB7-A12C-45AF-8CE6-54CCAF6BB508}" type="presParOf" srcId="{C1B0FE39-9C5F-42FC-875D-463F43A5B246}" destId="{60341F87-181A-4662-8F85-DBDD55F2A6F7}" srcOrd="4" destOrd="0" presId="urn:microsoft.com/office/officeart/2005/8/layout/vList2"/>
    <dgm:cxn modelId="{312503C8-6A7F-47B7-80F7-FC1761729EB5}" type="presParOf" srcId="{C1B0FE39-9C5F-42FC-875D-463F43A5B246}" destId="{704BE121-45CB-4A82-A993-8F268EF5CDB2}" srcOrd="5" destOrd="0" presId="urn:microsoft.com/office/officeart/2005/8/layout/vList2"/>
    <dgm:cxn modelId="{E5C2E404-2351-4E1B-911A-134563AFBF07}" type="presParOf" srcId="{C1B0FE39-9C5F-42FC-875D-463F43A5B246}" destId="{89098871-5453-4DD4-AF20-81A68B53B3EF}" srcOrd="6" destOrd="0" presId="urn:microsoft.com/office/officeart/2005/8/layout/vList2"/>
    <dgm:cxn modelId="{97F1B06D-DB66-4508-BACC-DFDF7E85F41A}" type="presParOf" srcId="{C1B0FE39-9C5F-42FC-875D-463F43A5B246}" destId="{E5AAB07B-AF49-40D7-BC02-FEFF1A5CE311}" srcOrd="7" destOrd="0" presId="urn:microsoft.com/office/officeart/2005/8/layout/vList2"/>
    <dgm:cxn modelId="{781F9593-9442-4601-8E40-399429A28E57}" type="presParOf" srcId="{C1B0FE39-9C5F-42FC-875D-463F43A5B246}" destId="{9FC21B45-4F8C-4467-A66E-36A98D5BD09F}" srcOrd="8" destOrd="0" presId="urn:microsoft.com/office/officeart/2005/8/layout/vList2"/>
    <dgm:cxn modelId="{1CF8BC79-9E48-43D4-BB16-93DCB3FCFBE9}" type="presParOf" srcId="{C1B0FE39-9C5F-42FC-875D-463F43A5B246}" destId="{49406B30-E308-447C-86B6-365BED162F0A}" srcOrd="9" destOrd="0" presId="urn:microsoft.com/office/officeart/2005/8/layout/vList2"/>
    <dgm:cxn modelId="{2AE0E56B-9992-451C-B517-42DA80ABCA98}" type="presParOf" srcId="{C1B0FE39-9C5F-42FC-875D-463F43A5B246}" destId="{4EFB299C-9ADF-4865-8504-036E69F208B3}" srcOrd="10" destOrd="0" presId="urn:microsoft.com/office/officeart/2005/8/layout/vList2"/>
    <dgm:cxn modelId="{D6F7DB59-D7AB-4A31-8FEC-9BEBA831FCB1}" type="presParOf" srcId="{C1B0FE39-9C5F-42FC-875D-463F43A5B246}" destId="{E9ED35ED-E8DD-4BA4-ABFA-F26C5D7A8448}" srcOrd="11" destOrd="0" presId="urn:microsoft.com/office/officeart/2005/8/layout/vList2"/>
    <dgm:cxn modelId="{D2ADB2A7-51D4-4723-BE6D-8D8EDBE3B75F}" type="presParOf" srcId="{C1B0FE39-9C5F-42FC-875D-463F43A5B246}" destId="{3A8F9846-4C38-44A2-82C6-C3F8E1816671}" srcOrd="12" destOrd="0" presId="urn:microsoft.com/office/officeart/2005/8/layout/vList2"/>
    <dgm:cxn modelId="{B1748EE4-B98E-4942-B410-7E558D733830}" type="presParOf" srcId="{C1B0FE39-9C5F-42FC-875D-463F43A5B246}" destId="{CC69729F-64F6-49FB-847A-B08B485859A8}" srcOrd="13" destOrd="0" presId="urn:microsoft.com/office/officeart/2005/8/layout/vList2"/>
    <dgm:cxn modelId="{E9CC8E37-9B93-4141-AFBC-271AA741D785}" type="presParOf" srcId="{C1B0FE39-9C5F-42FC-875D-463F43A5B246}" destId="{B6C1B732-9806-456F-910B-85C4EEBDE7C8}" srcOrd="14" destOrd="0" presId="urn:microsoft.com/office/officeart/2005/8/layout/vList2"/>
    <dgm:cxn modelId="{919FE35A-0456-47D0-B644-47539F34C07A}" type="presParOf" srcId="{C1B0FE39-9C5F-42FC-875D-463F43A5B246}" destId="{35E186F9-841A-49BB-9CFD-D6C46C1EF76F}" srcOrd="15" destOrd="0" presId="urn:microsoft.com/office/officeart/2005/8/layout/vList2"/>
    <dgm:cxn modelId="{82638D6B-EAAE-4292-A2F7-C7367DA2CE14}" type="presParOf" srcId="{C1B0FE39-9C5F-42FC-875D-463F43A5B246}" destId="{60F60AB8-547A-4C25-ADF6-AEEFD76D38B1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9CFE3FD-BEA7-489D-BB03-E9C0D9380955}" type="doc">
      <dgm:prSet loTypeId="urn:diagrams.loki3.com/VaryingWidth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97D254B-2395-4E49-AD14-DCE08448F0C0}">
      <dgm:prSet/>
      <dgm:spPr/>
      <dgm:t>
        <a:bodyPr/>
        <a:lstStyle/>
        <a:p>
          <a:r>
            <a:rPr lang="en-US" b="1" i="0" baseline="0"/>
            <a:t>Physical Hardware</a:t>
          </a:r>
          <a:endParaRPr lang="en-IN"/>
        </a:p>
      </dgm:t>
    </dgm:pt>
    <dgm:pt modelId="{83836DBC-3EA4-446D-BBBD-15D324FA4B19}" type="parTrans" cxnId="{443B8CA9-1038-4621-AA46-6F584107A88A}">
      <dgm:prSet/>
      <dgm:spPr/>
      <dgm:t>
        <a:bodyPr/>
        <a:lstStyle/>
        <a:p>
          <a:endParaRPr lang="en-IN"/>
        </a:p>
      </dgm:t>
    </dgm:pt>
    <dgm:pt modelId="{D7F20ADF-E210-44E7-8D14-5EC1F40A8374}" type="sibTrans" cxnId="{443B8CA9-1038-4621-AA46-6F584107A88A}">
      <dgm:prSet/>
      <dgm:spPr/>
      <dgm:t>
        <a:bodyPr/>
        <a:lstStyle/>
        <a:p>
          <a:endParaRPr lang="en-IN"/>
        </a:p>
      </dgm:t>
    </dgm:pt>
    <dgm:pt modelId="{25880AE2-7B3A-42E3-8083-B9A6B77CB682}">
      <dgm:prSet/>
      <dgm:spPr/>
      <dgm:t>
        <a:bodyPr/>
        <a:lstStyle/>
        <a:p>
          <a:r>
            <a:rPr lang="en-US" b="1" i="0" baseline="0"/>
            <a:t>Power and Cables</a:t>
          </a:r>
          <a:endParaRPr lang="en-IN"/>
        </a:p>
      </dgm:t>
    </dgm:pt>
    <dgm:pt modelId="{09A219CF-38E9-4DE5-AF2B-17B6AF148ADC}" type="parTrans" cxnId="{63C853C9-5D42-479A-81A7-F3C29EFE585E}">
      <dgm:prSet/>
      <dgm:spPr/>
      <dgm:t>
        <a:bodyPr/>
        <a:lstStyle/>
        <a:p>
          <a:endParaRPr lang="en-IN"/>
        </a:p>
      </dgm:t>
    </dgm:pt>
    <dgm:pt modelId="{CA99DBE4-9291-4B64-A30B-191CA17479CB}" type="sibTrans" cxnId="{63C853C9-5D42-479A-81A7-F3C29EFE585E}">
      <dgm:prSet/>
      <dgm:spPr/>
      <dgm:t>
        <a:bodyPr/>
        <a:lstStyle/>
        <a:p>
          <a:endParaRPr lang="en-IN"/>
        </a:p>
      </dgm:t>
    </dgm:pt>
    <dgm:pt modelId="{D80689BC-6863-4712-B2AA-D5050ED37E2C}">
      <dgm:prSet/>
      <dgm:spPr/>
      <dgm:t>
        <a:bodyPr/>
        <a:lstStyle/>
        <a:p>
          <a:r>
            <a:rPr lang="en-US" b="1" i="0" baseline="0"/>
            <a:t>POST / BIOS / UEFI</a:t>
          </a:r>
          <a:endParaRPr lang="en-IN"/>
        </a:p>
      </dgm:t>
    </dgm:pt>
    <dgm:pt modelId="{275ADE64-A979-459B-AFCD-149251A71CFF}" type="parTrans" cxnId="{68FF379E-7B09-474A-B228-616F37D4F5F7}">
      <dgm:prSet/>
      <dgm:spPr/>
      <dgm:t>
        <a:bodyPr/>
        <a:lstStyle/>
        <a:p>
          <a:endParaRPr lang="en-IN"/>
        </a:p>
      </dgm:t>
    </dgm:pt>
    <dgm:pt modelId="{52E3F2DE-8C2E-434F-B87F-10FB7D78CECC}" type="sibTrans" cxnId="{68FF379E-7B09-474A-B228-616F37D4F5F7}">
      <dgm:prSet/>
      <dgm:spPr/>
      <dgm:t>
        <a:bodyPr/>
        <a:lstStyle/>
        <a:p>
          <a:endParaRPr lang="en-IN"/>
        </a:p>
      </dgm:t>
    </dgm:pt>
    <dgm:pt modelId="{C7B98E32-C1E8-426C-9F62-CDE8823FD2A6}">
      <dgm:prSet/>
      <dgm:spPr/>
      <dgm:t>
        <a:bodyPr/>
        <a:lstStyle/>
        <a:p>
          <a:r>
            <a:rPr lang="en-US" b="1" i="0" baseline="0"/>
            <a:t>Windows Boot</a:t>
          </a:r>
          <a:endParaRPr lang="en-IN"/>
        </a:p>
      </dgm:t>
    </dgm:pt>
    <dgm:pt modelId="{43B9C43F-4074-4C5E-A8AE-CF3E4E65D9E3}" type="parTrans" cxnId="{56AD3465-DD22-4366-8E1E-3B6C3E33229A}">
      <dgm:prSet/>
      <dgm:spPr/>
      <dgm:t>
        <a:bodyPr/>
        <a:lstStyle/>
        <a:p>
          <a:endParaRPr lang="en-IN"/>
        </a:p>
      </dgm:t>
    </dgm:pt>
    <dgm:pt modelId="{6144D1DB-19E4-4CD3-B4D5-78241AF0869A}" type="sibTrans" cxnId="{56AD3465-DD22-4366-8E1E-3B6C3E33229A}">
      <dgm:prSet/>
      <dgm:spPr/>
      <dgm:t>
        <a:bodyPr/>
        <a:lstStyle/>
        <a:p>
          <a:endParaRPr lang="en-IN"/>
        </a:p>
      </dgm:t>
    </dgm:pt>
    <dgm:pt modelId="{A1B56DED-9FFE-45A9-915E-9B7544181106}">
      <dgm:prSet/>
      <dgm:spPr/>
      <dgm:t>
        <a:bodyPr/>
        <a:lstStyle/>
        <a:p>
          <a:r>
            <a:rPr lang="en-US" b="1" i="0" baseline="0"/>
            <a:t>Device Manager</a:t>
          </a:r>
          <a:endParaRPr lang="en-IN"/>
        </a:p>
      </dgm:t>
    </dgm:pt>
    <dgm:pt modelId="{109C2729-1B94-473F-9894-7E76FF5C0699}" type="parTrans" cxnId="{C80994CC-4464-43EE-BF19-D2B8D8D59A76}">
      <dgm:prSet/>
      <dgm:spPr/>
      <dgm:t>
        <a:bodyPr/>
        <a:lstStyle/>
        <a:p>
          <a:endParaRPr lang="en-IN"/>
        </a:p>
      </dgm:t>
    </dgm:pt>
    <dgm:pt modelId="{6A32D1D3-AA45-44F3-9435-641200194597}" type="sibTrans" cxnId="{C80994CC-4464-43EE-BF19-D2B8D8D59A76}">
      <dgm:prSet/>
      <dgm:spPr/>
      <dgm:t>
        <a:bodyPr/>
        <a:lstStyle/>
        <a:p>
          <a:endParaRPr lang="en-IN"/>
        </a:p>
      </dgm:t>
    </dgm:pt>
    <dgm:pt modelId="{3FB0F84A-6813-4411-8B0F-6C6D521BBDE3}">
      <dgm:prSet/>
      <dgm:spPr/>
      <dgm:t>
        <a:bodyPr/>
        <a:lstStyle/>
        <a:p>
          <a:r>
            <a:rPr lang="en-US" b="1" i="0" baseline="0"/>
            <a:t>Event Viewer</a:t>
          </a:r>
          <a:endParaRPr lang="en-IN"/>
        </a:p>
      </dgm:t>
    </dgm:pt>
    <dgm:pt modelId="{4D2105F4-9D12-4EA3-B21E-CD35FB4FAF1E}" type="parTrans" cxnId="{8D04516B-CCAE-4856-AAEC-4EE12F78A5E3}">
      <dgm:prSet/>
      <dgm:spPr/>
      <dgm:t>
        <a:bodyPr/>
        <a:lstStyle/>
        <a:p>
          <a:endParaRPr lang="en-IN"/>
        </a:p>
      </dgm:t>
    </dgm:pt>
    <dgm:pt modelId="{2B3CDEAD-3CE9-4512-A2D3-9752D2DEC8A2}" type="sibTrans" cxnId="{8D04516B-CCAE-4856-AAEC-4EE12F78A5E3}">
      <dgm:prSet/>
      <dgm:spPr/>
      <dgm:t>
        <a:bodyPr/>
        <a:lstStyle/>
        <a:p>
          <a:endParaRPr lang="en-IN"/>
        </a:p>
      </dgm:t>
    </dgm:pt>
    <dgm:pt modelId="{FEBA88F1-38D4-4B9F-ABA8-4545691FDDA8}">
      <dgm:prSet/>
      <dgm:spPr/>
      <dgm:t>
        <a:bodyPr/>
        <a:lstStyle/>
        <a:p>
          <a:r>
            <a:rPr lang="en-US" b="1" i="0" baseline="0"/>
            <a:t>Services and Tasks</a:t>
          </a:r>
          <a:endParaRPr lang="en-IN"/>
        </a:p>
      </dgm:t>
    </dgm:pt>
    <dgm:pt modelId="{DC5C37D8-58DC-4CC8-BF5A-E8711D88A51F}" type="parTrans" cxnId="{1CEEA0E7-985E-46F0-8EFD-6592A15B155F}">
      <dgm:prSet/>
      <dgm:spPr/>
      <dgm:t>
        <a:bodyPr/>
        <a:lstStyle/>
        <a:p>
          <a:endParaRPr lang="en-IN"/>
        </a:p>
      </dgm:t>
    </dgm:pt>
    <dgm:pt modelId="{703FA7B7-D587-402A-9A29-2591113C00D1}" type="sibTrans" cxnId="{1CEEA0E7-985E-46F0-8EFD-6592A15B155F}">
      <dgm:prSet/>
      <dgm:spPr/>
      <dgm:t>
        <a:bodyPr/>
        <a:lstStyle/>
        <a:p>
          <a:endParaRPr lang="en-IN"/>
        </a:p>
      </dgm:t>
    </dgm:pt>
    <dgm:pt modelId="{39876FB2-2DA7-4C3E-A73F-70827DF55047}">
      <dgm:prSet/>
      <dgm:spPr/>
      <dgm:t>
        <a:bodyPr/>
        <a:lstStyle/>
        <a:p>
          <a:r>
            <a:rPr lang="en-US" b="1" i="0" baseline="0"/>
            <a:t>Performance Monitoring</a:t>
          </a:r>
          <a:endParaRPr lang="en-IN"/>
        </a:p>
      </dgm:t>
    </dgm:pt>
    <dgm:pt modelId="{5485E92B-37F8-410A-A860-E6D99A465F81}" type="parTrans" cxnId="{63997DE3-574C-49FA-917D-F56BD91BB504}">
      <dgm:prSet/>
      <dgm:spPr/>
      <dgm:t>
        <a:bodyPr/>
        <a:lstStyle/>
        <a:p>
          <a:endParaRPr lang="en-IN"/>
        </a:p>
      </dgm:t>
    </dgm:pt>
    <dgm:pt modelId="{268AA4F2-2423-4E6E-A6AC-CFF1ACBF4630}" type="sibTrans" cxnId="{63997DE3-574C-49FA-917D-F56BD91BB504}">
      <dgm:prSet/>
      <dgm:spPr/>
      <dgm:t>
        <a:bodyPr/>
        <a:lstStyle/>
        <a:p>
          <a:endParaRPr lang="en-IN"/>
        </a:p>
      </dgm:t>
    </dgm:pt>
    <dgm:pt modelId="{A7277D80-CDFC-412F-AD67-2B258DE734EA}">
      <dgm:prSet/>
      <dgm:spPr/>
      <dgm:t>
        <a:bodyPr/>
        <a:lstStyle/>
        <a:p>
          <a:r>
            <a:rPr lang="en-US" b="1" i="0" baseline="0"/>
            <a:t>Identify Root Cause</a:t>
          </a:r>
          <a:endParaRPr lang="en-IN"/>
        </a:p>
      </dgm:t>
    </dgm:pt>
    <dgm:pt modelId="{CCFD58D3-FC4D-4388-A3A8-251C787B6D67}" type="parTrans" cxnId="{7663D325-B2BB-4ED7-BFAC-35CC036126AE}">
      <dgm:prSet/>
      <dgm:spPr/>
      <dgm:t>
        <a:bodyPr/>
        <a:lstStyle/>
        <a:p>
          <a:endParaRPr lang="en-IN"/>
        </a:p>
      </dgm:t>
    </dgm:pt>
    <dgm:pt modelId="{3C750DDC-E3AF-49A1-AD90-69D79599D34B}" type="sibTrans" cxnId="{7663D325-B2BB-4ED7-BFAC-35CC036126AE}">
      <dgm:prSet/>
      <dgm:spPr/>
      <dgm:t>
        <a:bodyPr/>
        <a:lstStyle/>
        <a:p>
          <a:endParaRPr lang="en-IN"/>
        </a:p>
      </dgm:t>
    </dgm:pt>
    <dgm:pt modelId="{5004942E-1A5C-46CC-8124-CD682DAF786F}">
      <dgm:prSet/>
      <dgm:spPr/>
      <dgm:t>
        <a:bodyPr/>
        <a:lstStyle/>
        <a:p>
          <a:r>
            <a:rPr lang="en-US" b="1" i="0" baseline="0"/>
            <a:t>Fix and Verify</a:t>
          </a:r>
          <a:endParaRPr lang="en-IN"/>
        </a:p>
      </dgm:t>
    </dgm:pt>
    <dgm:pt modelId="{45A53F06-E656-49B1-BCB2-9D561FFED6A7}" type="parTrans" cxnId="{A3A93195-DCA1-44A1-B13D-6FBE87E6FDB9}">
      <dgm:prSet/>
      <dgm:spPr/>
      <dgm:t>
        <a:bodyPr/>
        <a:lstStyle/>
        <a:p>
          <a:endParaRPr lang="en-IN"/>
        </a:p>
      </dgm:t>
    </dgm:pt>
    <dgm:pt modelId="{90997A99-535A-4CB5-8F2C-592D50BE627D}" type="sibTrans" cxnId="{A3A93195-DCA1-44A1-B13D-6FBE87E6FDB9}">
      <dgm:prSet/>
      <dgm:spPr/>
      <dgm:t>
        <a:bodyPr/>
        <a:lstStyle/>
        <a:p>
          <a:endParaRPr lang="en-IN"/>
        </a:p>
      </dgm:t>
    </dgm:pt>
    <dgm:pt modelId="{547FB54B-2DEF-4B40-92E0-308492DB557F}" type="pres">
      <dgm:prSet presAssocID="{D9CFE3FD-BEA7-489D-BB03-E9C0D9380955}" presName="Name0" presStyleCnt="0">
        <dgm:presLayoutVars>
          <dgm:resizeHandles/>
        </dgm:presLayoutVars>
      </dgm:prSet>
      <dgm:spPr/>
    </dgm:pt>
    <dgm:pt modelId="{46332BB9-40C3-45D7-85A0-D9CF6A74D844}" type="pres">
      <dgm:prSet presAssocID="{A97D254B-2395-4E49-AD14-DCE08448F0C0}" presName="text" presStyleLbl="node1" presStyleIdx="0" presStyleCnt="10">
        <dgm:presLayoutVars>
          <dgm:bulletEnabled val="1"/>
        </dgm:presLayoutVars>
      </dgm:prSet>
      <dgm:spPr/>
    </dgm:pt>
    <dgm:pt modelId="{F482E62E-5772-437F-8D4E-63E75BDF8074}" type="pres">
      <dgm:prSet presAssocID="{D7F20ADF-E210-44E7-8D14-5EC1F40A8374}" presName="space" presStyleCnt="0"/>
      <dgm:spPr/>
    </dgm:pt>
    <dgm:pt modelId="{352C05AA-E9FE-4E76-BBC1-B7A2425586D9}" type="pres">
      <dgm:prSet presAssocID="{25880AE2-7B3A-42E3-8083-B9A6B77CB682}" presName="text" presStyleLbl="node1" presStyleIdx="1" presStyleCnt="10">
        <dgm:presLayoutVars>
          <dgm:bulletEnabled val="1"/>
        </dgm:presLayoutVars>
      </dgm:prSet>
      <dgm:spPr/>
    </dgm:pt>
    <dgm:pt modelId="{F50E02E7-93BD-402C-894E-72EC00142F77}" type="pres">
      <dgm:prSet presAssocID="{CA99DBE4-9291-4B64-A30B-191CA17479CB}" presName="space" presStyleCnt="0"/>
      <dgm:spPr/>
    </dgm:pt>
    <dgm:pt modelId="{2C9FE34F-AA51-40E3-8389-1C4706DAC796}" type="pres">
      <dgm:prSet presAssocID="{D80689BC-6863-4712-B2AA-D5050ED37E2C}" presName="text" presStyleLbl="node1" presStyleIdx="2" presStyleCnt="10">
        <dgm:presLayoutVars>
          <dgm:bulletEnabled val="1"/>
        </dgm:presLayoutVars>
      </dgm:prSet>
      <dgm:spPr/>
    </dgm:pt>
    <dgm:pt modelId="{EFE87135-8A9F-48EB-B85B-9021BB4A5C2E}" type="pres">
      <dgm:prSet presAssocID="{52E3F2DE-8C2E-434F-B87F-10FB7D78CECC}" presName="space" presStyleCnt="0"/>
      <dgm:spPr/>
    </dgm:pt>
    <dgm:pt modelId="{FC3D1448-07FA-44E5-9B53-7BAF25EA66C9}" type="pres">
      <dgm:prSet presAssocID="{C7B98E32-C1E8-426C-9F62-CDE8823FD2A6}" presName="text" presStyleLbl="node1" presStyleIdx="3" presStyleCnt="10">
        <dgm:presLayoutVars>
          <dgm:bulletEnabled val="1"/>
        </dgm:presLayoutVars>
      </dgm:prSet>
      <dgm:spPr/>
    </dgm:pt>
    <dgm:pt modelId="{38C2CF02-89C3-4326-A161-F857FEACB9F9}" type="pres">
      <dgm:prSet presAssocID="{6144D1DB-19E4-4CD3-B4D5-78241AF0869A}" presName="space" presStyleCnt="0"/>
      <dgm:spPr/>
    </dgm:pt>
    <dgm:pt modelId="{539F2827-3D57-4B43-8A7A-03F87414223D}" type="pres">
      <dgm:prSet presAssocID="{A1B56DED-9FFE-45A9-915E-9B7544181106}" presName="text" presStyleLbl="node1" presStyleIdx="4" presStyleCnt="10">
        <dgm:presLayoutVars>
          <dgm:bulletEnabled val="1"/>
        </dgm:presLayoutVars>
      </dgm:prSet>
      <dgm:spPr/>
    </dgm:pt>
    <dgm:pt modelId="{167C6DC2-7F37-45A4-81F4-4EC6C4D17FAB}" type="pres">
      <dgm:prSet presAssocID="{6A32D1D3-AA45-44F3-9435-641200194597}" presName="space" presStyleCnt="0"/>
      <dgm:spPr/>
    </dgm:pt>
    <dgm:pt modelId="{59647DFF-1D9D-4007-9F2D-B47BA2E08702}" type="pres">
      <dgm:prSet presAssocID="{3FB0F84A-6813-4411-8B0F-6C6D521BBDE3}" presName="text" presStyleLbl="node1" presStyleIdx="5" presStyleCnt="10">
        <dgm:presLayoutVars>
          <dgm:bulletEnabled val="1"/>
        </dgm:presLayoutVars>
      </dgm:prSet>
      <dgm:spPr/>
    </dgm:pt>
    <dgm:pt modelId="{BEA49E49-1B61-4186-8259-F7EB02EEB19D}" type="pres">
      <dgm:prSet presAssocID="{2B3CDEAD-3CE9-4512-A2D3-9752D2DEC8A2}" presName="space" presStyleCnt="0"/>
      <dgm:spPr/>
    </dgm:pt>
    <dgm:pt modelId="{B71ECF6D-B1FD-4E6F-A60F-D41A1C4A7935}" type="pres">
      <dgm:prSet presAssocID="{FEBA88F1-38D4-4B9F-ABA8-4545691FDDA8}" presName="text" presStyleLbl="node1" presStyleIdx="6" presStyleCnt="10">
        <dgm:presLayoutVars>
          <dgm:bulletEnabled val="1"/>
        </dgm:presLayoutVars>
      </dgm:prSet>
      <dgm:spPr/>
    </dgm:pt>
    <dgm:pt modelId="{EEDCC9F8-51EA-498E-9BA1-8F0E999FA961}" type="pres">
      <dgm:prSet presAssocID="{703FA7B7-D587-402A-9A29-2591113C00D1}" presName="space" presStyleCnt="0"/>
      <dgm:spPr/>
    </dgm:pt>
    <dgm:pt modelId="{837376CD-3E58-4DA5-9489-00BD66447F37}" type="pres">
      <dgm:prSet presAssocID="{39876FB2-2DA7-4C3E-A73F-70827DF55047}" presName="text" presStyleLbl="node1" presStyleIdx="7" presStyleCnt="10">
        <dgm:presLayoutVars>
          <dgm:bulletEnabled val="1"/>
        </dgm:presLayoutVars>
      </dgm:prSet>
      <dgm:spPr/>
    </dgm:pt>
    <dgm:pt modelId="{59BD982A-2C21-4456-8243-341EBC708CA4}" type="pres">
      <dgm:prSet presAssocID="{268AA4F2-2423-4E6E-A6AC-CFF1ACBF4630}" presName="space" presStyleCnt="0"/>
      <dgm:spPr/>
    </dgm:pt>
    <dgm:pt modelId="{C01B289B-7372-4417-A88B-54494AABF52B}" type="pres">
      <dgm:prSet presAssocID="{A7277D80-CDFC-412F-AD67-2B258DE734EA}" presName="text" presStyleLbl="node1" presStyleIdx="8" presStyleCnt="10">
        <dgm:presLayoutVars>
          <dgm:bulletEnabled val="1"/>
        </dgm:presLayoutVars>
      </dgm:prSet>
      <dgm:spPr/>
    </dgm:pt>
    <dgm:pt modelId="{F12C26A5-FF3A-409A-AA50-DB105F526A10}" type="pres">
      <dgm:prSet presAssocID="{3C750DDC-E3AF-49A1-AD90-69D79599D34B}" presName="space" presStyleCnt="0"/>
      <dgm:spPr/>
    </dgm:pt>
    <dgm:pt modelId="{E4CDE84B-1C68-45C5-8AC5-5430429C957C}" type="pres">
      <dgm:prSet presAssocID="{5004942E-1A5C-46CC-8124-CD682DAF786F}" presName="text" presStyleLbl="node1" presStyleIdx="9" presStyleCnt="10">
        <dgm:presLayoutVars>
          <dgm:bulletEnabled val="1"/>
        </dgm:presLayoutVars>
      </dgm:prSet>
      <dgm:spPr/>
    </dgm:pt>
  </dgm:ptLst>
  <dgm:cxnLst>
    <dgm:cxn modelId="{8552D800-BF90-4818-B97C-3BEEA0861611}" type="presOf" srcId="{D80689BC-6863-4712-B2AA-D5050ED37E2C}" destId="{2C9FE34F-AA51-40E3-8389-1C4706DAC796}" srcOrd="0" destOrd="0" presId="urn:diagrams.loki3.com/VaryingWidthList"/>
    <dgm:cxn modelId="{17DABD21-895B-47F9-B552-2A3ED4D29F40}" type="presOf" srcId="{25880AE2-7B3A-42E3-8083-B9A6B77CB682}" destId="{352C05AA-E9FE-4E76-BBC1-B7A2425586D9}" srcOrd="0" destOrd="0" presId="urn:diagrams.loki3.com/VaryingWidthList"/>
    <dgm:cxn modelId="{7663D325-B2BB-4ED7-BFAC-35CC036126AE}" srcId="{D9CFE3FD-BEA7-489D-BB03-E9C0D9380955}" destId="{A7277D80-CDFC-412F-AD67-2B258DE734EA}" srcOrd="8" destOrd="0" parTransId="{CCFD58D3-FC4D-4388-A3A8-251C787B6D67}" sibTransId="{3C750DDC-E3AF-49A1-AD90-69D79599D34B}"/>
    <dgm:cxn modelId="{D8243530-B597-4862-85C9-5812E2C24686}" type="presOf" srcId="{C7B98E32-C1E8-426C-9F62-CDE8823FD2A6}" destId="{FC3D1448-07FA-44E5-9B53-7BAF25EA66C9}" srcOrd="0" destOrd="0" presId="urn:diagrams.loki3.com/VaryingWidthList"/>
    <dgm:cxn modelId="{56AD3465-DD22-4366-8E1E-3B6C3E33229A}" srcId="{D9CFE3FD-BEA7-489D-BB03-E9C0D9380955}" destId="{C7B98E32-C1E8-426C-9F62-CDE8823FD2A6}" srcOrd="3" destOrd="0" parTransId="{43B9C43F-4074-4C5E-A8AE-CF3E4E65D9E3}" sibTransId="{6144D1DB-19E4-4CD3-B4D5-78241AF0869A}"/>
    <dgm:cxn modelId="{8D04516B-CCAE-4856-AAEC-4EE12F78A5E3}" srcId="{D9CFE3FD-BEA7-489D-BB03-E9C0D9380955}" destId="{3FB0F84A-6813-4411-8B0F-6C6D521BBDE3}" srcOrd="5" destOrd="0" parTransId="{4D2105F4-9D12-4EA3-B21E-CD35FB4FAF1E}" sibTransId="{2B3CDEAD-3CE9-4512-A2D3-9752D2DEC8A2}"/>
    <dgm:cxn modelId="{E35CBD56-ACDB-49D3-B78E-6F808C51DC51}" type="presOf" srcId="{A1B56DED-9FFE-45A9-915E-9B7544181106}" destId="{539F2827-3D57-4B43-8A7A-03F87414223D}" srcOrd="0" destOrd="0" presId="urn:diagrams.loki3.com/VaryingWidthList"/>
    <dgm:cxn modelId="{64A9CA7A-05EB-4A08-BC33-A9C3F2783B48}" type="presOf" srcId="{3FB0F84A-6813-4411-8B0F-6C6D521BBDE3}" destId="{59647DFF-1D9D-4007-9F2D-B47BA2E08702}" srcOrd="0" destOrd="0" presId="urn:diagrams.loki3.com/VaryingWidthList"/>
    <dgm:cxn modelId="{85E0857E-5562-4F7C-AC41-DC4E68A6D13D}" type="presOf" srcId="{39876FB2-2DA7-4C3E-A73F-70827DF55047}" destId="{837376CD-3E58-4DA5-9489-00BD66447F37}" srcOrd="0" destOrd="0" presId="urn:diagrams.loki3.com/VaryingWidthList"/>
    <dgm:cxn modelId="{BFBAB689-1679-463D-BBC5-D18DC4E474B5}" type="presOf" srcId="{D9CFE3FD-BEA7-489D-BB03-E9C0D9380955}" destId="{547FB54B-2DEF-4B40-92E0-308492DB557F}" srcOrd="0" destOrd="0" presId="urn:diagrams.loki3.com/VaryingWidthList"/>
    <dgm:cxn modelId="{84D1778B-EA69-46D3-B4BB-D49FB08E7FB1}" type="presOf" srcId="{5004942E-1A5C-46CC-8124-CD682DAF786F}" destId="{E4CDE84B-1C68-45C5-8AC5-5430429C957C}" srcOrd="0" destOrd="0" presId="urn:diagrams.loki3.com/VaryingWidthList"/>
    <dgm:cxn modelId="{ADAC0790-7C67-4CD4-A484-11A381E39A21}" type="presOf" srcId="{A7277D80-CDFC-412F-AD67-2B258DE734EA}" destId="{C01B289B-7372-4417-A88B-54494AABF52B}" srcOrd="0" destOrd="0" presId="urn:diagrams.loki3.com/VaryingWidthList"/>
    <dgm:cxn modelId="{A3A93195-DCA1-44A1-B13D-6FBE87E6FDB9}" srcId="{D9CFE3FD-BEA7-489D-BB03-E9C0D9380955}" destId="{5004942E-1A5C-46CC-8124-CD682DAF786F}" srcOrd="9" destOrd="0" parTransId="{45A53F06-E656-49B1-BCB2-9D561FFED6A7}" sibTransId="{90997A99-535A-4CB5-8F2C-592D50BE627D}"/>
    <dgm:cxn modelId="{68FF379E-7B09-474A-B228-616F37D4F5F7}" srcId="{D9CFE3FD-BEA7-489D-BB03-E9C0D9380955}" destId="{D80689BC-6863-4712-B2AA-D5050ED37E2C}" srcOrd="2" destOrd="0" parTransId="{275ADE64-A979-459B-AFCD-149251A71CFF}" sibTransId="{52E3F2DE-8C2E-434F-B87F-10FB7D78CECC}"/>
    <dgm:cxn modelId="{443B8CA9-1038-4621-AA46-6F584107A88A}" srcId="{D9CFE3FD-BEA7-489D-BB03-E9C0D9380955}" destId="{A97D254B-2395-4E49-AD14-DCE08448F0C0}" srcOrd="0" destOrd="0" parTransId="{83836DBC-3EA4-446D-BBBD-15D324FA4B19}" sibTransId="{D7F20ADF-E210-44E7-8D14-5EC1F40A8374}"/>
    <dgm:cxn modelId="{DC55CFC2-EF8F-4466-8092-A051B9F1FB0D}" type="presOf" srcId="{FEBA88F1-38D4-4B9F-ABA8-4545691FDDA8}" destId="{B71ECF6D-B1FD-4E6F-A60F-D41A1C4A7935}" srcOrd="0" destOrd="0" presId="urn:diagrams.loki3.com/VaryingWidthList"/>
    <dgm:cxn modelId="{63C853C9-5D42-479A-81A7-F3C29EFE585E}" srcId="{D9CFE3FD-BEA7-489D-BB03-E9C0D9380955}" destId="{25880AE2-7B3A-42E3-8083-B9A6B77CB682}" srcOrd="1" destOrd="0" parTransId="{09A219CF-38E9-4DE5-AF2B-17B6AF148ADC}" sibTransId="{CA99DBE4-9291-4B64-A30B-191CA17479CB}"/>
    <dgm:cxn modelId="{C80994CC-4464-43EE-BF19-D2B8D8D59A76}" srcId="{D9CFE3FD-BEA7-489D-BB03-E9C0D9380955}" destId="{A1B56DED-9FFE-45A9-915E-9B7544181106}" srcOrd="4" destOrd="0" parTransId="{109C2729-1B94-473F-9894-7E76FF5C0699}" sibTransId="{6A32D1D3-AA45-44F3-9435-641200194597}"/>
    <dgm:cxn modelId="{63997DE3-574C-49FA-917D-F56BD91BB504}" srcId="{D9CFE3FD-BEA7-489D-BB03-E9C0D9380955}" destId="{39876FB2-2DA7-4C3E-A73F-70827DF55047}" srcOrd="7" destOrd="0" parTransId="{5485E92B-37F8-410A-A860-E6D99A465F81}" sibTransId="{268AA4F2-2423-4E6E-A6AC-CFF1ACBF4630}"/>
    <dgm:cxn modelId="{1CEEA0E7-985E-46F0-8EFD-6592A15B155F}" srcId="{D9CFE3FD-BEA7-489D-BB03-E9C0D9380955}" destId="{FEBA88F1-38D4-4B9F-ABA8-4545691FDDA8}" srcOrd="6" destOrd="0" parTransId="{DC5C37D8-58DC-4CC8-BF5A-E8711D88A51F}" sibTransId="{703FA7B7-D587-402A-9A29-2591113C00D1}"/>
    <dgm:cxn modelId="{F2B0C2FC-B802-451B-9E8A-48D70F238574}" type="presOf" srcId="{A97D254B-2395-4E49-AD14-DCE08448F0C0}" destId="{46332BB9-40C3-45D7-85A0-D9CF6A74D844}" srcOrd="0" destOrd="0" presId="urn:diagrams.loki3.com/VaryingWidthList"/>
    <dgm:cxn modelId="{1EBAF81A-1537-49F7-BDF4-4AF44EE0FA86}" type="presParOf" srcId="{547FB54B-2DEF-4B40-92E0-308492DB557F}" destId="{46332BB9-40C3-45D7-85A0-D9CF6A74D844}" srcOrd="0" destOrd="0" presId="urn:diagrams.loki3.com/VaryingWidthList"/>
    <dgm:cxn modelId="{4225A35C-DA9C-4267-B102-4CEC8C76EE5A}" type="presParOf" srcId="{547FB54B-2DEF-4B40-92E0-308492DB557F}" destId="{F482E62E-5772-437F-8D4E-63E75BDF8074}" srcOrd="1" destOrd="0" presId="urn:diagrams.loki3.com/VaryingWidthList"/>
    <dgm:cxn modelId="{3DD19567-47B9-40C2-B36D-3387C24EFFAC}" type="presParOf" srcId="{547FB54B-2DEF-4B40-92E0-308492DB557F}" destId="{352C05AA-E9FE-4E76-BBC1-B7A2425586D9}" srcOrd="2" destOrd="0" presId="urn:diagrams.loki3.com/VaryingWidthList"/>
    <dgm:cxn modelId="{1EA3921F-053C-4F35-85BF-69C5F16F08FB}" type="presParOf" srcId="{547FB54B-2DEF-4B40-92E0-308492DB557F}" destId="{F50E02E7-93BD-402C-894E-72EC00142F77}" srcOrd="3" destOrd="0" presId="urn:diagrams.loki3.com/VaryingWidthList"/>
    <dgm:cxn modelId="{9B790BCF-497E-4573-A74A-EFBF6E7E2626}" type="presParOf" srcId="{547FB54B-2DEF-4B40-92E0-308492DB557F}" destId="{2C9FE34F-AA51-40E3-8389-1C4706DAC796}" srcOrd="4" destOrd="0" presId="urn:diagrams.loki3.com/VaryingWidthList"/>
    <dgm:cxn modelId="{6C6A9D79-CC01-4AD4-B68D-583CF6C84974}" type="presParOf" srcId="{547FB54B-2DEF-4B40-92E0-308492DB557F}" destId="{EFE87135-8A9F-48EB-B85B-9021BB4A5C2E}" srcOrd="5" destOrd="0" presId="urn:diagrams.loki3.com/VaryingWidthList"/>
    <dgm:cxn modelId="{6DD932EF-A726-4C6C-AB46-2FBA36E32646}" type="presParOf" srcId="{547FB54B-2DEF-4B40-92E0-308492DB557F}" destId="{FC3D1448-07FA-44E5-9B53-7BAF25EA66C9}" srcOrd="6" destOrd="0" presId="urn:diagrams.loki3.com/VaryingWidthList"/>
    <dgm:cxn modelId="{FAD14A5C-12AF-4C33-82EB-49AF88BD1747}" type="presParOf" srcId="{547FB54B-2DEF-4B40-92E0-308492DB557F}" destId="{38C2CF02-89C3-4326-A161-F857FEACB9F9}" srcOrd="7" destOrd="0" presId="urn:diagrams.loki3.com/VaryingWidthList"/>
    <dgm:cxn modelId="{02DA6B03-AAA5-4C46-8D53-5AA8DE26F847}" type="presParOf" srcId="{547FB54B-2DEF-4B40-92E0-308492DB557F}" destId="{539F2827-3D57-4B43-8A7A-03F87414223D}" srcOrd="8" destOrd="0" presId="urn:diagrams.loki3.com/VaryingWidthList"/>
    <dgm:cxn modelId="{E777CA3B-DCC3-487E-B8A3-607269584604}" type="presParOf" srcId="{547FB54B-2DEF-4B40-92E0-308492DB557F}" destId="{167C6DC2-7F37-45A4-81F4-4EC6C4D17FAB}" srcOrd="9" destOrd="0" presId="urn:diagrams.loki3.com/VaryingWidthList"/>
    <dgm:cxn modelId="{22062401-B211-4A94-8623-A95471C894ED}" type="presParOf" srcId="{547FB54B-2DEF-4B40-92E0-308492DB557F}" destId="{59647DFF-1D9D-4007-9F2D-B47BA2E08702}" srcOrd="10" destOrd="0" presId="urn:diagrams.loki3.com/VaryingWidthList"/>
    <dgm:cxn modelId="{0BAED9F9-0AAB-4B12-A4CC-B7B6691108FC}" type="presParOf" srcId="{547FB54B-2DEF-4B40-92E0-308492DB557F}" destId="{BEA49E49-1B61-4186-8259-F7EB02EEB19D}" srcOrd="11" destOrd="0" presId="urn:diagrams.loki3.com/VaryingWidthList"/>
    <dgm:cxn modelId="{F74C2617-933B-43A1-9388-A28C103411D3}" type="presParOf" srcId="{547FB54B-2DEF-4B40-92E0-308492DB557F}" destId="{B71ECF6D-B1FD-4E6F-A60F-D41A1C4A7935}" srcOrd="12" destOrd="0" presId="urn:diagrams.loki3.com/VaryingWidthList"/>
    <dgm:cxn modelId="{664BEAD4-C125-4143-9191-C33A84A2A395}" type="presParOf" srcId="{547FB54B-2DEF-4B40-92E0-308492DB557F}" destId="{EEDCC9F8-51EA-498E-9BA1-8F0E999FA961}" srcOrd="13" destOrd="0" presId="urn:diagrams.loki3.com/VaryingWidthList"/>
    <dgm:cxn modelId="{48A02AB2-33F0-4E4A-B010-11ADE2704E0E}" type="presParOf" srcId="{547FB54B-2DEF-4B40-92E0-308492DB557F}" destId="{837376CD-3E58-4DA5-9489-00BD66447F37}" srcOrd="14" destOrd="0" presId="urn:diagrams.loki3.com/VaryingWidthList"/>
    <dgm:cxn modelId="{C1873F4D-9B35-4B7B-A0F1-19E68F2EBF23}" type="presParOf" srcId="{547FB54B-2DEF-4B40-92E0-308492DB557F}" destId="{59BD982A-2C21-4456-8243-341EBC708CA4}" srcOrd="15" destOrd="0" presId="urn:diagrams.loki3.com/VaryingWidthList"/>
    <dgm:cxn modelId="{480CC79F-B33E-411F-B38F-59A8A6C458C8}" type="presParOf" srcId="{547FB54B-2DEF-4B40-92E0-308492DB557F}" destId="{C01B289B-7372-4417-A88B-54494AABF52B}" srcOrd="16" destOrd="0" presId="urn:diagrams.loki3.com/VaryingWidthList"/>
    <dgm:cxn modelId="{2CCE2E02-456C-4E19-93A8-E51DAC905EEA}" type="presParOf" srcId="{547FB54B-2DEF-4B40-92E0-308492DB557F}" destId="{F12C26A5-FF3A-409A-AA50-DB105F526A10}" srcOrd="17" destOrd="0" presId="urn:diagrams.loki3.com/VaryingWidthList"/>
    <dgm:cxn modelId="{4BC1D4ED-4AC8-4F84-940D-58312835E703}" type="presParOf" srcId="{547FB54B-2DEF-4B40-92E0-308492DB557F}" destId="{E4CDE84B-1C68-45C5-8AC5-5430429C957C}" srcOrd="1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4B041-2BEB-41E3-B001-3B8A2CC5EDFB}">
      <dsp:nvSpPr>
        <dsp:cNvPr id="0" name=""/>
        <dsp:cNvSpPr/>
      </dsp:nvSpPr>
      <dsp:spPr>
        <a:xfrm>
          <a:off x="978547" y="253"/>
          <a:ext cx="3960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Device Manager – Hardware and drivers</a:t>
          </a:r>
          <a:endParaRPr lang="en-IN" sz="1700" kern="1200"/>
        </a:p>
      </dsp:txBody>
      <dsp:txXfrm>
        <a:off x="978547" y="253"/>
        <a:ext cx="3960000" cy="406118"/>
      </dsp:txXfrm>
    </dsp:sp>
    <dsp:sp modelId="{6D9976DF-F6C1-4AE2-B608-97DE846EB62C}">
      <dsp:nvSpPr>
        <dsp:cNvPr id="0" name=""/>
        <dsp:cNvSpPr/>
      </dsp:nvSpPr>
      <dsp:spPr>
        <a:xfrm>
          <a:off x="933547" y="426678"/>
          <a:ext cx="4050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Disk Management – Disks and partitions</a:t>
          </a:r>
          <a:endParaRPr lang="en-IN" sz="1700" kern="1200"/>
        </a:p>
      </dsp:txBody>
      <dsp:txXfrm>
        <a:off x="933547" y="426678"/>
        <a:ext cx="4050000" cy="406118"/>
      </dsp:txXfrm>
    </dsp:sp>
    <dsp:sp modelId="{300C34A9-DE39-42B7-A800-967ED6EA5937}">
      <dsp:nvSpPr>
        <dsp:cNvPr id="0" name=""/>
        <dsp:cNvSpPr/>
      </dsp:nvSpPr>
      <dsp:spPr>
        <a:xfrm>
          <a:off x="1586047" y="853102"/>
          <a:ext cx="2745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Event Viewer – System logs</a:t>
          </a:r>
          <a:endParaRPr lang="en-IN" sz="1700" kern="1200" dirty="0"/>
        </a:p>
      </dsp:txBody>
      <dsp:txXfrm>
        <a:off x="1586047" y="853102"/>
        <a:ext cx="2745000" cy="406118"/>
      </dsp:txXfrm>
    </dsp:sp>
    <dsp:sp modelId="{60CFB1E8-55AD-4C64-9B0B-C8FCE831939A}">
      <dsp:nvSpPr>
        <dsp:cNvPr id="0" name=""/>
        <dsp:cNvSpPr/>
      </dsp:nvSpPr>
      <dsp:spPr>
        <a:xfrm>
          <a:off x="1473547" y="1279527"/>
          <a:ext cx="2970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Services – Windows services</a:t>
          </a:r>
          <a:endParaRPr lang="en-IN" sz="1700" kern="1200"/>
        </a:p>
      </dsp:txBody>
      <dsp:txXfrm>
        <a:off x="1473547" y="1279527"/>
        <a:ext cx="2970000" cy="406118"/>
      </dsp:txXfrm>
    </dsp:sp>
    <dsp:sp modelId="{3CF541EF-FD7D-46E9-8C5A-87B8BB9B00C7}">
      <dsp:nvSpPr>
        <dsp:cNvPr id="0" name=""/>
        <dsp:cNvSpPr/>
      </dsp:nvSpPr>
      <dsp:spPr>
        <a:xfrm>
          <a:off x="1203547" y="1705952"/>
          <a:ext cx="3510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Task Scheduler – Automated tasks</a:t>
          </a:r>
          <a:endParaRPr lang="en-IN" sz="1700" kern="1200"/>
        </a:p>
      </dsp:txBody>
      <dsp:txXfrm>
        <a:off x="1203547" y="1705952"/>
        <a:ext cx="3510000" cy="406118"/>
      </dsp:txXfrm>
    </dsp:sp>
    <dsp:sp modelId="{67678B49-04DB-4DBB-AF8E-D80170A5BAA6}">
      <dsp:nvSpPr>
        <dsp:cNvPr id="0" name=""/>
        <dsp:cNvSpPr/>
      </dsp:nvSpPr>
      <dsp:spPr>
        <a:xfrm>
          <a:off x="708547" y="2132377"/>
          <a:ext cx="4500000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Performance Monitor – Performance analysis</a:t>
          </a:r>
          <a:endParaRPr lang="en-IN" sz="1700" kern="1200"/>
        </a:p>
      </dsp:txBody>
      <dsp:txXfrm>
        <a:off x="708547" y="2132377"/>
        <a:ext cx="4500000" cy="406118"/>
      </dsp:txXfrm>
    </dsp:sp>
    <dsp:sp modelId="{544F1CCB-0BA6-4186-957C-6B56DF90FE07}">
      <dsp:nvSpPr>
        <dsp:cNvPr id="0" name=""/>
        <dsp:cNvSpPr/>
      </dsp:nvSpPr>
      <dsp:spPr>
        <a:xfrm>
          <a:off x="0" y="2558801"/>
          <a:ext cx="5917095" cy="4061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Computer Management – Collection of administrative tools</a:t>
          </a:r>
          <a:endParaRPr lang="en-IN" sz="1700" kern="1200"/>
        </a:p>
      </dsp:txBody>
      <dsp:txXfrm>
        <a:off x="0" y="2558801"/>
        <a:ext cx="5917095" cy="406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73BE9-BFD8-4A61-9D32-C40460B6E586}">
      <dsp:nvSpPr>
        <dsp:cNvPr id="0" name=""/>
        <dsp:cNvSpPr/>
      </dsp:nvSpPr>
      <dsp:spPr>
        <a:xfrm>
          <a:off x="2412046" y="2121"/>
          <a:ext cx="1337267" cy="8692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View hardware</a:t>
          </a:r>
          <a:endParaRPr lang="en-IN" sz="1500" kern="1200"/>
        </a:p>
      </dsp:txBody>
      <dsp:txXfrm>
        <a:off x="2454478" y="44553"/>
        <a:ext cx="1252403" cy="784360"/>
      </dsp:txXfrm>
    </dsp:sp>
    <dsp:sp modelId="{A0412489-37E8-483D-BA5E-5BB23C8EF9DC}">
      <dsp:nvSpPr>
        <dsp:cNvPr id="0" name=""/>
        <dsp:cNvSpPr/>
      </dsp:nvSpPr>
      <dsp:spPr>
        <a:xfrm>
          <a:off x="1345458" y="436733"/>
          <a:ext cx="3470443" cy="3470443"/>
        </a:xfrm>
        <a:custGeom>
          <a:avLst/>
          <a:gdLst/>
          <a:ahLst/>
          <a:cxnLst/>
          <a:rect l="0" t="0" r="0" b="0"/>
          <a:pathLst>
            <a:path>
              <a:moveTo>
                <a:pt x="2413024" y="137855"/>
              </a:moveTo>
              <a:arcTo wR="1735221" hR="1735221" stAng="17579565" swAng="1959528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19E83-9805-4656-9424-0C41D318E201}">
      <dsp:nvSpPr>
        <dsp:cNvPr id="0" name=""/>
        <dsp:cNvSpPr/>
      </dsp:nvSpPr>
      <dsp:spPr>
        <a:xfrm>
          <a:off x="4062340" y="1201130"/>
          <a:ext cx="1337267" cy="8692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Install or update drivers</a:t>
          </a:r>
          <a:endParaRPr lang="en-IN" sz="1500" kern="1200" dirty="0"/>
        </a:p>
      </dsp:txBody>
      <dsp:txXfrm>
        <a:off x="4104772" y="1243562"/>
        <a:ext cx="1252403" cy="784360"/>
      </dsp:txXfrm>
    </dsp:sp>
    <dsp:sp modelId="{1392B35E-3E7E-4DA7-9373-1A8CF0AEDB1C}">
      <dsp:nvSpPr>
        <dsp:cNvPr id="0" name=""/>
        <dsp:cNvSpPr/>
      </dsp:nvSpPr>
      <dsp:spPr>
        <a:xfrm>
          <a:off x="1345458" y="436733"/>
          <a:ext cx="3470443" cy="3470443"/>
        </a:xfrm>
        <a:custGeom>
          <a:avLst/>
          <a:gdLst/>
          <a:ahLst/>
          <a:cxnLst/>
          <a:rect l="0" t="0" r="0" b="0"/>
          <a:pathLst>
            <a:path>
              <a:moveTo>
                <a:pt x="3468081" y="1644705"/>
              </a:moveTo>
              <a:arcTo wR="1735221" hR="1735221" stAng="21420591" swAng="21947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1C1B3-400B-4AFD-A43B-F1FBFD3A0C7F}">
      <dsp:nvSpPr>
        <dsp:cNvPr id="0" name=""/>
        <dsp:cNvSpPr/>
      </dsp:nvSpPr>
      <dsp:spPr>
        <a:xfrm>
          <a:off x="3431983" y="3141167"/>
          <a:ext cx="1337267" cy="8692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Disable devices</a:t>
          </a:r>
          <a:endParaRPr lang="en-IN" sz="1500" kern="1200"/>
        </a:p>
      </dsp:txBody>
      <dsp:txXfrm>
        <a:off x="3474415" y="3183599"/>
        <a:ext cx="1252403" cy="784360"/>
      </dsp:txXfrm>
    </dsp:sp>
    <dsp:sp modelId="{FBDCFA44-D470-44E0-90AD-E72A15252805}">
      <dsp:nvSpPr>
        <dsp:cNvPr id="0" name=""/>
        <dsp:cNvSpPr/>
      </dsp:nvSpPr>
      <dsp:spPr>
        <a:xfrm>
          <a:off x="1345458" y="436733"/>
          <a:ext cx="3470443" cy="3470443"/>
        </a:xfrm>
        <a:custGeom>
          <a:avLst/>
          <a:gdLst/>
          <a:ahLst/>
          <a:cxnLst/>
          <a:rect l="0" t="0" r="0" b="0"/>
          <a:pathLst>
            <a:path>
              <a:moveTo>
                <a:pt x="2079642" y="3435918"/>
              </a:moveTo>
              <a:arcTo wR="1735221" hR="1735221" stAng="4713087" swAng="137382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DC723D-FA42-46AA-95A3-70352AE19A97}">
      <dsp:nvSpPr>
        <dsp:cNvPr id="0" name=""/>
        <dsp:cNvSpPr/>
      </dsp:nvSpPr>
      <dsp:spPr>
        <a:xfrm>
          <a:off x="1392108" y="3141167"/>
          <a:ext cx="1337267" cy="8692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Uninstall devices</a:t>
          </a:r>
          <a:endParaRPr lang="en-IN" sz="1500" kern="1200"/>
        </a:p>
      </dsp:txBody>
      <dsp:txXfrm>
        <a:off x="1434540" y="3183599"/>
        <a:ext cx="1252403" cy="784360"/>
      </dsp:txXfrm>
    </dsp:sp>
    <dsp:sp modelId="{8FBF4238-59E6-4683-BCC9-2B12A264F7BD}">
      <dsp:nvSpPr>
        <dsp:cNvPr id="0" name=""/>
        <dsp:cNvSpPr/>
      </dsp:nvSpPr>
      <dsp:spPr>
        <a:xfrm>
          <a:off x="1345458" y="436733"/>
          <a:ext cx="3470443" cy="3470443"/>
        </a:xfrm>
        <a:custGeom>
          <a:avLst/>
          <a:gdLst/>
          <a:ahLst/>
          <a:cxnLst/>
          <a:rect l="0" t="0" r="0" b="0"/>
          <a:pathLst>
            <a:path>
              <a:moveTo>
                <a:pt x="289737" y="2695205"/>
              </a:moveTo>
              <a:arcTo wR="1735221" hR="1735221" stAng="8784650" swAng="21947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219D9-8C1E-4AF3-A03F-EA66E22C3CE8}">
      <dsp:nvSpPr>
        <dsp:cNvPr id="0" name=""/>
        <dsp:cNvSpPr/>
      </dsp:nvSpPr>
      <dsp:spPr>
        <a:xfrm>
          <a:off x="761752" y="1201130"/>
          <a:ext cx="1337267" cy="8692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Identify hardware problems</a:t>
          </a:r>
          <a:endParaRPr lang="en-IN" sz="1500" kern="1200"/>
        </a:p>
      </dsp:txBody>
      <dsp:txXfrm>
        <a:off x="804184" y="1243562"/>
        <a:ext cx="1252403" cy="784360"/>
      </dsp:txXfrm>
    </dsp:sp>
    <dsp:sp modelId="{F512C0F5-0AAC-405A-9607-7317E0C1E27F}">
      <dsp:nvSpPr>
        <dsp:cNvPr id="0" name=""/>
        <dsp:cNvSpPr/>
      </dsp:nvSpPr>
      <dsp:spPr>
        <a:xfrm>
          <a:off x="1345458" y="436733"/>
          <a:ext cx="3470443" cy="3470443"/>
        </a:xfrm>
        <a:custGeom>
          <a:avLst/>
          <a:gdLst/>
          <a:ahLst/>
          <a:cxnLst/>
          <a:rect l="0" t="0" r="0" b="0"/>
          <a:pathLst>
            <a:path>
              <a:moveTo>
                <a:pt x="302585" y="756167"/>
              </a:moveTo>
              <a:arcTo wR="1735221" hR="1735221" stAng="12860907" swAng="1959528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ED0B74-DFF1-482A-B316-EFA910A7CED1}">
      <dsp:nvSpPr>
        <dsp:cNvPr id="0" name=""/>
        <dsp:cNvSpPr/>
      </dsp:nvSpPr>
      <dsp:spPr>
        <a:xfrm>
          <a:off x="2831614" y="1641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Application Crashes</a:t>
          </a:r>
        </a:p>
      </dsp:txBody>
      <dsp:txXfrm>
        <a:off x="2866756" y="36783"/>
        <a:ext cx="1037235" cy="649603"/>
      </dsp:txXfrm>
    </dsp:sp>
    <dsp:sp modelId="{8301E5C4-8E99-4198-859E-597E470619DB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2256888" y="95410"/>
              </a:moveTo>
              <a:arcTo wR="1696050" hR="1696050" stAng="17358578" swAng="15012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81D944-3074-444E-B0A8-8E2693F7741D}">
      <dsp:nvSpPr>
        <dsp:cNvPr id="0" name=""/>
        <dsp:cNvSpPr/>
      </dsp:nvSpPr>
      <dsp:spPr>
        <a:xfrm>
          <a:off x="4300437" y="849666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Driver Failures</a:t>
          </a:r>
          <a:endParaRPr lang="en-IN" sz="1400" kern="1200" dirty="0"/>
        </a:p>
      </dsp:txBody>
      <dsp:txXfrm>
        <a:off x="4335579" y="884808"/>
        <a:ext cx="1037235" cy="649603"/>
      </dsp:txXfrm>
    </dsp:sp>
    <dsp:sp modelId="{05A3FFC5-843E-451D-BBFA-6754D5E0171B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3323136" y="1217325"/>
              </a:moveTo>
              <a:arcTo wR="1696050" hR="1696050" stAng="20616298" swAng="196740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C721B8-4575-49A5-AD19-C4691A83BB35}">
      <dsp:nvSpPr>
        <dsp:cNvPr id="0" name=""/>
        <dsp:cNvSpPr/>
      </dsp:nvSpPr>
      <dsp:spPr>
        <a:xfrm>
          <a:off x="4300437" y="2545717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Service Failures</a:t>
          </a:r>
          <a:endParaRPr lang="en-IN" sz="1400" kern="1200" dirty="0"/>
        </a:p>
      </dsp:txBody>
      <dsp:txXfrm>
        <a:off x="4335579" y="2580859"/>
        <a:ext cx="1037235" cy="649603"/>
      </dsp:txXfrm>
    </dsp:sp>
    <dsp:sp modelId="{554717C6-F8F2-4381-A1D2-DDE3862249D8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2881246" y="2909268"/>
              </a:moveTo>
              <a:arcTo wR="1696050" hR="1696050" stAng="2740163" swAng="15012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54CA1-F3E5-473A-922C-9A949C5EBDC2}">
      <dsp:nvSpPr>
        <dsp:cNvPr id="0" name=""/>
        <dsp:cNvSpPr/>
      </dsp:nvSpPr>
      <dsp:spPr>
        <a:xfrm>
          <a:off x="2831614" y="3393742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Boot Problems</a:t>
          </a:r>
          <a:endParaRPr lang="en-IN" sz="1400" kern="1200" dirty="0"/>
        </a:p>
      </dsp:txBody>
      <dsp:txXfrm>
        <a:off x="2866756" y="3428884"/>
        <a:ext cx="1037235" cy="649603"/>
      </dsp:txXfrm>
    </dsp:sp>
    <dsp:sp modelId="{F6DC6AC3-422E-4F39-998D-31F13A195311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1135212" y="3296689"/>
              </a:moveTo>
              <a:arcTo wR="1696050" hR="1696050" stAng="6558578" swAng="15012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F8D2DF-8F70-4754-B268-6F0469E38F38}">
      <dsp:nvSpPr>
        <dsp:cNvPr id="0" name=""/>
        <dsp:cNvSpPr/>
      </dsp:nvSpPr>
      <dsp:spPr>
        <a:xfrm>
          <a:off x="1362791" y="2545717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Security events</a:t>
          </a:r>
          <a:endParaRPr lang="en-IN" sz="1400" kern="1200" dirty="0"/>
        </a:p>
      </dsp:txBody>
      <dsp:txXfrm>
        <a:off x="1397933" y="2580859"/>
        <a:ext cx="1037235" cy="649603"/>
      </dsp:txXfrm>
    </dsp:sp>
    <dsp:sp modelId="{62C561C2-A6C1-4D1F-B173-285E83AD1C3E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68964" y="2174774"/>
              </a:moveTo>
              <a:arcTo wR="1696050" hR="1696050" stAng="9816298" swAng="196740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939B3-89DD-44AC-A580-75F5FBD03510}">
      <dsp:nvSpPr>
        <dsp:cNvPr id="0" name=""/>
        <dsp:cNvSpPr/>
      </dsp:nvSpPr>
      <dsp:spPr>
        <a:xfrm>
          <a:off x="1362791" y="849666"/>
          <a:ext cx="1107519" cy="719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Unexpected Shutdowns</a:t>
          </a:r>
          <a:endParaRPr lang="en-IN" sz="1400" kern="1200" dirty="0"/>
        </a:p>
      </dsp:txBody>
      <dsp:txXfrm>
        <a:off x="1397933" y="884808"/>
        <a:ext cx="1037235" cy="649603"/>
      </dsp:txXfrm>
    </dsp:sp>
    <dsp:sp modelId="{E20BD0CA-8457-4B94-AE8F-56C0BDE8F59D}">
      <dsp:nvSpPr>
        <dsp:cNvPr id="0" name=""/>
        <dsp:cNvSpPr/>
      </dsp:nvSpPr>
      <dsp:spPr>
        <a:xfrm>
          <a:off x="1689324" y="361585"/>
          <a:ext cx="3392100" cy="3392100"/>
        </a:xfrm>
        <a:custGeom>
          <a:avLst/>
          <a:gdLst/>
          <a:ahLst/>
          <a:cxnLst/>
          <a:rect l="0" t="0" r="0" b="0"/>
          <a:pathLst>
            <a:path>
              <a:moveTo>
                <a:pt x="510854" y="482832"/>
              </a:moveTo>
              <a:arcTo wR="1696050" hR="1696050" stAng="13540163" swAng="150125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E81F6-0365-4925-851D-7120FF0486AA}">
      <dsp:nvSpPr>
        <dsp:cNvPr id="0" name=""/>
        <dsp:cNvSpPr/>
      </dsp:nvSpPr>
      <dsp:spPr>
        <a:xfrm>
          <a:off x="0" y="2337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Cluster = Smallest Unit Allocated by a File System</a:t>
          </a:r>
          <a:endParaRPr lang="en-US" sz="1400" kern="1200"/>
        </a:p>
      </dsp:txBody>
      <dsp:txXfrm>
        <a:off x="22413" y="24750"/>
        <a:ext cx="3384174" cy="414315"/>
      </dsp:txXfrm>
    </dsp:sp>
    <dsp:sp modelId="{6FF8B916-DAFA-407A-9469-7F517398B634}">
      <dsp:nvSpPr>
        <dsp:cNvPr id="0" name=""/>
        <dsp:cNvSpPr/>
      </dsp:nvSpPr>
      <dsp:spPr>
        <a:xfrm>
          <a:off x="0" y="473251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A cluster consists of one or more sectors</a:t>
          </a:r>
          <a:endParaRPr lang="en-US" sz="1400" kern="1200"/>
        </a:p>
      </dsp:txBody>
      <dsp:txXfrm>
        <a:off x="22413" y="495664"/>
        <a:ext cx="3384174" cy="414315"/>
      </dsp:txXfrm>
    </dsp:sp>
    <dsp:sp modelId="{7A8636C0-3832-4C8F-B369-BA5A4A9B7C45}">
      <dsp:nvSpPr>
        <dsp:cNvPr id="0" name=""/>
        <dsp:cNvSpPr/>
      </dsp:nvSpPr>
      <dsp:spPr>
        <a:xfrm>
          <a:off x="0" y="944166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The file system allocates clusters to store files</a:t>
          </a:r>
          <a:endParaRPr lang="en-US" sz="1400" kern="1200"/>
        </a:p>
      </dsp:txBody>
      <dsp:txXfrm>
        <a:off x="22413" y="966579"/>
        <a:ext cx="3384174" cy="414315"/>
      </dsp:txXfrm>
    </dsp:sp>
    <dsp:sp modelId="{3E6606C7-5647-4B71-8CBF-D5A7C71FF0BC}">
      <dsp:nvSpPr>
        <dsp:cNvPr id="0" name=""/>
        <dsp:cNvSpPr/>
      </dsp:nvSpPr>
      <dsp:spPr>
        <a:xfrm>
          <a:off x="0" y="1415081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Sector → Physical storage organization</a:t>
          </a:r>
          <a:endParaRPr lang="en-US" sz="1400" kern="1200"/>
        </a:p>
      </dsp:txBody>
      <dsp:txXfrm>
        <a:off x="22413" y="1437494"/>
        <a:ext cx="3384174" cy="414315"/>
      </dsp:txXfrm>
    </dsp:sp>
    <dsp:sp modelId="{E94AFC10-F620-4F12-B46B-7E279C1FDCB8}">
      <dsp:nvSpPr>
        <dsp:cNvPr id="0" name=""/>
        <dsp:cNvSpPr/>
      </dsp:nvSpPr>
      <dsp:spPr>
        <a:xfrm>
          <a:off x="0" y="1885995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Cluster → File-system allocation unit</a:t>
          </a:r>
          <a:endParaRPr lang="en-US" sz="1400" kern="1200"/>
        </a:p>
      </dsp:txBody>
      <dsp:txXfrm>
        <a:off x="22413" y="1908408"/>
        <a:ext cx="3384174" cy="414315"/>
      </dsp:txXfrm>
    </dsp:sp>
    <dsp:sp modelId="{D523D409-1C0D-4FFC-8DE4-BD74517AC962}">
      <dsp:nvSpPr>
        <dsp:cNvPr id="0" name=""/>
        <dsp:cNvSpPr/>
      </dsp:nvSpPr>
      <dsp:spPr>
        <a:xfrm>
          <a:off x="0" y="2356910"/>
          <a:ext cx="3429000" cy="4591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Why clusters matter</a:t>
          </a:r>
          <a:endParaRPr lang="en-US" sz="1400" kern="1200"/>
        </a:p>
      </dsp:txBody>
      <dsp:txXfrm>
        <a:off x="22413" y="2379323"/>
        <a:ext cx="3384174" cy="414315"/>
      </dsp:txXfrm>
    </dsp:sp>
    <dsp:sp modelId="{BD35B821-B134-4832-92F5-BC480930BF1A}">
      <dsp:nvSpPr>
        <dsp:cNvPr id="0" name=""/>
        <dsp:cNvSpPr/>
      </dsp:nvSpPr>
      <dsp:spPr>
        <a:xfrm>
          <a:off x="0" y="2816052"/>
          <a:ext cx="3429000" cy="592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71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 baseline="0"/>
            <a:t>Storage efficiency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 baseline="0"/>
            <a:t>File allocation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i="0" kern="1200" baseline="0" dirty="0"/>
            <a:t>Disk space usage</a:t>
          </a:r>
          <a:endParaRPr lang="en-US" sz="1400" kern="1200" dirty="0"/>
        </a:p>
      </dsp:txBody>
      <dsp:txXfrm>
        <a:off x="0" y="2816052"/>
        <a:ext cx="3429000" cy="5923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B2F66-380E-449D-9C06-1506CDFFF434}">
      <dsp:nvSpPr>
        <dsp:cNvPr id="0" name=""/>
        <dsp:cNvSpPr/>
      </dsp:nvSpPr>
      <dsp:spPr>
        <a:xfrm>
          <a:off x="0" y="1805"/>
          <a:ext cx="4285232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A9A7A8-E205-468A-A446-0EA62CDE056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635D98-2590-41CF-B221-0D9DFF5FBDBD}">
      <dsp:nvSpPr>
        <dsp:cNvPr id="0" name=""/>
        <dsp:cNvSpPr/>
      </dsp:nvSpPr>
      <dsp:spPr>
        <a:xfrm>
          <a:off x="1057183" y="1805"/>
          <a:ext cx="322804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Windows manages memory between applications and the operating system</a:t>
          </a:r>
          <a:endParaRPr lang="en-US" sz="1500" kern="1200"/>
        </a:p>
      </dsp:txBody>
      <dsp:txXfrm>
        <a:off x="1057183" y="1805"/>
        <a:ext cx="3228048" cy="915310"/>
      </dsp:txXfrm>
    </dsp:sp>
    <dsp:sp modelId="{A891B5C1-6C65-4644-83F8-E117AD3EFB5F}">
      <dsp:nvSpPr>
        <dsp:cNvPr id="0" name=""/>
        <dsp:cNvSpPr/>
      </dsp:nvSpPr>
      <dsp:spPr>
        <a:xfrm>
          <a:off x="0" y="1145944"/>
          <a:ext cx="4285232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F23D098-61DB-4F30-B006-48EF2E832F7E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9D78F-A3F3-479D-909B-F789048B63B7}">
      <dsp:nvSpPr>
        <dsp:cNvPr id="0" name=""/>
        <dsp:cNvSpPr/>
      </dsp:nvSpPr>
      <dsp:spPr>
        <a:xfrm>
          <a:off x="1057183" y="1145944"/>
          <a:ext cx="322804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When RAM becomes limited, Windows can use a page file on storage</a:t>
          </a:r>
          <a:endParaRPr lang="en-US" sz="1500" kern="1200"/>
        </a:p>
      </dsp:txBody>
      <dsp:txXfrm>
        <a:off x="1057183" y="1145944"/>
        <a:ext cx="3228048" cy="915310"/>
      </dsp:txXfrm>
    </dsp:sp>
    <dsp:sp modelId="{220BFCAF-4BEB-48CE-A009-D047316E3B84}">
      <dsp:nvSpPr>
        <dsp:cNvPr id="0" name=""/>
        <dsp:cNvSpPr/>
      </dsp:nvSpPr>
      <dsp:spPr>
        <a:xfrm>
          <a:off x="0" y="2290082"/>
          <a:ext cx="4285232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C78D25-2215-44E6-96B1-B8FF51A1D63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9DC6F7-C654-4092-BB14-33501B13F6EE}">
      <dsp:nvSpPr>
        <dsp:cNvPr id="0" name=""/>
        <dsp:cNvSpPr/>
      </dsp:nvSpPr>
      <dsp:spPr>
        <a:xfrm>
          <a:off x="1057183" y="2290082"/>
          <a:ext cx="322804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Key point: RAM is fast; storage is slower</a:t>
          </a:r>
          <a:endParaRPr lang="en-US" sz="1500" kern="1200"/>
        </a:p>
      </dsp:txBody>
      <dsp:txXfrm>
        <a:off x="1057183" y="2290082"/>
        <a:ext cx="3228048" cy="915310"/>
      </dsp:txXfrm>
    </dsp:sp>
    <dsp:sp modelId="{D1B69214-6E34-495F-95C2-08833CFB1800}">
      <dsp:nvSpPr>
        <dsp:cNvPr id="0" name=""/>
        <dsp:cNvSpPr/>
      </dsp:nvSpPr>
      <dsp:spPr>
        <a:xfrm>
          <a:off x="0" y="3434221"/>
          <a:ext cx="4285232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A9EF87F-6F9A-43DC-B8AD-D1DC9D35A3E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F8CE57-66B4-40B2-BCE6-8082FEDF0EDA}">
      <dsp:nvSpPr>
        <dsp:cNvPr id="0" name=""/>
        <dsp:cNvSpPr/>
      </dsp:nvSpPr>
      <dsp:spPr>
        <a:xfrm>
          <a:off x="1057183" y="3434221"/>
          <a:ext cx="322804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Excessive paging can reduce performance</a:t>
          </a:r>
          <a:endParaRPr lang="en-US" sz="1500" kern="1200"/>
        </a:p>
      </dsp:txBody>
      <dsp:txXfrm>
        <a:off x="1057183" y="3434221"/>
        <a:ext cx="3228048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99E4B-EFD8-4440-B841-2ECC14D24CE5}">
      <dsp:nvSpPr>
        <dsp:cNvPr id="0" name=""/>
        <dsp:cNvSpPr/>
      </dsp:nvSpPr>
      <dsp:spPr>
        <a:xfrm>
          <a:off x="26314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Power Problems</a:t>
          </a:r>
          <a:endParaRPr lang="en-US" sz="1900" kern="1200"/>
        </a:p>
      </dsp:txBody>
      <dsp:txXfrm>
        <a:off x="26314" y="2590"/>
        <a:ext cx="1609687" cy="965812"/>
      </dsp:txXfrm>
    </dsp:sp>
    <dsp:sp modelId="{9A36406E-25AB-4386-B804-43D7EE80A5BA}">
      <dsp:nvSpPr>
        <dsp:cNvPr id="0" name=""/>
        <dsp:cNvSpPr/>
      </dsp:nvSpPr>
      <dsp:spPr>
        <a:xfrm>
          <a:off x="1796971" y="2590"/>
          <a:ext cx="1609687" cy="9658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No power</a:t>
          </a:r>
          <a:endParaRPr lang="en-US" sz="1900" kern="1200"/>
        </a:p>
      </dsp:txBody>
      <dsp:txXfrm>
        <a:off x="1796971" y="2590"/>
        <a:ext cx="1609687" cy="965812"/>
      </dsp:txXfrm>
    </dsp:sp>
    <dsp:sp modelId="{25FD22E7-ECB5-42D5-BE9C-A8E32AB107C6}">
      <dsp:nvSpPr>
        <dsp:cNvPr id="0" name=""/>
        <dsp:cNvSpPr/>
      </dsp:nvSpPr>
      <dsp:spPr>
        <a:xfrm>
          <a:off x="3567627" y="2590"/>
          <a:ext cx="1609687" cy="9658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Random shutdown</a:t>
          </a:r>
          <a:endParaRPr lang="en-US" sz="1900" kern="1200"/>
        </a:p>
      </dsp:txBody>
      <dsp:txXfrm>
        <a:off x="3567627" y="2590"/>
        <a:ext cx="1609687" cy="965812"/>
      </dsp:txXfrm>
    </dsp:sp>
    <dsp:sp modelId="{9918632E-CA44-4FA3-8367-9135BBFF388D}">
      <dsp:nvSpPr>
        <dsp:cNvPr id="0" name=""/>
        <dsp:cNvSpPr/>
      </dsp:nvSpPr>
      <dsp:spPr>
        <a:xfrm>
          <a:off x="5338284" y="2590"/>
          <a:ext cx="1609687" cy="9658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PSU issues</a:t>
          </a:r>
          <a:endParaRPr lang="en-US" sz="1900" kern="1200"/>
        </a:p>
      </dsp:txBody>
      <dsp:txXfrm>
        <a:off x="5338284" y="2590"/>
        <a:ext cx="1609687" cy="965812"/>
      </dsp:txXfrm>
    </dsp:sp>
    <dsp:sp modelId="{2E9DD795-0C5D-4652-8EA6-D0AD411DB2F5}">
      <dsp:nvSpPr>
        <dsp:cNvPr id="0" name=""/>
        <dsp:cNvSpPr/>
      </dsp:nvSpPr>
      <dsp:spPr>
        <a:xfrm>
          <a:off x="7108940" y="2590"/>
          <a:ext cx="1609687" cy="96581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Loose connections</a:t>
          </a:r>
          <a:endParaRPr lang="en-US" sz="1900" kern="1200"/>
        </a:p>
      </dsp:txBody>
      <dsp:txXfrm>
        <a:off x="7108940" y="2590"/>
        <a:ext cx="1609687" cy="965812"/>
      </dsp:txXfrm>
    </dsp:sp>
    <dsp:sp modelId="{B504BA7F-5A19-4A67-B540-471D0C6F69E1}">
      <dsp:nvSpPr>
        <dsp:cNvPr id="0" name=""/>
        <dsp:cNvSpPr/>
      </dsp:nvSpPr>
      <dsp:spPr>
        <a:xfrm>
          <a:off x="8879597" y="2590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POST Problems</a:t>
          </a:r>
          <a:endParaRPr lang="en-US" sz="1900" kern="1200"/>
        </a:p>
      </dsp:txBody>
      <dsp:txXfrm>
        <a:off x="8879597" y="2590"/>
        <a:ext cx="1609687" cy="965812"/>
      </dsp:txXfrm>
    </dsp:sp>
    <dsp:sp modelId="{1A219FA7-186E-4633-8CCE-D0FD42010F87}">
      <dsp:nvSpPr>
        <dsp:cNvPr id="0" name=""/>
        <dsp:cNvSpPr/>
      </dsp:nvSpPr>
      <dsp:spPr>
        <a:xfrm>
          <a:off x="26314" y="1129371"/>
          <a:ext cx="1609687" cy="9658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Beep codes</a:t>
          </a:r>
          <a:endParaRPr lang="en-US" sz="1900" kern="1200"/>
        </a:p>
      </dsp:txBody>
      <dsp:txXfrm>
        <a:off x="26314" y="1129371"/>
        <a:ext cx="1609687" cy="965812"/>
      </dsp:txXfrm>
    </dsp:sp>
    <dsp:sp modelId="{1E2B00E7-DB29-48A7-A0DF-3C074E607145}">
      <dsp:nvSpPr>
        <dsp:cNvPr id="0" name=""/>
        <dsp:cNvSpPr/>
      </dsp:nvSpPr>
      <dsp:spPr>
        <a:xfrm>
          <a:off x="1796971" y="1129371"/>
          <a:ext cx="1609687" cy="9658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No display during startup</a:t>
          </a:r>
          <a:endParaRPr lang="en-US" sz="1900" kern="1200"/>
        </a:p>
      </dsp:txBody>
      <dsp:txXfrm>
        <a:off x="1796971" y="1129371"/>
        <a:ext cx="1609687" cy="965812"/>
      </dsp:txXfrm>
    </dsp:sp>
    <dsp:sp modelId="{A383B73D-9A0F-4E5D-A654-8F930247816A}">
      <dsp:nvSpPr>
        <dsp:cNvPr id="0" name=""/>
        <dsp:cNvSpPr/>
      </dsp:nvSpPr>
      <dsp:spPr>
        <a:xfrm>
          <a:off x="3567627" y="1129371"/>
          <a:ext cx="1609687" cy="9658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RAM, CPU, or motherboard issues</a:t>
          </a:r>
          <a:endParaRPr lang="en-US" sz="1900" kern="1200"/>
        </a:p>
      </dsp:txBody>
      <dsp:txXfrm>
        <a:off x="3567627" y="1129371"/>
        <a:ext cx="1609687" cy="965812"/>
      </dsp:txXfrm>
    </dsp:sp>
    <dsp:sp modelId="{D72D2D39-6474-41F8-BEC4-0FA1CDBB8D3A}">
      <dsp:nvSpPr>
        <dsp:cNvPr id="0" name=""/>
        <dsp:cNvSpPr/>
      </dsp:nvSpPr>
      <dsp:spPr>
        <a:xfrm>
          <a:off x="5338284" y="1129371"/>
          <a:ext cx="1609687" cy="96581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Display Problems</a:t>
          </a:r>
          <a:endParaRPr lang="en-US" sz="1900" kern="1200"/>
        </a:p>
      </dsp:txBody>
      <dsp:txXfrm>
        <a:off x="5338284" y="1129371"/>
        <a:ext cx="1609687" cy="965812"/>
      </dsp:txXfrm>
    </dsp:sp>
    <dsp:sp modelId="{7E860DB2-C94E-4761-BDF5-065BDF1782E0}">
      <dsp:nvSpPr>
        <dsp:cNvPr id="0" name=""/>
        <dsp:cNvSpPr/>
      </dsp:nvSpPr>
      <dsp:spPr>
        <a:xfrm>
          <a:off x="7108940" y="1129371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No signal</a:t>
          </a:r>
          <a:endParaRPr lang="en-US" sz="1900" kern="1200"/>
        </a:p>
      </dsp:txBody>
      <dsp:txXfrm>
        <a:off x="7108940" y="1129371"/>
        <a:ext cx="1609687" cy="965812"/>
      </dsp:txXfrm>
    </dsp:sp>
    <dsp:sp modelId="{11D6327A-86F9-4E65-A70C-E9BC7C5B6A90}">
      <dsp:nvSpPr>
        <dsp:cNvPr id="0" name=""/>
        <dsp:cNvSpPr/>
      </dsp:nvSpPr>
      <dsp:spPr>
        <a:xfrm>
          <a:off x="8879597" y="1129371"/>
          <a:ext cx="1609687" cy="9658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Wrong input</a:t>
          </a:r>
          <a:endParaRPr lang="en-US" sz="1900" kern="1200"/>
        </a:p>
      </dsp:txBody>
      <dsp:txXfrm>
        <a:off x="8879597" y="1129371"/>
        <a:ext cx="1609687" cy="965812"/>
      </dsp:txXfrm>
    </dsp:sp>
    <dsp:sp modelId="{FBAC6F33-AD1E-4443-8D28-6ACA0410122D}">
      <dsp:nvSpPr>
        <dsp:cNvPr id="0" name=""/>
        <dsp:cNvSpPr/>
      </dsp:nvSpPr>
      <dsp:spPr>
        <a:xfrm>
          <a:off x="26314" y="2256153"/>
          <a:ext cx="1609687" cy="9658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Cable failure</a:t>
          </a:r>
          <a:endParaRPr lang="en-US" sz="1900" kern="1200"/>
        </a:p>
      </dsp:txBody>
      <dsp:txXfrm>
        <a:off x="26314" y="2256153"/>
        <a:ext cx="1609687" cy="965812"/>
      </dsp:txXfrm>
    </dsp:sp>
    <dsp:sp modelId="{B7E87B3E-F1A5-4526-9F09-5BCC6874BEC1}">
      <dsp:nvSpPr>
        <dsp:cNvPr id="0" name=""/>
        <dsp:cNvSpPr/>
      </dsp:nvSpPr>
      <dsp:spPr>
        <a:xfrm>
          <a:off x="1796971" y="2256153"/>
          <a:ext cx="1609687" cy="9658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GPU or driver problem</a:t>
          </a:r>
          <a:endParaRPr lang="en-US" sz="1900" kern="1200"/>
        </a:p>
      </dsp:txBody>
      <dsp:txXfrm>
        <a:off x="1796971" y="2256153"/>
        <a:ext cx="1609687" cy="965812"/>
      </dsp:txXfrm>
    </dsp:sp>
    <dsp:sp modelId="{4B478F7A-F73B-49B4-9F98-806876CB2EB9}">
      <dsp:nvSpPr>
        <dsp:cNvPr id="0" name=""/>
        <dsp:cNvSpPr/>
      </dsp:nvSpPr>
      <dsp:spPr>
        <a:xfrm>
          <a:off x="3567627" y="2256153"/>
          <a:ext cx="1609687" cy="96581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Overheating</a:t>
          </a:r>
          <a:endParaRPr lang="en-US" sz="1900" kern="1200"/>
        </a:p>
      </dsp:txBody>
      <dsp:txXfrm>
        <a:off x="3567627" y="2256153"/>
        <a:ext cx="1609687" cy="965812"/>
      </dsp:txXfrm>
    </dsp:sp>
    <dsp:sp modelId="{9CAA4CB5-6A49-4573-B010-73F2B59CB14A}">
      <dsp:nvSpPr>
        <dsp:cNvPr id="0" name=""/>
        <dsp:cNvSpPr/>
      </dsp:nvSpPr>
      <dsp:spPr>
        <a:xfrm>
          <a:off x="5338284" y="2256153"/>
          <a:ext cx="1609687" cy="965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High temperature</a:t>
          </a:r>
          <a:endParaRPr lang="en-US" sz="1900" kern="1200"/>
        </a:p>
      </dsp:txBody>
      <dsp:txXfrm>
        <a:off x="5338284" y="2256153"/>
        <a:ext cx="1609687" cy="965812"/>
      </dsp:txXfrm>
    </dsp:sp>
    <dsp:sp modelId="{D695861A-8AD2-4B1A-8EC0-2DED3E86961E}">
      <dsp:nvSpPr>
        <dsp:cNvPr id="0" name=""/>
        <dsp:cNvSpPr/>
      </dsp:nvSpPr>
      <dsp:spPr>
        <a:xfrm>
          <a:off x="7108940" y="2256153"/>
          <a:ext cx="1609687" cy="9658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Fan failure</a:t>
          </a:r>
          <a:endParaRPr lang="en-US" sz="1900" kern="1200"/>
        </a:p>
      </dsp:txBody>
      <dsp:txXfrm>
        <a:off x="7108940" y="2256153"/>
        <a:ext cx="1609687" cy="965812"/>
      </dsp:txXfrm>
    </dsp:sp>
    <dsp:sp modelId="{22089FBD-98F3-4E06-BE88-A7BDCB5C33FC}">
      <dsp:nvSpPr>
        <dsp:cNvPr id="0" name=""/>
        <dsp:cNvSpPr/>
      </dsp:nvSpPr>
      <dsp:spPr>
        <a:xfrm>
          <a:off x="8879597" y="2256153"/>
          <a:ext cx="1609687" cy="9658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Dust buildup</a:t>
          </a:r>
          <a:endParaRPr lang="en-US" sz="1900" kern="1200"/>
        </a:p>
      </dsp:txBody>
      <dsp:txXfrm>
        <a:off x="8879597" y="2256153"/>
        <a:ext cx="1609687" cy="965812"/>
      </dsp:txXfrm>
    </dsp:sp>
    <dsp:sp modelId="{C1E0BF8A-4253-4145-9966-FFF3CDF7F4AB}">
      <dsp:nvSpPr>
        <dsp:cNvPr id="0" name=""/>
        <dsp:cNvSpPr/>
      </dsp:nvSpPr>
      <dsp:spPr>
        <a:xfrm>
          <a:off x="3567627" y="3382934"/>
          <a:ext cx="1609687" cy="9658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Poor airflow</a:t>
          </a:r>
          <a:endParaRPr lang="en-US" sz="1900" kern="1200"/>
        </a:p>
      </dsp:txBody>
      <dsp:txXfrm>
        <a:off x="3567627" y="3382934"/>
        <a:ext cx="1609687" cy="965812"/>
      </dsp:txXfrm>
    </dsp:sp>
    <dsp:sp modelId="{E00F059F-4343-4D02-996A-285A691F949F}">
      <dsp:nvSpPr>
        <dsp:cNvPr id="0" name=""/>
        <dsp:cNvSpPr/>
      </dsp:nvSpPr>
      <dsp:spPr>
        <a:xfrm>
          <a:off x="5338284" y="3382934"/>
          <a:ext cx="1609687" cy="965812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Thermal paste issues</a:t>
          </a:r>
          <a:endParaRPr lang="en-US" sz="1900" kern="1200"/>
        </a:p>
      </dsp:txBody>
      <dsp:txXfrm>
        <a:off x="5338284" y="3382934"/>
        <a:ext cx="1609687" cy="9658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1E89E-7FF7-4195-9425-A13B8BFF45C6}">
      <dsp:nvSpPr>
        <dsp:cNvPr id="0" name=""/>
        <dsp:cNvSpPr/>
      </dsp:nvSpPr>
      <dsp:spPr>
        <a:xfrm>
          <a:off x="0" y="285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Connect Hardware Symptoms with Windows Tools</a:t>
          </a:r>
          <a:endParaRPr lang="en-US" sz="2000" kern="1200"/>
        </a:p>
      </dsp:txBody>
      <dsp:txXfrm>
        <a:off x="23988" y="309247"/>
        <a:ext cx="6618857" cy="443424"/>
      </dsp:txXfrm>
    </dsp:sp>
    <dsp:sp modelId="{5BB8B4CD-4668-49F9-993F-8D3CAEDC3DAE}">
      <dsp:nvSpPr>
        <dsp:cNvPr id="0" name=""/>
        <dsp:cNvSpPr/>
      </dsp:nvSpPr>
      <dsp:spPr>
        <a:xfrm>
          <a:off x="0" y="834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519019"/>
                <a:satOff val="-103"/>
                <a:lumOff val="2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19019"/>
                <a:satOff val="-103"/>
                <a:lumOff val="2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19019"/>
                <a:satOff val="-103"/>
                <a:lumOff val="2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Hardware not detected → Device Manager</a:t>
          </a:r>
          <a:endParaRPr lang="en-US" sz="2000" kern="1200"/>
        </a:p>
      </dsp:txBody>
      <dsp:txXfrm>
        <a:off x="23988" y="858247"/>
        <a:ext cx="6618857" cy="443424"/>
      </dsp:txXfrm>
    </dsp:sp>
    <dsp:sp modelId="{60341F87-181A-4662-8F85-DBDD55F2A6F7}">
      <dsp:nvSpPr>
        <dsp:cNvPr id="0" name=""/>
        <dsp:cNvSpPr/>
      </dsp:nvSpPr>
      <dsp:spPr>
        <a:xfrm>
          <a:off x="0" y="1383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Driver failure → Device Manager + Event Viewer</a:t>
          </a:r>
          <a:endParaRPr lang="en-US" sz="2000" kern="1200"/>
        </a:p>
      </dsp:txBody>
      <dsp:txXfrm>
        <a:off x="23988" y="1407248"/>
        <a:ext cx="6618857" cy="443424"/>
      </dsp:txXfrm>
    </dsp:sp>
    <dsp:sp modelId="{89098871-5453-4DD4-AF20-81A68B53B3EF}">
      <dsp:nvSpPr>
        <dsp:cNvPr id="0" name=""/>
        <dsp:cNvSpPr/>
      </dsp:nvSpPr>
      <dsp:spPr>
        <a:xfrm>
          <a:off x="0" y="1932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4557056"/>
                <a:satOff val="-310"/>
                <a:lumOff val="7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7056"/>
                <a:satOff val="-310"/>
                <a:lumOff val="7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7056"/>
                <a:satOff val="-310"/>
                <a:lumOff val="7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Application crash → Event Viewer</a:t>
          </a:r>
          <a:endParaRPr lang="en-US" sz="2000" kern="1200"/>
        </a:p>
      </dsp:txBody>
      <dsp:txXfrm>
        <a:off x="23988" y="1956248"/>
        <a:ext cx="6618857" cy="443424"/>
      </dsp:txXfrm>
    </dsp:sp>
    <dsp:sp modelId="{9FC21B45-4F8C-4467-A66E-36A98D5BD09F}">
      <dsp:nvSpPr>
        <dsp:cNvPr id="0" name=""/>
        <dsp:cNvSpPr/>
      </dsp:nvSpPr>
      <dsp:spPr>
        <a:xfrm>
          <a:off x="0" y="2481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Service not working → Services + Event Viewer</a:t>
          </a:r>
          <a:endParaRPr lang="en-US" sz="2000" kern="1200" dirty="0"/>
        </a:p>
      </dsp:txBody>
      <dsp:txXfrm>
        <a:off x="23988" y="2505247"/>
        <a:ext cx="6618857" cy="443424"/>
      </dsp:txXfrm>
    </dsp:sp>
    <dsp:sp modelId="{4EFB299C-9ADF-4865-8504-036E69F208B3}">
      <dsp:nvSpPr>
        <dsp:cNvPr id="0" name=""/>
        <dsp:cNvSpPr/>
      </dsp:nvSpPr>
      <dsp:spPr>
        <a:xfrm>
          <a:off x="0" y="3030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7595094"/>
                <a:satOff val="-516"/>
                <a:lumOff val="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95094"/>
                <a:satOff val="-516"/>
                <a:lumOff val="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95094"/>
                <a:satOff val="-516"/>
                <a:lumOff val="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High RAM usage → Task Manager + Resource Monitor</a:t>
          </a:r>
          <a:endParaRPr lang="en-US" sz="2000" kern="1200"/>
        </a:p>
      </dsp:txBody>
      <dsp:txXfrm>
        <a:off x="23988" y="3054247"/>
        <a:ext cx="6618857" cy="443424"/>
      </dsp:txXfrm>
    </dsp:sp>
    <dsp:sp modelId="{3A8F9846-4C38-44A2-82C6-C3F8E1816671}">
      <dsp:nvSpPr>
        <dsp:cNvPr id="0" name=""/>
        <dsp:cNvSpPr/>
      </dsp:nvSpPr>
      <dsp:spPr>
        <a:xfrm>
          <a:off x="0" y="3579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Disk problem → Disk Management + Event Viewer</a:t>
          </a:r>
          <a:endParaRPr lang="en-US" sz="2000" kern="1200"/>
        </a:p>
      </dsp:txBody>
      <dsp:txXfrm>
        <a:off x="23988" y="3603248"/>
        <a:ext cx="6618857" cy="443424"/>
      </dsp:txXfrm>
    </dsp:sp>
    <dsp:sp modelId="{B6C1B732-9806-456F-910B-85C4EEBDE7C8}">
      <dsp:nvSpPr>
        <dsp:cNvPr id="0" name=""/>
        <dsp:cNvSpPr/>
      </dsp:nvSpPr>
      <dsp:spPr>
        <a:xfrm>
          <a:off x="0" y="4128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0633130"/>
                <a:satOff val="-723"/>
                <a:lumOff val="17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633130"/>
                <a:satOff val="-723"/>
                <a:lumOff val="17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633130"/>
                <a:satOff val="-723"/>
                <a:lumOff val="17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Slow system → Task Manager + Performance Monitor</a:t>
          </a:r>
          <a:endParaRPr lang="en-US" sz="2000" kern="1200"/>
        </a:p>
      </dsp:txBody>
      <dsp:txXfrm>
        <a:off x="23988" y="4152248"/>
        <a:ext cx="6618857" cy="443424"/>
      </dsp:txXfrm>
    </dsp:sp>
    <dsp:sp modelId="{60F60AB8-547A-4C25-ADF6-AEEFD76D38B1}">
      <dsp:nvSpPr>
        <dsp:cNvPr id="0" name=""/>
        <dsp:cNvSpPr/>
      </dsp:nvSpPr>
      <dsp:spPr>
        <a:xfrm>
          <a:off x="0" y="4677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Scheduled task failure → Task Scheduler + Event Viewer</a:t>
          </a:r>
          <a:endParaRPr lang="en-US" sz="2000" kern="1200"/>
        </a:p>
      </dsp:txBody>
      <dsp:txXfrm>
        <a:off x="23988" y="4701248"/>
        <a:ext cx="6618857" cy="4434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32BB9-40C3-45D7-85A0-D9CF6A74D844}">
      <dsp:nvSpPr>
        <dsp:cNvPr id="0" name=""/>
        <dsp:cNvSpPr/>
      </dsp:nvSpPr>
      <dsp:spPr>
        <a:xfrm>
          <a:off x="869296" y="3314"/>
          <a:ext cx="324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Physical Hardware</a:t>
          </a:r>
          <a:endParaRPr lang="en-IN" sz="2800" kern="1200"/>
        </a:p>
      </dsp:txBody>
      <dsp:txXfrm>
        <a:off x="869296" y="3314"/>
        <a:ext cx="3240000" cy="537830"/>
      </dsp:txXfrm>
    </dsp:sp>
    <dsp:sp modelId="{352C05AA-E9FE-4E76-BBC1-B7A2425586D9}">
      <dsp:nvSpPr>
        <dsp:cNvPr id="0" name=""/>
        <dsp:cNvSpPr/>
      </dsp:nvSpPr>
      <dsp:spPr>
        <a:xfrm>
          <a:off x="959296" y="568036"/>
          <a:ext cx="306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Power and Cables</a:t>
          </a:r>
          <a:endParaRPr lang="en-IN" sz="2800" kern="1200"/>
        </a:p>
      </dsp:txBody>
      <dsp:txXfrm>
        <a:off x="959296" y="568036"/>
        <a:ext cx="3060000" cy="537830"/>
      </dsp:txXfrm>
    </dsp:sp>
    <dsp:sp modelId="{2C9FE34F-AA51-40E3-8389-1C4706DAC796}">
      <dsp:nvSpPr>
        <dsp:cNvPr id="0" name=""/>
        <dsp:cNvSpPr/>
      </dsp:nvSpPr>
      <dsp:spPr>
        <a:xfrm>
          <a:off x="914296" y="1132758"/>
          <a:ext cx="315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POST / BIOS / UEFI</a:t>
          </a:r>
          <a:endParaRPr lang="en-IN" sz="2800" kern="1200"/>
        </a:p>
      </dsp:txBody>
      <dsp:txXfrm>
        <a:off x="914296" y="1132758"/>
        <a:ext cx="3150000" cy="537830"/>
      </dsp:txXfrm>
    </dsp:sp>
    <dsp:sp modelId="{FC3D1448-07FA-44E5-9B53-7BAF25EA66C9}">
      <dsp:nvSpPr>
        <dsp:cNvPr id="0" name=""/>
        <dsp:cNvSpPr/>
      </dsp:nvSpPr>
      <dsp:spPr>
        <a:xfrm>
          <a:off x="1251796" y="1697480"/>
          <a:ext cx="2475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Windows Boot</a:t>
          </a:r>
          <a:endParaRPr lang="en-IN" sz="2800" kern="1200"/>
        </a:p>
      </dsp:txBody>
      <dsp:txXfrm>
        <a:off x="1251796" y="1697480"/>
        <a:ext cx="2475000" cy="537830"/>
      </dsp:txXfrm>
    </dsp:sp>
    <dsp:sp modelId="{539F2827-3D57-4B43-8A7A-03F87414223D}">
      <dsp:nvSpPr>
        <dsp:cNvPr id="0" name=""/>
        <dsp:cNvSpPr/>
      </dsp:nvSpPr>
      <dsp:spPr>
        <a:xfrm>
          <a:off x="1116796" y="2262202"/>
          <a:ext cx="2745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Device Manager</a:t>
          </a:r>
          <a:endParaRPr lang="en-IN" sz="2800" kern="1200"/>
        </a:p>
      </dsp:txBody>
      <dsp:txXfrm>
        <a:off x="1116796" y="2262202"/>
        <a:ext cx="2745000" cy="537830"/>
      </dsp:txXfrm>
    </dsp:sp>
    <dsp:sp modelId="{59647DFF-1D9D-4007-9F2D-B47BA2E08702}">
      <dsp:nvSpPr>
        <dsp:cNvPr id="0" name=""/>
        <dsp:cNvSpPr/>
      </dsp:nvSpPr>
      <dsp:spPr>
        <a:xfrm>
          <a:off x="1364296" y="2826924"/>
          <a:ext cx="225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Event Viewer</a:t>
          </a:r>
          <a:endParaRPr lang="en-IN" sz="2800" kern="1200"/>
        </a:p>
      </dsp:txBody>
      <dsp:txXfrm>
        <a:off x="1364296" y="2826924"/>
        <a:ext cx="2250000" cy="537830"/>
      </dsp:txXfrm>
    </dsp:sp>
    <dsp:sp modelId="{B71ECF6D-B1FD-4E6F-A60F-D41A1C4A7935}">
      <dsp:nvSpPr>
        <dsp:cNvPr id="0" name=""/>
        <dsp:cNvSpPr/>
      </dsp:nvSpPr>
      <dsp:spPr>
        <a:xfrm>
          <a:off x="869296" y="3391646"/>
          <a:ext cx="324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Services and Tasks</a:t>
          </a:r>
          <a:endParaRPr lang="en-IN" sz="2800" kern="1200"/>
        </a:p>
      </dsp:txBody>
      <dsp:txXfrm>
        <a:off x="869296" y="3391646"/>
        <a:ext cx="3240000" cy="537830"/>
      </dsp:txXfrm>
    </dsp:sp>
    <dsp:sp modelId="{837376CD-3E58-4DA5-9489-00BD66447F37}">
      <dsp:nvSpPr>
        <dsp:cNvPr id="0" name=""/>
        <dsp:cNvSpPr/>
      </dsp:nvSpPr>
      <dsp:spPr>
        <a:xfrm>
          <a:off x="419296" y="3956368"/>
          <a:ext cx="414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Performance Monitoring</a:t>
          </a:r>
          <a:endParaRPr lang="en-IN" sz="2800" kern="1200"/>
        </a:p>
      </dsp:txBody>
      <dsp:txXfrm>
        <a:off x="419296" y="3956368"/>
        <a:ext cx="4140000" cy="537830"/>
      </dsp:txXfrm>
    </dsp:sp>
    <dsp:sp modelId="{C01B289B-7372-4417-A88B-54494AABF52B}">
      <dsp:nvSpPr>
        <dsp:cNvPr id="0" name=""/>
        <dsp:cNvSpPr/>
      </dsp:nvSpPr>
      <dsp:spPr>
        <a:xfrm>
          <a:off x="824296" y="4521090"/>
          <a:ext cx="3330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Identify Root Cause</a:t>
          </a:r>
          <a:endParaRPr lang="en-IN" sz="2800" kern="1200"/>
        </a:p>
      </dsp:txBody>
      <dsp:txXfrm>
        <a:off x="824296" y="4521090"/>
        <a:ext cx="3330000" cy="537830"/>
      </dsp:txXfrm>
    </dsp:sp>
    <dsp:sp modelId="{E4CDE84B-1C68-45C5-8AC5-5430429C957C}">
      <dsp:nvSpPr>
        <dsp:cNvPr id="0" name=""/>
        <dsp:cNvSpPr/>
      </dsp:nvSpPr>
      <dsp:spPr>
        <a:xfrm>
          <a:off x="1341796" y="5085812"/>
          <a:ext cx="2295000" cy="537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Fix and Verify</a:t>
          </a:r>
          <a:endParaRPr lang="en-IN" sz="2800" kern="1200"/>
        </a:p>
      </dsp:txBody>
      <dsp:txXfrm>
        <a:off x="1341796" y="5085812"/>
        <a:ext cx="2295000" cy="537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15568-6945-4487-896D-8B98C98BD38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44E80-D912-4068-BEFF-E9AD1487C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246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44E80-D912-4068-BEFF-E9AD1487C0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3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44E80-D912-4068-BEFF-E9AD1487C00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13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A336-7602-77BF-ED37-373DB5180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0234B-F8F0-3642-7602-AECF3FB09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9673E-FD2C-1EF9-0A4A-F5D9E49F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F10DD-6B6A-6600-993B-0E543D1E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A2A2-AA4D-08AB-DB21-09044611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5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732D-C448-3FDB-FD64-B0777CDE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C2EC2-A2C9-B64A-2A3F-702ADA83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AE98-4133-EE2B-05B0-7CBC8012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EC5FA-A1C2-23DE-7541-5D5B1ABB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078A-62B6-0DA7-83A4-A39172B2D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73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11C4-982D-7903-1ED3-B2A635B2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B8DD3-2A2A-8DEF-A245-28D3D37FE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92B6E-7995-0565-98B6-3E82A43C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BCB1-3123-383E-6A3B-DC9CCFD3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002D8-FFD7-C456-C781-A1BE083E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81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BA0-9A31-E086-20B2-C5CFF2E5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65487-2306-BEAA-D2A0-99ED17E4F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62C9B-9659-FF5F-4706-1F6036FAD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CB97A-2D7B-3DF5-AEF4-9A44C416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D477A-63CB-F9E9-6E21-F3A0A9F8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1FE35-ACD7-08A0-A15E-D7CF70E8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89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0FBE-3447-0E90-9CF9-769F34C4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8CEC1-2C6C-D9F2-BDAF-BBE445E91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61228-52FC-3B85-3F59-D83F4DD19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7EE2D-2605-B16C-6DD8-D9B4FE998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F95D9-CCE8-9E90-1E06-6479D8BD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E40CB-4233-7C4B-DDF4-605D9299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29BC8-F1EF-37C9-5E47-BC08F8878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2D3E9-F8A6-741B-6DE5-AB461779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20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4246-8AFE-FE8A-111F-4A7D2AF5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BC2C4-1339-D756-DF99-869E54AB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DC543-81AB-82E0-7619-E4C583430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04C21-25F4-34C8-3F96-B1DBDFFF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59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EAC96-7933-1C2D-8410-68326E02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3E42B-026F-4222-0144-623CE534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9A788-F6CC-A8EA-F941-F2BFA969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94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0FBB-87FA-8219-74AD-471778A25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C1BD4-4A51-BF3E-A4C0-12E0C1FC9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5D832-6539-51AF-A376-3668CFC7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7281C-F3DE-A4D7-BF62-F9D8765B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7EAC6-8763-F997-D0D8-EDB47CA0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97E29-EA6D-5EB5-824B-10D75E4C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8FFE-55F9-EB9C-CB7D-DC645DA7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50ED2-3675-C15E-B83D-7A88B8745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C29B1-F2DE-A7AA-F2EB-9E07E87AB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031B2-B25B-E964-A7B7-7001D8DA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FD20F-4BDF-67FE-CDDB-EDAB7B5F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21C27-AEAA-0B8E-6622-3CE7FDF2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53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6D89-7C2B-C945-DCA0-F40E2C66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D3EA9-2E9B-E5D2-4725-2B278E24F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F8D11-8968-9624-5109-2A2906F2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BE86-F4BB-6339-F307-846AEAD6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AB6F8-4F67-4EAB-5BA7-6EE23123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6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16484-F519-2476-1A82-89645A4EB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28B86-0080-3395-AC2C-649D89DE9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8D1CE-A7B5-CBDC-1E23-0F2BEAD2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D1F51-2561-8C9E-BE34-A8B9B5A8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B797E-ACB9-E6B6-72B6-8C4E2491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50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24FB-6703-E627-4378-31117DBF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8B7F3-974D-2822-E20B-6E94516D3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0DB7B-8AB1-1932-F460-E5C69C04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551D-7295-46CE-B6E5-24EAEA94C35A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1621-6BA9-40FD-4DE7-4BCF647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BC787-DF09-E350-D2FF-2503033C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C8791-4BB7-41DE-A974-FAA99601F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34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7E1BE-BDE4-09E7-4099-3CB9F0CC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2D621-5B0E-AB2E-4A14-70DFDEF4C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EBBD-C078-C33B-5462-61172910C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60B21-A9AB-460B-B73D-F5EDC8B0F723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912E8-0B44-6775-1F6A-3614A6AC8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726B-8B2C-B32E-465E-57B628F3F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E7EFC-2592-46BB-9FF1-0B583A09A5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77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55349-1816-9D8B-8553-B60337B1C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000" b="1" i="0" u="none" strike="noStrike" baseline="0"/>
              <a:t>Windows Management Console (MMC)</a:t>
            </a:r>
          </a:p>
        </p:txBody>
      </p:sp>
      <p:sp>
        <p:nvSpPr>
          <p:cNvPr id="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74721-3D39-8B1C-3E7C-BDD44ABA7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2200" b="1" i="0" u="none" strike="noStrike" baseline="0" dirty="0"/>
              <a:t>Built-in Windows framework for administrative tools</a:t>
            </a:r>
          </a:p>
          <a:p>
            <a:pPr marR="0" lvl="0"/>
            <a:r>
              <a:rPr lang="en-US" sz="2200" b="1" i="0" u="none" strike="noStrike" baseline="0" dirty="0"/>
              <a:t>Uses Snap-ins to manage different parts of Windows</a:t>
            </a:r>
          </a:p>
          <a:p>
            <a:pPr marR="0" lvl="0"/>
            <a:r>
              <a:rPr lang="en-US" sz="2200" b="1" i="0" u="none" strike="noStrike" baseline="0" dirty="0"/>
              <a:t>Provides a single interface for system administration</a:t>
            </a:r>
          </a:p>
          <a:p>
            <a:pPr marR="0" lvl="0"/>
            <a:r>
              <a:rPr lang="en-US" sz="2200" b="1" i="0" u="none" strike="noStrike" baseline="0" dirty="0"/>
              <a:t>Administrators can create custom consoles for specific tasks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39F698B2-0B64-0448-C6CE-6AEFDA827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02" r="3082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5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1F8E4-7E5F-70D6-26FC-2E8664F2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3467"/>
            <a:ext cx="3840480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0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Management Console?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686" y="0"/>
            <a:ext cx="7152315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BC87C-01C5-6438-BA91-46968C01F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8696" y="643467"/>
            <a:ext cx="5788152" cy="26165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700" b="1" i="0" u="none" strike="noStrike" baseline="0" dirty="0">
                <a:solidFill>
                  <a:srgbClr val="FFFFFF"/>
                </a:solidFill>
              </a:rPr>
              <a:t>Centralized Tool for Administration</a:t>
            </a:r>
          </a:p>
          <a:p>
            <a:pPr marR="0" lvl="0"/>
            <a:r>
              <a:rPr lang="en-US" sz="1700" b="1" i="0" u="none" strike="noStrike" baseline="0" dirty="0">
                <a:solidFill>
                  <a:srgbClr val="FFFFFF"/>
                </a:solidFill>
              </a:rPr>
              <a:t>Provides a graphical interface to configure and monitor Windows</a:t>
            </a:r>
          </a:p>
          <a:p>
            <a:pPr marR="0" lvl="0"/>
            <a:r>
              <a:rPr lang="en-US" sz="1700" b="1" i="0" u="none" strike="noStrike" baseline="0" dirty="0">
                <a:solidFill>
                  <a:srgbClr val="FFFFFF"/>
                </a:solidFill>
              </a:rPr>
              <a:t>Helps administrators troubleshoot problems</a:t>
            </a:r>
          </a:p>
          <a:p>
            <a:pPr marR="0" lvl="0"/>
            <a:r>
              <a:rPr lang="en-US" sz="1700" b="1" i="0" u="none" strike="noStrike" baseline="0" dirty="0">
                <a:solidFill>
                  <a:srgbClr val="FFFFFF"/>
                </a:solidFill>
              </a:rPr>
              <a:t>Allows management of hardware, software, users, services and logs</a:t>
            </a:r>
          </a:p>
          <a:p>
            <a:pPr marR="0" lvl="0"/>
            <a:r>
              <a:rPr lang="en-US" sz="1700" b="1" i="0" u="none" strike="noStrike" baseline="0" dirty="0">
                <a:solidFill>
                  <a:srgbClr val="FFFFFF"/>
                </a:solidFill>
              </a:rPr>
              <a:t>Common Management Consoles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4D6E9F-309B-BE1E-7631-D4A56F338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021825"/>
              </p:ext>
            </p:extLst>
          </p:nvPr>
        </p:nvGraphicFramePr>
        <p:xfrm>
          <a:off x="5605669" y="3429000"/>
          <a:ext cx="5917095" cy="2965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54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B4F11-D0CE-B1BC-81B6-033399E1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baseline="0" dirty="0"/>
              <a:t>Computer Management</a:t>
            </a:r>
          </a:p>
        </p:txBody>
      </p:sp>
      <p:sp>
        <p:nvSpPr>
          <p:cNvPr id="4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7766CFF-333A-B3EA-0854-A61AD60C5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1" i="0" u="none" strike="noStrike" baseline="0" dirty="0"/>
              <a:t>Computer Management (</a:t>
            </a:r>
            <a:r>
              <a:rPr lang="en-US" sz="2000" b="1" i="0" u="none" strike="noStrike" baseline="0" dirty="0" err="1"/>
              <a:t>compmgmt.msc</a:t>
            </a:r>
            <a:r>
              <a:rPr lang="en-US" sz="2000" b="1" i="0" u="none" strike="noStrike" baseline="0" dirty="0"/>
              <a:t>)</a:t>
            </a:r>
          </a:p>
          <a:p>
            <a:pPr marR="0" lvl="0"/>
            <a:r>
              <a:rPr lang="en-US" sz="2000" b="1" i="0" u="none" strike="noStrike" baseline="0" dirty="0"/>
              <a:t>Centralized console containing multiple administration tools</a:t>
            </a:r>
          </a:p>
          <a:p>
            <a:pPr marR="0" lvl="0"/>
            <a:r>
              <a:rPr lang="en-US" sz="2000" b="1" i="0" u="none" strike="noStrike" baseline="0" dirty="0"/>
              <a:t>Main Sections</a:t>
            </a:r>
          </a:p>
          <a:p>
            <a:pPr lvl="1"/>
            <a:r>
              <a:rPr lang="en-US" sz="1600" b="1" i="0" u="none" strike="noStrike" baseline="0" dirty="0"/>
              <a:t>System Tools</a:t>
            </a:r>
          </a:p>
          <a:p>
            <a:pPr lvl="1"/>
            <a:r>
              <a:rPr lang="en-US" sz="1600" b="1" i="0" u="none" strike="noStrike" baseline="0" dirty="0"/>
              <a:t>Storage</a:t>
            </a:r>
          </a:p>
          <a:p>
            <a:pPr lvl="1"/>
            <a:r>
              <a:rPr lang="en-US" sz="1600" b="1" i="0" u="none" strike="noStrike" baseline="0" dirty="0"/>
              <a:t>Services and Applications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21F636F-C0D6-E57F-F757-E053DA4005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7" r="3393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834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66B30-65A3-802B-7DCC-CFB13EBB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algn="ctr"/>
            <a:r>
              <a:rPr lang="en-US" sz="5600" b="1" i="0" u="none" strike="noStrike" kern="1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Device Manager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DCA99A8-D63F-4D6E-0619-4970316D5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11239505" y="5079845"/>
            <a:ext cx="45719" cy="92447"/>
          </a:xfr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marL="0" marR="0" lvl="0" indent="0">
              <a:buNone/>
            </a:pPr>
            <a:endParaRPr lang="en-US" sz="2000" b="1" i="0" u="none" strike="noStrike" baseline="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DA05089A-E328-19AA-5C48-C62C66BE0C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3725575"/>
              </p:ext>
            </p:extLst>
          </p:nvPr>
        </p:nvGraphicFramePr>
        <p:xfrm>
          <a:off x="5548973" y="2390406"/>
          <a:ext cx="6161360" cy="4069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C665A21C-C953-818D-F66D-D903E8084C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610" y="31298"/>
            <a:ext cx="4148002" cy="251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7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5D785F-0C3E-9186-32B4-FE693531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Event Viewer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B577B-0C1A-3DDF-997E-A51B1EA0F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3747" y="319088"/>
            <a:ext cx="6002024" cy="19671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R="0" lvl="0"/>
            <a:r>
              <a:rPr lang="en-US" sz="2400" b="1" i="0" u="none" strike="noStrike" dirty="0"/>
              <a:t>Records system and application events</a:t>
            </a:r>
          </a:p>
          <a:p>
            <a:pPr marR="0" lvl="0"/>
            <a:r>
              <a:rPr lang="en-US" sz="2400" b="1" i="0" u="none" strike="noStrike" dirty="0"/>
              <a:t>Important Logs</a:t>
            </a:r>
          </a:p>
          <a:p>
            <a:pPr lvl="1"/>
            <a:r>
              <a:rPr lang="en-US" b="1" i="0" u="none" strike="noStrike" dirty="0"/>
              <a:t>Application</a:t>
            </a:r>
          </a:p>
          <a:p>
            <a:pPr lvl="1"/>
            <a:r>
              <a:rPr lang="en-US" b="1" i="0" u="none" strike="noStrike" dirty="0"/>
              <a:t>System</a:t>
            </a:r>
          </a:p>
          <a:p>
            <a:pPr lvl="1"/>
            <a:r>
              <a:rPr lang="en-US" b="1" i="0" u="none" strike="noStrike" dirty="0"/>
              <a:t>Security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5253FFB-ADE2-2E80-82D3-09D353271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6511704"/>
              </p:ext>
            </p:extLst>
          </p:nvPr>
        </p:nvGraphicFramePr>
        <p:xfrm>
          <a:off x="5318875" y="2165356"/>
          <a:ext cx="6770749" cy="4115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43061A-B7A5-8B82-8C46-684B71668225}"/>
              </a:ext>
            </a:extLst>
          </p:cNvPr>
          <p:cNvSpPr/>
          <p:nvPr/>
        </p:nvSpPr>
        <p:spPr>
          <a:xfrm>
            <a:off x="7775891" y="3678540"/>
            <a:ext cx="1884641" cy="10612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Troubleshooting OR Investigating</a:t>
            </a:r>
          </a:p>
        </p:txBody>
      </p:sp>
    </p:spTree>
    <p:extLst>
      <p:ext uri="{BB962C8B-B14F-4D97-AF65-F5344CB8AC3E}">
        <p14:creationId xmlns:p14="http://schemas.microsoft.com/office/powerpoint/2010/main" val="200194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AA04A-E519-D175-122F-208271EB0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Services Console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A9065-9A48-763E-0391-6B97E8083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200" b="1" i="0" u="none" strike="noStrike" baseline="0" dirty="0"/>
              <a:t>Windows Services (</a:t>
            </a:r>
            <a:r>
              <a:rPr lang="en-US" sz="2200" b="1" i="0" u="none" strike="noStrike" baseline="0" dirty="0" err="1"/>
              <a:t>services.msc</a:t>
            </a:r>
            <a:r>
              <a:rPr lang="en-US" sz="2200" b="1" i="0" u="none" strike="noStrike" baseline="0" dirty="0"/>
              <a:t>)</a:t>
            </a:r>
          </a:p>
          <a:p>
            <a:pPr marR="0" lvl="0"/>
            <a:r>
              <a:rPr lang="en-US" sz="2200" b="1" i="0" u="none" strike="noStrike" baseline="0" dirty="0"/>
              <a:t>Services are background programs that perform specific functions</a:t>
            </a:r>
          </a:p>
          <a:p>
            <a:pPr lvl="1"/>
            <a:r>
              <a:rPr lang="en-US" sz="1800" b="1" i="0" u="none" strike="noStrike" baseline="0" dirty="0"/>
              <a:t>Start a service</a:t>
            </a:r>
          </a:p>
          <a:p>
            <a:pPr lvl="1"/>
            <a:r>
              <a:rPr lang="en-US" sz="1800" b="1" i="0" u="none" strike="noStrike" baseline="0" dirty="0"/>
              <a:t>Stop a service</a:t>
            </a:r>
          </a:p>
          <a:p>
            <a:pPr lvl="1"/>
            <a:r>
              <a:rPr lang="en-US" sz="1800" b="1" i="0" u="none" strike="noStrike" baseline="0" dirty="0"/>
              <a:t>Restart a service</a:t>
            </a:r>
          </a:p>
          <a:p>
            <a:pPr lvl="1"/>
            <a:r>
              <a:rPr lang="en-US" sz="1800" b="1" i="0" u="none" strike="noStrike" baseline="0" dirty="0"/>
              <a:t>Configure startup type</a:t>
            </a:r>
          </a:p>
          <a:p>
            <a:pPr marR="0" lvl="0"/>
            <a:r>
              <a:rPr lang="en-US" sz="2200" b="1" i="0" u="none" strike="noStrike" baseline="0" dirty="0"/>
              <a:t>Startup Types</a:t>
            </a:r>
          </a:p>
          <a:p>
            <a:pPr lvl="1"/>
            <a:r>
              <a:rPr lang="en-US" sz="1800" b="1" i="0" u="none" strike="noStrike" baseline="0" dirty="0"/>
              <a:t>Automatic</a:t>
            </a:r>
          </a:p>
          <a:p>
            <a:pPr lvl="1"/>
            <a:r>
              <a:rPr lang="en-US" sz="1800" b="1" i="0" u="none" strike="noStrike" baseline="0" dirty="0"/>
              <a:t>Automatic (Delayed Start)</a:t>
            </a:r>
          </a:p>
          <a:p>
            <a:pPr lvl="1"/>
            <a:r>
              <a:rPr lang="en-US" sz="1800" b="1" i="0" u="none" strike="noStrike" baseline="0" dirty="0"/>
              <a:t>Manual</a:t>
            </a:r>
          </a:p>
          <a:p>
            <a:pPr lvl="1"/>
            <a:r>
              <a:rPr lang="en-US" sz="1800" b="1" i="0" u="none" strike="noStrike" baseline="0" dirty="0"/>
              <a:t>Disabled</a:t>
            </a:r>
            <a:endParaRPr lang="en-US" sz="2200" b="1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61481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EA1637D4-5435-2D67-5486-4E1B57DB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82" r="885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F9D55-10AB-5925-F1A7-DBA69B68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baseline="0"/>
              <a:t>Task Scheduler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C2976-6F63-3908-716F-2E45E5F4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600" b="1" i="0" u="none" strike="noStrike" baseline="0"/>
              <a:t>Task Scheduler (taskschd.msc)</a:t>
            </a:r>
          </a:p>
          <a:p>
            <a:pPr marR="0" lvl="0"/>
            <a:r>
              <a:rPr lang="en-US" sz="1600" b="1" i="0" u="none" strike="noStrike" baseline="0"/>
              <a:t>Automatically executes tasks based on specific conditions</a:t>
            </a:r>
          </a:p>
          <a:p>
            <a:pPr lvl="1"/>
            <a:r>
              <a:rPr lang="en-US" sz="1600" b="1" i="0" u="none" strike="noStrike" baseline="0"/>
              <a:t>Tasks can run at startup</a:t>
            </a:r>
          </a:p>
          <a:p>
            <a:pPr lvl="1"/>
            <a:r>
              <a:rPr lang="en-US" sz="1600" b="1" i="0" u="none" strike="noStrike" baseline="0"/>
              <a:t>Tasks can run at login</a:t>
            </a:r>
          </a:p>
          <a:p>
            <a:pPr lvl="1"/>
            <a:r>
              <a:rPr lang="en-US" sz="1600" b="1" i="0" u="none" strike="noStrike" baseline="0"/>
              <a:t>Tasks can run at a specific time</a:t>
            </a:r>
          </a:p>
          <a:p>
            <a:pPr lvl="1"/>
            <a:r>
              <a:rPr lang="en-US" sz="1600" b="1" i="0" u="none" strike="noStrike" baseline="0"/>
              <a:t>Tasks can run when an event occurs</a:t>
            </a:r>
          </a:p>
          <a:p>
            <a:pPr marR="0" lvl="0"/>
            <a:r>
              <a:rPr lang="en-US" sz="1600" b="1" i="0" u="none" strike="noStrike" baseline="0"/>
              <a:t>Use cases</a:t>
            </a:r>
          </a:p>
          <a:p>
            <a:pPr lvl="1"/>
            <a:r>
              <a:rPr lang="en-US" sz="1600" b="1" i="0" u="none" strike="noStrike" baseline="0"/>
              <a:t>Automatic backups</a:t>
            </a:r>
          </a:p>
          <a:p>
            <a:pPr lvl="1"/>
            <a:r>
              <a:rPr lang="en-US" sz="1600" b="1" i="0" u="none" strike="noStrike" baseline="0"/>
              <a:t>Maintenance scripts</a:t>
            </a:r>
          </a:p>
          <a:p>
            <a:pPr lvl="1"/>
            <a:r>
              <a:rPr lang="en-US" sz="1600" b="1" i="0" u="none" strike="noStrike" baseline="0"/>
              <a:t>Log cleanup</a:t>
            </a:r>
          </a:p>
          <a:p>
            <a:pPr lvl="1"/>
            <a:r>
              <a:rPr lang="en-US" sz="1600" b="1" i="0" u="none" strike="noStrike" baseline="0"/>
              <a:t>System monitoring</a:t>
            </a:r>
          </a:p>
        </p:txBody>
      </p:sp>
    </p:spTree>
    <p:extLst>
      <p:ext uri="{BB962C8B-B14F-4D97-AF65-F5344CB8AC3E}">
        <p14:creationId xmlns:p14="http://schemas.microsoft.com/office/powerpoint/2010/main" val="1375041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2D816-91FC-1A16-E67D-E08E7DE4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200" b="1" i="0" u="none" strike="noStrike" baseline="0"/>
              <a:t>Performance Monitor and Resource Monitor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3E1CA-ACA6-8E44-1371-4928243B9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/>
              <a:t>Monitor System Performance</a:t>
            </a:r>
          </a:p>
          <a:p>
            <a:pPr lvl="1"/>
            <a:r>
              <a:rPr lang="en-US" sz="2200" b="1" i="0" u="none" strike="noStrike" baseline="0"/>
              <a:t>CPU usage</a:t>
            </a:r>
          </a:p>
          <a:p>
            <a:pPr lvl="1"/>
            <a:r>
              <a:rPr lang="en-US" sz="2200" b="1" i="0" u="none" strike="noStrike" baseline="0"/>
              <a:t>Memory usage</a:t>
            </a:r>
          </a:p>
          <a:p>
            <a:pPr lvl="1"/>
            <a:r>
              <a:rPr lang="en-US" sz="2200" b="1" i="0" u="none" strike="noStrike" baseline="0"/>
              <a:t>Disk activity</a:t>
            </a:r>
          </a:p>
          <a:p>
            <a:pPr lvl="1"/>
            <a:r>
              <a:rPr lang="en-US" sz="2200" b="1" i="0" u="none" strike="noStrike" baseline="0"/>
              <a:t>Network performance</a:t>
            </a:r>
          </a:p>
        </p:txBody>
      </p:sp>
      <p:pic>
        <p:nvPicPr>
          <p:cNvPr id="5" name="Picture 4" descr="Glowing circuit board">
            <a:extLst>
              <a:ext uri="{FF2B5EF4-FFF2-40B4-BE49-F238E27FC236}">
                <a16:creationId xmlns:a16="http://schemas.microsoft.com/office/drawing/2014/main" id="{937A9176-2EE9-959C-057C-15DE4E873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4" r="165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088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D9C414A-A284-4D73-B9C7-54C138F6D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9E1F6-23E5-6E0C-983F-53012AA9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62" y="680482"/>
            <a:ext cx="2955852" cy="32831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28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DAD80A-CFC8-4003-858B-671FF2048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5045" y="0"/>
            <a:ext cx="7406956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4F5BBA-EB8F-59EA-6653-F3115DC1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340178"/>
              </p:ext>
            </p:extLst>
          </p:nvPr>
        </p:nvGraphicFramePr>
        <p:xfrm>
          <a:off x="5462674" y="1495272"/>
          <a:ext cx="6052011" cy="38674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122">
                  <a:extLst>
                    <a:ext uri="{9D8B030D-6E8A-4147-A177-3AD203B41FA5}">
                      <a16:colId xmlns:a16="http://schemas.microsoft.com/office/drawing/2014/main" val="1239212792"/>
                    </a:ext>
                  </a:extLst>
                </a:gridCol>
                <a:gridCol w="3855889">
                  <a:extLst>
                    <a:ext uri="{9D8B030D-6E8A-4147-A177-3AD203B41FA5}">
                      <a16:colId xmlns:a16="http://schemas.microsoft.com/office/drawing/2014/main" val="4143250046"/>
                    </a:ext>
                  </a:extLst>
                </a:gridCol>
              </a:tblGrid>
              <a:tr h="4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500339"/>
                  </a:ext>
                </a:extLst>
              </a:tr>
              <a:tr h="65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🗂️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Windows Registry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Central hierarchical database containing Windows and application configuration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238347"/>
                  </a:ext>
                </a:extLst>
              </a:tr>
              <a:tr h="4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🛠️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Registry Editor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GUI tool used to manage registry settings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9508"/>
                  </a:ext>
                </a:extLst>
              </a:tr>
              <a:tr h="42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🌳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Registry Structure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Hives → Keys → Subkeys → Values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734035"/>
                  </a:ext>
                </a:extLst>
              </a:tr>
              <a:tr h="65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⚙️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Configuration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Controls system, user, hardware, services, and application settings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035886"/>
                  </a:ext>
                </a:extLst>
              </a:tr>
              <a:tr h="65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🔍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Troubleshooting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Used to diagnose and modify advanced Windows configurations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709247"/>
                  </a:ext>
                </a:extLst>
              </a:tr>
              <a:tr h="65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⚠️ </a:t>
                      </a:r>
                      <a:r>
                        <a:rPr lang="en-IN" sz="1500" b="1" cap="none" spc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IN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cap="none" spc="0">
                          <a:solidFill>
                            <a:schemeClr val="tx1"/>
                          </a:solidFill>
                        </a:rPr>
                        <a:t>Incorrect changes can cause application or Windows problems</a:t>
                      </a:r>
                    </a:p>
                  </a:txBody>
                  <a:tcPr marL="0" marR="114084" marT="34225" marB="1140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8513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373456-9504-7764-0C7A-A0630A2E57D3}"/>
              </a:ext>
            </a:extLst>
          </p:cNvPr>
          <p:cNvSpPr txBox="1"/>
          <p:nvPr/>
        </p:nvSpPr>
        <p:spPr>
          <a:xfrm>
            <a:off x="5439914" y="680482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Registry Editor (regedit.exe)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289386-0306-4B18-D0BC-F6493E8E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1" y="211612"/>
            <a:ext cx="4461081" cy="627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96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A47C-F385-C1D9-E0FA-CBB5A3CC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2A30C-B0C4-ACE8-8B74-5ADEF9BC1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2F657-FC9C-6BD8-AD5C-EE3DF241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97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9639D-E925-4D6A-0D92-5AF950F7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35" y="3489094"/>
            <a:ext cx="4685857" cy="14659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000" b="1" i="0" u="none" strike="noStrike" baseline="0" dirty="0"/>
              <a:t>Disk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F4D8D-4540-7949-0242-7B4E877F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57" b="15411"/>
          <a:stretch>
            <a:fillRect/>
          </a:stretch>
        </p:blipFill>
        <p:spPr>
          <a:xfrm>
            <a:off x="20" y="432"/>
            <a:ext cx="12191980" cy="291833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BDE13-192D-8557-EBE7-57BE652C7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174" y="3101645"/>
            <a:ext cx="5638800" cy="2728825"/>
          </a:xfrm>
        </p:spPr>
        <p:txBody>
          <a:bodyPr vert="horz" lIns="91440" tIns="45720" rIns="91440" bIns="45720" rtlCol="0">
            <a:noAutofit/>
          </a:bodyPr>
          <a:lstStyle/>
          <a:p>
            <a:pPr marR="0" lvl="0"/>
            <a:r>
              <a:rPr lang="en-US" sz="2000" b="1" i="0" u="none" strike="noStrike" baseline="0" dirty="0"/>
              <a:t>Used to manage physical disks and logical storage</a:t>
            </a:r>
          </a:p>
          <a:p>
            <a:pPr lvl="1"/>
            <a:r>
              <a:rPr lang="en-US" sz="2000" b="1" i="0" u="none" strike="noStrike" baseline="0" dirty="0"/>
              <a:t>Initialize disk</a:t>
            </a:r>
          </a:p>
          <a:p>
            <a:pPr lvl="1"/>
            <a:r>
              <a:rPr lang="en-US" sz="2000" b="1" i="0" u="none" strike="noStrike" baseline="0" dirty="0"/>
              <a:t>Create partition</a:t>
            </a:r>
          </a:p>
          <a:p>
            <a:pPr lvl="1"/>
            <a:r>
              <a:rPr lang="en-US" sz="2000" b="1" i="0" u="none" strike="noStrike" baseline="0" dirty="0"/>
              <a:t>Format volume</a:t>
            </a:r>
          </a:p>
          <a:p>
            <a:pPr lvl="1"/>
            <a:r>
              <a:rPr lang="en-US" sz="2000" b="1" i="0" u="none" strike="noStrike" baseline="0" dirty="0"/>
              <a:t>Assign drive letter</a:t>
            </a:r>
          </a:p>
          <a:p>
            <a:pPr lvl="1"/>
            <a:r>
              <a:rPr lang="en-US" sz="2000" b="1" i="0" u="none" strike="noStrike" baseline="0" dirty="0"/>
              <a:t>Extend volume</a:t>
            </a:r>
          </a:p>
          <a:p>
            <a:pPr lvl="1"/>
            <a:r>
              <a:rPr lang="en-US" sz="2000" b="1" i="0" u="none" strike="noStrike" baseline="0" dirty="0"/>
              <a:t>Shrink volume</a:t>
            </a:r>
          </a:p>
          <a:p>
            <a:pPr lvl="1"/>
            <a:r>
              <a:rPr lang="en-US" sz="2000" b="1" i="0" u="none" strike="noStrike" baseline="0" dirty="0"/>
              <a:t>Change drive letter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06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3" name="Rectangle 38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43038-3BBF-9EDE-0B80-F8D03C08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Sectors</a:t>
            </a:r>
          </a:p>
        </p:txBody>
      </p:sp>
      <p:sp>
        <p:nvSpPr>
          <p:cNvPr id="38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Text Placeholder 2">
            <a:extLst>
              <a:ext uri="{FF2B5EF4-FFF2-40B4-BE49-F238E27FC236}">
                <a16:creationId xmlns:a16="http://schemas.microsoft.com/office/drawing/2014/main" id="{600A8375-F715-47AE-C095-C51A6A8B6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 lvl="0"/>
            <a:r>
              <a:rPr lang="en-US" sz="1700" b="1" i="0" u="none" strike="noStrike" baseline="0"/>
              <a:t>Sector = Smallest Addressable Storage Unit on a Disk</a:t>
            </a:r>
          </a:p>
          <a:p>
            <a:pPr marR="0" lvl="0"/>
            <a:r>
              <a:rPr lang="en-US" sz="1700" b="1" i="0" u="none" strike="noStrike" baseline="0"/>
              <a:t>A disk is divided into many sectors</a:t>
            </a:r>
          </a:p>
          <a:p>
            <a:pPr marR="0" lvl="0"/>
            <a:r>
              <a:rPr lang="en-US" sz="1700" b="1" i="0" u="none" strike="noStrike" baseline="0"/>
              <a:t>Traditional HDD: common sector size is 512 bytes</a:t>
            </a:r>
          </a:p>
          <a:p>
            <a:pPr marR="0" lvl="0"/>
            <a:r>
              <a:rPr lang="en-US" sz="1700" b="1" i="0" u="none" strike="noStrike" baseline="0"/>
              <a:t>Modern drives: common physical sector size is 4 KB</a:t>
            </a:r>
          </a:p>
          <a:p>
            <a:pPr marR="0" lvl="0"/>
            <a:r>
              <a:rPr lang="en-US" sz="1700" b="1" i="0" u="none" strike="noStrike" baseline="0"/>
              <a:t>Disk organization: Disk → Tracks → Sectors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D21DC5-2F95-C243-10CF-D1088DC07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458" y="-21945"/>
            <a:ext cx="8073542" cy="687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96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301D-8966-CFC8-44BE-F7483696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Clusters</a:t>
            </a:r>
            <a:endParaRPr lang="en-US" sz="3800" b="1" i="0" u="none" strike="noStrike" kern="120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27B89-8F37-4D02-EDF9-5D46B8BAF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</p:pic>
      <p:graphicFrame>
        <p:nvGraphicFramePr>
          <p:cNvPr id="42" name="Text Placeholder 2">
            <a:extLst>
              <a:ext uri="{FF2B5EF4-FFF2-40B4-BE49-F238E27FC236}">
                <a16:creationId xmlns:a16="http://schemas.microsoft.com/office/drawing/2014/main" id="{94F85184-E4D9-1CFF-4AD7-4D7356FBAC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539869"/>
              </p:ext>
            </p:extLst>
          </p:nvPr>
        </p:nvGraphicFramePr>
        <p:xfrm>
          <a:off x="630936" y="2807208"/>
          <a:ext cx="3429000" cy="3410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6910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D4D99EB-C4F3-4F0C-91F7-AB4DC2A0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A174C-B189-DB52-72F1-7440D22C2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76263"/>
            <a:ext cx="3932532" cy="29676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Sector vs Cluster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B69146-C1C0-4B58-86FC-34F3390EB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365226" y="695607"/>
            <a:ext cx="825248" cy="5422392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2717B-EFA5-4B54-5856-E062CDD0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52" y="-5611"/>
            <a:ext cx="8554148" cy="6858001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851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EF48F-35B4-5B00-AD8C-E6A2C2022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3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File Systems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7CFD2-52F0-EF00-ED55-665A0C6F7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800" b="1" i="0" u="none" strike="noStrike" baseline="0"/>
              <a:t>File System = Rules for Organizing Data</a:t>
            </a:r>
          </a:p>
          <a:p>
            <a:pPr marR="0" lvl="0"/>
            <a:r>
              <a:rPr lang="en-US" sz="1800" b="1" i="0" u="none" strike="noStrike" baseline="0"/>
              <a:t>File system manages files, folders</a:t>
            </a:r>
            <a:r>
              <a:rPr lang="en-US" sz="1800" b="1"/>
              <a:t>, </a:t>
            </a:r>
            <a:r>
              <a:rPr lang="en-US" sz="1800" b="1" i="0" u="none" strike="noStrike" baseline="0"/>
              <a:t>permissions</a:t>
            </a:r>
            <a:r>
              <a:rPr lang="en-US" sz="1800" b="1"/>
              <a:t>, and </a:t>
            </a:r>
            <a:r>
              <a:rPr lang="en-US" sz="1800" b="1" i="0" u="none" strike="noStrike" baseline="0"/>
              <a:t>metadata</a:t>
            </a:r>
          </a:p>
          <a:p>
            <a:pPr marR="0" lvl="0"/>
            <a:r>
              <a:rPr lang="en-US" sz="1800" b="1" i="0" u="none" strike="noStrike" baseline="0"/>
              <a:t>File system manages storage allocation</a:t>
            </a:r>
          </a:p>
          <a:p>
            <a:pPr marR="0" lvl="0"/>
            <a:r>
              <a:rPr lang="en-US" sz="1800" b="1" i="0" u="none" strike="noStrike" baseline="0"/>
              <a:t>Storage flow: Disk → Partition → File System → Folders → 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DC93D-AD82-EF53-20EA-934263524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34" y="407416"/>
            <a:ext cx="6971606" cy="596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69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DABF-1DF6-98A1-1AFD-4B1D4F32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F8622-154E-C69B-6532-D9E77B59F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0C0A5-97B4-6CC5-56FC-2280C5D5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33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9962E4-B0E3-E1D3-F1F2-B9D157CA1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7D565-5873-367D-5199-64FCE82C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Memory Management</a:t>
            </a:r>
          </a:p>
        </p:txBody>
      </p:sp>
      <p:graphicFrame>
        <p:nvGraphicFramePr>
          <p:cNvPr id="24" name="Text Placeholder 2">
            <a:extLst>
              <a:ext uri="{FF2B5EF4-FFF2-40B4-BE49-F238E27FC236}">
                <a16:creationId xmlns:a16="http://schemas.microsoft.com/office/drawing/2014/main" id="{CCC5EC1C-D937-969D-9213-E6831BE87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696249"/>
              </p:ext>
            </p:extLst>
          </p:nvPr>
        </p:nvGraphicFramePr>
        <p:xfrm>
          <a:off x="443541" y="1825625"/>
          <a:ext cx="428523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20032089-9D25-C304-EE1B-1CD2C0E65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498" y="1825625"/>
            <a:ext cx="7173776" cy="448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06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DD0E-0AA5-9CCB-3C7F-D2E98FED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6D9B0-FC71-78B6-738F-123247ADB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A10BA-0935-7B31-DF96-CB2C32FF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7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26CAF-C170-5E1B-15F5-4EB9AB25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000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Memory Management Tools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AA2333A-21FB-BD42-8EA6-062B6AA3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600" b="1" i="0" u="none" strike="noStrike" baseline="0" dirty="0">
                <a:solidFill>
                  <a:schemeClr val="bg1"/>
                </a:solidFill>
              </a:rPr>
              <a:t>Task Manager</a:t>
            </a:r>
            <a:endParaRPr lang="en-US" sz="1200" b="1" i="0" u="none" strike="noStrike" baseline="0" dirty="0">
              <a:solidFill>
                <a:schemeClr val="bg1"/>
              </a:solidFill>
            </a:endParaRPr>
          </a:p>
          <a:p>
            <a:pPr lvl="1"/>
            <a:r>
              <a:rPr lang="en-US" sz="1200" b="1" i="0" u="none" strike="noStrike" baseline="0" dirty="0">
                <a:solidFill>
                  <a:schemeClr val="bg1"/>
                </a:solidFill>
              </a:rPr>
              <a:t>Applications using RAM</a:t>
            </a:r>
          </a:p>
          <a:p>
            <a:pPr lvl="1"/>
            <a:r>
              <a:rPr lang="en-US" sz="1200" b="1" i="0" u="none" strike="noStrike" baseline="0" dirty="0">
                <a:solidFill>
                  <a:schemeClr val="bg1"/>
                </a:solidFill>
              </a:rPr>
              <a:t>Available memory</a:t>
            </a:r>
          </a:p>
          <a:p>
            <a:pPr lvl="1"/>
            <a:r>
              <a:rPr lang="en-US" sz="1200" b="1" i="0" u="none" strike="noStrike" baseline="0" dirty="0">
                <a:solidFill>
                  <a:schemeClr val="bg1"/>
                </a:solidFill>
              </a:rPr>
              <a:t>Resource Monitor</a:t>
            </a:r>
          </a:p>
          <a:p>
            <a:pPr lvl="1"/>
            <a:r>
              <a:rPr lang="en-US" sz="1200" b="1" i="0" u="none" strike="noStrike" baseline="0" dirty="0">
                <a:solidFill>
                  <a:schemeClr val="bg1"/>
                </a:solidFill>
              </a:rPr>
              <a:t>Detailed memory usage</a:t>
            </a:r>
          </a:p>
          <a:p>
            <a:pPr lvl="1"/>
            <a:r>
              <a:rPr lang="en-US" sz="1200" b="1" i="0" u="none" strike="noStrike" baseline="0" dirty="0">
                <a:solidFill>
                  <a:schemeClr val="bg1"/>
                </a:solidFill>
              </a:rPr>
              <a:t>Processes</a:t>
            </a:r>
          </a:p>
          <a:p>
            <a:pPr marR="0" lvl="0"/>
            <a:r>
              <a:rPr lang="en-US" sz="1600" b="1" i="0" u="none" strike="noStrike" baseline="0" dirty="0">
                <a:solidFill>
                  <a:schemeClr val="bg1"/>
                </a:solidFill>
              </a:rPr>
              <a:t>Windows Memory Diagnostic</a:t>
            </a:r>
            <a:endParaRPr lang="en-US" sz="1200" b="1" i="0" u="none" strike="noStrike" baseline="0" dirty="0">
              <a:solidFill>
                <a:schemeClr val="bg1"/>
              </a:solidFill>
            </a:endParaRPr>
          </a:p>
          <a:p>
            <a:pPr marR="0" lvl="0"/>
            <a:r>
              <a:rPr lang="en-US" sz="1600" b="1" i="0" u="none" strike="noStrike" baseline="0" dirty="0">
                <a:solidFill>
                  <a:schemeClr val="bg1"/>
                </a:solidFill>
              </a:rPr>
              <a:t>Performance Monitor</a:t>
            </a:r>
          </a:p>
        </p:txBody>
      </p:sp>
    </p:spTree>
    <p:extLst>
      <p:ext uri="{BB962C8B-B14F-4D97-AF65-F5344CB8AC3E}">
        <p14:creationId xmlns:p14="http://schemas.microsoft.com/office/powerpoint/2010/main" val="3854924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B69AB-4B4A-7987-3BBC-27B8681F1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B6786-98AC-2E41-6ECD-57EDC572A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AF735-C020-6B72-09C0-A02480506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86387-2EA8-B228-3B0B-784B8607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800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Hardware Troubleshooting Method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FE187-CA71-F8E4-4C01-891499CD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700" b="1" i="0" u="none" strike="noStrike" baseline="0" dirty="0">
                <a:solidFill>
                  <a:schemeClr val="bg1"/>
                </a:solidFill>
              </a:rPr>
              <a:t>Follow a Systematic Approach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Identify the problem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Gather information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Check physical connections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Check power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Check POST and boot behavior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Check Device Manager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Check Event Viewer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Test individual components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Apply the fix</a:t>
            </a:r>
          </a:p>
          <a:p>
            <a:pPr lvl="1"/>
            <a:r>
              <a:rPr lang="en-US" sz="1300" b="1" i="0" u="none" strike="noStrike" baseline="0" dirty="0">
                <a:solidFill>
                  <a:schemeClr val="bg1"/>
                </a:solidFill>
              </a:rPr>
              <a:t>Verify the solution</a:t>
            </a:r>
            <a:endParaRPr lang="en-US" sz="1700" b="1" i="0" u="none" strike="noStrike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98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9BA827-149A-CBB1-AE30-8D3B5305D7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34E6C-D40D-6399-6FAA-29D5D61B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Common PC Hardware Problems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6443126-BD64-1F89-F514-C322FB66B3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03070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9808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42F4B-E706-543A-2966-D354295A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31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Troubleshooting Using Management Consoles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FD31CA4-182B-C193-5C55-B7C972D9E6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16755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0102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6C77E4-FE3F-D50D-BA47-460EB0C7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800" b="1" i="0" u="none" strike="noStrik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Complete Troubleshooting Flow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C23B7A6-66B0-51AE-C679-B4E77B5039B5}"/>
              </a:ext>
            </a:extLst>
          </p:cNvPr>
          <p:cNvGraphicFramePr/>
          <p:nvPr/>
        </p:nvGraphicFramePr>
        <p:xfrm>
          <a:off x="6502152" y="630936"/>
          <a:ext cx="4978592" cy="5626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760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 descr="Glowing circuit board">
            <a:extLst>
              <a:ext uri="{FF2B5EF4-FFF2-40B4-BE49-F238E27FC236}">
                <a16:creationId xmlns:a16="http://schemas.microsoft.com/office/drawing/2014/main" id="{E0222F97-AB07-55D9-4209-F927665C52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C84C0A-9A4C-BA0A-1D2B-8DBE5CD9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>
                <a:solidFill>
                  <a:srgbClr val="FFFFFF"/>
                </a:solidFill>
              </a:rPr>
              <a:t>Quick Recap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61371AF7-FBDA-F39C-E39A-50F232D19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5375" y="557189"/>
            <a:ext cx="5158424" cy="55718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MMC provides a framework for administrative snap-ins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Management Consoles help configure and troubleshoot Windows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Device Manager → Hardware and drivers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Event Viewer → Logs and events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Services → Background services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Disk Management → Disks and volumes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Sectors → Physical storage units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Clusters → File-system allocation units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Memory Management → RAM and virtual memory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Performance Tools → Identify resource bottlenecks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Systematic Troubleshooting → Find the root cause efficiently</a:t>
            </a:r>
          </a:p>
          <a:p>
            <a:pPr marR="0" lvl="0"/>
            <a:r>
              <a:rPr lang="en-US" sz="1600" b="1" i="0" u="none" strike="noStrike" baseline="0">
                <a:solidFill>
                  <a:srgbClr val="FFFFFF"/>
                </a:solidFill>
              </a:rPr>
              <a:t>Final concept: Understand the hardware → Understand Windows → Use the right management console → Troubleshoot systematically</a:t>
            </a:r>
          </a:p>
        </p:txBody>
      </p:sp>
    </p:spTree>
    <p:extLst>
      <p:ext uri="{BB962C8B-B14F-4D97-AF65-F5344CB8AC3E}">
        <p14:creationId xmlns:p14="http://schemas.microsoft.com/office/powerpoint/2010/main" val="219080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854</Words>
  <Application>Microsoft Office PowerPoint</Application>
  <PresentationFormat>Widescreen</PresentationFormat>
  <Paragraphs>203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Helvetica Neue Medium</vt:lpstr>
      <vt:lpstr>Office Theme</vt:lpstr>
      <vt:lpstr>Windows Management Console (MMC)</vt:lpstr>
      <vt:lpstr>What is a Management Console?</vt:lpstr>
      <vt:lpstr>Computer Management</vt:lpstr>
      <vt:lpstr>Device Manager</vt:lpstr>
      <vt:lpstr>Event Viewer</vt:lpstr>
      <vt:lpstr>Services Console</vt:lpstr>
      <vt:lpstr>Task Scheduler</vt:lpstr>
      <vt:lpstr>Performance Monitor and Resource Monitor</vt:lpstr>
      <vt:lpstr>PowerPoint Presentation</vt:lpstr>
      <vt:lpstr>PowerPoint Presentation</vt:lpstr>
      <vt:lpstr>Disk Management</vt:lpstr>
      <vt:lpstr>Understanding Sectors</vt:lpstr>
      <vt:lpstr>Understanding Clusters</vt:lpstr>
      <vt:lpstr>Sector vs Cluster</vt:lpstr>
      <vt:lpstr>File Systems</vt:lpstr>
      <vt:lpstr>PowerPoint Presentation</vt:lpstr>
      <vt:lpstr>Memory Management</vt:lpstr>
      <vt:lpstr>PowerPoint Presentation</vt:lpstr>
      <vt:lpstr>Memory Management Tools</vt:lpstr>
      <vt:lpstr>PowerPoint Presentation</vt:lpstr>
      <vt:lpstr>Hardware Troubleshooting Method</vt:lpstr>
      <vt:lpstr>Common PC Hardware Problems</vt:lpstr>
      <vt:lpstr>Troubleshooting Using Management Consoles</vt:lpstr>
      <vt:lpstr>Complete Troubleshooting Flow</vt:lpstr>
      <vt:lpstr>Quick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4</cp:revision>
  <dcterms:created xsi:type="dcterms:W3CDTF">2026-08-12T14:35:41Z</dcterms:created>
  <dcterms:modified xsi:type="dcterms:W3CDTF">2026-08-14T03:58:43Z</dcterms:modified>
</cp:coreProperties>
</file>