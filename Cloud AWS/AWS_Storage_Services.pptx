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ppt/diagrams/data12.xml" ContentType="application/vnd.openxmlformats-officedocument.drawingml.diagramData+xml"/>
  <Override PartName="/ppt/diagrams/layout12.xml" ContentType="application/vnd.openxmlformats-officedocument.drawingml.diagramLayout+xml"/>
  <Override PartName="/ppt/diagrams/quickStyle12.xml" ContentType="application/vnd.openxmlformats-officedocument.drawingml.diagramStyle+xml"/>
  <Override PartName="/ppt/diagrams/colors12.xml" ContentType="application/vnd.openxmlformats-officedocument.drawingml.diagramColors+xml"/>
  <Override PartName="/ppt/diagrams/drawing12.xml" ContentType="application/vnd.ms-office.drawingml.diagramDrawing+xml"/>
  <Override PartName="/ppt/diagrams/data13.xml" ContentType="application/vnd.openxmlformats-officedocument.drawingml.diagramData+xml"/>
  <Override PartName="/ppt/diagrams/layout13.xml" ContentType="application/vnd.openxmlformats-officedocument.drawingml.diagramLayout+xml"/>
  <Override PartName="/ppt/diagrams/quickStyle13.xml" ContentType="application/vnd.openxmlformats-officedocument.drawingml.diagramStyle+xml"/>
  <Override PartName="/ppt/diagrams/colors13.xml" ContentType="application/vnd.openxmlformats-officedocument.drawingml.diagramColors+xml"/>
  <Override PartName="/ppt/diagrams/drawing13.xml" ContentType="application/vnd.ms-office.drawingml.diagramDrawing+xml"/>
  <Override PartName="/ppt/diagrams/data14.xml" ContentType="application/vnd.openxmlformats-officedocument.drawingml.diagramData+xml"/>
  <Override PartName="/ppt/diagrams/layout14.xml" ContentType="application/vnd.openxmlformats-officedocument.drawingml.diagramLayout+xml"/>
  <Override PartName="/ppt/diagrams/quickStyle14.xml" ContentType="application/vnd.openxmlformats-officedocument.drawingml.diagramStyle+xml"/>
  <Override PartName="/ppt/diagrams/colors14.xml" ContentType="application/vnd.openxmlformats-officedocument.drawingml.diagramColors+xml"/>
  <Override PartName="/ppt/diagrams/drawing14.xml" ContentType="application/vnd.ms-office.drawingml.diagramDrawing+xml"/>
  <Override PartName="/ppt/diagrams/data15.xml" ContentType="application/vnd.openxmlformats-officedocument.drawingml.diagramData+xml"/>
  <Override PartName="/ppt/diagrams/layout15.xml" ContentType="application/vnd.openxmlformats-officedocument.drawingml.diagramLayout+xml"/>
  <Override PartName="/ppt/diagrams/quickStyle15.xml" ContentType="application/vnd.openxmlformats-officedocument.drawingml.diagramStyle+xml"/>
  <Override PartName="/ppt/diagrams/colors15.xml" ContentType="application/vnd.openxmlformats-officedocument.drawingml.diagramColors+xml"/>
  <Override PartName="/ppt/diagrams/drawing15.xml" ContentType="application/vnd.ms-office.drawingml.diagramDrawing+xml"/>
  <Override PartName="/ppt/diagrams/data16.xml" ContentType="application/vnd.openxmlformats-officedocument.drawingml.diagramData+xml"/>
  <Override PartName="/ppt/diagrams/layout16.xml" ContentType="application/vnd.openxmlformats-officedocument.drawingml.diagramLayout+xml"/>
  <Override PartName="/ppt/diagrams/quickStyle16.xml" ContentType="application/vnd.openxmlformats-officedocument.drawingml.diagramStyle+xml"/>
  <Override PartName="/ppt/diagrams/colors16.xml" ContentType="application/vnd.openxmlformats-officedocument.drawingml.diagramColors+xml"/>
  <Override PartName="/ppt/diagrams/drawing1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8"/>
  </p:notesMasterIdLst>
  <p:sldIdLst>
    <p:sldId id="257" r:id="rId2"/>
    <p:sldId id="258" r:id="rId3"/>
    <p:sldId id="259" r:id="rId4"/>
    <p:sldId id="290" r:id="rId5"/>
    <p:sldId id="260" r:id="rId6"/>
    <p:sldId id="287" r:id="rId7"/>
    <p:sldId id="292" r:id="rId8"/>
    <p:sldId id="261" r:id="rId9"/>
    <p:sldId id="288" r:id="rId10"/>
    <p:sldId id="262" r:id="rId11"/>
    <p:sldId id="263" r:id="rId12"/>
    <p:sldId id="291" r:id="rId13"/>
    <p:sldId id="264" r:id="rId14"/>
    <p:sldId id="265" r:id="rId15"/>
    <p:sldId id="266" r:id="rId16"/>
    <p:sldId id="267" r:id="rId17"/>
    <p:sldId id="289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6" autoAdjust="0"/>
    <p:restoredTop sz="94660"/>
  </p:normalViewPr>
  <p:slideViewPr>
    <p:cSldViewPr snapToGrid="0">
      <p:cViewPr varScale="1">
        <p:scale>
          <a:sx n="127" d="100"/>
          <a:sy n="127" d="100"/>
        </p:scale>
        <p:origin x="298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diagrams/_rels/data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_rels/drawing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svg"/><Relationship Id="rId1" Type="http://schemas.openxmlformats.org/officeDocument/2006/relationships/image" Target="../media/image10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5#1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#2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1#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#1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colorful2#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colorful5#3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3_2#1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05/8/colors/accent2_2#1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5#4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2#3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#4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3.xml><?xml version="1.0" encoding="utf-8"?>
<dgm:colorsDef xmlns:dgm="http://schemas.openxmlformats.org/drawingml/2006/diagram" xmlns:a="http://schemas.openxmlformats.org/drawingml/2006/main" uniqueId="urn:microsoft.com/office/officeart/2005/8/colors/colorful2#5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4.xml><?xml version="1.0" encoding="utf-8"?>
<dgm:colorsDef xmlns:dgm="http://schemas.openxmlformats.org/drawingml/2006/diagram" xmlns:a="http://schemas.openxmlformats.org/drawingml/2006/main" uniqueId="urn:microsoft.com/office/officeart/2005/8/colors/accent3_2#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5.xml><?xml version="1.0" encoding="utf-8"?>
<dgm:colorsDef xmlns:dgm="http://schemas.openxmlformats.org/drawingml/2006/diagram" xmlns:a="http://schemas.openxmlformats.org/drawingml/2006/main" uniqueId="urn:microsoft.com/office/officeart/2005/8/colors/colorful2#6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6.xml><?xml version="1.0" encoding="utf-8"?>
<dgm:colorsDef xmlns:dgm="http://schemas.openxmlformats.org/drawingml/2006/diagram" xmlns:a="http://schemas.openxmlformats.org/drawingml/2006/main" uniqueId="urn:microsoft.com/office/officeart/2005/8/colors/colorful2#7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04763E0-DE58-4A8A-8F70-ABBB2F676854}" type="doc">
      <dgm:prSet loTypeId="urn:microsoft.com/office/officeart/2005/8/layout/vList2" loCatId="list" qsTypeId="urn:microsoft.com/office/officeart/2005/8/quickstyle/simple1#1" qsCatId="simple" csTypeId="urn:microsoft.com/office/officeart/2005/8/colors/colorful5#1" csCatId="colorful"/>
      <dgm:spPr/>
      <dgm:t>
        <a:bodyPr/>
        <a:lstStyle/>
        <a:p>
          <a:endParaRPr lang="en-US"/>
        </a:p>
      </dgm:t>
    </dgm:pt>
    <dgm:pt modelId="{42D7743D-17C9-4056-AB4D-F3D0E9C93340}">
      <dgm:prSet/>
      <dgm:spPr/>
      <dgm:t>
        <a:bodyPr/>
        <a:lstStyle/>
        <a:p>
          <a:r>
            <a:rPr lang="en-US" b="1" i="0" baseline="0"/>
            <a:t>Retrieval Options</a:t>
          </a:r>
          <a:endParaRPr lang="en-US"/>
        </a:p>
      </dgm:t>
    </dgm:pt>
    <dgm:pt modelId="{85C56977-1B73-4115-AFE2-7B3DD435569A}" type="parTrans" cxnId="{A4642578-832B-42AC-8A21-B2DDB5C3F56F}">
      <dgm:prSet/>
      <dgm:spPr/>
      <dgm:t>
        <a:bodyPr/>
        <a:lstStyle/>
        <a:p>
          <a:endParaRPr lang="en-US"/>
        </a:p>
      </dgm:t>
    </dgm:pt>
    <dgm:pt modelId="{B937F8FF-0409-4D7F-933C-32F6CB60F68D}" type="sibTrans" cxnId="{A4642578-832B-42AC-8A21-B2DDB5C3F56F}">
      <dgm:prSet/>
      <dgm:spPr/>
      <dgm:t>
        <a:bodyPr/>
        <a:lstStyle/>
        <a:p>
          <a:endParaRPr lang="en-US"/>
        </a:p>
      </dgm:t>
    </dgm:pt>
    <dgm:pt modelId="{3E0DB071-E980-40B5-830E-6E9670BCA561}">
      <dgm:prSet/>
      <dgm:spPr/>
      <dgm:t>
        <a:bodyPr/>
        <a:lstStyle/>
        <a:p>
          <a:r>
            <a:rPr lang="en-US" b="0" i="0" baseline="0" dirty="0"/>
            <a:t>Expedited — fastest retrieval for urgent needs</a:t>
          </a:r>
          <a:endParaRPr lang="en-US" dirty="0"/>
        </a:p>
      </dgm:t>
    </dgm:pt>
    <dgm:pt modelId="{7797039F-3187-4BE3-8876-BAA98341489C}" type="parTrans" cxnId="{58D3C45F-D723-4B4B-97A9-23E6D540CAD4}">
      <dgm:prSet/>
      <dgm:spPr/>
      <dgm:t>
        <a:bodyPr/>
        <a:lstStyle/>
        <a:p>
          <a:endParaRPr lang="en-US"/>
        </a:p>
      </dgm:t>
    </dgm:pt>
    <dgm:pt modelId="{29E13514-7DE0-4741-A697-825EAF2D49D8}" type="sibTrans" cxnId="{58D3C45F-D723-4B4B-97A9-23E6D540CAD4}">
      <dgm:prSet/>
      <dgm:spPr/>
      <dgm:t>
        <a:bodyPr/>
        <a:lstStyle/>
        <a:p>
          <a:endParaRPr lang="en-US"/>
        </a:p>
      </dgm:t>
    </dgm:pt>
    <dgm:pt modelId="{C8BE2E11-5487-47B7-A2B6-D76FC1384475}">
      <dgm:prSet/>
      <dgm:spPr/>
      <dgm:t>
        <a:bodyPr/>
        <a:lstStyle/>
        <a:p>
          <a:r>
            <a:rPr lang="en-US" b="0" i="0" baseline="0" dirty="0"/>
            <a:t>Standard — balanced retrieval speed and cost</a:t>
          </a:r>
          <a:endParaRPr lang="en-US" dirty="0"/>
        </a:p>
      </dgm:t>
    </dgm:pt>
    <dgm:pt modelId="{F3899FB9-AB13-448A-ACF1-22442715BC32}" type="parTrans" cxnId="{938ECEDF-B403-42F6-8E30-39AB44435C83}">
      <dgm:prSet/>
      <dgm:spPr/>
      <dgm:t>
        <a:bodyPr/>
        <a:lstStyle/>
        <a:p>
          <a:endParaRPr lang="en-US"/>
        </a:p>
      </dgm:t>
    </dgm:pt>
    <dgm:pt modelId="{F670FCFE-C3E9-44B5-9812-D652607C3039}" type="sibTrans" cxnId="{938ECEDF-B403-42F6-8E30-39AB44435C83}">
      <dgm:prSet/>
      <dgm:spPr/>
      <dgm:t>
        <a:bodyPr/>
        <a:lstStyle/>
        <a:p>
          <a:endParaRPr lang="en-US"/>
        </a:p>
      </dgm:t>
    </dgm:pt>
    <dgm:pt modelId="{F3DAC908-1AA9-4091-B4E4-52760792A90C}">
      <dgm:prSet/>
      <dgm:spPr/>
      <dgm:t>
        <a:bodyPr/>
        <a:lstStyle/>
        <a:p>
          <a:r>
            <a:rPr lang="en-US" b="0" i="0" baseline="0" dirty="0"/>
            <a:t>Bulk — lowest retrieval cost for large amounts of data</a:t>
          </a:r>
          <a:endParaRPr lang="en-US" dirty="0"/>
        </a:p>
      </dgm:t>
    </dgm:pt>
    <dgm:pt modelId="{22B03B65-24B4-4702-B420-6E41EB5544DB}" type="parTrans" cxnId="{2CBDD983-3E32-4F34-81E0-27551FAA90F3}">
      <dgm:prSet/>
      <dgm:spPr/>
      <dgm:t>
        <a:bodyPr/>
        <a:lstStyle/>
        <a:p>
          <a:endParaRPr lang="en-US"/>
        </a:p>
      </dgm:t>
    </dgm:pt>
    <dgm:pt modelId="{981586ED-B8EB-41CF-956A-2754DE0F2A99}" type="sibTrans" cxnId="{2CBDD983-3E32-4F34-81E0-27551FAA90F3}">
      <dgm:prSet/>
      <dgm:spPr/>
      <dgm:t>
        <a:bodyPr/>
        <a:lstStyle/>
        <a:p>
          <a:endParaRPr lang="en-US"/>
        </a:p>
      </dgm:t>
    </dgm:pt>
    <dgm:pt modelId="{F2349E75-26E3-4689-BA18-5A0D116C4224}">
      <dgm:prSet/>
      <dgm:spPr/>
      <dgm:t>
        <a:bodyPr/>
        <a:lstStyle/>
        <a:p>
          <a:r>
            <a:rPr lang="en-US" b="1" i="0" baseline="0"/>
            <a:t>Trade-Off</a:t>
          </a:r>
          <a:endParaRPr lang="en-US"/>
        </a:p>
      </dgm:t>
    </dgm:pt>
    <dgm:pt modelId="{716F1071-9BE5-4822-846C-FAA1BEA3AC79}" type="parTrans" cxnId="{86FBEEBC-EFAF-44EA-9B68-B89961CAD2EE}">
      <dgm:prSet/>
      <dgm:spPr/>
      <dgm:t>
        <a:bodyPr/>
        <a:lstStyle/>
        <a:p>
          <a:endParaRPr lang="en-US"/>
        </a:p>
      </dgm:t>
    </dgm:pt>
    <dgm:pt modelId="{D8BD014B-369B-4162-B079-B4C37EB6C46F}" type="sibTrans" cxnId="{86FBEEBC-EFAF-44EA-9B68-B89961CAD2EE}">
      <dgm:prSet/>
      <dgm:spPr/>
      <dgm:t>
        <a:bodyPr/>
        <a:lstStyle/>
        <a:p>
          <a:endParaRPr lang="en-US"/>
        </a:p>
      </dgm:t>
    </dgm:pt>
    <dgm:pt modelId="{D83A81E8-B3E0-41DB-B455-6EBE5B0F1558}">
      <dgm:prSet/>
      <dgm:spPr/>
      <dgm:t>
        <a:bodyPr/>
        <a:lstStyle/>
        <a:p>
          <a:r>
            <a:rPr lang="en-US" b="0" i="0" baseline="0"/>
            <a:t>Faster retrieval generally costs more</a:t>
          </a:r>
          <a:endParaRPr lang="en-US"/>
        </a:p>
      </dgm:t>
    </dgm:pt>
    <dgm:pt modelId="{94F6A040-62DD-45BB-AD55-7B10A064CB87}" type="parTrans" cxnId="{FCDD4BB8-5FAD-47E1-9A3B-741502AB44E9}">
      <dgm:prSet/>
      <dgm:spPr/>
      <dgm:t>
        <a:bodyPr/>
        <a:lstStyle/>
        <a:p>
          <a:endParaRPr lang="en-US"/>
        </a:p>
      </dgm:t>
    </dgm:pt>
    <dgm:pt modelId="{2FF785F4-9211-4725-8A9C-6F63245213E7}" type="sibTrans" cxnId="{FCDD4BB8-5FAD-47E1-9A3B-741502AB44E9}">
      <dgm:prSet/>
      <dgm:spPr/>
      <dgm:t>
        <a:bodyPr/>
        <a:lstStyle/>
        <a:p>
          <a:endParaRPr lang="en-US"/>
        </a:p>
      </dgm:t>
    </dgm:pt>
    <dgm:pt modelId="{DE0AC1AA-DD89-4F93-8EFE-D2BC51E17DA4}">
      <dgm:prSet/>
      <dgm:spPr/>
      <dgm:t>
        <a:bodyPr/>
        <a:lstStyle/>
        <a:p>
          <a:r>
            <a:rPr lang="en-US" b="0" i="0" baseline="0"/>
            <a:t>Slower retrieval can reduce retrieval cost</a:t>
          </a:r>
          <a:endParaRPr lang="en-US"/>
        </a:p>
      </dgm:t>
    </dgm:pt>
    <dgm:pt modelId="{418E1CBB-89CE-4980-B77D-0F04D894FCCB}" type="parTrans" cxnId="{EF720BAA-2600-4F6A-930D-53D180E2EEE3}">
      <dgm:prSet/>
      <dgm:spPr/>
      <dgm:t>
        <a:bodyPr/>
        <a:lstStyle/>
        <a:p>
          <a:endParaRPr lang="en-US"/>
        </a:p>
      </dgm:t>
    </dgm:pt>
    <dgm:pt modelId="{916D8405-EEC5-4DEA-AEC9-F9E730E146F2}" type="sibTrans" cxnId="{EF720BAA-2600-4F6A-930D-53D180E2EEE3}">
      <dgm:prSet/>
      <dgm:spPr/>
      <dgm:t>
        <a:bodyPr/>
        <a:lstStyle/>
        <a:p>
          <a:endParaRPr lang="en-US"/>
        </a:p>
      </dgm:t>
    </dgm:pt>
    <dgm:pt modelId="{13DABFF2-0610-4674-8252-60F86AC7F04F}" type="pres">
      <dgm:prSet presAssocID="{804763E0-DE58-4A8A-8F70-ABBB2F676854}" presName="linear" presStyleCnt="0">
        <dgm:presLayoutVars>
          <dgm:animLvl val="lvl"/>
          <dgm:resizeHandles val="exact"/>
        </dgm:presLayoutVars>
      </dgm:prSet>
      <dgm:spPr/>
    </dgm:pt>
    <dgm:pt modelId="{2B450A9F-CD15-49B7-91E4-95B83C5238C8}" type="pres">
      <dgm:prSet presAssocID="{42D7743D-17C9-4056-AB4D-F3D0E9C9334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7CFF6048-275E-4593-A697-BAD8946C832B}" type="pres">
      <dgm:prSet presAssocID="{42D7743D-17C9-4056-AB4D-F3D0E9C93340}" presName="childText" presStyleLbl="revTx" presStyleIdx="0" presStyleCnt="2">
        <dgm:presLayoutVars>
          <dgm:bulletEnabled val="1"/>
        </dgm:presLayoutVars>
      </dgm:prSet>
      <dgm:spPr/>
    </dgm:pt>
    <dgm:pt modelId="{9B9108FE-DD11-4DB9-B1EB-F271D5764FAB}" type="pres">
      <dgm:prSet presAssocID="{F2349E75-26E3-4689-BA18-5A0D116C4224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BFCE19D8-F8B9-4677-BA8D-EC6BB5FED003}" type="pres">
      <dgm:prSet presAssocID="{F2349E75-26E3-4689-BA18-5A0D116C4224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337B1227-053A-42F8-B210-687F4E5EEBAB}" type="presOf" srcId="{DE0AC1AA-DD89-4F93-8EFE-D2BC51E17DA4}" destId="{BFCE19D8-F8B9-4677-BA8D-EC6BB5FED003}" srcOrd="0" destOrd="1" presId="urn:microsoft.com/office/officeart/2005/8/layout/vList2"/>
    <dgm:cxn modelId="{DD0BB832-3E87-4E27-8B2C-6BFF0EBB7FAC}" type="presOf" srcId="{3E0DB071-E980-40B5-830E-6E9670BCA561}" destId="{7CFF6048-275E-4593-A697-BAD8946C832B}" srcOrd="0" destOrd="0" presId="urn:microsoft.com/office/officeart/2005/8/layout/vList2"/>
    <dgm:cxn modelId="{1A3C3A33-7DA1-44EF-A6FB-105AEB4D3402}" type="presOf" srcId="{F3DAC908-1AA9-4091-B4E4-52760792A90C}" destId="{7CFF6048-275E-4593-A697-BAD8946C832B}" srcOrd="0" destOrd="2" presId="urn:microsoft.com/office/officeart/2005/8/layout/vList2"/>
    <dgm:cxn modelId="{58D3C45F-D723-4B4B-97A9-23E6D540CAD4}" srcId="{42D7743D-17C9-4056-AB4D-F3D0E9C93340}" destId="{3E0DB071-E980-40B5-830E-6E9670BCA561}" srcOrd="0" destOrd="0" parTransId="{7797039F-3187-4BE3-8876-BAA98341489C}" sibTransId="{29E13514-7DE0-4741-A697-825EAF2D49D8}"/>
    <dgm:cxn modelId="{2DB93A64-6D98-4BAF-9464-8B8131AC70D7}" type="presOf" srcId="{F2349E75-26E3-4689-BA18-5A0D116C4224}" destId="{9B9108FE-DD11-4DB9-B1EB-F271D5764FAB}" srcOrd="0" destOrd="0" presId="urn:microsoft.com/office/officeart/2005/8/layout/vList2"/>
    <dgm:cxn modelId="{D62D8848-CD9A-4DE2-86FD-7A4A87541146}" type="presOf" srcId="{D83A81E8-B3E0-41DB-B455-6EBE5B0F1558}" destId="{BFCE19D8-F8B9-4677-BA8D-EC6BB5FED003}" srcOrd="0" destOrd="0" presId="urn:microsoft.com/office/officeart/2005/8/layout/vList2"/>
    <dgm:cxn modelId="{A4642578-832B-42AC-8A21-B2DDB5C3F56F}" srcId="{804763E0-DE58-4A8A-8F70-ABBB2F676854}" destId="{42D7743D-17C9-4056-AB4D-F3D0E9C93340}" srcOrd="0" destOrd="0" parTransId="{85C56977-1B73-4115-AFE2-7B3DD435569A}" sibTransId="{B937F8FF-0409-4D7F-933C-32F6CB60F68D}"/>
    <dgm:cxn modelId="{2CBDD983-3E32-4F34-81E0-27551FAA90F3}" srcId="{42D7743D-17C9-4056-AB4D-F3D0E9C93340}" destId="{F3DAC908-1AA9-4091-B4E4-52760792A90C}" srcOrd="2" destOrd="0" parTransId="{22B03B65-24B4-4702-B420-6E41EB5544DB}" sibTransId="{981586ED-B8EB-41CF-956A-2754DE0F2A99}"/>
    <dgm:cxn modelId="{EF720BAA-2600-4F6A-930D-53D180E2EEE3}" srcId="{F2349E75-26E3-4689-BA18-5A0D116C4224}" destId="{DE0AC1AA-DD89-4F93-8EFE-D2BC51E17DA4}" srcOrd="1" destOrd="0" parTransId="{418E1CBB-89CE-4980-B77D-0F04D894FCCB}" sibTransId="{916D8405-EEC5-4DEA-AEC9-F9E730E146F2}"/>
    <dgm:cxn modelId="{0A5B7CAE-9E86-4BDB-80AD-16341A77F057}" type="presOf" srcId="{C8BE2E11-5487-47B7-A2B6-D76FC1384475}" destId="{7CFF6048-275E-4593-A697-BAD8946C832B}" srcOrd="0" destOrd="1" presId="urn:microsoft.com/office/officeart/2005/8/layout/vList2"/>
    <dgm:cxn modelId="{466989B1-D422-44BE-8AD7-36BD3528F3A0}" type="presOf" srcId="{804763E0-DE58-4A8A-8F70-ABBB2F676854}" destId="{13DABFF2-0610-4674-8252-60F86AC7F04F}" srcOrd="0" destOrd="0" presId="urn:microsoft.com/office/officeart/2005/8/layout/vList2"/>
    <dgm:cxn modelId="{FCDD4BB8-5FAD-47E1-9A3B-741502AB44E9}" srcId="{F2349E75-26E3-4689-BA18-5A0D116C4224}" destId="{D83A81E8-B3E0-41DB-B455-6EBE5B0F1558}" srcOrd="0" destOrd="0" parTransId="{94F6A040-62DD-45BB-AD55-7B10A064CB87}" sibTransId="{2FF785F4-9211-4725-8A9C-6F63245213E7}"/>
    <dgm:cxn modelId="{86FBEEBC-EFAF-44EA-9B68-B89961CAD2EE}" srcId="{804763E0-DE58-4A8A-8F70-ABBB2F676854}" destId="{F2349E75-26E3-4689-BA18-5A0D116C4224}" srcOrd="1" destOrd="0" parTransId="{716F1071-9BE5-4822-846C-FAA1BEA3AC79}" sibTransId="{D8BD014B-369B-4162-B079-B4C37EB6C46F}"/>
    <dgm:cxn modelId="{938ECEDF-B403-42F6-8E30-39AB44435C83}" srcId="{42D7743D-17C9-4056-AB4D-F3D0E9C93340}" destId="{C8BE2E11-5487-47B7-A2B6-D76FC1384475}" srcOrd="1" destOrd="0" parTransId="{F3899FB9-AB13-448A-ACF1-22442715BC32}" sibTransId="{F670FCFE-C3E9-44B5-9812-D652607C3039}"/>
    <dgm:cxn modelId="{565CF1F9-D377-4E6E-81B6-24BFD2A5FA30}" type="presOf" srcId="{42D7743D-17C9-4056-AB4D-F3D0E9C93340}" destId="{2B450A9F-CD15-49B7-91E4-95B83C5238C8}" srcOrd="0" destOrd="0" presId="urn:microsoft.com/office/officeart/2005/8/layout/vList2"/>
    <dgm:cxn modelId="{E5C67D82-E652-49D7-B2FC-F4E6955DE12F}" type="presParOf" srcId="{13DABFF2-0610-4674-8252-60F86AC7F04F}" destId="{2B450A9F-CD15-49B7-91E4-95B83C5238C8}" srcOrd="0" destOrd="0" presId="urn:microsoft.com/office/officeart/2005/8/layout/vList2"/>
    <dgm:cxn modelId="{1697A544-50E1-44ED-BCE5-80536A8FDFD6}" type="presParOf" srcId="{13DABFF2-0610-4674-8252-60F86AC7F04F}" destId="{7CFF6048-275E-4593-A697-BAD8946C832B}" srcOrd="1" destOrd="0" presId="urn:microsoft.com/office/officeart/2005/8/layout/vList2"/>
    <dgm:cxn modelId="{E0B491DB-24A5-4F1E-8374-8F512F51D677}" type="presParOf" srcId="{13DABFF2-0610-4674-8252-60F86AC7F04F}" destId="{9B9108FE-DD11-4DB9-B1EB-F271D5764FAB}" srcOrd="2" destOrd="0" presId="urn:microsoft.com/office/officeart/2005/8/layout/vList2"/>
    <dgm:cxn modelId="{2EF6B16D-0FF8-41C2-BA62-756F407F7A3C}" type="presParOf" srcId="{13DABFF2-0610-4674-8252-60F86AC7F04F}" destId="{BFCE19D8-F8B9-4677-BA8D-EC6BB5FED003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599C7FE-6BED-441C-B9BF-4346BACFBD10}" type="doc">
      <dgm:prSet loTypeId="urn:microsoft.com/office/officeart/2005/8/layout/vList2" loCatId="list" qsTypeId="urn:microsoft.com/office/officeart/2005/8/quickstyle/simple1#2" qsCatId="simple" csTypeId="urn:microsoft.com/office/officeart/2005/8/colors/colorful5#2" csCatId="colorful"/>
      <dgm:spPr/>
      <dgm:t>
        <a:bodyPr/>
        <a:lstStyle/>
        <a:p>
          <a:endParaRPr lang="en-US"/>
        </a:p>
      </dgm:t>
    </dgm:pt>
    <dgm:pt modelId="{C804825B-B81E-45F0-B338-1CA88B258FB0}">
      <dgm:prSet/>
      <dgm:spPr/>
      <dgm:t>
        <a:bodyPr/>
        <a:lstStyle/>
        <a:p>
          <a:r>
            <a:rPr lang="en-US" b="1" i="0" baseline="0"/>
            <a:t>Automation</a:t>
          </a:r>
          <a:endParaRPr lang="en-US"/>
        </a:p>
      </dgm:t>
    </dgm:pt>
    <dgm:pt modelId="{FFBB58F8-FD19-42DC-8720-FF72268701A3}" type="parTrans" cxnId="{D11C106E-4610-4F7A-937A-05F7FD7361CA}">
      <dgm:prSet/>
      <dgm:spPr/>
      <dgm:t>
        <a:bodyPr/>
        <a:lstStyle/>
        <a:p>
          <a:endParaRPr lang="en-US"/>
        </a:p>
      </dgm:t>
    </dgm:pt>
    <dgm:pt modelId="{1426B2BA-0109-494C-9D98-05DC9E366DBD}" type="sibTrans" cxnId="{D11C106E-4610-4F7A-937A-05F7FD7361CA}">
      <dgm:prSet/>
      <dgm:spPr/>
      <dgm:t>
        <a:bodyPr/>
        <a:lstStyle/>
        <a:p>
          <a:endParaRPr lang="en-US"/>
        </a:p>
      </dgm:t>
    </dgm:pt>
    <dgm:pt modelId="{1434913E-7BC3-4CD1-A16F-B1D3EDB69BEB}">
      <dgm:prSet/>
      <dgm:spPr/>
      <dgm:t>
        <a:bodyPr/>
        <a:lstStyle/>
        <a:p>
          <a:r>
            <a:rPr lang="en-US" b="0" i="0" baseline="0"/>
            <a:t>S3 Lifecycle rules can move older objects into Glacier storage classes</a:t>
          </a:r>
          <a:endParaRPr lang="en-US"/>
        </a:p>
      </dgm:t>
    </dgm:pt>
    <dgm:pt modelId="{9BFF5B14-1885-465C-BAEB-9ED766F8A1B5}" type="parTrans" cxnId="{AE36A8D1-F47D-43E3-807C-640BAA2FF070}">
      <dgm:prSet/>
      <dgm:spPr/>
      <dgm:t>
        <a:bodyPr/>
        <a:lstStyle/>
        <a:p>
          <a:endParaRPr lang="en-US"/>
        </a:p>
      </dgm:t>
    </dgm:pt>
    <dgm:pt modelId="{1B461E61-A250-47E9-B48E-B0BA4AA8D808}" type="sibTrans" cxnId="{AE36A8D1-F47D-43E3-807C-640BAA2FF070}">
      <dgm:prSet/>
      <dgm:spPr/>
      <dgm:t>
        <a:bodyPr/>
        <a:lstStyle/>
        <a:p>
          <a:endParaRPr lang="en-US"/>
        </a:p>
      </dgm:t>
    </dgm:pt>
    <dgm:pt modelId="{C823DDE5-0751-4D8B-B457-AE6B2EC0BA7E}">
      <dgm:prSet/>
      <dgm:spPr/>
      <dgm:t>
        <a:bodyPr/>
        <a:lstStyle/>
        <a:p>
          <a:r>
            <a:rPr lang="en-US" b="0" i="0" baseline="0"/>
            <a:t>Reduces manual archive management</a:t>
          </a:r>
          <a:endParaRPr lang="en-US"/>
        </a:p>
      </dgm:t>
    </dgm:pt>
    <dgm:pt modelId="{03D16CFB-1CC1-422F-BB72-2B36A5F6EDE8}" type="parTrans" cxnId="{52A823F2-D9AF-426E-980E-00B25C83BEC9}">
      <dgm:prSet/>
      <dgm:spPr/>
      <dgm:t>
        <a:bodyPr/>
        <a:lstStyle/>
        <a:p>
          <a:endParaRPr lang="en-US"/>
        </a:p>
      </dgm:t>
    </dgm:pt>
    <dgm:pt modelId="{7C53F0DB-3F15-4C4B-B8AD-43E8B28450D1}" type="sibTrans" cxnId="{52A823F2-D9AF-426E-980E-00B25C83BEC9}">
      <dgm:prSet/>
      <dgm:spPr/>
      <dgm:t>
        <a:bodyPr/>
        <a:lstStyle/>
        <a:p>
          <a:endParaRPr lang="en-US"/>
        </a:p>
      </dgm:t>
    </dgm:pt>
    <dgm:pt modelId="{EE12F6E6-B2A0-4890-8DE3-E9F89BAE1D6F}">
      <dgm:prSet/>
      <dgm:spPr/>
      <dgm:t>
        <a:bodyPr/>
        <a:lstStyle/>
        <a:p>
          <a:r>
            <a:rPr lang="en-US" b="0" i="0" baseline="0"/>
            <a:t>Useful for large numbers of objects</a:t>
          </a:r>
          <a:endParaRPr lang="en-US"/>
        </a:p>
      </dgm:t>
    </dgm:pt>
    <dgm:pt modelId="{794F52F7-481A-402A-9138-DEA1AD4FD2A6}" type="parTrans" cxnId="{BC166A6B-0DB6-4BD5-AD2F-F15E984B0850}">
      <dgm:prSet/>
      <dgm:spPr/>
      <dgm:t>
        <a:bodyPr/>
        <a:lstStyle/>
        <a:p>
          <a:endParaRPr lang="en-US"/>
        </a:p>
      </dgm:t>
    </dgm:pt>
    <dgm:pt modelId="{0EF4AC27-B76E-4108-B8AA-49CE7F2E9374}" type="sibTrans" cxnId="{BC166A6B-0DB6-4BD5-AD2F-F15E984B0850}">
      <dgm:prSet/>
      <dgm:spPr/>
      <dgm:t>
        <a:bodyPr/>
        <a:lstStyle/>
        <a:p>
          <a:endParaRPr lang="en-US"/>
        </a:p>
      </dgm:t>
    </dgm:pt>
    <dgm:pt modelId="{9D4FFBAC-26D6-4D8D-AEF1-409AB1465CAF}">
      <dgm:prSet/>
      <dgm:spPr/>
      <dgm:t>
        <a:bodyPr/>
        <a:lstStyle/>
        <a:p>
          <a:r>
            <a:rPr lang="en-US" b="1" i="0" baseline="0"/>
            <a:t>Example</a:t>
          </a:r>
          <a:endParaRPr lang="en-US"/>
        </a:p>
      </dgm:t>
    </dgm:pt>
    <dgm:pt modelId="{C755FA2B-B78D-426B-B699-AABBC8BCCE0C}" type="parTrans" cxnId="{41D7766F-E617-455B-AEE6-36850E6D923C}">
      <dgm:prSet/>
      <dgm:spPr/>
      <dgm:t>
        <a:bodyPr/>
        <a:lstStyle/>
        <a:p>
          <a:endParaRPr lang="en-US"/>
        </a:p>
      </dgm:t>
    </dgm:pt>
    <dgm:pt modelId="{FE19386F-4A92-4A36-9D02-52A556C13E1A}" type="sibTrans" cxnId="{41D7766F-E617-455B-AEE6-36850E6D923C}">
      <dgm:prSet/>
      <dgm:spPr/>
      <dgm:t>
        <a:bodyPr/>
        <a:lstStyle/>
        <a:p>
          <a:endParaRPr lang="en-US"/>
        </a:p>
      </dgm:t>
    </dgm:pt>
    <dgm:pt modelId="{8F6FAB72-CE6A-42C2-A670-F7577E254E21}">
      <dgm:prSet/>
      <dgm:spPr/>
      <dgm:t>
        <a:bodyPr/>
        <a:lstStyle/>
        <a:p>
          <a:r>
            <a:rPr lang="en-US" b="0" i="0" baseline="0" dirty="0"/>
            <a:t>Active data → S3 Standard</a:t>
          </a:r>
          <a:endParaRPr lang="en-US" dirty="0"/>
        </a:p>
      </dgm:t>
    </dgm:pt>
    <dgm:pt modelId="{37C2E78F-C43B-466B-A4AC-25FAEF23DA6B}" type="parTrans" cxnId="{B51D2E22-B876-4CC3-92A5-75924DD93AF9}">
      <dgm:prSet/>
      <dgm:spPr/>
      <dgm:t>
        <a:bodyPr/>
        <a:lstStyle/>
        <a:p>
          <a:endParaRPr lang="en-US"/>
        </a:p>
      </dgm:t>
    </dgm:pt>
    <dgm:pt modelId="{04968AE7-05D4-464C-9523-C2B52660F4E0}" type="sibTrans" cxnId="{B51D2E22-B876-4CC3-92A5-75924DD93AF9}">
      <dgm:prSet/>
      <dgm:spPr/>
      <dgm:t>
        <a:bodyPr/>
        <a:lstStyle/>
        <a:p>
          <a:endParaRPr lang="en-US"/>
        </a:p>
      </dgm:t>
    </dgm:pt>
    <dgm:pt modelId="{9CD470A3-8F7B-4220-998C-FEE8A44D2933}">
      <dgm:prSet/>
      <dgm:spPr/>
      <dgm:t>
        <a:bodyPr/>
        <a:lstStyle/>
        <a:p>
          <a:r>
            <a:rPr lang="en-US" b="0" i="0" baseline="0" dirty="0"/>
            <a:t>Older data → S3 Standard-IA</a:t>
          </a:r>
          <a:endParaRPr lang="en-US" dirty="0"/>
        </a:p>
      </dgm:t>
    </dgm:pt>
    <dgm:pt modelId="{72893D62-DD60-471D-8DF4-85EAED0852F2}" type="parTrans" cxnId="{43EBB85D-23A0-4783-A0CE-620A63505600}">
      <dgm:prSet/>
      <dgm:spPr/>
      <dgm:t>
        <a:bodyPr/>
        <a:lstStyle/>
        <a:p>
          <a:endParaRPr lang="en-US"/>
        </a:p>
      </dgm:t>
    </dgm:pt>
    <dgm:pt modelId="{A6D1E46F-67EA-49D0-B5E5-C75DB1E3F6E2}" type="sibTrans" cxnId="{43EBB85D-23A0-4783-A0CE-620A63505600}">
      <dgm:prSet/>
      <dgm:spPr/>
      <dgm:t>
        <a:bodyPr/>
        <a:lstStyle/>
        <a:p>
          <a:endParaRPr lang="en-US"/>
        </a:p>
      </dgm:t>
    </dgm:pt>
    <dgm:pt modelId="{3B4DCE3D-E5D8-4823-BA4B-DC15B8FEFBFC}">
      <dgm:prSet/>
      <dgm:spPr/>
      <dgm:t>
        <a:bodyPr/>
        <a:lstStyle/>
        <a:p>
          <a:r>
            <a:rPr lang="en-US" b="0" i="0" baseline="0" dirty="0"/>
            <a:t>Archive data → Glacier Flexible Retrieval</a:t>
          </a:r>
          <a:endParaRPr lang="en-US" dirty="0"/>
        </a:p>
      </dgm:t>
    </dgm:pt>
    <dgm:pt modelId="{8B9FF96B-5237-44B7-8E36-CDB318C491EB}" type="parTrans" cxnId="{9C5174B6-D09D-461E-A37C-DAD9541C7E96}">
      <dgm:prSet/>
      <dgm:spPr/>
      <dgm:t>
        <a:bodyPr/>
        <a:lstStyle/>
        <a:p>
          <a:endParaRPr lang="en-US"/>
        </a:p>
      </dgm:t>
    </dgm:pt>
    <dgm:pt modelId="{D223EA58-5253-426D-BC99-BA79E7E36429}" type="sibTrans" cxnId="{9C5174B6-D09D-461E-A37C-DAD9541C7E96}">
      <dgm:prSet/>
      <dgm:spPr/>
      <dgm:t>
        <a:bodyPr/>
        <a:lstStyle/>
        <a:p>
          <a:endParaRPr lang="en-US"/>
        </a:p>
      </dgm:t>
    </dgm:pt>
    <dgm:pt modelId="{9D54CDFE-9AD5-49E5-9876-57A300A8224B}">
      <dgm:prSet/>
      <dgm:spPr/>
      <dgm:t>
        <a:bodyPr/>
        <a:lstStyle/>
        <a:p>
          <a:r>
            <a:rPr lang="en-US" b="0" i="0" baseline="0" dirty="0"/>
            <a:t>Very old data → Glacier Deep Archive</a:t>
          </a:r>
          <a:endParaRPr lang="en-US" dirty="0"/>
        </a:p>
      </dgm:t>
    </dgm:pt>
    <dgm:pt modelId="{F7A60E00-4DB8-4EC7-84BD-B91B782E5975}" type="parTrans" cxnId="{7C3E4924-8229-4F50-869B-846D4D37E19A}">
      <dgm:prSet/>
      <dgm:spPr/>
      <dgm:t>
        <a:bodyPr/>
        <a:lstStyle/>
        <a:p>
          <a:endParaRPr lang="en-US"/>
        </a:p>
      </dgm:t>
    </dgm:pt>
    <dgm:pt modelId="{A5244195-00E8-42DC-B2EE-AE069291D79F}" type="sibTrans" cxnId="{7C3E4924-8229-4F50-869B-846D4D37E19A}">
      <dgm:prSet/>
      <dgm:spPr/>
      <dgm:t>
        <a:bodyPr/>
        <a:lstStyle/>
        <a:p>
          <a:endParaRPr lang="en-US"/>
        </a:p>
      </dgm:t>
    </dgm:pt>
    <dgm:pt modelId="{4742CA13-55AE-4F1F-B030-6E0B5732889A}" type="pres">
      <dgm:prSet presAssocID="{C599C7FE-6BED-441C-B9BF-4346BACFBD10}" presName="linear" presStyleCnt="0">
        <dgm:presLayoutVars>
          <dgm:animLvl val="lvl"/>
          <dgm:resizeHandles val="exact"/>
        </dgm:presLayoutVars>
      </dgm:prSet>
      <dgm:spPr/>
    </dgm:pt>
    <dgm:pt modelId="{466AB827-8B9C-4C0B-894E-667175A991F2}" type="pres">
      <dgm:prSet presAssocID="{C804825B-B81E-45F0-B338-1CA88B258FB0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C74981D5-9439-41AF-AD2A-EF55B35E46D3}" type="pres">
      <dgm:prSet presAssocID="{C804825B-B81E-45F0-B338-1CA88B258FB0}" presName="childText" presStyleLbl="revTx" presStyleIdx="0" presStyleCnt="2">
        <dgm:presLayoutVars>
          <dgm:bulletEnabled val="1"/>
        </dgm:presLayoutVars>
      </dgm:prSet>
      <dgm:spPr/>
    </dgm:pt>
    <dgm:pt modelId="{D07AA43F-31DE-43F5-B104-B65DAF79F804}" type="pres">
      <dgm:prSet presAssocID="{9D4FFBAC-26D6-4D8D-AEF1-409AB1465CAF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403E220A-0263-4A92-9FDF-E747AB3E872F}" type="pres">
      <dgm:prSet presAssocID="{9D4FFBAC-26D6-4D8D-AEF1-409AB1465CAF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B51D2E22-B876-4CC3-92A5-75924DD93AF9}" srcId="{9D4FFBAC-26D6-4D8D-AEF1-409AB1465CAF}" destId="{8F6FAB72-CE6A-42C2-A670-F7577E254E21}" srcOrd="0" destOrd="0" parTransId="{37C2E78F-C43B-466B-A4AC-25FAEF23DA6B}" sibTransId="{04968AE7-05D4-464C-9523-C2B52660F4E0}"/>
    <dgm:cxn modelId="{5F49C222-EA83-465D-BDD4-83A50AFFAEC5}" type="presOf" srcId="{C804825B-B81E-45F0-B338-1CA88B258FB0}" destId="{466AB827-8B9C-4C0B-894E-667175A991F2}" srcOrd="0" destOrd="0" presId="urn:microsoft.com/office/officeart/2005/8/layout/vList2"/>
    <dgm:cxn modelId="{7C3E4924-8229-4F50-869B-846D4D37E19A}" srcId="{9D4FFBAC-26D6-4D8D-AEF1-409AB1465CAF}" destId="{9D54CDFE-9AD5-49E5-9876-57A300A8224B}" srcOrd="3" destOrd="0" parTransId="{F7A60E00-4DB8-4EC7-84BD-B91B782E5975}" sibTransId="{A5244195-00E8-42DC-B2EE-AE069291D79F}"/>
    <dgm:cxn modelId="{27C7682F-7792-470A-841D-7548D40748C0}" type="presOf" srcId="{8F6FAB72-CE6A-42C2-A670-F7577E254E21}" destId="{403E220A-0263-4A92-9FDF-E747AB3E872F}" srcOrd="0" destOrd="0" presId="urn:microsoft.com/office/officeart/2005/8/layout/vList2"/>
    <dgm:cxn modelId="{59367B34-9A3C-4663-8997-C183FD21FDE2}" type="presOf" srcId="{3B4DCE3D-E5D8-4823-BA4B-DC15B8FEFBFC}" destId="{403E220A-0263-4A92-9FDF-E747AB3E872F}" srcOrd="0" destOrd="2" presId="urn:microsoft.com/office/officeart/2005/8/layout/vList2"/>
    <dgm:cxn modelId="{2323A33F-23D2-4440-BDA7-1EA9D19AC81D}" type="presOf" srcId="{EE12F6E6-B2A0-4890-8DE3-E9F89BAE1D6F}" destId="{C74981D5-9439-41AF-AD2A-EF55B35E46D3}" srcOrd="0" destOrd="2" presId="urn:microsoft.com/office/officeart/2005/8/layout/vList2"/>
    <dgm:cxn modelId="{1799F63F-8C4A-4A76-B4DF-C3894D8E6F1A}" type="presOf" srcId="{9D54CDFE-9AD5-49E5-9876-57A300A8224B}" destId="{403E220A-0263-4A92-9FDF-E747AB3E872F}" srcOrd="0" destOrd="3" presId="urn:microsoft.com/office/officeart/2005/8/layout/vList2"/>
    <dgm:cxn modelId="{43EBB85D-23A0-4783-A0CE-620A63505600}" srcId="{9D4FFBAC-26D6-4D8D-AEF1-409AB1465CAF}" destId="{9CD470A3-8F7B-4220-998C-FEE8A44D2933}" srcOrd="1" destOrd="0" parTransId="{72893D62-DD60-471D-8DF4-85EAED0852F2}" sibTransId="{A6D1E46F-67EA-49D0-B5E5-C75DB1E3F6E2}"/>
    <dgm:cxn modelId="{E5F0BE49-F759-44D6-8178-6B00EB4F8937}" type="presOf" srcId="{9CD470A3-8F7B-4220-998C-FEE8A44D2933}" destId="{403E220A-0263-4A92-9FDF-E747AB3E872F}" srcOrd="0" destOrd="1" presId="urn:microsoft.com/office/officeart/2005/8/layout/vList2"/>
    <dgm:cxn modelId="{BC166A6B-0DB6-4BD5-AD2F-F15E984B0850}" srcId="{C804825B-B81E-45F0-B338-1CA88B258FB0}" destId="{EE12F6E6-B2A0-4890-8DE3-E9F89BAE1D6F}" srcOrd="2" destOrd="0" parTransId="{794F52F7-481A-402A-9138-DEA1AD4FD2A6}" sibTransId="{0EF4AC27-B76E-4108-B8AA-49CE7F2E9374}"/>
    <dgm:cxn modelId="{58F1714C-6FBB-451B-818D-D26D945E8931}" type="presOf" srcId="{9D4FFBAC-26D6-4D8D-AEF1-409AB1465CAF}" destId="{D07AA43F-31DE-43F5-B104-B65DAF79F804}" srcOrd="0" destOrd="0" presId="urn:microsoft.com/office/officeart/2005/8/layout/vList2"/>
    <dgm:cxn modelId="{D11C106E-4610-4F7A-937A-05F7FD7361CA}" srcId="{C599C7FE-6BED-441C-B9BF-4346BACFBD10}" destId="{C804825B-B81E-45F0-B338-1CA88B258FB0}" srcOrd="0" destOrd="0" parTransId="{FFBB58F8-FD19-42DC-8720-FF72268701A3}" sibTransId="{1426B2BA-0109-494C-9D98-05DC9E366DBD}"/>
    <dgm:cxn modelId="{41D7766F-E617-455B-AEE6-36850E6D923C}" srcId="{C599C7FE-6BED-441C-B9BF-4346BACFBD10}" destId="{9D4FFBAC-26D6-4D8D-AEF1-409AB1465CAF}" srcOrd="1" destOrd="0" parTransId="{C755FA2B-B78D-426B-B699-AABBC8BCCE0C}" sibTransId="{FE19386F-4A92-4A36-9D02-52A556C13E1A}"/>
    <dgm:cxn modelId="{2EB9DF81-FCDB-40C7-9C74-05633F2AA468}" type="presOf" srcId="{C823DDE5-0751-4D8B-B457-AE6B2EC0BA7E}" destId="{C74981D5-9439-41AF-AD2A-EF55B35E46D3}" srcOrd="0" destOrd="1" presId="urn:microsoft.com/office/officeart/2005/8/layout/vList2"/>
    <dgm:cxn modelId="{B7CEA69F-FFA6-4B65-9866-150BD3E5DC73}" type="presOf" srcId="{1434913E-7BC3-4CD1-A16F-B1D3EDB69BEB}" destId="{C74981D5-9439-41AF-AD2A-EF55B35E46D3}" srcOrd="0" destOrd="0" presId="urn:microsoft.com/office/officeart/2005/8/layout/vList2"/>
    <dgm:cxn modelId="{9C5174B6-D09D-461E-A37C-DAD9541C7E96}" srcId="{9D4FFBAC-26D6-4D8D-AEF1-409AB1465CAF}" destId="{3B4DCE3D-E5D8-4823-BA4B-DC15B8FEFBFC}" srcOrd="2" destOrd="0" parTransId="{8B9FF96B-5237-44B7-8E36-CDB318C491EB}" sibTransId="{D223EA58-5253-426D-BC99-BA79E7E36429}"/>
    <dgm:cxn modelId="{AE36A8D1-F47D-43E3-807C-640BAA2FF070}" srcId="{C804825B-B81E-45F0-B338-1CA88B258FB0}" destId="{1434913E-7BC3-4CD1-A16F-B1D3EDB69BEB}" srcOrd="0" destOrd="0" parTransId="{9BFF5B14-1885-465C-BAEB-9ED766F8A1B5}" sibTransId="{1B461E61-A250-47E9-B48E-B0BA4AA8D808}"/>
    <dgm:cxn modelId="{52A823F2-D9AF-426E-980E-00B25C83BEC9}" srcId="{C804825B-B81E-45F0-B338-1CA88B258FB0}" destId="{C823DDE5-0751-4D8B-B457-AE6B2EC0BA7E}" srcOrd="1" destOrd="0" parTransId="{03D16CFB-1CC1-422F-BB72-2B36A5F6EDE8}" sibTransId="{7C53F0DB-3F15-4C4B-B8AD-43E8B28450D1}"/>
    <dgm:cxn modelId="{EB5476FE-6102-42E0-9B8A-CF97D6F86B36}" type="presOf" srcId="{C599C7FE-6BED-441C-B9BF-4346BACFBD10}" destId="{4742CA13-55AE-4F1F-B030-6E0B5732889A}" srcOrd="0" destOrd="0" presId="urn:microsoft.com/office/officeart/2005/8/layout/vList2"/>
    <dgm:cxn modelId="{CBA0BDF9-EA6D-4DE1-99FA-4F367E9C7EF6}" type="presParOf" srcId="{4742CA13-55AE-4F1F-B030-6E0B5732889A}" destId="{466AB827-8B9C-4C0B-894E-667175A991F2}" srcOrd="0" destOrd="0" presId="urn:microsoft.com/office/officeart/2005/8/layout/vList2"/>
    <dgm:cxn modelId="{17AC2043-4892-45D5-995D-26EC98B220AF}" type="presParOf" srcId="{4742CA13-55AE-4F1F-B030-6E0B5732889A}" destId="{C74981D5-9439-41AF-AD2A-EF55B35E46D3}" srcOrd="1" destOrd="0" presId="urn:microsoft.com/office/officeart/2005/8/layout/vList2"/>
    <dgm:cxn modelId="{A91CC688-1F88-4E86-A7B8-C42E75ED9FA6}" type="presParOf" srcId="{4742CA13-55AE-4F1F-B030-6E0B5732889A}" destId="{D07AA43F-31DE-43F5-B104-B65DAF79F804}" srcOrd="2" destOrd="0" presId="urn:microsoft.com/office/officeart/2005/8/layout/vList2"/>
    <dgm:cxn modelId="{787E2259-E96D-43F3-A653-769ABC731EA6}" type="presParOf" srcId="{4742CA13-55AE-4F1F-B030-6E0B5732889A}" destId="{403E220A-0263-4A92-9FDF-E747AB3E872F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35E16E4-821D-42F8-A812-5E6B4A2472B4}" type="doc">
      <dgm:prSet loTypeId="urn:microsoft.com/office/officeart/2005/8/layout/chevron1" loCatId="process" qsTypeId="urn:microsoft.com/office/officeart/2005/8/quickstyle/simple1#3" qsCatId="simple" csTypeId="urn:microsoft.com/office/officeart/2005/8/colors/colorful1#1" csCatId="colorful"/>
      <dgm:spPr/>
      <dgm:t>
        <a:bodyPr/>
        <a:lstStyle/>
        <a:p>
          <a:endParaRPr lang="en-US"/>
        </a:p>
      </dgm:t>
    </dgm:pt>
    <dgm:pt modelId="{74C1B16D-94FD-4F9B-A8B6-444FC9780B18}">
      <dgm:prSet/>
      <dgm:spPr/>
      <dgm:t>
        <a:bodyPr/>
        <a:lstStyle/>
        <a:p>
          <a:r>
            <a:rPr lang="en-US" b="1" i="0" baseline="0"/>
            <a:t>Security</a:t>
          </a:r>
          <a:endParaRPr lang="en-US"/>
        </a:p>
      </dgm:t>
    </dgm:pt>
    <dgm:pt modelId="{C4B2F516-21B3-4344-A722-5D800E682F16}" type="parTrans" cxnId="{ADF8BDF3-9F47-4C4B-AC28-89E7D77ABA98}">
      <dgm:prSet/>
      <dgm:spPr/>
      <dgm:t>
        <a:bodyPr/>
        <a:lstStyle/>
        <a:p>
          <a:endParaRPr lang="en-US"/>
        </a:p>
      </dgm:t>
    </dgm:pt>
    <dgm:pt modelId="{22F148E1-277B-49BE-B1FD-6D44B5D6BA9C}" type="sibTrans" cxnId="{ADF8BDF3-9F47-4C4B-AC28-89E7D77ABA98}">
      <dgm:prSet/>
      <dgm:spPr/>
      <dgm:t>
        <a:bodyPr/>
        <a:lstStyle/>
        <a:p>
          <a:endParaRPr lang="en-US"/>
        </a:p>
      </dgm:t>
    </dgm:pt>
    <dgm:pt modelId="{6917A1CD-4895-43DA-9776-61C0ED9DE231}">
      <dgm:prSet/>
      <dgm:spPr/>
      <dgm:t>
        <a:bodyPr/>
        <a:lstStyle/>
        <a:p>
          <a:r>
            <a:rPr lang="en-US" b="0" i="0" baseline="0"/>
            <a:t>Encryption at rest</a:t>
          </a:r>
          <a:endParaRPr lang="en-US"/>
        </a:p>
      </dgm:t>
    </dgm:pt>
    <dgm:pt modelId="{CE9378A1-3404-453C-B229-95D2830AE408}" type="parTrans" cxnId="{A2F98F64-4C69-40B3-B287-3A07647F6E1E}">
      <dgm:prSet/>
      <dgm:spPr/>
      <dgm:t>
        <a:bodyPr/>
        <a:lstStyle/>
        <a:p>
          <a:endParaRPr lang="en-US"/>
        </a:p>
      </dgm:t>
    </dgm:pt>
    <dgm:pt modelId="{211A7B89-D70C-43A3-95CC-E53FA775F4AD}" type="sibTrans" cxnId="{A2F98F64-4C69-40B3-B287-3A07647F6E1E}">
      <dgm:prSet/>
      <dgm:spPr/>
      <dgm:t>
        <a:bodyPr/>
        <a:lstStyle/>
        <a:p>
          <a:endParaRPr lang="en-US"/>
        </a:p>
      </dgm:t>
    </dgm:pt>
    <dgm:pt modelId="{24573721-31C4-4028-8CF3-361C9984BA2B}">
      <dgm:prSet/>
      <dgm:spPr/>
      <dgm:t>
        <a:bodyPr/>
        <a:lstStyle/>
        <a:p>
          <a:r>
            <a:rPr lang="en-US" b="0" i="0" baseline="0"/>
            <a:t>Encryption in transit where applicable</a:t>
          </a:r>
          <a:endParaRPr lang="en-US"/>
        </a:p>
      </dgm:t>
    </dgm:pt>
    <dgm:pt modelId="{8C82DBE6-AE84-4389-ACE1-16EC72491393}" type="parTrans" cxnId="{7F0DE0C5-4CB3-4953-A25D-DFA102A6DFDD}">
      <dgm:prSet/>
      <dgm:spPr/>
      <dgm:t>
        <a:bodyPr/>
        <a:lstStyle/>
        <a:p>
          <a:endParaRPr lang="en-US"/>
        </a:p>
      </dgm:t>
    </dgm:pt>
    <dgm:pt modelId="{D5C11AD4-8C0B-4E46-8D0D-CEFD7ED0014A}" type="sibTrans" cxnId="{7F0DE0C5-4CB3-4953-A25D-DFA102A6DFDD}">
      <dgm:prSet/>
      <dgm:spPr/>
      <dgm:t>
        <a:bodyPr/>
        <a:lstStyle/>
        <a:p>
          <a:endParaRPr lang="en-US"/>
        </a:p>
      </dgm:t>
    </dgm:pt>
    <dgm:pt modelId="{1F4BA91D-0FD0-4C91-AF1D-504C1EB7032A}">
      <dgm:prSet/>
      <dgm:spPr/>
      <dgm:t>
        <a:bodyPr/>
        <a:lstStyle/>
        <a:p>
          <a:r>
            <a:rPr lang="en-US" b="0" i="0" baseline="0"/>
            <a:t>AWS KMS integration</a:t>
          </a:r>
          <a:endParaRPr lang="en-US"/>
        </a:p>
      </dgm:t>
    </dgm:pt>
    <dgm:pt modelId="{0B4E54D0-8E35-41CD-B321-C836BE2F5A9F}" type="parTrans" cxnId="{5CE31FEA-D603-489F-8FA8-3B43B68D96D5}">
      <dgm:prSet/>
      <dgm:spPr/>
      <dgm:t>
        <a:bodyPr/>
        <a:lstStyle/>
        <a:p>
          <a:endParaRPr lang="en-US"/>
        </a:p>
      </dgm:t>
    </dgm:pt>
    <dgm:pt modelId="{B78D4CA7-4188-47AD-848C-40E9FAC8E0D2}" type="sibTrans" cxnId="{5CE31FEA-D603-489F-8FA8-3B43B68D96D5}">
      <dgm:prSet/>
      <dgm:spPr/>
      <dgm:t>
        <a:bodyPr/>
        <a:lstStyle/>
        <a:p>
          <a:endParaRPr lang="en-US"/>
        </a:p>
      </dgm:t>
    </dgm:pt>
    <dgm:pt modelId="{67613232-879F-41A1-BBE7-0A45DECBC284}">
      <dgm:prSet/>
      <dgm:spPr/>
      <dgm:t>
        <a:bodyPr/>
        <a:lstStyle/>
        <a:p>
          <a:r>
            <a:rPr lang="en-US" b="0" i="0" baseline="0"/>
            <a:t>IAM and bucket policies</a:t>
          </a:r>
          <a:endParaRPr lang="en-US"/>
        </a:p>
      </dgm:t>
    </dgm:pt>
    <dgm:pt modelId="{85778C51-D68F-45A6-851B-305B82268F57}" type="parTrans" cxnId="{FCD23F5F-07D9-482B-AB65-2C21AD7FA093}">
      <dgm:prSet/>
      <dgm:spPr/>
      <dgm:t>
        <a:bodyPr/>
        <a:lstStyle/>
        <a:p>
          <a:endParaRPr lang="en-US"/>
        </a:p>
      </dgm:t>
    </dgm:pt>
    <dgm:pt modelId="{881FFBFA-CC53-43DA-B470-131A05D79616}" type="sibTrans" cxnId="{FCD23F5F-07D9-482B-AB65-2C21AD7FA093}">
      <dgm:prSet/>
      <dgm:spPr/>
      <dgm:t>
        <a:bodyPr/>
        <a:lstStyle/>
        <a:p>
          <a:endParaRPr lang="en-US"/>
        </a:p>
      </dgm:t>
    </dgm:pt>
    <dgm:pt modelId="{77018276-C62B-4EDF-87F6-FC88EAA272D5}">
      <dgm:prSet/>
      <dgm:spPr/>
      <dgm:t>
        <a:bodyPr/>
        <a:lstStyle/>
        <a:p>
          <a:r>
            <a:rPr lang="en-US" b="0" i="0" baseline="0"/>
            <a:t>AWS CloudTrail for auditing</a:t>
          </a:r>
          <a:endParaRPr lang="en-US"/>
        </a:p>
      </dgm:t>
    </dgm:pt>
    <dgm:pt modelId="{57CA3F71-58F9-4B4F-B85A-A40B66220698}" type="parTrans" cxnId="{5AA43384-0CEB-49E6-A035-14A8704B0575}">
      <dgm:prSet/>
      <dgm:spPr/>
      <dgm:t>
        <a:bodyPr/>
        <a:lstStyle/>
        <a:p>
          <a:endParaRPr lang="en-US"/>
        </a:p>
      </dgm:t>
    </dgm:pt>
    <dgm:pt modelId="{766F2289-BB87-4451-9551-47B4789DCAC0}" type="sibTrans" cxnId="{5AA43384-0CEB-49E6-A035-14A8704B0575}">
      <dgm:prSet/>
      <dgm:spPr/>
      <dgm:t>
        <a:bodyPr/>
        <a:lstStyle/>
        <a:p>
          <a:endParaRPr lang="en-US"/>
        </a:p>
      </dgm:t>
    </dgm:pt>
    <dgm:pt modelId="{7EF692F2-BAA1-4C52-917B-EE7DEC972146}">
      <dgm:prSet/>
      <dgm:spPr/>
      <dgm:t>
        <a:bodyPr/>
        <a:lstStyle/>
        <a:p>
          <a:r>
            <a:rPr lang="en-US" b="1" i="0" baseline="0"/>
            <a:t>Disaster Recovery</a:t>
          </a:r>
          <a:endParaRPr lang="en-US"/>
        </a:p>
      </dgm:t>
    </dgm:pt>
    <dgm:pt modelId="{098D205C-252C-4F9E-B218-11EC103B91B9}" type="parTrans" cxnId="{36E91F72-D956-4A64-BC2D-FCB434A5FA9D}">
      <dgm:prSet/>
      <dgm:spPr/>
      <dgm:t>
        <a:bodyPr/>
        <a:lstStyle/>
        <a:p>
          <a:endParaRPr lang="en-US"/>
        </a:p>
      </dgm:t>
    </dgm:pt>
    <dgm:pt modelId="{D5DAC104-E440-487B-A7CB-5C80D76E0384}" type="sibTrans" cxnId="{36E91F72-D956-4A64-BC2D-FCB434A5FA9D}">
      <dgm:prSet/>
      <dgm:spPr/>
      <dgm:t>
        <a:bodyPr/>
        <a:lstStyle/>
        <a:p>
          <a:endParaRPr lang="en-US"/>
        </a:p>
      </dgm:t>
    </dgm:pt>
    <dgm:pt modelId="{09086FCF-3B86-4769-8C72-CC697E8AE480}">
      <dgm:prSet/>
      <dgm:spPr/>
      <dgm:t>
        <a:bodyPr/>
        <a:lstStyle/>
        <a:p>
          <a:r>
            <a:rPr lang="en-US" b="0" i="0" baseline="0"/>
            <a:t>Store database backups and application backups</a:t>
          </a:r>
          <a:endParaRPr lang="en-US"/>
        </a:p>
      </dgm:t>
    </dgm:pt>
    <dgm:pt modelId="{18BED167-9900-42DF-B018-D2A92682A5E4}" type="parTrans" cxnId="{057F8274-9FAD-4A78-AA1A-53610D7F0708}">
      <dgm:prSet/>
      <dgm:spPr/>
      <dgm:t>
        <a:bodyPr/>
        <a:lstStyle/>
        <a:p>
          <a:endParaRPr lang="en-US"/>
        </a:p>
      </dgm:t>
    </dgm:pt>
    <dgm:pt modelId="{BA894096-7885-4412-BEEA-3A4867A2841D}" type="sibTrans" cxnId="{057F8274-9FAD-4A78-AA1A-53610D7F0708}">
      <dgm:prSet/>
      <dgm:spPr/>
      <dgm:t>
        <a:bodyPr/>
        <a:lstStyle/>
        <a:p>
          <a:endParaRPr lang="en-US"/>
        </a:p>
      </dgm:t>
    </dgm:pt>
    <dgm:pt modelId="{30452353-0BAE-46F7-9A05-C420886A9B87}">
      <dgm:prSet/>
      <dgm:spPr/>
      <dgm:t>
        <a:bodyPr/>
        <a:lstStyle/>
        <a:p>
          <a:r>
            <a:rPr lang="en-US" b="0" i="0" baseline="0"/>
            <a:t>Maintain long-term recovery copies economically</a:t>
          </a:r>
          <a:endParaRPr lang="en-US"/>
        </a:p>
      </dgm:t>
    </dgm:pt>
    <dgm:pt modelId="{E8F5B580-D931-4C1E-BC4E-24C141F71623}" type="parTrans" cxnId="{71D66954-16DD-48FC-9FAE-288D0B0A2EAF}">
      <dgm:prSet/>
      <dgm:spPr/>
      <dgm:t>
        <a:bodyPr/>
        <a:lstStyle/>
        <a:p>
          <a:endParaRPr lang="en-US"/>
        </a:p>
      </dgm:t>
    </dgm:pt>
    <dgm:pt modelId="{97DA3B73-E83B-4C12-A688-C0AD80C11C0D}" type="sibTrans" cxnId="{71D66954-16DD-48FC-9FAE-288D0B0A2EAF}">
      <dgm:prSet/>
      <dgm:spPr/>
      <dgm:t>
        <a:bodyPr/>
        <a:lstStyle/>
        <a:p>
          <a:endParaRPr lang="en-US"/>
        </a:p>
      </dgm:t>
    </dgm:pt>
    <dgm:pt modelId="{CDD2FB33-E763-4863-AB8D-01F240BE9645}">
      <dgm:prSet/>
      <dgm:spPr/>
      <dgm:t>
        <a:bodyPr/>
        <a:lstStyle/>
        <a:p>
          <a:r>
            <a:rPr lang="en-US" b="0" i="0" baseline="0"/>
            <a:t>Restore archived data when production systems fail</a:t>
          </a:r>
          <a:endParaRPr lang="en-US"/>
        </a:p>
      </dgm:t>
    </dgm:pt>
    <dgm:pt modelId="{C0B9F8EE-4228-49B4-A539-4FA75EBCAE4B}" type="parTrans" cxnId="{FB1ED966-44E3-462C-9433-FD89FA8F157D}">
      <dgm:prSet/>
      <dgm:spPr/>
      <dgm:t>
        <a:bodyPr/>
        <a:lstStyle/>
        <a:p>
          <a:endParaRPr lang="en-US"/>
        </a:p>
      </dgm:t>
    </dgm:pt>
    <dgm:pt modelId="{01BB12D9-841B-4A4D-8638-F00627D97BB3}" type="sibTrans" cxnId="{FB1ED966-44E3-462C-9433-FD89FA8F157D}">
      <dgm:prSet/>
      <dgm:spPr/>
      <dgm:t>
        <a:bodyPr/>
        <a:lstStyle/>
        <a:p>
          <a:endParaRPr lang="en-US"/>
        </a:p>
      </dgm:t>
    </dgm:pt>
    <dgm:pt modelId="{E296C8C0-A992-46BD-A7EC-160607DE570E}" type="pres">
      <dgm:prSet presAssocID="{235E16E4-821D-42F8-A812-5E6B4A2472B4}" presName="Name0" presStyleCnt="0">
        <dgm:presLayoutVars>
          <dgm:dir/>
          <dgm:animLvl val="lvl"/>
          <dgm:resizeHandles val="exact"/>
        </dgm:presLayoutVars>
      </dgm:prSet>
      <dgm:spPr/>
    </dgm:pt>
    <dgm:pt modelId="{8BCC2FE1-B4B8-43BE-9C48-ED050499FA32}" type="pres">
      <dgm:prSet presAssocID="{74C1B16D-94FD-4F9B-A8B6-444FC9780B18}" presName="composite" presStyleCnt="0"/>
      <dgm:spPr/>
    </dgm:pt>
    <dgm:pt modelId="{77B3F852-1E2B-46D7-8158-818C8C5CE6D4}" type="pres">
      <dgm:prSet presAssocID="{74C1B16D-94FD-4F9B-A8B6-444FC9780B18}" presName="parTx" presStyleLbl="node1" presStyleIdx="0" presStyleCnt="2">
        <dgm:presLayoutVars>
          <dgm:chMax val="0"/>
          <dgm:chPref val="0"/>
          <dgm:bulletEnabled val="1"/>
        </dgm:presLayoutVars>
      </dgm:prSet>
      <dgm:spPr/>
    </dgm:pt>
    <dgm:pt modelId="{0641B4E2-E015-48BE-94D1-0B15313F0284}" type="pres">
      <dgm:prSet presAssocID="{74C1B16D-94FD-4F9B-A8B6-444FC9780B18}" presName="desTx" presStyleLbl="revTx" presStyleIdx="0" presStyleCnt="2">
        <dgm:presLayoutVars>
          <dgm:bulletEnabled val="1"/>
        </dgm:presLayoutVars>
      </dgm:prSet>
      <dgm:spPr/>
    </dgm:pt>
    <dgm:pt modelId="{43B0D4F5-033A-441C-9D8E-599D3C7C995C}" type="pres">
      <dgm:prSet presAssocID="{22F148E1-277B-49BE-B1FD-6D44B5D6BA9C}" presName="space" presStyleCnt="0"/>
      <dgm:spPr/>
    </dgm:pt>
    <dgm:pt modelId="{C8AF6A10-E8F6-4D0D-BF46-B48CC2190936}" type="pres">
      <dgm:prSet presAssocID="{7EF692F2-BAA1-4C52-917B-EE7DEC972146}" presName="composite" presStyleCnt="0"/>
      <dgm:spPr/>
    </dgm:pt>
    <dgm:pt modelId="{1F5DF335-3E77-4459-A1DA-A1B362BAD8E6}" type="pres">
      <dgm:prSet presAssocID="{7EF692F2-BAA1-4C52-917B-EE7DEC972146}" presName="parTx" presStyleLbl="node1" presStyleIdx="1" presStyleCnt="2">
        <dgm:presLayoutVars>
          <dgm:chMax val="0"/>
          <dgm:chPref val="0"/>
          <dgm:bulletEnabled val="1"/>
        </dgm:presLayoutVars>
      </dgm:prSet>
      <dgm:spPr/>
    </dgm:pt>
    <dgm:pt modelId="{821D1571-E405-4114-BBB4-756E249E6F24}" type="pres">
      <dgm:prSet presAssocID="{7EF692F2-BAA1-4C52-917B-EE7DEC972146}" presName="desTx" presStyleLbl="revTx" presStyleIdx="1" presStyleCnt="2">
        <dgm:presLayoutVars>
          <dgm:bulletEnabled val="1"/>
        </dgm:presLayoutVars>
      </dgm:prSet>
      <dgm:spPr/>
    </dgm:pt>
  </dgm:ptLst>
  <dgm:cxnLst>
    <dgm:cxn modelId="{9D7C1A0C-E585-49D7-B633-0540E0323438}" type="presOf" srcId="{CDD2FB33-E763-4863-AB8D-01F240BE9645}" destId="{821D1571-E405-4114-BBB4-756E249E6F24}" srcOrd="0" destOrd="2" presId="urn:microsoft.com/office/officeart/2005/8/layout/chevron1"/>
    <dgm:cxn modelId="{DE24AB2F-7A55-41A9-8DCC-8FA17A8D94E7}" type="presOf" srcId="{24573721-31C4-4028-8CF3-361C9984BA2B}" destId="{0641B4E2-E015-48BE-94D1-0B15313F0284}" srcOrd="0" destOrd="1" presId="urn:microsoft.com/office/officeart/2005/8/layout/chevron1"/>
    <dgm:cxn modelId="{A59F3136-482E-4EA4-9B29-78796D451C9B}" type="presOf" srcId="{6917A1CD-4895-43DA-9776-61C0ED9DE231}" destId="{0641B4E2-E015-48BE-94D1-0B15313F0284}" srcOrd="0" destOrd="0" presId="urn:microsoft.com/office/officeart/2005/8/layout/chevron1"/>
    <dgm:cxn modelId="{FCD23F5F-07D9-482B-AB65-2C21AD7FA093}" srcId="{74C1B16D-94FD-4F9B-A8B6-444FC9780B18}" destId="{67613232-879F-41A1-BBE7-0A45DECBC284}" srcOrd="3" destOrd="0" parTransId="{85778C51-D68F-45A6-851B-305B82268F57}" sibTransId="{881FFBFA-CC53-43DA-B470-131A05D79616}"/>
    <dgm:cxn modelId="{A2F98F64-4C69-40B3-B287-3A07647F6E1E}" srcId="{74C1B16D-94FD-4F9B-A8B6-444FC9780B18}" destId="{6917A1CD-4895-43DA-9776-61C0ED9DE231}" srcOrd="0" destOrd="0" parTransId="{CE9378A1-3404-453C-B229-95D2830AE408}" sibTransId="{211A7B89-D70C-43A3-95CC-E53FA775F4AD}"/>
    <dgm:cxn modelId="{FB1ED966-44E3-462C-9433-FD89FA8F157D}" srcId="{7EF692F2-BAA1-4C52-917B-EE7DEC972146}" destId="{CDD2FB33-E763-4863-AB8D-01F240BE9645}" srcOrd="2" destOrd="0" parTransId="{C0B9F8EE-4228-49B4-A539-4FA75EBCAE4B}" sibTransId="{01BB12D9-841B-4A4D-8638-F00627D97BB3}"/>
    <dgm:cxn modelId="{36E91F72-D956-4A64-BC2D-FCB434A5FA9D}" srcId="{235E16E4-821D-42F8-A812-5E6B4A2472B4}" destId="{7EF692F2-BAA1-4C52-917B-EE7DEC972146}" srcOrd="1" destOrd="0" parTransId="{098D205C-252C-4F9E-B218-11EC103B91B9}" sibTransId="{D5DAC104-E440-487B-A7CB-5C80D76E0384}"/>
    <dgm:cxn modelId="{71D66954-16DD-48FC-9FAE-288D0B0A2EAF}" srcId="{7EF692F2-BAA1-4C52-917B-EE7DEC972146}" destId="{30452353-0BAE-46F7-9A05-C420886A9B87}" srcOrd="1" destOrd="0" parTransId="{E8F5B580-D931-4C1E-BC4E-24C141F71623}" sibTransId="{97DA3B73-E83B-4C12-A688-C0AD80C11C0D}"/>
    <dgm:cxn modelId="{057F8274-9FAD-4A78-AA1A-53610D7F0708}" srcId="{7EF692F2-BAA1-4C52-917B-EE7DEC972146}" destId="{09086FCF-3B86-4769-8C72-CC697E8AE480}" srcOrd="0" destOrd="0" parTransId="{18BED167-9900-42DF-B018-D2A92682A5E4}" sibTransId="{BA894096-7885-4412-BEEA-3A4867A2841D}"/>
    <dgm:cxn modelId="{5AA43384-0CEB-49E6-A035-14A8704B0575}" srcId="{74C1B16D-94FD-4F9B-A8B6-444FC9780B18}" destId="{77018276-C62B-4EDF-87F6-FC88EAA272D5}" srcOrd="4" destOrd="0" parTransId="{57CA3F71-58F9-4B4F-B85A-A40B66220698}" sibTransId="{766F2289-BB87-4451-9551-47B4789DCAC0}"/>
    <dgm:cxn modelId="{23B85184-4639-4673-A6AB-65B8BE38582A}" type="presOf" srcId="{74C1B16D-94FD-4F9B-A8B6-444FC9780B18}" destId="{77B3F852-1E2B-46D7-8158-818C8C5CE6D4}" srcOrd="0" destOrd="0" presId="urn:microsoft.com/office/officeart/2005/8/layout/chevron1"/>
    <dgm:cxn modelId="{0884028D-B821-4ED6-9FF4-74747CD18C61}" type="presOf" srcId="{7EF692F2-BAA1-4C52-917B-EE7DEC972146}" destId="{1F5DF335-3E77-4459-A1DA-A1B362BAD8E6}" srcOrd="0" destOrd="0" presId="urn:microsoft.com/office/officeart/2005/8/layout/chevron1"/>
    <dgm:cxn modelId="{91CADF9A-D6C0-47DB-A793-19DC93B69815}" type="presOf" srcId="{30452353-0BAE-46F7-9A05-C420886A9B87}" destId="{821D1571-E405-4114-BBB4-756E249E6F24}" srcOrd="0" destOrd="1" presId="urn:microsoft.com/office/officeart/2005/8/layout/chevron1"/>
    <dgm:cxn modelId="{6E12509B-98F6-4DD1-A5F8-163258BC1170}" type="presOf" srcId="{235E16E4-821D-42F8-A812-5E6B4A2472B4}" destId="{E296C8C0-A992-46BD-A7EC-160607DE570E}" srcOrd="0" destOrd="0" presId="urn:microsoft.com/office/officeart/2005/8/layout/chevron1"/>
    <dgm:cxn modelId="{7E804F9F-DABA-4D5A-AE21-0085DF1CCDEB}" type="presOf" srcId="{09086FCF-3B86-4769-8C72-CC697E8AE480}" destId="{821D1571-E405-4114-BBB4-756E249E6F24}" srcOrd="0" destOrd="0" presId="urn:microsoft.com/office/officeart/2005/8/layout/chevron1"/>
    <dgm:cxn modelId="{2C0BB4BF-B02E-4077-9F17-53FCBADB2C5D}" type="presOf" srcId="{77018276-C62B-4EDF-87F6-FC88EAA272D5}" destId="{0641B4E2-E015-48BE-94D1-0B15313F0284}" srcOrd="0" destOrd="4" presId="urn:microsoft.com/office/officeart/2005/8/layout/chevron1"/>
    <dgm:cxn modelId="{7F0DE0C5-4CB3-4953-A25D-DFA102A6DFDD}" srcId="{74C1B16D-94FD-4F9B-A8B6-444FC9780B18}" destId="{24573721-31C4-4028-8CF3-361C9984BA2B}" srcOrd="1" destOrd="0" parTransId="{8C82DBE6-AE84-4389-ACE1-16EC72491393}" sibTransId="{D5C11AD4-8C0B-4E46-8D0D-CEFD7ED0014A}"/>
    <dgm:cxn modelId="{EEBD31D4-F625-42C0-A4CB-0D3DD123E5CA}" type="presOf" srcId="{1F4BA91D-0FD0-4C91-AF1D-504C1EB7032A}" destId="{0641B4E2-E015-48BE-94D1-0B15313F0284}" srcOrd="0" destOrd="2" presId="urn:microsoft.com/office/officeart/2005/8/layout/chevron1"/>
    <dgm:cxn modelId="{1541CAE2-687C-41F5-9C6A-468527E9C0BE}" type="presOf" srcId="{67613232-879F-41A1-BBE7-0A45DECBC284}" destId="{0641B4E2-E015-48BE-94D1-0B15313F0284}" srcOrd="0" destOrd="3" presId="urn:microsoft.com/office/officeart/2005/8/layout/chevron1"/>
    <dgm:cxn modelId="{5CE31FEA-D603-489F-8FA8-3B43B68D96D5}" srcId="{74C1B16D-94FD-4F9B-A8B6-444FC9780B18}" destId="{1F4BA91D-0FD0-4C91-AF1D-504C1EB7032A}" srcOrd="2" destOrd="0" parTransId="{0B4E54D0-8E35-41CD-B321-C836BE2F5A9F}" sibTransId="{B78D4CA7-4188-47AD-848C-40E9FAC8E0D2}"/>
    <dgm:cxn modelId="{ADF8BDF3-9F47-4C4B-AC28-89E7D77ABA98}" srcId="{235E16E4-821D-42F8-A812-5E6B4A2472B4}" destId="{74C1B16D-94FD-4F9B-A8B6-444FC9780B18}" srcOrd="0" destOrd="0" parTransId="{C4B2F516-21B3-4344-A722-5D800E682F16}" sibTransId="{22F148E1-277B-49BE-B1FD-6D44B5D6BA9C}"/>
    <dgm:cxn modelId="{BA097D40-4CEE-4F46-B9D0-DC0A732D6C85}" type="presParOf" srcId="{E296C8C0-A992-46BD-A7EC-160607DE570E}" destId="{8BCC2FE1-B4B8-43BE-9C48-ED050499FA32}" srcOrd="0" destOrd="0" presId="urn:microsoft.com/office/officeart/2005/8/layout/chevron1"/>
    <dgm:cxn modelId="{4F3A364E-8E13-4604-BC97-303BA00E75A5}" type="presParOf" srcId="{8BCC2FE1-B4B8-43BE-9C48-ED050499FA32}" destId="{77B3F852-1E2B-46D7-8158-818C8C5CE6D4}" srcOrd="0" destOrd="0" presId="urn:microsoft.com/office/officeart/2005/8/layout/chevron1"/>
    <dgm:cxn modelId="{13636340-8260-453F-9772-511CAF7FF99F}" type="presParOf" srcId="{8BCC2FE1-B4B8-43BE-9C48-ED050499FA32}" destId="{0641B4E2-E015-48BE-94D1-0B15313F0284}" srcOrd="1" destOrd="0" presId="urn:microsoft.com/office/officeart/2005/8/layout/chevron1"/>
    <dgm:cxn modelId="{D25BEC49-DCBA-46B2-BD01-4905DD96FC61}" type="presParOf" srcId="{E296C8C0-A992-46BD-A7EC-160607DE570E}" destId="{43B0D4F5-033A-441C-9D8E-599D3C7C995C}" srcOrd="1" destOrd="0" presId="urn:microsoft.com/office/officeart/2005/8/layout/chevron1"/>
    <dgm:cxn modelId="{0F7239CC-E4CA-4E41-A328-4D4F1D0AEF17}" type="presParOf" srcId="{E296C8C0-A992-46BD-A7EC-160607DE570E}" destId="{C8AF6A10-E8F6-4D0D-BF46-B48CC2190936}" srcOrd="2" destOrd="0" presId="urn:microsoft.com/office/officeart/2005/8/layout/chevron1"/>
    <dgm:cxn modelId="{EFD136DA-A9BF-46EC-B095-C1FFBB099FA1}" type="presParOf" srcId="{C8AF6A10-E8F6-4D0D-BF46-B48CC2190936}" destId="{1F5DF335-3E77-4459-A1DA-A1B362BAD8E6}" srcOrd="0" destOrd="0" presId="urn:microsoft.com/office/officeart/2005/8/layout/chevron1"/>
    <dgm:cxn modelId="{EF79C0FC-4893-4374-8161-05B7B6699BF8}" type="presParOf" srcId="{C8AF6A10-E8F6-4D0D-BF46-B48CC2190936}" destId="{821D1571-E405-4114-BBB4-756E249E6F24}" srcOrd="1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81FF78AB-141C-42D3-A096-404E55B988D7}" type="doc">
      <dgm:prSet loTypeId="urn:microsoft.com/office/officeart/2005/8/layout/hList1" loCatId="list" qsTypeId="urn:microsoft.com/office/officeart/2005/8/quickstyle/simple1#4" qsCatId="simple" csTypeId="urn:microsoft.com/office/officeart/2005/8/colors/colorful2#1" csCatId="colorful"/>
      <dgm:spPr/>
      <dgm:t>
        <a:bodyPr/>
        <a:lstStyle/>
        <a:p>
          <a:endParaRPr lang="en-US"/>
        </a:p>
      </dgm:t>
    </dgm:pt>
    <dgm:pt modelId="{A4DFF0A7-3A77-4090-A93F-A39927BCDD34}">
      <dgm:prSet/>
      <dgm:spPr/>
      <dgm:t>
        <a:bodyPr/>
        <a:lstStyle/>
        <a:p>
          <a:r>
            <a:rPr lang="en-US" b="1" i="0" baseline="0"/>
            <a:t>What is Amazon EBS?</a:t>
          </a:r>
          <a:endParaRPr lang="en-US"/>
        </a:p>
      </dgm:t>
    </dgm:pt>
    <dgm:pt modelId="{23372D0D-D614-4C2B-9E92-0947406E39D1}" type="parTrans" cxnId="{C1AC6B09-E5C7-4DD0-BA3C-41FD0F2BBE70}">
      <dgm:prSet/>
      <dgm:spPr/>
      <dgm:t>
        <a:bodyPr/>
        <a:lstStyle/>
        <a:p>
          <a:endParaRPr lang="en-US"/>
        </a:p>
      </dgm:t>
    </dgm:pt>
    <dgm:pt modelId="{9825D760-6BC1-4CE7-BAB6-5EFFE9551C6C}" type="sibTrans" cxnId="{C1AC6B09-E5C7-4DD0-BA3C-41FD0F2BBE70}">
      <dgm:prSet/>
      <dgm:spPr/>
      <dgm:t>
        <a:bodyPr/>
        <a:lstStyle/>
        <a:p>
          <a:endParaRPr lang="en-US"/>
        </a:p>
      </dgm:t>
    </dgm:pt>
    <dgm:pt modelId="{783C4C1F-25A3-413D-BCBA-B2D17C3C702A}">
      <dgm:prSet/>
      <dgm:spPr/>
      <dgm:t>
        <a:bodyPr/>
        <a:lstStyle/>
        <a:p>
          <a:r>
            <a:rPr lang="en-US" b="0" i="0" baseline="0"/>
            <a:t>Amazon Elastic Block Store provides block-level storage</a:t>
          </a:r>
          <a:endParaRPr lang="en-US"/>
        </a:p>
      </dgm:t>
    </dgm:pt>
    <dgm:pt modelId="{C14D9FD7-B00A-4D65-ACFB-9DA25A19BB15}" type="parTrans" cxnId="{F1E64CF3-24FE-4300-A4AD-EA70F4AA86CF}">
      <dgm:prSet/>
      <dgm:spPr/>
      <dgm:t>
        <a:bodyPr/>
        <a:lstStyle/>
        <a:p>
          <a:endParaRPr lang="en-US"/>
        </a:p>
      </dgm:t>
    </dgm:pt>
    <dgm:pt modelId="{766072F6-2FAD-4DF8-9DE7-876B337960DF}" type="sibTrans" cxnId="{F1E64CF3-24FE-4300-A4AD-EA70F4AA86CF}">
      <dgm:prSet/>
      <dgm:spPr/>
      <dgm:t>
        <a:bodyPr/>
        <a:lstStyle/>
        <a:p>
          <a:endParaRPr lang="en-US"/>
        </a:p>
      </dgm:t>
    </dgm:pt>
    <dgm:pt modelId="{9A0A1931-1117-42C9-B4F6-219FD6441F94}">
      <dgm:prSet/>
      <dgm:spPr/>
      <dgm:t>
        <a:bodyPr/>
        <a:lstStyle/>
        <a:p>
          <a:r>
            <a:rPr lang="en-US" b="0" i="0" baseline="0"/>
            <a:t>Primarily used with Amazon EC2</a:t>
          </a:r>
          <a:endParaRPr lang="en-US"/>
        </a:p>
      </dgm:t>
    </dgm:pt>
    <dgm:pt modelId="{C4091E29-F042-4BB8-8BD5-E5B76AE60C09}" type="parTrans" cxnId="{064C7ACA-6BE2-4C80-A44A-DBE206AF4177}">
      <dgm:prSet/>
      <dgm:spPr/>
      <dgm:t>
        <a:bodyPr/>
        <a:lstStyle/>
        <a:p>
          <a:endParaRPr lang="en-US"/>
        </a:p>
      </dgm:t>
    </dgm:pt>
    <dgm:pt modelId="{AC2DEAA0-3B57-4D86-898C-41FC15EC3993}" type="sibTrans" cxnId="{064C7ACA-6BE2-4C80-A44A-DBE206AF4177}">
      <dgm:prSet/>
      <dgm:spPr/>
      <dgm:t>
        <a:bodyPr/>
        <a:lstStyle/>
        <a:p>
          <a:endParaRPr lang="en-US"/>
        </a:p>
      </dgm:t>
    </dgm:pt>
    <dgm:pt modelId="{4EEC2CF1-8598-4D39-9E43-526C0E84055E}">
      <dgm:prSet/>
      <dgm:spPr/>
      <dgm:t>
        <a:bodyPr/>
        <a:lstStyle/>
        <a:p>
          <a:r>
            <a:rPr lang="en-US" b="0" i="0" baseline="0"/>
            <a:t>Appears to the operating system as a disk</a:t>
          </a:r>
          <a:endParaRPr lang="en-US"/>
        </a:p>
      </dgm:t>
    </dgm:pt>
    <dgm:pt modelId="{274C321A-CACC-48D9-907A-EE03BB164C75}" type="parTrans" cxnId="{A1749209-0D19-48D3-AB58-392236790E57}">
      <dgm:prSet/>
      <dgm:spPr/>
      <dgm:t>
        <a:bodyPr/>
        <a:lstStyle/>
        <a:p>
          <a:endParaRPr lang="en-US"/>
        </a:p>
      </dgm:t>
    </dgm:pt>
    <dgm:pt modelId="{F9F32E37-DB63-4024-A996-6310FC126E29}" type="sibTrans" cxnId="{A1749209-0D19-48D3-AB58-392236790E57}">
      <dgm:prSet/>
      <dgm:spPr/>
      <dgm:t>
        <a:bodyPr/>
        <a:lstStyle/>
        <a:p>
          <a:endParaRPr lang="en-US"/>
        </a:p>
      </dgm:t>
    </dgm:pt>
    <dgm:pt modelId="{077051EE-FDE3-46EE-99CB-9E38A352FEBE}">
      <dgm:prSet/>
      <dgm:spPr/>
      <dgm:t>
        <a:bodyPr/>
        <a:lstStyle/>
        <a:p>
          <a:r>
            <a:rPr lang="en-US" b="0" i="0" baseline="0" dirty="0"/>
            <a:t>Suitable for operating systems, databases, applications, and business data</a:t>
          </a:r>
          <a:endParaRPr lang="en-US" dirty="0"/>
        </a:p>
      </dgm:t>
    </dgm:pt>
    <dgm:pt modelId="{81AAD9DA-81EF-4121-93C2-1203BFA2A706}" type="parTrans" cxnId="{9BCFBD6A-92D5-42D9-92E3-8FFAA220E920}">
      <dgm:prSet/>
      <dgm:spPr/>
      <dgm:t>
        <a:bodyPr/>
        <a:lstStyle/>
        <a:p>
          <a:endParaRPr lang="en-US"/>
        </a:p>
      </dgm:t>
    </dgm:pt>
    <dgm:pt modelId="{8FBC2ED0-5696-459A-B2D8-4875D3B679BF}" type="sibTrans" cxnId="{9BCFBD6A-92D5-42D9-92E3-8FFAA220E920}">
      <dgm:prSet/>
      <dgm:spPr/>
      <dgm:t>
        <a:bodyPr/>
        <a:lstStyle/>
        <a:p>
          <a:endParaRPr lang="en-US"/>
        </a:p>
      </dgm:t>
    </dgm:pt>
    <dgm:pt modelId="{F7B31F3F-133D-40C6-BC53-6F1ABD1CF6D2}">
      <dgm:prSet/>
      <dgm:spPr/>
      <dgm:t>
        <a:bodyPr/>
        <a:lstStyle/>
        <a:p>
          <a:r>
            <a:rPr lang="en-US" b="1" i="0" baseline="0"/>
            <a:t>Key Characteristic</a:t>
          </a:r>
          <a:endParaRPr lang="en-US"/>
        </a:p>
      </dgm:t>
    </dgm:pt>
    <dgm:pt modelId="{E7D30E55-42DF-4297-9D0D-67CC65930CC8}" type="parTrans" cxnId="{3AB797E3-185A-488E-91B2-BF900433B5E5}">
      <dgm:prSet/>
      <dgm:spPr/>
      <dgm:t>
        <a:bodyPr/>
        <a:lstStyle/>
        <a:p>
          <a:endParaRPr lang="en-US"/>
        </a:p>
      </dgm:t>
    </dgm:pt>
    <dgm:pt modelId="{7B1F808D-75D7-4295-9D90-9FEE17AE2D36}" type="sibTrans" cxnId="{3AB797E3-185A-488E-91B2-BF900433B5E5}">
      <dgm:prSet/>
      <dgm:spPr/>
      <dgm:t>
        <a:bodyPr/>
        <a:lstStyle/>
        <a:p>
          <a:endParaRPr lang="en-US"/>
        </a:p>
      </dgm:t>
    </dgm:pt>
    <dgm:pt modelId="{4240E2D4-22DB-4B1C-8616-B072F90C967A}">
      <dgm:prSet/>
      <dgm:spPr/>
      <dgm:t>
        <a:bodyPr/>
        <a:lstStyle/>
        <a:p>
          <a:r>
            <a:rPr lang="en-US" b="0" i="0" baseline="0"/>
            <a:t>EBS is persistent storage</a:t>
          </a:r>
          <a:endParaRPr lang="en-US"/>
        </a:p>
      </dgm:t>
    </dgm:pt>
    <dgm:pt modelId="{26844221-20CD-43A2-8445-CA3EC8DE413C}" type="parTrans" cxnId="{5A74392F-6F0A-4083-90D2-CB77717FC3B9}">
      <dgm:prSet/>
      <dgm:spPr/>
      <dgm:t>
        <a:bodyPr/>
        <a:lstStyle/>
        <a:p>
          <a:endParaRPr lang="en-US"/>
        </a:p>
      </dgm:t>
    </dgm:pt>
    <dgm:pt modelId="{816A109E-8D03-4CBC-AC5F-6CC05CB82FC6}" type="sibTrans" cxnId="{5A74392F-6F0A-4083-90D2-CB77717FC3B9}">
      <dgm:prSet/>
      <dgm:spPr/>
      <dgm:t>
        <a:bodyPr/>
        <a:lstStyle/>
        <a:p>
          <a:endParaRPr lang="en-US"/>
        </a:p>
      </dgm:t>
    </dgm:pt>
    <dgm:pt modelId="{5B3ED5DC-2740-44D9-A858-BC78993D48EB}">
      <dgm:prSet/>
      <dgm:spPr/>
      <dgm:t>
        <a:bodyPr/>
        <a:lstStyle/>
        <a:p>
          <a:r>
            <a:rPr lang="en-US" b="0" i="0" baseline="0"/>
            <a:t>Data remains available when an EC2 instance is stopped</a:t>
          </a:r>
          <a:endParaRPr lang="en-US"/>
        </a:p>
      </dgm:t>
    </dgm:pt>
    <dgm:pt modelId="{9797ABBF-29AC-4797-96DB-34A139012677}" type="parTrans" cxnId="{1099A029-CADD-419C-9344-56831538EF62}">
      <dgm:prSet/>
      <dgm:spPr/>
      <dgm:t>
        <a:bodyPr/>
        <a:lstStyle/>
        <a:p>
          <a:endParaRPr lang="en-US"/>
        </a:p>
      </dgm:t>
    </dgm:pt>
    <dgm:pt modelId="{E26D8DBB-C689-4EF3-8A4C-2874B5424D6E}" type="sibTrans" cxnId="{1099A029-CADD-419C-9344-56831538EF62}">
      <dgm:prSet/>
      <dgm:spPr/>
      <dgm:t>
        <a:bodyPr/>
        <a:lstStyle/>
        <a:p>
          <a:endParaRPr lang="en-US"/>
        </a:p>
      </dgm:t>
    </dgm:pt>
    <dgm:pt modelId="{E600A36E-6218-4AC9-A6E9-F9061D5FCBCD}">
      <dgm:prSet/>
      <dgm:spPr/>
      <dgm:t>
        <a:bodyPr/>
        <a:lstStyle/>
        <a:p>
          <a:r>
            <a:rPr lang="en-US" b="0" i="0" baseline="0"/>
            <a:t>Volumes can be attached and detached as required</a:t>
          </a:r>
          <a:endParaRPr lang="en-US"/>
        </a:p>
      </dgm:t>
    </dgm:pt>
    <dgm:pt modelId="{C57F58EA-238E-4094-8805-D89184D9FAA8}" type="parTrans" cxnId="{21A4322F-9671-4F49-ADAA-952FC9B7C2A2}">
      <dgm:prSet/>
      <dgm:spPr/>
      <dgm:t>
        <a:bodyPr/>
        <a:lstStyle/>
        <a:p>
          <a:endParaRPr lang="en-US"/>
        </a:p>
      </dgm:t>
    </dgm:pt>
    <dgm:pt modelId="{F7210E79-154A-4FFF-B3D6-56A8EAC04298}" type="sibTrans" cxnId="{21A4322F-9671-4F49-ADAA-952FC9B7C2A2}">
      <dgm:prSet/>
      <dgm:spPr/>
      <dgm:t>
        <a:bodyPr/>
        <a:lstStyle/>
        <a:p>
          <a:endParaRPr lang="en-US"/>
        </a:p>
      </dgm:t>
    </dgm:pt>
    <dgm:pt modelId="{E3623C8D-2C7A-45C9-BFE6-B86D52E8F64B}" type="pres">
      <dgm:prSet presAssocID="{81FF78AB-141C-42D3-A096-404E55B988D7}" presName="Name0" presStyleCnt="0">
        <dgm:presLayoutVars>
          <dgm:dir/>
          <dgm:animLvl val="lvl"/>
          <dgm:resizeHandles val="exact"/>
        </dgm:presLayoutVars>
      </dgm:prSet>
      <dgm:spPr/>
    </dgm:pt>
    <dgm:pt modelId="{F1580678-DEA7-4425-8FD3-2486CA597E6F}" type="pres">
      <dgm:prSet presAssocID="{A4DFF0A7-3A77-4090-A93F-A39927BCDD34}" presName="composite" presStyleCnt="0"/>
      <dgm:spPr/>
    </dgm:pt>
    <dgm:pt modelId="{C650E6B5-6AEF-4FBB-B4CA-EAECD032BB5F}" type="pres">
      <dgm:prSet presAssocID="{A4DFF0A7-3A77-4090-A93F-A39927BCDD34}" presName="parTx" presStyleLbl="alignNode1" presStyleIdx="0" presStyleCnt="2">
        <dgm:presLayoutVars>
          <dgm:chMax val="0"/>
          <dgm:chPref val="0"/>
          <dgm:bulletEnabled val="1"/>
        </dgm:presLayoutVars>
      </dgm:prSet>
      <dgm:spPr/>
    </dgm:pt>
    <dgm:pt modelId="{D4B9CF6F-9275-431A-94FE-5E40969D291C}" type="pres">
      <dgm:prSet presAssocID="{A4DFF0A7-3A77-4090-A93F-A39927BCDD34}" presName="desTx" presStyleLbl="alignAccFollowNode1" presStyleIdx="0" presStyleCnt="2">
        <dgm:presLayoutVars>
          <dgm:bulletEnabled val="1"/>
        </dgm:presLayoutVars>
      </dgm:prSet>
      <dgm:spPr/>
    </dgm:pt>
    <dgm:pt modelId="{333531F7-7B02-42A2-8B82-241D42E22600}" type="pres">
      <dgm:prSet presAssocID="{9825D760-6BC1-4CE7-BAB6-5EFFE9551C6C}" presName="space" presStyleCnt="0"/>
      <dgm:spPr/>
    </dgm:pt>
    <dgm:pt modelId="{AFA75456-669E-4032-AC22-E0156F968F82}" type="pres">
      <dgm:prSet presAssocID="{F7B31F3F-133D-40C6-BC53-6F1ABD1CF6D2}" presName="composite" presStyleCnt="0"/>
      <dgm:spPr/>
    </dgm:pt>
    <dgm:pt modelId="{B8C7245D-A2F8-4CF8-B7C4-683E3C92EE36}" type="pres">
      <dgm:prSet presAssocID="{F7B31F3F-133D-40C6-BC53-6F1ABD1CF6D2}" presName="parTx" presStyleLbl="alignNode1" presStyleIdx="1" presStyleCnt="2">
        <dgm:presLayoutVars>
          <dgm:chMax val="0"/>
          <dgm:chPref val="0"/>
          <dgm:bulletEnabled val="1"/>
        </dgm:presLayoutVars>
      </dgm:prSet>
      <dgm:spPr/>
    </dgm:pt>
    <dgm:pt modelId="{9BC1EBF2-1533-4140-B209-3B9A10E16228}" type="pres">
      <dgm:prSet presAssocID="{F7B31F3F-133D-40C6-BC53-6F1ABD1CF6D2}" presName="desTx" presStyleLbl="alignAccFollowNode1" presStyleIdx="1" presStyleCnt="2">
        <dgm:presLayoutVars>
          <dgm:bulletEnabled val="1"/>
        </dgm:presLayoutVars>
      </dgm:prSet>
      <dgm:spPr/>
    </dgm:pt>
  </dgm:ptLst>
  <dgm:cxnLst>
    <dgm:cxn modelId="{273C1B05-11BA-430F-B6B5-51669D1C955B}" type="presOf" srcId="{9A0A1931-1117-42C9-B4F6-219FD6441F94}" destId="{D4B9CF6F-9275-431A-94FE-5E40969D291C}" srcOrd="0" destOrd="1" presId="urn:microsoft.com/office/officeart/2005/8/layout/hList1"/>
    <dgm:cxn modelId="{C1AC6B09-E5C7-4DD0-BA3C-41FD0F2BBE70}" srcId="{81FF78AB-141C-42D3-A096-404E55B988D7}" destId="{A4DFF0A7-3A77-4090-A93F-A39927BCDD34}" srcOrd="0" destOrd="0" parTransId="{23372D0D-D614-4C2B-9E92-0947406E39D1}" sibTransId="{9825D760-6BC1-4CE7-BAB6-5EFFE9551C6C}"/>
    <dgm:cxn modelId="{A1749209-0D19-48D3-AB58-392236790E57}" srcId="{A4DFF0A7-3A77-4090-A93F-A39927BCDD34}" destId="{4EEC2CF1-8598-4D39-9E43-526C0E84055E}" srcOrd="2" destOrd="0" parTransId="{274C321A-CACC-48D9-907A-EE03BB164C75}" sibTransId="{F9F32E37-DB63-4024-A996-6310FC126E29}"/>
    <dgm:cxn modelId="{1099A029-CADD-419C-9344-56831538EF62}" srcId="{F7B31F3F-133D-40C6-BC53-6F1ABD1CF6D2}" destId="{5B3ED5DC-2740-44D9-A858-BC78993D48EB}" srcOrd="1" destOrd="0" parTransId="{9797ABBF-29AC-4797-96DB-34A139012677}" sibTransId="{E26D8DBB-C689-4EF3-8A4C-2874B5424D6E}"/>
    <dgm:cxn modelId="{21A4322F-9671-4F49-ADAA-952FC9B7C2A2}" srcId="{F7B31F3F-133D-40C6-BC53-6F1ABD1CF6D2}" destId="{E600A36E-6218-4AC9-A6E9-F9061D5FCBCD}" srcOrd="2" destOrd="0" parTransId="{C57F58EA-238E-4094-8805-D89184D9FAA8}" sibTransId="{F7210E79-154A-4FFF-B3D6-56A8EAC04298}"/>
    <dgm:cxn modelId="{5A74392F-6F0A-4083-90D2-CB77717FC3B9}" srcId="{F7B31F3F-133D-40C6-BC53-6F1ABD1CF6D2}" destId="{4240E2D4-22DB-4B1C-8616-B072F90C967A}" srcOrd="0" destOrd="0" parTransId="{26844221-20CD-43A2-8445-CA3EC8DE413C}" sibTransId="{816A109E-8D03-4CBC-AC5F-6CC05CB82FC6}"/>
    <dgm:cxn modelId="{C874D564-98E0-4DE4-B70A-EAB24A563503}" type="presOf" srcId="{4240E2D4-22DB-4B1C-8616-B072F90C967A}" destId="{9BC1EBF2-1533-4140-B209-3B9A10E16228}" srcOrd="0" destOrd="0" presId="urn:microsoft.com/office/officeart/2005/8/layout/hList1"/>
    <dgm:cxn modelId="{9A188345-EBF6-4BA6-BF99-1D5E07C0CEEF}" type="presOf" srcId="{F7B31F3F-133D-40C6-BC53-6F1ABD1CF6D2}" destId="{B8C7245D-A2F8-4CF8-B7C4-683E3C92EE36}" srcOrd="0" destOrd="0" presId="urn:microsoft.com/office/officeart/2005/8/layout/hList1"/>
    <dgm:cxn modelId="{9BCFBD6A-92D5-42D9-92E3-8FFAA220E920}" srcId="{A4DFF0A7-3A77-4090-A93F-A39927BCDD34}" destId="{077051EE-FDE3-46EE-99CB-9E38A352FEBE}" srcOrd="3" destOrd="0" parTransId="{81AAD9DA-81EF-4121-93C2-1203BFA2A706}" sibTransId="{8FBC2ED0-5696-459A-B2D8-4875D3B679BF}"/>
    <dgm:cxn modelId="{C661D074-E2CC-44C4-8B1C-77420B1C8C12}" type="presOf" srcId="{A4DFF0A7-3A77-4090-A93F-A39927BCDD34}" destId="{C650E6B5-6AEF-4FBB-B4CA-EAECD032BB5F}" srcOrd="0" destOrd="0" presId="urn:microsoft.com/office/officeart/2005/8/layout/hList1"/>
    <dgm:cxn modelId="{22A5508D-7C07-4D56-A88B-EBCEB17A68A2}" type="presOf" srcId="{077051EE-FDE3-46EE-99CB-9E38A352FEBE}" destId="{D4B9CF6F-9275-431A-94FE-5E40969D291C}" srcOrd="0" destOrd="3" presId="urn:microsoft.com/office/officeart/2005/8/layout/hList1"/>
    <dgm:cxn modelId="{7D467A8D-8971-4757-A186-F579A4FE6CD2}" type="presOf" srcId="{81FF78AB-141C-42D3-A096-404E55B988D7}" destId="{E3623C8D-2C7A-45C9-BFE6-B86D52E8F64B}" srcOrd="0" destOrd="0" presId="urn:microsoft.com/office/officeart/2005/8/layout/hList1"/>
    <dgm:cxn modelId="{488C0A9E-06D5-402E-A50E-C7B2AA05E1F9}" type="presOf" srcId="{E600A36E-6218-4AC9-A6E9-F9061D5FCBCD}" destId="{9BC1EBF2-1533-4140-B209-3B9A10E16228}" srcOrd="0" destOrd="2" presId="urn:microsoft.com/office/officeart/2005/8/layout/hList1"/>
    <dgm:cxn modelId="{E3F401AB-4308-409E-8FC8-D22A95534D39}" type="presOf" srcId="{4EEC2CF1-8598-4D39-9E43-526C0E84055E}" destId="{D4B9CF6F-9275-431A-94FE-5E40969D291C}" srcOrd="0" destOrd="2" presId="urn:microsoft.com/office/officeart/2005/8/layout/hList1"/>
    <dgm:cxn modelId="{39C78FC1-1850-446B-A4B3-3B6D460C8F70}" type="presOf" srcId="{783C4C1F-25A3-413D-BCBA-B2D17C3C702A}" destId="{D4B9CF6F-9275-431A-94FE-5E40969D291C}" srcOrd="0" destOrd="0" presId="urn:microsoft.com/office/officeart/2005/8/layout/hList1"/>
    <dgm:cxn modelId="{064C7ACA-6BE2-4C80-A44A-DBE206AF4177}" srcId="{A4DFF0A7-3A77-4090-A93F-A39927BCDD34}" destId="{9A0A1931-1117-42C9-B4F6-219FD6441F94}" srcOrd="1" destOrd="0" parTransId="{C4091E29-F042-4BB8-8BD5-E5B76AE60C09}" sibTransId="{AC2DEAA0-3B57-4D86-898C-41FC15EC3993}"/>
    <dgm:cxn modelId="{3AB797E3-185A-488E-91B2-BF900433B5E5}" srcId="{81FF78AB-141C-42D3-A096-404E55B988D7}" destId="{F7B31F3F-133D-40C6-BC53-6F1ABD1CF6D2}" srcOrd="1" destOrd="0" parTransId="{E7D30E55-42DF-4297-9D0D-67CC65930CC8}" sibTransId="{7B1F808D-75D7-4295-9D90-9FEE17AE2D36}"/>
    <dgm:cxn modelId="{6BC98FE7-2064-43F8-B62B-8EC804EC014E}" type="presOf" srcId="{5B3ED5DC-2740-44D9-A858-BC78993D48EB}" destId="{9BC1EBF2-1533-4140-B209-3B9A10E16228}" srcOrd="0" destOrd="1" presId="urn:microsoft.com/office/officeart/2005/8/layout/hList1"/>
    <dgm:cxn modelId="{F1E64CF3-24FE-4300-A4AD-EA70F4AA86CF}" srcId="{A4DFF0A7-3A77-4090-A93F-A39927BCDD34}" destId="{783C4C1F-25A3-413D-BCBA-B2D17C3C702A}" srcOrd="0" destOrd="0" parTransId="{C14D9FD7-B00A-4D65-ACFB-9DA25A19BB15}" sibTransId="{766072F6-2FAD-4DF8-9DE7-876B337960DF}"/>
    <dgm:cxn modelId="{CE075F56-1F18-47FA-AE45-18CC260A19DA}" type="presParOf" srcId="{E3623C8D-2C7A-45C9-BFE6-B86D52E8F64B}" destId="{F1580678-DEA7-4425-8FD3-2486CA597E6F}" srcOrd="0" destOrd="0" presId="urn:microsoft.com/office/officeart/2005/8/layout/hList1"/>
    <dgm:cxn modelId="{09E5691B-CF7F-47ED-880F-2D86036C308C}" type="presParOf" srcId="{F1580678-DEA7-4425-8FD3-2486CA597E6F}" destId="{C650E6B5-6AEF-4FBB-B4CA-EAECD032BB5F}" srcOrd="0" destOrd="0" presId="urn:microsoft.com/office/officeart/2005/8/layout/hList1"/>
    <dgm:cxn modelId="{09141318-4BEA-4067-BB6E-D0CD0327BCFA}" type="presParOf" srcId="{F1580678-DEA7-4425-8FD3-2486CA597E6F}" destId="{D4B9CF6F-9275-431A-94FE-5E40969D291C}" srcOrd="1" destOrd="0" presId="urn:microsoft.com/office/officeart/2005/8/layout/hList1"/>
    <dgm:cxn modelId="{F7E946A5-03FC-44B2-A87B-51C596A7CD0D}" type="presParOf" srcId="{E3623C8D-2C7A-45C9-BFE6-B86D52E8F64B}" destId="{333531F7-7B02-42A2-8B82-241D42E22600}" srcOrd="1" destOrd="0" presId="urn:microsoft.com/office/officeart/2005/8/layout/hList1"/>
    <dgm:cxn modelId="{CC2D64D1-D812-42B7-8EA4-D281A6C762CB}" type="presParOf" srcId="{E3623C8D-2C7A-45C9-BFE6-B86D52E8F64B}" destId="{AFA75456-669E-4032-AC22-E0156F968F82}" srcOrd="2" destOrd="0" presId="urn:microsoft.com/office/officeart/2005/8/layout/hList1"/>
    <dgm:cxn modelId="{AB958D7C-C6DF-4FCC-B588-2B1A58E9E717}" type="presParOf" srcId="{AFA75456-669E-4032-AC22-E0156F968F82}" destId="{B8C7245D-A2F8-4CF8-B7C4-683E3C92EE36}" srcOrd="0" destOrd="0" presId="urn:microsoft.com/office/officeart/2005/8/layout/hList1"/>
    <dgm:cxn modelId="{83897901-4D28-404A-8538-5DDABB0DC1A8}" type="presParOf" srcId="{AFA75456-669E-4032-AC22-E0156F968F82}" destId="{9BC1EBF2-1533-4140-B209-3B9A10E16228}" srcOrd="1" destOrd="0" presId="urn:microsoft.com/office/officeart/2005/8/layout/h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781DDF7-1D51-45A0-B5DC-73C877EDCC93}" type="doc">
      <dgm:prSet loTypeId="urn:microsoft.com/office/officeart/2005/8/layout/list1" loCatId="list" qsTypeId="urn:microsoft.com/office/officeart/2005/8/quickstyle/simple4#1" qsCatId="simple" csTypeId="urn:microsoft.com/office/officeart/2005/8/colors/colorful2#2" csCatId="colorful"/>
      <dgm:spPr/>
      <dgm:t>
        <a:bodyPr/>
        <a:lstStyle/>
        <a:p>
          <a:endParaRPr lang="en-US"/>
        </a:p>
      </dgm:t>
    </dgm:pt>
    <dgm:pt modelId="{FD0CB18B-EF63-47CF-A6C7-D690EFC445ED}">
      <dgm:prSet/>
      <dgm:spPr/>
      <dgm:t>
        <a:bodyPr/>
        <a:lstStyle/>
        <a:p>
          <a:r>
            <a:rPr lang="en-US" b="1" i="0" baseline="0"/>
            <a:t>EBS Architecture</a:t>
          </a:r>
          <a:endParaRPr lang="en-US"/>
        </a:p>
      </dgm:t>
    </dgm:pt>
    <dgm:pt modelId="{EFDFC601-0EFB-49CF-B876-9CD6562A8218}" type="parTrans" cxnId="{E752C439-6F80-4046-B91A-C6181A9C6306}">
      <dgm:prSet/>
      <dgm:spPr/>
      <dgm:t>
        <a:bodyPr/>
        <a:lstStyle/>
        <a:p>
          <a:endParaRPr lang="en-US"/>
        </a:p>
      </dgm:t>
    </dgm:pt>
    <dgm:pt modelId="{A39EF17A-7FD6-46B0-9962-B13FB377E73F}" type="sibTrans" cxnId="{E752C439-6F80-4046-B91A-C6181A9C6306}">
      <dgm:prSet/>
      <dgm:spPr/>
      <dgm:t>
        <a:bodyPr/>
        <a:lstStyle/>
        <a:p>
          <a:endParaRPr lang="en-US"/>
        </a:p>
      </dgm:t>
    </dgm:pt>
    <dgm:pt modelId="{748F7BED-B85A-4655-9B24-1325FE1921F9}">
      <dgm:prSet/>
      <dgm:spPr/>
      <dgm:t>
        <a:bodyPr/>
        <a:lstStyle/>
        <a:p>
          <a:r>
            <a:rPr lang="en-US" b="0" i="0" baseline="0"/>
            <a:t>EC2 instance → EBS volume</a:t>
          </a:r>
          <a:endParaRPr lang="en-US"/>
        </a:p>
      </dgm:t>
    </dgm:pt>
    <dgm:pt modelId="{6A7A842A-28DC-4B50-A999-A3A1986B1CC5}" type="parTrans" cxnId="{58D54758-F25A-48BF-A2C5-C6BBFFC2D01C}">
      <dgm:prSet/>
      <dgm:spPr/>
      <dgm:t>
        <a:bodyPr/>
        <a:lstStyle/>
        <a:p>
          <a:endParaRPr lang="en-US"/>
        </a:p>
      </dgm:t>
    </dgm:pt>
    <dgm:pt modelId="{C5FA2FB2-4D08-4267-BEC5-B7D07EA630A6}" type="sibTrans" cxnId="{58D54758-F25A-48BF-A2C5-C6BBFFC2D01C}">
      <dgm:prSet/>
      <dgm:spPr/>
      <dgm:t>
        <a:bodyPr/>
        <a:lstStyle/>
        <a:p>
          <a:endParaRPr lang="en-US"/>
        </a:p>
      </dgm:t>
    </dgm:pt>
    <dgm:pt modelId="{9DE20C57-ABCE-43C8-809B-58308AC5751B}">
      <dgm:prSet/>
      <dgm:spPr/>
      <dgm:t>
        <a:bodyPr/>
        <a:lstStyle/>
        <a:p>
          <a:r>
            <a:rPr lang="en-US" b="0" i="0" baseline="0"/>
            <a:t>Root volume stores the operating system</a:t>
          </a:r>
          <a:endParaRPr lang="en-US"/>
        </a:p>
      </dgm:t>
    </dgm:pt>
    <dgm:pt modelId="{81EB28C4-93DF-4B1B-B622-DB27DC3F2A01}" type="parTrans" cxnId="{88AB10C4-454E-4E3A-A06B-E30FC71BB212}">
      <dgm:prSet/>
      <dgm:spPr/>
      <dgm:t>
        <a:bodyPr/>
        <a:lstStyle/>
        <a:p>
          <a:endParaRPr lang="en-US"/>
        </a:p>
      </dgm:t>
    </dgm:pt>
    <dgm:pt modelId="{7952670D-967D-430D-B1E8-DA40C2485892}" type="sibTrans" cxnId="{88AB10C4-454E-4E3A-A06B-E30FC71BB212}">
      <dgm:prSet/>
      <dgm:spPr/>
      <dgm:t>
        <a:bodyPr/>
        <a:lstStyle/>
        <a:p>
          <a:endParaRPr lang="en-US"/>
        </a:p>
      </dgm:t>
    </dgm:pt>
    <dgm:pt modelId="{F41ED5A5-C66A-463B-A797-EF272ECC59C2}">
      <dgm:prSet/>
      <dgm:spPr/>
      <dgm:t>
        <a:bodyPr/>
        <a:lstStyle/>
        <a:p>
          <a:r>
            <a:rPr lang="en-US" b="0" i="0" baseline="0"/>
            <a:t>Additional volumes can store application and database data</a:t>
          </a:r>
          <a:endParaRPr lang="en-US"/>
        </a:p>
      </dgm:t>
    </dgm:pt>
    <dgm:pt modelId="{A7C458ED-B98E-4821-B1D6-6602AD0C12CF}" type="parTrans" cxnId="{ED6E097A-9242-41FF-BDB6-220524432613}">
      <dgm:prSet/>
      <dgm:spPr/>
      <dgm:t>
        <a:bodyPr/>
        <a:lstStyle/>
        <a:p>
          <a:endParaRPr lang="en-US"/>
        </a:p>
      </dgm:t>
    </dgm:pt>
    <dgm:pt modelId="{770090FC-5B2C-484A-984A-A46659214FC4}" type="sibTrans" cxnId="{ED6E097A-9242-41FF-BDB6-220524432613}">
      <dgm:prSet/>
      <dgm:spPr/>
      <dgm:t>
        <a:bodyPr/>
        <a:lstStyle/>
        <a:p>
          <a:endParaRPr lang="en-US"/>
        </a:p>
      </dgm:t>
    </dgm:pt>
    <dgm:pt modelId="{B8FAE4E0-A76C-4CC2-9660-089FAFB9A98F}">
      <dgm:prSet/>
      <dgm:spPr/>
      <dgm:t>
        <a:bodyPr/>
        <a:lstStyle/>
        <a:p>
          <a:r>
            <a:rPr lang="en-US" b="0" i="0" baseline="0"/>
            <a:t>EBS volume is independent of the EC2 instance lifecycle</a:t>
          </a:r>
          <a:endParaRPr lang="en-US"/>
        </a:p>
      </dgm:t>
    </dgm:pt>
    <dgm:pt modelId="{281D3418-8C8E-4BBD-8969-F8F3BE224062}" type="parTrans" cxnId="{C31E7D95-5752-4B34-9AD7-B617552DEED0}">
      <dgm:prSet/>
      <dgm:spPr/>
      <dgm:t>
        <a:bodyPr/>
        <a:lstStyle/>
        <a:p>
          <a:endParaRPr lang="en-US"/>
        </a:p>
      </dgm:t>
    </dgm:pt>
    <dgm:pt modelId="{0FAFFDF5-E1C3-46B6-AB07-B2E900EA8F0D}" type="sibTrans" cxnId="{C31E7D95-5752-4B34-9AD7-B617552DEED0}">
      <dgm:prSet/>
      <dgm:spPr/>
      <dgm:t>
        <a:bodyPr/>
        <a:lstStyle/>
        <a:p>
          <a:endParaRPr lang="en-US"/>
        </a:p>
      </dgm:t>
    </dgm:pt>
    <dgm:pt modelId="{A63CF1EA-E6CE-495E-A2A4-C51866F56F57}">
      <dgm:prSet/>
      <dgm:spPr/>
      <dgm:t>
        <a:bodyPr/>
        <a:lstStyle/>
        <a:p>
          <a:r>
            <a:rPr lang="en-US" b="1" i="0" baseline="0"/>
            <a:t>Management</a:t>
          </a:r>
          <a:endParaRPr lang="en-US"/>
        </a:p>
      </dgm:t>
    </dgm:pt>
    <dgm:pt modelId="{CA1242AF-DD9E-4B25-81E1-B030205484BD}" type="parTrans" cxnId="{1C9F0C4C-551E-43D5-8354-B90FA73787C6}">
      <dgm:prSet/>
      <dgm:spPr/>
      <dgm:t>
        <a:bodyPr/>
        <a:lstStyle/>
        <a:p>
          <a:endParaRPr lang="en-US"/>
        </a:p>
      </dgm:t>
    </dgm:pt>
    <dgm:pt modelId="{147EAE54-EC38-49AE-99A0-3890AAA1C58E}" type="sibTrans" cxnId="{1C9F0C4C-551E-43D5-8354-B90FA73787C6}">
      <dgm:prSet/>
      <dgm:spPr/>
      <dgm:t>
        <a:bodyPr/>
        <a:lstStyle/>
        <a:p>
          <a:endParaRPr lang="en-US"/>
        </a:p>
      </dgm:t>
    </dgm:pt>
    <dgm:pt modelId="{13C83CC9-B2AC-4D64-87E2-1A8F6249BDAE}">
      <dgm:prSet/>
      <dgm:spPr/>
      <dgm:t>
        <a:bodyPr/>
        <a:lstStyle/>
        <a:p>
          <a:r>
            <a:rPr lang="en-US" b="0" i="0" baseline="0"/>
            <a:t>Create volumes as required</a:t>
          </a:r>
          <a:endParaRPr lang="en-US"/>
        </a:p>
      </dgm:t>
    </dgm:pt>
    <dgm:pt modelId="{1296B4BB-7E25-4490-A376-C134B8218A0F}" type="parTrans" cxnId="{90FBC21D-2428-450D-8FA4-EAF844066063}">
      <dgm:prSet/>
      <dgm:spPr/>
      <dgm:t>
        <a:bodyPr/>
        <a:lstStyle/>
        <a:p>
          <a:endParaRPr lang="en-US"/>
        </a:p>
      </dgm:t>
    </dgm:pt>
    <dgm:pt modelId="{FC320E2D-3BBD-4645-AE9B-CA07365D3B1E}" type="sibTrans" cxnId="{90FBC21D-2428-450D-8FA4-EAF844066063}">
      <dgm:prSet/>
      <dgm:spPr/>
      <dgm:t>
        <a:bodyPr/>
        <a:lstStyle/>
        <a:p>
          <a:endParaRPr lang="en-US"/>
        </a:p>
      </dgm:t>
    </dgm:pt>
    <dgm:pt modelId="{44DAC5AA-6330-4DF0-8160-7F74585D3586}">
      <dgm:prSet/>
      <dgm:spPr/>
      <dgm:t>
        <a:bodyPr/>
        <a:lstStyle/>
        <a:p>
          <a:r>
            <a:rPr lang="en-US" b="0" i="0" baseline="0"/>
            <a:t>Attach or detach volumes</a:t>
          </a:r>
          <a:endParaRPr lang="en-US"/>
        </a:p>
      </dgm:t>
    </dgm:pt>
    <dgm:pt modelId="{C35207E7-18FE-4D24-8F1C-985015E83A9B}" type="parTrans" cxnId="{32F9A609-D72F-4300-A35A-E2A2D644DF56}">
      <dgm:prSet/>
      <dgm:spPr/>
      <dgm:t>
        <a:bodyPr/>
        <a:lstStyle/>
        <a:p>
          <a:endParaRPr lang="en-US"/>
        </a:p>
      </dgm:t>
    </dgm:pt>
    <dgm:pt modelId="{0C642D18-CCF2-4E2D-A835-8B2B15E217DA}" type="sibTrans" cxnId="{32F9A609-D72F-4300-A35A-E2A2D644DF56}">
      <dgm:prSet/>
      <dgm:spPr/>
      <dgm:t>
        <a:bodyPr/>
        <a:lstStyle/>
        <a:p>
          <a:endParaRPr lang="en-US"/>
        </a:p>
      </dgm:t>
    </dgm:pt>
    <dgm:pt modelId="{E433552D-DCA0-49C2-B72A-E9B974A516E8}">
      <dgm:prSet/>
      <dgm:spPr/>
      <dgm:t>
        <a:bodyPr/>
        <a:lstStyle/>
        <a:p>
          <a:r>
            <a:rPr lang="en-US" b="0" i="0" baseline="0"/>
            <a:t>Increase capacity when needed</a:t>
          </a:r>
          <a:endParaRPr lang="en-US"/>
        </a:p>
      </dgm:t>
    </dgm:pt>
    <dgm:pt modelId="{9A5DD8A3-EBCE-4487-B5F6-500FABE38E81}" type="parTrans" cxnId="{6E836149-CDF0-4506-9F8E-377C96073220}">
      <dgm:prSet/>
      <dgm:spPr/>
      <dgm:t>
        <a:bodyPr/>
        <a:lstStyle/>
        <a:p>
          <a:endParaRPr lang="en-US"/>
        </a:p>
      </dgm:t>
    </dgm:pt>
    <dgm:pt modelId="{8BE55C9E-606C-42DE-9FEB-5690094818AA}" type="sibTrans" cxnId="{6E836149-CDF0-4506-9F8E-377C96073220}">
      <dgm:prSet/>
      <dgm:spPr/>
      <dgm:t>
        <a:bodyPr/>
        <a:lstStyle/>
        <a:p>
          <a:endParaRPr lang="en-US"/>
        </a:p>
      </dgm:t>
    </dgm:pt>
    <dgm:pt modelId="{8B6B687A-3B02-4A7D-AA59-6A15B575048C}">
      <dgm:prSet/>
      <dgm:spPr/>
      <dgm:t>
        <a:bodyPr/>
        <a:lstStyle/>
        <a:p>
          <a:r>
            <a:rPr lang="en-US" b="0" i="0" baseline="0"/>
            <a:t>Manage using AWS Console, CLI, or Infrastructure as Code</a:t>
          </a:r>
          <a:endParaRPr lang="en-US"/>
        </a:p>
      </dgm:t>
    </dgm:pt>
    <dgm:pt modelId="{2945FB40-3CB3-4F98-9A13-72C1B0C2DC24}" type="parTrans" cxnId="{DD141B54-F026-49AE-859E-4CE31DD66E58}">
      <dgm:prSet/>
      <dgm:spPr/>
      <dgm:t>
        <a:bodyPr/>
        <a:lstStyle/>
        <a:p>
          <a:endParaRPr lang="en-US"/>
        </a:p>
      </dgm:t>
    </dgm:pt>
    <dgm:pt modelId="{463815C1-5154-4DD2-A63A-8E5B0C6D18BE}" type="sibTrans" cxnId="{DD141B54-F026-49AE-859E-4CE31DD66E58}">
      <dgm:prSet/>
      <dgm:spPr/>
      <dgm:t>
        <a:bodyPr/>
        <a:lstStyle/>
        <a:p>
          <a:endParaRPr lang="en-US"/>
        </a:p>
      </dgm:t>
    </dgm:pt>
    <dgm:pt modelId="{04A5BCB8-4566-4280-AC28-510A82726F66}" type="pres">
      <dgm:prSet presAssocID="{A781DDF7-1D51-45A0-B5DC-73C877EDCC93}" presName="linear" presStyleCnt="0">
        <dgm:presLayoutVars>
          <dgm:dir/>
          <dgm:animLvl val="lvl"/>
          <dgm:resizeHandles val="exact"/>
        </dgm:presLayoutVars>
      </dgm:prSet>
      <dgm:spPr/>
    </dgm:pt>
    <dgm:pt modelId="{4D7D8D23-97BC-4DD5-932E-D5B2A87E3F10}" type="pres">
      <dgm:prSet presAssocID="{FD0CB18B-EF63-47CF-A6C7-D690EFC445ED}" presName="parentLin" presStyleCnt="0"/>
      <dgm:spPr/>
    </dgm:pt>
    <dgm:pt modelId="{DFD63358-B25D-4D80-AA7F-9CEC0E26DE2F}" type="pres">
      <dgm:prSet presAssocID="{FD0CB18B-EF63-47CF-A6C7-D690EFC445ED}" presName="parentLeftMargin" presStyleLbl="node1" presStyleIdx="0" presStyleCnt="2"/>
      <dgm:spPr/>
    </dgm:pt>
    <dgm:pt modelId="{0CDACA07-9C0B-40B8-A4C5-08DE23644AB3}" type="pres">
      <dgm:prSet presAssocID="{FD0CB18B-EF63-47CF-A6C7-D690EFC445ED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03EA8C5C-432F-421F-9325-FF044CC4CBB3}" type="pres">
      <dgm:prSet presAssocID="{FD0CB18B-EF63-47CF-A6C7-D690EFC445ED}" presName="negativeSpace" presStyleCnt="0"/>
      <dgm:spPr/>
    </dgm:pt>
    <dgm:pt modelId="{C2F85E77-2AFB-47F4-A40C-75EA9D1BBFA2}" type="pres">
      <dgm:prSet presAssocID="{FD0CB18B-EF63-47CF-A6C7-D690EFC445ED}" presName="childText" presStyleLbl="conFgAcc1" presStyleIdx="0" presStyleCnt="2">
        <dgm:presLayoutVars>
          <dgm:bulletEnabled val="1"/>
        </dgm:presLayoutVars>
      </dgm:prSet>
      <dgm:spPr/>
    </dgm:pt>
    <dgm:pt modelId="{5ACD47A2-DCAF-4F2A-9249-F0359EC7CE7A}" type="pres">
      <dgm:prSet presAssocID="{A39EF17A-7FD6-46B0-9962-B13FB377E73F}" presName="spaceBetweenRectangles" presStyleCnt="0"/>
      <dgm:spPr/>
    </dgm:pt>
    <dgm:pt modelId="{8C4F2E7E-259B-46C2-B892-A22C96A9088C}" type="pres">
      <dgm:prSet presAssocID="{A63CF1EA-E6CE-495E-A2A4-C51866F56F57}" presName="parentLin" presStyleCnt="0"/>
      <dgm:spPr/>
    </dgm:pt>
    <dgm:pt modelId="{DB01EB34-7FB9-4E92-91BA-BAF710DCBBA7}" type="pres">
      <dgm:prSet presAssocID="{A63CF1EA-E6CE-495E-A2A4-C51866F56F57}" presName="parentLeftMargin" presStyleLbl="node1" presStyleIdx="0" presStyleCnt="2"/>
      <dgm:spPr/>
    </dgm:pt>
    <dgm:pt modelId="{B7E1A64A-C37D-456A-9B0A-5C4A39A89387}" type="pres">
      <dgm:prSet presAssocID="{A63CF1EA-E6CE-495E-A2A4-C51866F56F57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91D9C14E-246D-4579-B125-21E1703CADBC}" type="pres">
      <dgm:prSet presAssocID="{A63CF1EA-E6CE-495E-A2A4-C51866F56F57}" presName="negativeSpace" presStyleCnt="0"/>
      <dgm:spPr/>
    </dgm:pt>
    <dgm:pt modelId="{863F00A3-FE57-43BA-9F14-E936CD3C6C76}" type="pres">
      <dgm:prSet presAssocID="{A63CF1EA-E6CE-495E-A2A4-C51866F56F57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59283602-338E-43AC-8CD9-C75A302662D1}" type="presOf" srcId="{F41ED5A5-C66A-463B-A797-EF272ECC59C2}" destId="{C2F85E77-2AFB-47F4-A40C-75EA9D1BBFA2}" srcOrd="0" destOrd="2" presId="urn:microsoft.com/office/officeart/2005/8/layout/list1"/>
    <dgm:cxn modelId="{32F9A609-D72F-4300-A35A-E2A2D644DF56}" srcId="{A63CF1EA-E6CE-495E-A2A4-C51866F56F57}" destId="{44DAC5AA-6330-4DF0-8160-7F74585D3586}" srcOrd="1" destOrd="0" parTransId="{C35207E7-18FE-4D24-8F1C-985015E83A9B}" sibTransId="{0C642D18-CCF2-4E2D-A835-8B2B15E217DA}"/>
    <dgm:cxn modelId="{67C7160D-8F67-487E-9B9C-64B754F51E7E}" type="presOf" srcId="{13C83CC9-B2AC-4D64-87E2-1A8F6249BDAE}" destId="{863F00A3-FE57-43BA-9F14-E936CD3C6C76}" srcOrd="0" destOrd="0" presId="urn:microsoft.com/office/officeart/2005/8/layout/list1"/>
    <dgm:cxn modelId="{67745313-D36F-4A3E-817C-222F0D292A82}" type="presOf" srcId="{A781DDF7-1D51-45A0-B5DC-73C877EDCC93}" destId="{04A5BCB8-4566-4280-AC28-510A82726F66}" srcOrd="0" destOrd="0" presId="urn:microsoft.com/office/officeart/2005/8/layout/list1"/>
    <dgm:cxn modelId="{E2DC4217-CEA4-4854-8420-A7C8EF520C44}" type="presOf" srcId="{FD0CB18B-EF63-47CF-A6C7-D690EFC445ED}" destId="{DFD63358-B25D-4D80-AA7F-9CEC0E26DE2F}" srcOrd="0" destOrd="0" presId="urn:microsoft.com/office/officeart/2005/8/layout/list1"/>
    <dgm:cxn modelId="{1CDDCB18-F88E-4D9C-988B-5FDE1CCD2437}" type="presOf" srcId="{E433552D-DCA0-49C2-B72A-E9B974A516E8}" destId="{863F00A3-FE57-43BA-9F14-E936CD3C6C76}" srcOrd="0" destOrd="2" presId="urn:microsoft.com/office/officeart/2005/8/layout/list1"/>
    <dgm:cxn modelId="{6A461819-D98E-44E8-80EC-90B00C0C99A9}" type="presOf" srcId="{FD0CB18B-EF63-47CF-A6C7-D690EFC445ED}" destId="{0CDACA07-9C0B-40B8-A4C5-08DE23644AB3}" srcOrd="1" destOrd="0" presId="urn:microsoft.com/office/officeart/2005/8/layout/list1"/>
    <dgm:cxn modelId="{90FBC21D-2428-450D-8FA4-EAF844066063}" srcId="{A63CF1EA-E6CE-495E-A2A4-C51866F56F57}" destId="{13C83CC9-B2AC-4D64-87E2-1A8F6249BDAE}" srcOrd="0" destOrd="0" parTransId="{1296B4BB-7E25-4490-A376-C134B8218A0F}" sibTransId="{FC320E2D-3BBD-4645-AE9B-CA07365D3B1E}"/>
    <dgm:cxn modelId="{E752C439-6F80-4046-B91A-C6181A9C6306}" srcId="{A781DDF7-1D51-45A0-B5DC-73C877EDCC93}" destId="{FD0CB18B-EF63-47CF-A6C7-D690EFC445ED}" srcOrd="0" destOrd="0" parTransId="{EFDFC601-0EFB-49CF-B876-9CD6562A8218}" sibTransId="{A39EF17A-7FD6-46B0-9962-B13FB377E73F}"/>
    <dgm:cxn modelId="{6E836149-CDF0-4506-9F8E-377C96073220}" srcId="{A63CF1EA-E6CE-495E-A2A4-C51866F56F57}" destId="{E433552D-DCA0-49C2-B72A-E9B974A516E8}" srcOrd="2" destOrd="0" parTransId="{9A5DD8A3-EBCE-4487-B5F6-500FABE38E81}" sibTransId="{8BE55C9E-606C-42DE-9FEB-5690094818AA}"/>
    <dgm:cxn modelId="{D964626B-EE8D-4065-80DA-D9150A290828}" type="presOf" srcId="{A63CF1EA-E6CE-495E-A2A4-C51866F56F57}" destId="{B7E1A64A-C37D-456A-9B0A-5C4A39A89387}" srcOrd="1" destOrd="0" presId="urn:microsoft.com/office/officeart/2005/8/layout/list1"/>
    <dgm:cxn modelId="{1C9F0C4C-551E-43D5-8354-B90FA73787C6}" srcId="{A781DDF7-1D51-45A0-B5DC-73C877EDCC93}" destId="{A63CF1EA-E6CE-495E-A2A4-C51866F56F57}" srcOrd="1" destOrd="0" parTransId="{CA1242AF-DD9E-4B25-81E1-B030205484BD}" sibTransId="{147EAE54-EC38-49AE-99A0-3890AAA1C58E}"/>
    <dgm:cxn modelId="{DD141B54-F026-49AE-859E-4CE31DD66E58}" srcId="{A63CF1EA-E6CE-495E-A2A4-C51866F56F57}" destId="{8B6B687A-3B02-4A7D-AA59-6A15B575048C}" srcOrd="3" destOrd="0" parTransId="{2945FB40-3CB3-4F98-9A13-72C1B0C2DC24}" sibTransId="{463815C1-5154-4DD2-A63A-8E5B0C6D18BE}"/>
    <dgm:cxn modelId="{58D54758-F25A-48BF-A2C5-C6BBFFC2D01C}" srcId="{FD0CB18B-EF63-47CF-A6C7-D690EFC445ED}" destId="{748F7BED-B85A-4655-9B24-1325FE1921F9}" srcOrd="0" destOrd="0" parTransId="{6A7A842A-28DC-4B50-A999-A3A1986B1CC5}" sibTransId="{C5FA2FB2-4D08-4267-BEC5-B7D07EA630A6}"/>
    <dgm:cxn modelId="{59541679-FD3F-4B46-B6A9-E6490AB6BBAE}" type="presOf" srcId="{B8FAE4E0-A76C-4CC2-9660-089FAFB9A98F}" destId="{C2F85E77-2AFB-47F4-A40C-75EA9D1BBFA2}" srcOrd="0" destOrd="3" presId="urn:microsoft.com/office/officeart/2005/8/layout/list1"/>
    <dgm:cxn modelId="{ED6E097A-9242-41FF-BDB6-220524432613}" srcId="{FD0CB18B-EF63-47CF-A6C7-D690EFC445ED}" destId="{F41ED5A5-C66A-463B-A797-EF272ECC59C2}" srcOrd="2" destOrd="0" parTransId="{A7C458ED-B98E-4821-B1D6-6602AD0C12CF}" sibTransId="{770090FC-5B2C-484A-984A-A46659214FC4}"/>
    <dgm:cxn modelId="{9E5E897D-9E38-4B58-AF90-811F21A4539E}" type="presOf" srcId="{8B6B687A-3B02-4A7D-AA59-6A15B575048C}" destId="{863F00A3-FE57-43BA-9F14-E936CD3C6C76}" srcOrd="0" destOrd="3" presId="urn:microsoft.com/office/officeart/2005/8/layout/list1"/>
    <dgm:cxn modelId="{CCD49181-EB37-4E0F-8F40-85E2C02187A5}" type="presOf" srcId="{44DAC5AA-6330-4DF0-8160-7F74585D3586}" destId="{863F00A3-FE57-43BA-9F14-E936CD3C6C76}" srcOrd="0" destOrd="1" presId="urn:microsoft.com/office/officeart/2005/8/layout/list1"/>
    <dgm:cxn modelId="{C31E7D95-5752-4B34-9AD7-B617552DEED0}" srcId="{FD0CB18B-EF63-47CF-A6C7-D690EFC445ED}" destId="{B8FAE4E0-A76C-4CC2-9660-089FAFB9A98F}" srcOrd="3" destOrd="0" parTransId="{281D3418-8C8E-4BBD-8969-F8F3BE224062}" sibTransId="{0FAFFDF5-E1C3-46B6-AB07-B2E900EA8F0D}"/>
    <dgm:cxn modelId="{22E51E9A-42C3-48F5-AE6D-3AC0E85EDAC8}" type="presOf" srcId="{A63CF1EA-E6CE-495E-A2A4-C51866F56F57}" destId="{DB01EB34-7FB9-4E92-91BA-BAF710DCBBA7}" srcOrd="0" destOrd="0" presId="urn:microsoft.com/office/officeart/2005/8/layout/list1"/>
    <dgm:cxn modelId="{88AB10C4-454E-4E3A-A06B-E30FC71BB212}" srcId="{FD0CB18B-EF63-47CF-A6C7-D690EFC445ED}" destId="{9DE20C57-ABCE-43C8-809B-58308AC5751B}" srcOrd="1" destOrd="0" parTransId="{81EB28C4-93DF-4B1B-B622-DB27DC3F2A01}" sibTransId="{7952670D-967D-430D-B1E8-DA40C2485892}"/>
    <dgm:cxn modelId="{1FDB90DD-67D5-4C9F-961F-3012CC276CFD}" type="presOf" srcId="{9DE20C57-ABCE-43C8-809B-58308AC5751B}" destId="{C2F85E77-2AFB-47F4-A40C-75EA9D1BBFA2}" srcOrd="0" destOrd="1" presId="urn:microsoft.com/office/officeart/2005/8/layout/list1"/>
    <dgm:cxn modelId="{CEC151F8-CDE4-47C1-B29E-C1CEA15F252D}" type="presOf" srcId="{748F7BED-B85A-4655-9B24-1325FE1921F9}" destId="{C2F85E77-2AFB-47F4-A40C-75EA9D1BBFA2}" srcOrd="0" destOrd="0" presId="urn:microsoft.com/office/officeart/2005/8/layout/list1"/>
    <dgm:cxn modelId="{EF58D0BD-2A18-4F52-9826-8617D0A3DF8C}" type="presParOf" srcId="{04A5BCB8-4566-4280-AC28-510A82726F66}" destId="{4D7D8D23-97BC-4DD5-932E-D5B2A87E3F10}" srcOrd="0" destOrd="0" presId="urn:microsoft.com/office/officeart/2005/8/layout/list1"/>
    <dgm:cxn modelId="{7AE5FE9B-F171-4A65-924D-1FF09DC7264B}" type="presParOf" srcId="{4D7D8D23-97BC-4DD5-932E-D5B2A87E3F10}" destId="{DFD63358-B25D-4D80-AA7F-9CEC0E26DE2F}" srcOrd="0" destOrd="0" presId="urn:microsoft.com/office/officeart/2005/8/layout/list1"/>
    <dgm:cxn modelId="{E23F9F83-0177-493A-AE63-16763AF2FF7F}" type="presParOf" srcId="{4D7D8D23-97BC-4DD5-932E-D5B2A87E3F10}" destId="{0CDACA07-9C0B-40B8-A4C5-08DE23644AB3}" srcOrd="1" destOrd="0" presId="urn:microsoft.com/office/officeart/2005/8/layout/list1"/>
    <dgm:cxn modelId="{E404C4B7-4147-4682-9109-CBD5C45E275B}" type="presParOf" srcId="{04A5BCB8-4566-4280-AC28-510A82726F66}" destId="{03EA8C5C-432F-421F-9325-FF044CC4CBB3}" srcOrd="1" destOrd="0" presId="urn:microsoft.com/office/officeart/2005/8/layout/list1"/>
    <dgm:cxn modelId="{AECB5CCA-C543-4DC6-8379-FED428F8B86E}" type="presParOf" srcId="{04A5BCB8-4566-4280-AC28-510A82726F66}" destId="{C2F85E77-2AFB-47F4-A40C-75EA9D1BBFA2}" srcOrd="2" destOrd="0" presId="urn:microsoft.com/office/officeart/2005/8/layout/list1"/>
    <dgm:cxn modelId="{88A9EC54-0C71-4987-9D10-2EB146C9CD90}" type="presParOf" srcId="{04A5BCB8-4566-4280-AC28-510A82726F66}" destId="{5ACD47A2-DCAF-4F2A-9249-F0359EC7CE7A}" srcOrd="3" destOrd="0" presId="urn:microsoft.com/office/officeart/2005/8/layout/list1"/>
    <dgm:cxn modelId="{72BCF636-8948-4A43-9CC5-DAA5061B84ED}" type="presParOf" srcId="{04A5BCB8-4566-4280-AC28-510A82726F66}" destId="{8C4F2E7E-259B-46C2-B892-A22C96A9088C}" srcOrd="4" destOrd="0" presId="urn:microsoft.com/office/officeart/2005/8/layout/list1"/>
    <dgm:cxn modelId="{D0CF4FD9-9DAB-4B6F-8E40-580FDF2E52A1}" type="presParOf" srcId="{8C4F2E7E-259B-46C2-B892-A22C96A9088C}" destId="{DB01EB34-7FB9-4E92-91BA-BAF710DCBBA7}" srcOrd="0" destOrd="0" presId="urn:microsoft.com/office/officeart/2005/8/layout/list1"/>
    <dgm:cxn modelId="{D667EFFD-246F-4BE7-8F55-71F126CC1D33}" type="presParOf" srcId="{8C4F2E7E-259B-46C2-B892-A22C96A9088C}" destId="{B7E1A64A-C37D-456A-9B0A-5C4A39A89387}" srcOrd="1" destOrd="0" presId="urn:microsoft.com/office/officeart/2005/8/layout/list1"/>
    <dgm:cxn modelId="{EC6A85D9-47C6-4BE6-AA72-2F1542113A3E}" type="presParOf" srcId="{04A5BCB8-4566-4280-AC28-510A82726F66}" destId="{91D9C14E-246D-4579-B125-21E1703CADBC}" srcOrd="5" destOrd="0" presId="urn:microsoft.com/office/officeart/2005/8/layout/list1"/>
    <dgm:cxn modelId="{C14DC7BE-EE55-4678-96D5-438D0C4EFA95}" type="presParOf" srcId="{04A5BCB8-4566-4280-AC28-510A82726F66}" destId="{863F00A3-FE57-43BA-9F14-E936CD3C6C76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2D3CF58F-C768-42C7-921E-649D14712A4A}" type="doc">
      <dgm:prSet loTypeId="urn:microsoft.com/office/officeart/2005/8/layout/vList2" loCatId="list" qsTypeId="urn:microsoft.com/office/officeart/2005/8/quickstyle/simple1#5" qsCatId="simple" csTypeId="urn:microsoft.com/office/officeart/2005/8/colors/colorful5#3" csCatId="colorful"/>
      <dgm:spPr/>
      <dgm:t>
        <a:bodyPr/>
        <a:lstStyle/>
        <a:p>
          <a:endParaRPr lang="en-US"/>
        </a:p>
      </dgm:t>
    </dgm:pt>
    <dgm:pt modelId="{9DE3FF84-FC4E-423D-B3DC-D13B631D868B}">
      <dgm:prSet/>
      <dgm:spPr/>
      <dgm:t>
        <a:bodyPr/>
        <a:lstStyle/>
        <a:p>
          <a:r>
            <a:rPr lang="en-US" b="1" i="0" baseline="0"/>
            <a:t>SSD Types</a:t>
          </a:r>
          <a:endParaRPr lang="en-US"/>
        </a:p>
      </dgm:t>
    </dgm:pt>
    <dgm:pt modelId="{B0EB8BCA-925A-4506-AE9C-B33B8B6B3BB0}" type="parTrans" cxnId="{81FFD1AE-D340-4830-8EB9-677781673E54}">
      <dgm:prSet/>
      <dgm:spPr/>
      <dgm:t>
        <a:bodyPr/>
        <a:lstStyle/>
        <a:p>
          <a:endParaRPr lang="en-US"/>
        </a:p>
      </dgm:t>
    </dgm:pt>
    <dgm:pt modelId="{A402A217-E498-4214-9B30-25C6E36D6C7F}" type="sibTrans" cxnId="{81FFD1AE-D340-4830-8EB9-677781673E54}">
      <dgm:prSet/>
      <dgm:spPr/>
      <dgm:t>
        <a:bodyPr/>
        <a:lstStyle/>
        <a:p>
          <a:endParaRPr lang="en-US"/>
        </a:p>
      </dgm:t>
    </dgm:pt>
    <dgm:pt modelId="{8E066B01-1B24-4F9A-8996-A4A2EAEA9752}">
      <dgm:prSet/>
      <dgm:spPr/>
      <dgm:t>
        <a:bodyPr/>
        <a:lstStyle/>
        <a:p>
          <a:r>
            <a:rPr lang="en-US" b="0" i="0" baseline="0"/>
            <a:t>gp3 — general-purpose SSD and recommended for most workloads</a:t>
          </a:r>
          <a:endParaRPr lang="en-US"/>
        </a:p>
      </dgm:t>
    </dgm:pt>
    <dgm:pt modelId="{4E367AB4-22ED-4D1E-9118-E7C94F4BA039}" type="parTrans" cxnId="{6E0FB01B-0698-4039-9D34-DD1415A2336C}">
      <dgm:prSet/>
      <dgm:spPr/>
      <dgm:t>
        <a:bodyPr/>
        <a:lstStyle/>
        <a:p>
          <a:endParaRPr lang="en-US"/>
        </a:p>
      </dgm:t>
    </dgm:pt>
    <dgm:pt modelId="{FA68FE87-8934-45AF-8F14-F281DAA99840}" type="sibTrans" cxnId="{6E0FB01B-0698-4039-9D34-DD1415A2336C}">
      <dgm:prSet/>
      <dgm:spPr/>
      <dgm:t>
        <a:bodyPr/>
        <a:lstStyle/>
        <a:p>
          <a:endParaRPr lang="en-US"/>
        </a:p>
      </dgm:t>
    </dgm:pt>
    <dgm:pt modelId="{5BBB576B-DB49-4B2D-BAC5-BD746588FE2A}">
      <dgm:prSet/>
      <dgm:spPr/>
      <dgm:t>
        <a:bodyPr/>
        <a:lstStyle/>
        <a:p>
          <a:r>
            <a:rPr lang="en-US" b="0" i="0" baseline="0"/>
            <a:t>gp2 — previous-generation general-purpose SSD</a:t>
          </a:r>
          <a:endParaRPr lang="en-US"/>
        </a:p>
      </dgm:t>
    </dgm:pt>
    <dgm:pt modelId="{919AE5C4-0ABD-428D-AC27-CAC8D732F812}" type="parTrans" cxnId="{472C58C4-8E49-44E0-AFC0-5B70F2A9712A}">
      <dgm:prSet/>
      <dgm:spPr/>
      <dgm:t>
        <a:bodyPr/>
        <a:lstStyle/>
        <a:p>
          <a:endParaRPr lang="en-US"/>
        </a:p>
      </dgm:t>
    </dgm:pt>
    <dgm:pt modelId="{5DD4E3FA-027C-4EC8-A016-F89C7E6FC892}" type="sibTrans" cxnId="{472C58C4-8E49-44E0-AFC0-5B70F2A9712A}">
      <dgm:prSet/>
      <dgm:spPr/>
      <dgm:t>
        <a:bodyPr/>
        <a:lstStyle/>
        <a:p>
          <a:endParaRPr lang="en-US"/>
        </a:p>
      </dgm:t>
    </dgm:pt>
    <dgm:pt modelId="{BBE9B142-E153-4C43-8D31-ED9CA2E20CD1}">
      <dgm:prSet/>
      <dgm:spPr/>
      <dgm:t>
        <a:bodyPr/>
        <a:lstStyle/>
        <a:p>
          <a:r>
            <a:rPr lang="en-US" b="0" i="0" baseline="0" dirty="0"/>
            <a:t>io2 and io1 — Provisioned IOPS SSD for demanding workloads</a:t>
          </a:r>
          <a:endParaRPr lang="en-US" dirty="0"/>
        </a:p>
      </dgm:t>
    </dgm:pt>
    <dgm:pt modelId="{22BE3ED0-D315-45B6-A939-3D9CD3739A71}" type="parTrans" cxnId="{6FEF5028-2466-4370-9D18-36CA48C806CB}">
      <dgm:prSet/>
      <dgm:spPr/>
      <dgm:t>
        <a:bodyPr/>
        <a:lstStyle/>
        <a:p>
          <a:endParaRPr lang="en-US"/>
        </a:p>
      </dgm:t>
    </dgm:pt>
    <dgm:pt modelId="{983356F8-A304-48D5-A3C8-811D8CB7F796}" type="sibTrans" cxnId="{6FEF5028-2466-4370-9D18-36CA48C806CB}">
      <dgm:prSet/>
      <dgm:spPr/>
      <dgm:t>
        <a:bodyPr/>
        <a:lstStyle/>
        <a:p>
          <a:endParaRPr lang="en-US"/>
        </a:p>
      </dgm:t>
    </dgm:pt>
    <dgm:pt modelId="{229F0940-D2BE-4F43-B792-E1E6E015CF82}">
      <dgm:prSet/>
      <dgm:spPr/>
      <dgm:t>
        <a:bodyPr/>
        <a:lstStyle/>
        <a:p>
          <a:r>
            <a:rPr lang="en-US" b="1" i="0" baseline="0"/>
            <a:t>HDD Types</a:t>
          </a:r>
          <a:endParaRPr lang="en-US"/>
        </a:p>
      </dgm:t>
    </dgm:pt>
    <dgm:pt modelId="{143D25B7-8C59-4A79-AFC1-A0087287E28E}" type="parTrans" cxnId="{887EECEA-09D8-42D9-97F6-97FAEA5F06C1}">
      <dgm:prSet/>
      <dgm:spPr/>
      <dgm:t>
        <a:bodyPr/>
        <a:lstStyle/>
        <a:p>
          <a:endParaRPr lang="en-US"/>
        </a:p>
      </dgm:t>
    </dgm:pt>
    <dgm:pt modelId="{73E1A0C1-F1AA-4D03-AB33-7515E430E486}" type="sibTrans" cxnId="{887EECEA-09D8-42D9-97F6-97FAEA5F06C1}">
      <dgm:prSet/>
      <dgm:spPr/>
      <dgm:t>
        <a:bodyPr/>
        <a:lstStyle/>
        <a:p>
          <a:endParaRPr lang="en-US"/>
        </a:p>
      </dgm:t>
    </dgm:pt>
    <dgm:pt modelId="{3F7379BD-CE63-4F1C-B3E0-3431255B9750}">
      <dgm:prSet/>
      <dgm:spPr/>
      <dgm:t>
        <a:bodyPr/>
        <a:lstStyle/>
        <a:p>
          <a:r>
            <a:rPr lang="en-US" b="0" i="0" baseline="0" dirty="0"/>
            <a:t>st1 — Throughput Optimized HDD for sequential workloads</a:t>
          </a:r>
          <a:endParaRPr lang="en-US" dirty="0"/>
        </a:p>
      </dgm:t>
    </dgm:pt>
    <dgm:pt modelId="{A59119D7-5B26-48E5-9774-DF051D8EC038}" type="parTrans" cxnId="{28CC6D28-1079-4192-8203-ED1F2EE603A3}">
      <dgm:prSet/>
      <dgm:spPr/>
      <dgm:t>
        <a:bodyPr/>
        <a:lstStyle/>
        <a:p>
          <a:endParaRPr lang="en-US"/>
        </a:p>
      </dgm:t>
    </dgm:pt>
    <dgm:pt modelId="{B0CC7949-F4DA-4D1A-AAA7-B05044B777DF}" type="sibTrans" cxnId="{28CC6D28-1079-4192-8203-ED1F2EE603A3}">
      <dgm:prSet/>
      <dgm:spPr/>
      <dgm:t>
        <a:bodyPr/>
        <a:lstStyle/>
        <a:p>
          <a:endParaRPr lang="en-US"/>
        </a:p>
      </dgm:t>
    </dgm:pt>
    <dgm:pt modelId="{2FD7CEED-21A7-4AFC-8018-62BB8894C79B}">
      <dgm:prSet/>
      <dgm:spPr/>
      <dgm:t>
        <a:bodyPr/>
        <a:lstStyle/>
        <a:p>
          <a:r>
            <a:rPr lang="en-US" b="0" i="0" baseline="0" dirty="0"/>
            <a:t>sc1 — Cold HDD for low-cost, infrequently accessed block storage</a:t>
          </a:r>
          <a:endParaRPr lang="en-US" dirty="0"/>
        </a:p>
      </dgm:t>
    </dgm:pt>
    <dgm:pt modelId="{DF786E3B-87CB-4542-ADEA-86D720CEDFEB}" type="parTrans" cxnId="{89C42FBF-26EC-4F92-9BF2-1DC2AF2A7116}">
      <dgm:prSet/>
      <dgm:spPr/>
      <dgm:t>
        <a:bodyPr/>
        <a:lstStyle/>
        <a:p>
          <a:endParaRPr lang="en-US"/>
        </a:p>
      </dgm:t>
    </dgm:pt>
    <dgm:pt modelId="{08849FA9-8747-4705-A367-F3B6921A2A7D}" type="sibTrans" cxnId="{89C42FBF-26EC-4F92-9BF2-1DC2AF2A7116}">
      <dgm:prSet/>
      <dgm:spPr/>
      <dgm:t>
        <a:bodyPr/>
        <a:lstStyle/>
        <a:p>
          <a:endParaRPr lang="en-US"/>
        </a:p>
      </dgm:t>
    </dgm:pt>
    <dgm:pt modelId="{757E90FC-F666-4C91-8B9A-7D12358A1596}" type="pres">
      <dgm:prSet presAssocID="{2D3CF58F-C768-42C7-921E-649D14712A4A}" presName="linear" presStyleCnt="0">
        <dgm:presLayoutVars>
          <dgm:animLvl val="lvl"/>
          <dgm:resizeHandles val="exact"/>
        </dgm:presLayoutVars>
      </dgm:prSet>
      <dgm:spPr/>
    </dgm:pt>
    <dgm:pt modelId="{21890F8D-F5A4-4A84-A24B-26136B12F60F}" type="pres">
      <dgm:prSet presAssocID="{9DE3FF84-FC4E-423D-B3DC-D13B631D868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7FDF524-C0AC-4351-BE1F-E68F50727DC6}" type="pres">
      <dgm:prSet presAssocID="{9DE3FF84-FC4E-423D-B3DC-D13B631D868B}" presName="childText" presStyleLbl="revTx" presStyleIdx="0" presStyleCnt="2">
        <dgm:presLayoutVars>
          <dgm:bulletEnabled val="1"/>
        </dgm:presLayoutVars>
      </dgm:prSet>
      <dgm:spPr/>
    </dgm:pt>
    <dgm:pt modelId="{CBA11364-788D-414D-A4D6-D21653AD882C}" type="pres">
      <dgm:prSet presAssocID="{229F0940-D2BE-4F43-B792-E1E6E015CF82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843D5F3-7D10-4E5C-9418-17D0D5616611}" type="pres">
      <dgm:prSet presAssocID="{229F0940-D2BE-4F43-B792-E1E6E015CF82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6E0FB01B-0698-4039-9D34-DD1415A2336C}" srcId="{9DE3FF84-FC4E-423D-B3DC-D13B631D868B}" destId="{8E066B01-1B24-4F9A-8996-A4A2EAEA9752}" srcOrd="0" destOrd="0" parTransId="{4E367AB4-22ED-4D1E-9118-E7C94F4BA039}" sibTransId="{FA68FE87-8934-45AF-8F14-F281DAA99840}"/>
    <dgm:cxn modelId="{28CC6D28-1079-4192-8203-ED1F2EE603A3}" srcId="{229F0940-D2BE-4F43-B792-E1E6E015CF82}" destId="{3F7379BD-CE63-4F1C-B3E0-3431255B9750}" srcOrd="0" destOrd="0" parTransId="{A59119D7-5B26-48E5-9774-DF051D8EC038}" sibTransId="{B0CC7949-F4DA-4D1A-AAA7-B05044B777DF}"/>
    <dgm:cxn modelId="{6FEF5028-2466-4370-9D18-36CA48C806CB}" srcId="{9DE3FF84-FC4E-423D-B3DC-D13B631D868B}" destId="{BBE9B142-E153-4C43-8D31-ED9CA2E20CD1}" srcOrd="2" destOrd="0" parTransId="{22BE3ED0-D315-45B6-A939-3D9CD3739A71}" sibTransId="{983356F8-A304-48D5-A3C8-811D8CB7F796}"/>
    <dgm:cxn modelId="{CC47D168-DC75-4B6C-BD38-5E3802DA8BAC}" type="presOf" srcId="{5BBB576B-DB49-4B2D-BAC5-BD746588FE2A}" destId="{57FDF524-C0AC-4351-BE1F-E68F50727DC6}" srcOrd="0" destOrd="1" presId="urn:microsoft.com/office/officeart/2005/8/layout/vList2"/>
    <dgm:cxn modelId="{E0C2574A-5017-4F77-892A-2FCAAC402117}" type="presOf" srcId="{3F7379BD-CE63-4F1C-B3E0-3431255B9750}" destId="{8843D5F3-7D10-4E5C-9418-17D0D5616611}" srcOrd="0" destOrd="0" presId="urn:microsoft.com/office/officeart/2005/8/layout/vList2"/>
    <dgm:cxn modelId="{9867B34D-F4AB-447B-908E-CDF6CCB564B5}" type="presOf" srcId="{9DE3FF84-FC4E-423D-B3DC-D13B631D868B}" destId="{21890F8D-F5A4-4A84-A24B-26136B12F60F}" srcOrd="0" destOrd="0" presId="urn:microsoft.com/office/officeart/2005/8/layout/vList2"/>
    <dgm:cxn modelId="{B5BE4A8C-9FEE-4BE7-AA6B-238B3FF9AFAE}" type="presOf" srcId="{229F0940-D2BE-4F43-B792-E1E6E015CF82}" destId="{CBA11364-788D-414D-A4D6-D21653AD882C}" srcOrd="0" destOrd="0" presId="urn:microsoft.com/office/officeart/2005/8/layout/vList2"/>
    <dgm:cxn modelId="{1BD5B98D-9C13-44AB-8E8F-82DF1E2FC92F}" type="presOf" srcId="{2FD7CEED-21A7-4AFC-8018-62BB8894C79B}" destId="{8843D5F3-7D10-4E5C-9418-17D0D5616611}" srcOrd="0" destOrd="1" presId="urn:microsoft.com/office/officeart/2005/8/layout/vList2"/>
    <dgm:cxn modelId="{1E82A7AD-5CCA-4E83-9FD3-FB108E074335}" type="presOf" srcId="{BBE9B142-E153-4C43-8D31-ED9CA2E20CD1}" destId="{57FDF524-C0AC-4351-BE1F-E68F50727DC6}" srcOrd="0" destOrd="2" presId="urn:microsoft.com/office/officeart/2005/8/layout/vList2"/>
    <dgm:cxn modelId="{81FFD1AE-D340-4830-8EB9-677781673E54}" srcId="{2D3CF58F-C768-42C7-921E-649D14712A4A}" destId="{9DE3FF84-FC4E-423D-B3DC-D13B631D868B}" srcOrd="0" destOrd="0" parTransId="{B0EB8BCA-925A-4506-AE9C-B33B8B6B3BB0}" sibTransId="{A402A217-E498-4214-9B30-25C6E36D6C7F}"/>
    <dgm:cxn modelId="{EAA13ABD-D5A3-4E8C-8670-66EDABE20467}" type="presOf" srcId="{8E066B01-1B24-4F9A-8996-A4A2EAEA9752}" destId="{57FDF524-C0AC-4351-BE1F-E68F50727DC6}" srcOrd="0" destOrd="0" presId="urn:microsoft.com/office/officeart/2005/8/layout/vList2"/>
    <dgm:cxn modelId="{89C42FBF-26EC-4F92-9BF2-1DC2AF2A7116}" srcId="{229F0940-D2BE-4F43-B792-E1E6E015CF82}" destId="{2FD7CEED-21A7-4AFC-8018-62BB8894C79B}" srcOrd="1" destOrd="0" parTransId="{DF786E3B-87CB-4542-ADEA-86D720CEDFEB}" sibTransId="{08849FA9-8747-4705-A367-F3B6921A2A7D}"/>
    <dgm:cxn modelId="{472C58C4-8E49-44E0-AFC0-5B70F2A9712A}" srcId="{9DE3FF84-FC4E-423D-B3DC-D13B631D868B}" destId="{5BBB576B-DB49-4B2D-BAC5-BD746588FE2A}" srcOrd="1" destOrd="0" parTransId="{919AE5C4-0ABD-428D-AC27-CAC8D732F812}" sibTransId="{5DD4E3FA-027C-4EC8-A016-F89C7E6FC892}"/>
    <dgm:cxn modelId="{DD58C9D0-551B-40B3-A345-F801D2D1488A}" type="presOf" srcId="{2D3CF58F-C768-42C7-921E-649D14712A4A}" destId="{757E90FC-F666-4C91-8B9A-7D12358A1596}" srcOrd="0" destOrd="0" presId="urn:microsoft.com/office/officeart/2005/8/layout/vList2"/>
    <dgm:cxn modelId="{887EECEA-09D8-42D9-97F6-97FAEA5F06C1}" srcId="{2D3CF58F-C768-42C7-921E-649D14712A4A}" destId="{229F0940-D2BE-4F43-B792-E1E6E015CF82}" srcOrd="1" destOrd="0" parTransId="{143D25B7-8C59-4A79-AFC1-A0087287E28E}" sibTransId="{73E1A0C1-F1AA-4D03-AB33-7515E430E486}"/>
    <dgm:cxn modelId="{D2264CC3-A041-4481-8625-EDBBB8B6DE9F}" type="presParOf" srcId="{757E90FC-F666-4C91-8B9A-7D12358A1596}" destId="{21890F8D-F5A4-4A84-A24B-26136B12F60F}" srcOrd="0" destOrd="0" presId="urn:microsoft.com/office/officeart/2005/8/layout/vList2"/>
    <dgm:cxn modelId="{D5A59554-ED26-42BA-BC44-812578FA7C6F}" type="presParOf" srcId="{757E90FC-F666-4C91-8B9A-7D12358A1596}" destId="{57FDF524-C0AC-4351-BE1F-E68F50727DC6}" srcOrd="1" destOrd="0" presId="urn:microsoft.com/office/officeart/2005/8/layout/vList2"/>
    <dgm:cxn modelId="{17287382-04E9-48E3-B29C-8E41FF17145E}" type="presParOf" srcId="{757E90FC-F666-4C91-8B9A-7D12358A1596}" destId="{CBA11364-788D-414D-A4D6-D21653AD882C}" srcOrd="2" destOrd="0" presId="urn:microsoft.com/office/officeart/2005/8/layout/vList2"/>
    <dgm:cxn modelId="{BCE1C3B5-A62E-410E-B0E4-6EC475B42928}" type="presParOf" srcId="{757E90FC-F666-4C91-8B9A-7D12358A1596}" destId="{8843D5F3-7D10-4E5C-9418-17D0D5616611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FDF73702-D26D-4D48-9626-A5A4318988D1}" type="doc">
      <dgm:prSet loTypeId="urn:microsoft.com/office/officeart/2005/8/layout/vList5" loCatId="list" qsTypeId="urn:microsoft.com/office/officeart/2005/8/quickstyle/simple1#6" qsCatId="simple" csTypeId="urn:microsoft.com/office/officeart/2005/8/colors/accent3_2#1" csCatId="accent3"/>
      <dgm:spPr/>
      <dgm:t>
        <a:bodyPr/>
        <a:lstStyle/>
        <a:p>
          <a:endParaRPr lang="en-US"/>
        </a:p>
      </dgm:t>
    </dgm:pt>
    <dgm:pt modelId="{2D1D8091-247E-4694-98FE-BC06272D538C}">
      <dgm:prSet/>
      <dgm:spPr/>
      <dgm:t>
        <a:bodyPr/>
        <a:lstStyle/>
        <a:p>
          <a:r>
            <a:rPr lang="en-US" b="1" i="0" baseline="0"/>
            <a:t>What is a Snapshot?</a:t>
          </a:r>
          <a:endParaRPr lang="en-US"/>
        </a:p>
      </dgm:t>
    </dgm:pt>
    <dgm:pt modelId="{7F7802B3-BC45-4502-B7C3-FC4152EC22EC}" type="parTrans" cxnId="{BE333E68-CC41-485A-9A13-EFE08F1E6D75}">
      <dgm:prSet/>
      <dgm:spPr/>
      <dgm:t>
        <a:bodyPr/>
        <a:lstStyle/>
        <a:p>
          <a:endParaRPr lang="en-US"/>
        </a:p>
      </dgm:t>
    </dgm:pt>
    <dgm:pt modelId="{12E4F157-6282-4EE0-A07E-117F979C2954}" type="sibTrans" cxnId="{BE333E68-CC41-485A-9A13-EFE08F1E6D75}">
      <dgm:prSet/>
      <dgm:spPr/>
      <dgm:t>
        <a:bodyPr/>
        <a:lstStyle/>
        <a:p>
          <a:endParaRPr lang="en-US"/>
        </a:p>
      </dgm:t>
    </dgm:pt>
    <dgm:pt modelId="{73A85C63-8B62-4F57-8A54-7EA3E5EE852E}">
      <dgm:prSet/>
      <dgm:spPr/>
      <dgm:t>
        <a:bodyPr/>
        <a:lstStyle/>
        <a:p>
          <a:r>
            <a:rPr lang="en-US" b="0" i="0" baseline="0"/>
            <a:t>Point-in-time backup of an EBS volume</a:t>
          </a:r>
          <a:endParaRPr lang="en-US"/>
        </a:p>
      </dgm:t>
    </dgm:pt>
    <dgm:pt modelId="{9DDFBD2F-8976-4404-975A-91DCB1AD6090}" type="parTrans" cxnId="{CA96A5AF-31C9-4CD7-9E5D-069A77137185}">
      <dgm:prSet/>
      <dgm:spPr/>
      <dgm:t>
        <a:bodyPr/>
        <a:lstStyle/>
        <a:p>
          <a:endParaRPr lang="en-US"/>
        </a:p>
      </dgm:t>
    </dgm:pt>
    <dgm:pt modelId="{CF68B511-AD82-4017-B0B7-4F2C3CAAA533}" type="sibTrans" cxnId="{CA96A5AF-31C9-4CD7-9E5D-069A77137185}">
      <dgm:prSet/>
      <dgm:spPr/>
      <dgm:t>
        <a:bodyPr/>
        <a:lstStyle/>
        <a:p>
          <a:endParaRPr lang="en-US"/>
        </a:p>
      </dgm:t>
    </dgm:pt>
    <dgm:pt modelId="{13ABDA14-1419-4634-9E3F-7AE66FA0970F}">
      <dgm:prSet/>
      <dgm:spPr/>
      <dgm:t>
        <a:bodyPr/>
        <a:lstStyle/>
        <a:p>
          <a:r>
            <a:rPr lang="en-US" b="0" i="0" baseline="0" dirty="0"/>
            <a:t>Used for backup, recovery, migration, and disaster recovery</a:t>
          </a:r>
          <a:endParaRPr lang="en-US" dirty="0"/>
        </a:p>
      </dgm:t>
    </dgm:pt>
    <dgm:pt modelId="{2961E9AF-5585-42A3-8133-293B1A6CFF5A}" type="parTrans" cxnId="{025F5006-B006-42AB-B41F-F5EBEBD397DD}">
      <dgm:prSet/>
      <dgm:spPr/>
      <dgm:t>
        <a:bodyPr/>
        <a:lstStyle/>
        <a:p>
          <a:endParaRPr lang="en-US"/>
        </a:p>
      </dgm:t>
    </dgm:pt>
    <dgm:pt modelId="{F4F57359-2C3A-4A08-9281-FBC72482612A}" type="sibTrans" cxnId="{025F5006-B006-42AB-B41F-F5EBEBD397DD}">
      <dgm:prSet/>
      <dgm:spPr/>
      <dgm:t>
        <a:bodyPr/>
        <a:lstStyle/>
        <a:p>
          <a:endParaRPr lang="en-US"/>
        </a:p>
      </dgm:t>
    </dgm:pt>
    <dgm:pt modelId="{0798544E-C32C-4331-88D9-835BDE3F3B00}">
      <dgm:prSet/>
      <dgm:spPr/>
      <dgm:t>
        <a:bodyPr/>
        <a:lstStyle/>
        <a:p>
          <a:r>
            <a:rPr lang="en-US" b="0" i="0" baseline="0" dirty="0"/>
            <a:t>Subsequent snapshots are incremental</a:t>
          </a:r>
          <a:endParaRPr lang="en-US" dirty="0"/>
        </a:p>
      </dgm:t>
    </dgm:pt>
    <dgm:pt modelId="{EC02BC38-5A7D-421A-8F35-23BDAAE80FBB}" type="parTrans" cxnId="{CEC79C22-2789-498E-8C77-37A0D4E80C67}">
      <dgm:prSet/>
      <dgm:spPr/>
      <dgm:t>
        <a:bodyPr/>
        <a:lstStyle/>
        <a:p>
          <a:endParaRPr lang="en-US"/>
        </a:p>
      </dgm:t>
    </dgm:pt>
    <dgm:pt modelId="{7DE390DA-2E07-43F0-BA04-AC49923516F5}" type="sibTrans" cxnId="{CEC79C22-2789-498E-8C77-37A0D4E80C67}">
      <dgm:prSet/>
      <dgm:spPr/>
      <dgm:t>
        <a:bodyPr/>
        <a:lstStyle/>
        <a:p>
          <a:endParaRPr lang="en-US"/>
        </a:p>
      </dgm:t>
    </dgm:pt>
    <dgm:pt modelId="{F108FC0F-C30D-49A0-852F-F8C3DCDA5875}">
      <dgm:prSet/>
      <dgm:spPr/>
      <dgm:t>
        <a:bodyPr/>
        <a:lstStyle/>
        <a:p>
          <a:r>
            <a:rPr lang="en-US" b="1" i="0" baseline="0"/>
            <a:t>Snapshot Process</a:t>
          </a:r>
          <a:endParaRPr lang="en-US"/>
        </a:p>
      </dgm:t>
    </dgm:pt>
    <dgm:pt modelId="{7110A713-9C99-4539-81A2-17D7B925E579}" type="parTrans" cxnId="{A1550521-E486-4DE4-946A-41AAEA99A64E}">
      <dgm:prSet/>
      <dgm:spPr/>
      <dgm:t>
        <a:bodyPr/>
        <a:lstStyle/>
        <a:p>
          <a:endParaRPr lang="en-US"/>
        </a:p>
      </dgm:t>
    </dgm:pt>
    <dgm:pt modelId="{C7FA4D98-8788-45E7-86EF-3BCCC80C080F}" type="sibTrans" cxnId="{A1550521-E486-4DE4-946A-41AAEA99A64E}">
      <dgm:prSet/>
      <dgm:spPr/>
      <dgm:t>
        <a:bodyPr/>
        <a:lstStyle/>
        <a:p>
          <a:endParaRPr lang="en-US"/>
        </a:p>
      </dgm:t>
    </dgm:pt>
    <dgm:pt modelId="{4DA33D28-8950-4C87-9064-D108CE83CF3A}">
      <dgm:prSet/>
      <dgm:spPr/>
      <dgm:t>
        <a:bodyPr/>
        <a:lstStyle/>
        <a:p>
          <a:r>
            <a:rPr lang="en-US" b="0" i="0" baseline="0" dirty="0"/>
            <a:t>EBS volume → Create snapshot → Snapshot storage → Restore snapshot → New EBS volume</a:t>
          </a:r>
          <a:endParaRPr lang="en-US" dirty="0"/>
        </a:p>
      </dgm:t>
    </dgm:pt>
    <dgm:pt modelId="{E9F141AF-0484-45DA-ADAC-6A64AC69CB34}" type="parTrans" cxnId="{4D3966CA-5FAF-4C44-8011-7C353AC6BFA6}">
      <dgm:prSet/>
      <dgm:spPr/>
      <dgm:t>
        <a:bodyPr/>
        <a:lstStyle/>
        <a:p>
          <a:endParaRPr lang="en-US"/>
        </a:p>
      </dgm:t>
    </dgm:pt>
    <dgm:pt modelId="{5481571B-5B06-4815-A81A-C5B77CF577FD}" type="sibTrans" cxnId="{4D3966CA-5FAF-4C44-8011-7C353AC6BFA6}">
      <dgm:prSet/>
      <dgm:spPr/>
      <dgm:t>
        <a:bodyPr/>
        <a:lstStyle/>
        <a:p>
          <a:endParaRPr lang="en-US"/>
        </a:p>
      </dgm:t>
    </dgm:pt>
    <dgm:pt modelId="{5E3E182D-3DC9-40BF-B707-58EC9C330135}" type="pres">
      <dgm:prSet presAssocID="{FDF73702-D26D-4D48-9626-A5A4318988D1}" presName="Name0" presStyleCnt="0">
        <dgm:presLayoutVars>
          <dgm:dir/>
          <dgm:animLvl val="lvl"/>
          <dgm:resizeHandles val="exact"/>
        </dgm:presLayoutVars>
      </dgm:prSet>
      <dgm:spPr/>
    </dgm:pt>
    <dgm:pt modelId="{BDA7CC9A-0A5C-42AE-BA17-8284F8E30BC0}" type="pres">
      <dgm:prSet presAssocID="{2D1D8091-247E-4694-98FE-BC06272D538C}" presName="linNode" presStyleCnt="0"/>
      <dgm:spPr/>
    </dgm:pt>
    <dgm:pt modelId="{46F5AEB1-F1F0-42B2-B7A7-6082E700C0E4}" type="pres">
      <dgm:prSet presAssocID="{2D1D8091-247E-4694-98FE-BC06272D538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FFE8274D-72C2-427D-8516-8C219263B688}" type="pres">
      <dgm:prSet presAssocID="{2D1D8091-247E-4694-98FE-BC06272D538C}" presName="descendantText" presStyleLbl="alignAccFollowNode1" presStyleIdx="0" presStyleCnt="2">
        <dgm:presLayoutVars>
          <dgm:bulletEnabled val="1"/>
        </dgm:presLayoutVars>
      </dgm:prSet>
      <dgm:spPr/>
    </dgm:pt>
    <dgm:pt modelId="{7F9E015A-BC27-4C07-B724-25CEE8141C46}" type="pres">
      <dgm:prSet presAssocID="{12E4F157-6282-4EE0-A07E-117F979C2954}" presName="sp" presStyleCnt="0"/>
      <dgm:spPr/>
    </dgm:pt>
    <dgm:pt modelId="{85B0BEA3-A28C-474E-9086-27CE1C6B4134}" type="pres">
      <dgm:prSet presAssocID="{F108FC0F-C30D-49A0-852F-F8C3DCDA5875}" presName="linNode" presStyleCnt="0"/>
      <dgm:spPr/>
    </dgm:pt>
    <dgm:pt modelId="{64F37524-5022-496D-B362-C9C73547EF24}" type="pres">
      <dgm:prSet presAssocID="{F108FC0F-C30D-49A0-852F-F8C3DCDA5875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CE89F8B9-AF88-4E51-AE54-C4E354E2BAA9}" type="pres">
      <dgm:prSet presAssocID="{F108FC0F-C30D-49A0-852F-F8C3DCDA587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25F5006-B006-42AB-B41F-F5EBEBD397DD}" srcId="{2D1D8091-247E-4694-98FE-BC06272D538C}" destId="{13ABDA14-1419-4634-9E3F-7AE66FA0970F}" srcOrd="1" destOrd="0" parTransId="{2961E9AF-5585-42A3-8133-293B1A6CFF5A}" sibTransId="{F4F57359-2C3A-4A08-9281-FBC72482612A}"/>
    <dgm:cxn modelId="{7BB60E09-0A4B-4FCA-81F9-33987CB07941}" type="presOf" srcId="{0798544E-C32C-4331-88D9-835BDE3F3B00}" destId="{FFE8274D-72C2-427D-8516-8C219263B688}" srcOrd="0" destOrd="2" presId="urn:microsoft.com/office/officeart/2005/8/layout/vList5"/>
    <dgm:cxn modelId="{AB78C810-F863-42B7-9C7F-EF303ACA9FC5}" type="presOf" srcId="{FDF73702-D26D-4D48-9626-A5A4318988D1}" destId="{5E3E182D-3DC9-40BF-B707-58EC9C330135}" srcOrd="0" destOrd="0" presId="urn:microsoft.com/office/officeart/2005/8/layout/vList5"/>
    <dgm:cxn modelId="{A1550521-E486-4DE4-946A-41AAEA99A64E}" srcId="{FDF73702-D26D-4D48-9626-A5A4318988D1}" destId="{F108FC0F-C30D-49A0-852F-F8C3DCDA5875}" srcOrd="1" destOrd="0" parTransId="{7110A713-9C99-4539-81A2-17D7B925E579}" sibTransId="{C7FA4D98-8788-45E7-86EF-3BCCC80C080F}"/>
    <dgm:cxn modelId="{CEC79C22-2789-498E-8C77-37A0D4E80C67}" srcId="{2D1D8091-247E-4694-98FE-BC06272D538C}" destId="{0798544E-C32C-4331-88D9-835BDE3F3B00}" srcOrd="2" destOrd="0" parTransId="{EC02BC38-5A7D-421A-8F35-23BDAAE80FBB}" sibTransId="{7DE390DA-2E07-43F0-BA04-AC49923516F5}"/>
    <dgm:cxn modelId="{1DD09F2D-E7DF-40EC-B6B5-E54EB37BA83A}" type="presOf" srcId="{4DA33D28-8950-4C87-9064-D108CE83CF3A}" destId="{CE89F8B9-AF88-4E51-AE54-C4E354E2BAA9}" srcOrd="0" destOrd="0" presId="urn:microsoft.com/office/officeart/2005/8/layout/vList5"/>
    <dgm:cxn modelId="{7766A335-E9AD-4190-B29D-00D8C57A6B22}" type="presOf" srcId="{F108FC0F-C30D-49A0-852F-F8C3DCDA5875}" destId="{64F37524-5022-496D-B362-C9C73547EF24}" srcOrd="0" destOrd="0" presId="urn:microsoft.com/office/officeart/2005/8/layout/vList5"/>
    <dgm:cxn modelId="{BE333E68-CC41-485A-9A13-EFE08F1E6D75}" srcId="{FDF73702-D26D-4D48-9626-A5A4318988D1}" destId="{2D1D8091-247E-4694-98FE-BC06272D538C}" srcOrd="0" destOrd="0" parTransId="{7F7802B3-BC45-4502-B7C3-FC4152EC22EC}" sibTransId="{12E4F157-6282-4EE0-A07E-117F979C2954}"/>
    <dgm:cxn modelId="{05B4246F-E749-4DAC-A30E-E1B60CCFB61E}" type="presOf" srcId="{13ABDA14-1419-4634-9E3F-7AE66FA0970F}" destId="{FFE8274D-72C2-427D-8516-8C219263B688}" srcOrd="0" destOrd="1" presId="urn:microsoft.com/office/officeart/2005/8/layout/vList5"/>
    <dgm:cxn modelId="{CA96A5AF-31C9-4CD7-9E5D-069A77137185}" srcId="{2D1D8091-247E-4694-98FE-BC06272D538C}" destId="{73A85C63-8B62-4F57-8A54-7EA3E5EE852E}" srcOrd="0" destOrd="0" parTransId="{9DDFBD2F-8976-4404-975A-91DCB1AD6090}" sibTransId="{CF68B511-AD82-4017-B0B7-4F2C3CAAA533}"/>
    <dgm:cxn modelId="{4D3966CA-5FAF-4C44-8011-7C353AC6BFA6}" srcId="{F108FC0F-C30D-49A0-852F-F8C3DCDA5875}" destId="{4DA33D28-8950-4C87-9064-D108CE83CF3A}" srcOrd="0" destOrd="0" parTransId="{E9F141AF-0484-45DA-ADAC-6A64AC69CB34}" sibTransId="{5481571B-5B06-4815-A81A-C5B77CF577FD}"/>
    <dgm:cxn modelId="{2F83E7D9-CF08-4D5C-A56F-849909C31F12}" type="presOf" srcId="{73A85C63-8B62-4F57-8A54-7EA3E5EE852E}" destId="{FFE8274D-72C2-427D-8516-8C219263B688}" srcOrd="0" destOrd="0" presId="urn:microsoft.com/office/officeart/2005/8/layout/vList5"/>
    <dgm:cxn modelId="{4A1B8FEF-276C-4858-B5E0-218F4D786206}" type="presOf" srcId="{2D1D8091-247E-4694-98FE-BC06272D538C}" destId="{46F5AEB1-F1F0-42B2-B7A7-6082E700C0E4}" srcOrd="0" destOrd="0" presId="urn:microsoft.com/office/officeart/2005/8/layout/vList5"/>
    <dgm:cxn modelId="{2366A463-7E9C-44CA-AB4F-897B839C2926}" type="presParOf" srcId="{5E3E182D-3DC9-40BF-B707-58EC9C330135}" destId="{BDA7CC9A-0A5C-42AE-BA17-8284F8E30BC0}" srcOrd="0" destOrd="0" presId="urn:microsoft.com/office/officeart/2005/8/layout/vList5"/>
    <dgm:cxn modelId="{91907FFE-4F7C-43F0-BBAB-1BF750083EE8}" type="presParOf" srcId="{BDA7CC9A-0A5C-42AE-BA17-8284F8E30BC0}" destId="{46F5AEB1-F1F0-42B2-B7A7-6082E700C0E4}" srcOrd="0" destOrd="0" presId="urn:microsoft.com/office/officeart/2005/8/layout/vList5"/>
    <dgm:cxn modelId="{C703FC09-4A60-497B-BE19-71FD44FA5D1E}" type="presParOf" srcId="{BDA7CC9A-0A5C-42AE-BA17-8284F8E30BC0}" destId="{FFE8274D-72C2-427D-8516-8C219263B688}" srcOrd="1" destOrd="0" presId="urn:microsoft.com/office/officeart/2005/8/layout/vList5"/>
    <dgm:cxn modelId="{160E892F-59E6-4F09-9914-E9B9996172C8}" type="presParOf" srcId="{5E3E182D-3DC9-40BF-B707-58EC9C330135}" destId="{7F9E015A-BC27-4C07-B724-25CEE8141C46}" srcOrd="1" destOrd="0" presId="urn:microsoft.com/office/officeart/2005/8/layout/vList5"/>
    <dgm:cxn modelId="{B27F4826-C1EB-4E4D-95E6-1E55C4EA0E8D}" type="presParOf" srcId="{5E3E182D-3DC9-40BF-B707-58EC9C330135}" destId="{85B0BEA3-A28C-474E-9086-27CE1C6B4134}" srcOrd="2" destOrd="0" presId="urn:microsoft.com/office/officeart/2005/8/layout/vList5"/>
    <dgm:cxn modelId="{1556ECE4-DEA6-4F29-B032-48C10F836E8A}" type="presParOf" srcId="{85B0BEA3-A28C-474E-9086-27CE1C6B4134}" destId="{64F37524-5022-496D-B362-C9C73547EF24}" srcOrd="0" destOrd="0" presId="urn:microsoft.com/office/officeart/2005/8/layout/vList5"/>
    <dgm:cxn modelId="{7403E9D8-802B-49D3-8837-1D44FCBDC5DB}" type="presParOf" srcId="{85B0BEA3-A28C-474E-9086-27CE1C6B4134}" destId="{CE89F8B9-AF88-4E51-AE54-C4E354E2BAA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91307FC1-A2A7-482D-B1FD-AFDBA4EF51FC}" type="doc">
      <dgm:prSet loTypeId="urn:microsoft.com/office/officeart/2005/8/layout/vList5" loCatId="list" qsTypeId="urn:microsoft.com/office/officeart/2005/8/quickstyle/simple1#7" qsCatId="simple" csTypeId="urn:microsoft.com/office/officeart/2005/8/colors/accent2_2#1" csCatId="accent2"/>
      <dgm:spPr/>
      <dgm:t>
        <a:bodyPr/>
        <a:lstStyle/>
        <a:p>
          <a:endParaRPr lang="en-US"/>
        </a:p>
      </dgm:t>
    </dgm:pt>
    <dgm:pt modelId="{711ADA0D-408A-49F8-9DBA-1E64D312811B}">
      <dgm:prSet/>
      <dgm:spPr/>
      <dgm:t>
        <a:bodyPr/>
        <a:lstStyle/>
        <a:p>
          <a:r>
            <a:rPr lang="en-US" b="1" i="0" baseline="0"/>
            <a:t>Restore Process</a:t>
          </a:r>
          <a:endParaRPr lang="en-US"/>
        </a:p>
      </dgm:t>
    </dgm:pt>
    <dgm:pt modelId="{73C62C9A-B4DC-4B97-8A47-3529FCE7BD0F}" type="parTrans" cxnId="{91588C92-7872-4EBD-8122-AB807ED8035E}">
      <dgm:prSet/>
      <dgm:spPr/>
      <dgm:t>
        <a:bodyPr/>
        <a:lstStyle/>
        <a:p>
          <a:endParaRPr lang="en-US"/>
        </a:p>
      </dgm:t>
    </dgm:pt>
    <dgm:pt modelId="{AF20A0E7-E03A-418F-A50A-881A4C63888D}" type="sibTrans" cxnId="{91588C92-7872-4EBD-8122-AB807ED8035E}">
      <dgm:prSet/>
      <dgm:spPr/>
      <dgm:t>
        <a:bodyPr/>
        <a:lstStyle/>
        <a:p>
          <a:endParaRPr lang="en-US"/>
        </a:p>
      </dgm:t>
    </dgm:pt>
    <dgm:pt modelId="{374EA0E0-DB83-4248-9091-CA95929C85AB}">
      <dgm:prSet/>
      <dgm:spPr/>
      <dgm:t>
        <a:bodyPr/>
        <a:lstStyle/>
        <a:p>
          <a:r>
            <a:rPr lang="en-US" b="0" i="0" baseline="0"/>
            <a:t>Create or select a snapshot</a:t>
          </a:r>
          <a:endParaRPr lang="en-US"/>
        </a:p>
      </dgm:t>
    </dgm:pt>
    <dgm:pt modelId="{6A4660C0-A428-4A91-BBD7-0A7E3264D1E9}" type="parTrans" cxnId="{E2362487-789C-4346-8F3A-AAA65FC6E570}">
      <dgm:prSet/>
      <dgm:spPr/>
      <dgm:t>
        <a:bodyPr/>
        <a:lstStyle/>
        <a:p>
          <a:endParaRPr lang="en-US"/>
        </a:p>
      </dgm:t>
    </dgm:pt>
    <dgm:pt modelId="{5A563376-942C-4D09-99F7-C28F27669D3E}" type="sibTrans" cxnId="{E2362487-789C-4346-8F3A-AAA65FC6E570}">
      <dgm:prSet/>
      <dgm:spPr/>
      <dgm:t>
        <a:bodyPr/>
        <a:lstStyle/>
        <a:p>
          <a:endParaRPr lang="en-US"/>
        </a:p>
      </dgm:t>
    </dgm:pt>
    <dgm:pt modelId="{E24A5F60-1ACC-48A6-B3E7-3B674F9DB25F}">
      <dgm:prSet/>
      <dgm:spPr/>
      <dgm:t>
        <a:bodyPr/>
        <a:lstStyle/>
        <a:p>
          <a:r>
            <a:rPr lang="en-US" b="0" i="0" baseline="0"/>
            <a:t>Create a new EBS volume from the snapshot</a:t>
          </a:r>
          <a:endParaRPr lang="en-US"/>
        </a:p>
      </dgm:t>
    </dgm:pt>
    <dgm:pt modelId="{60D6682D-802B-4109-A1F5-6A21A8000298}" type="parTrans" cxnId="{A9641678-C6B1-4CD7-A443-EAFB58683C1F}">
      <dgm:prSet/>
      <dgm:spPr/>
      <dgm:t>
        <a:bodyPr/>
        <a:lstStyle/>
        <a:p>
          <a:endParaRPr lang="en-US"/>
        </a:p>
      </dgm:t>
    </dgm:pt>
    <dgm:pt modelId="{26B0CAF4-8873-497B-B50E-7956C751794F}" type="sibTrans" cxnId="{A9641678-C6B1-4CD7-A443-EAFB58683C1F}">
      <dgm:prSet/>
      <dgm:spPr/>
      <dgm:t>
        <a:bodyPr/>
        <a:lstStyle/>
        <a:p>
          <a:endParaRPr lang="en-US"/>
        </a:p>
      </dgm:t>
    </dgm:pt>
    <dgm:pt modelId="{8C7A074C-4909-492D-A12A-8F5BDF20A988}">
      <dgm:prSet/>
      <dgm:spPr/>
      <dgm:t>
        <a:bodyPr/>
        <a:lstStyle/>
        <a:p>
          <a:r>
            <a:rPr lang="en-US" b="0" i="0" baseline="0"/>
            <a:t>Attach the restored volume to an EC2 instance</a:t>
          </a:r>
          <a:endParaRPr lang="en-US"/>
        </a:p>
      </dgm:t>
    </dgm:pt>
    <dgm:pt modelId="{37CAD789-51B4-4B79-B11C-2AEE7E269CBB}" type="parTrans" cxnId="{8B46B75E-2418-475B-8A08-DB5892153663}">
      <dgm:prSet/>
      <dgm:spPr/>
      <dgm:t>
        <a:bodyPr/>
        <a:lstStyle/>
        <a:p>
          <a:endParaRPr lang="en-US"/>
        </a:p>
      </dgm:t>
    </dgm:pt>
    <dgm:pt modelId="{2E29946C-82B1-4EEE-BDC4-E1B154822E97}" type="sibTrans" cxnId="{8B46B75E-2418-475B-8A08-DB5892153663}">
      <dgm:prSet/>
      <dgm:spPr/>
      <dgm:t>
        <a:bodyPr/>
        <a:lstStyle/>
        <a:p>
          <a:endParaRPr lang="en-US"/>
        </a:p>
      </dgm:t>
    </dgm:pt>
    <dgm:pt modelId="{F7FC9C91-A958-4574-9384-A13FF8E8B6CD}">
      <dgm:prSet/>
      <dgm:spPr/>
      <dgm:t>
        <a:bodyPr/>
        <a:lstStyle/>
        <a:p>
          <a:r>
            <a:rPr lang="en-US" b="0" i="0" baseline="0"/>
            <a:t>Recover application or user data</a:t>
          </a:r>
          <a:endParaRPr lang="en-US"/>
        </a:p>
      </dgm:t>
    </dgm:pt>
    <dgm:pt modelId="{F907AE0B-9422-431A-A70E-C0709E010584}" type="parTrans" cxnId="{EA7ED0AA-FA30-48FC-80E7-B2A6FAAE23C3}">
      <dgm:prSet/>
      <dgm:spPr/>
      <dgm:t>
        <a:bodyPr/>
        <a:lstStyle/>
        <a:p>
          <a:endParaRPr lang="en-US"/>
        </a:p>
      </dgm:t>
    </dgm:pt>
    <dgm:pt modelId="{670BA1A9-ACB1-4F58-9EB8-7CB428D5C27F}" type="sibTrans" cxnId="{EA7ED0AA-FA30-48FC-80E7-B2A6FAAE23C3}">
      <dgm:prSet/>
      <dgm:spPr/>
      <dgm:t>
        <a:bodyPr/>
        <a:lstStyle/>
        <a:p>
          <a:endParaRPr lang="en-US"/>
        </a:p>
      </dgm:t>
    </dgm:pt>
    <dgm:pt modelId="{0021B295-BF44-4D34-87D7-4634D8E6F69B}">
      <dgm:prSet/>
      <dgm:spPr/>
      <dgm:t>
        <a:bodyPr/>
        <a:lstStyle/>
        <a:p>
          <a:r>
            <a:rPr lang="en-US" b="1" i="0" baseline="0"/>
            <a:t>Disaster Recovery</a:t>
          </a:r>
          <a:endParaRPr lang="en-US"/>
        </a:p>
      </dgm:t>
    </dgm:pt>
    <dgm:pt modelId="{1A5BCE1E-6EAA-4AB1-9A36-CAF47468E498}" type="parTrans" cxnId="{B2D005F8-6FCF-4D4B-A5B9-97192405020E}">
      <dgm:prSet/>
      <dgm:spPr/>
      <dgm:t>
        <a:bodyPr/>
        <a:lstStyle/>
        <a:p>
          <a:endParaRPr lang="en-US"/>
        </a:p>
      </dgm:t>
    </dgm:pt>
    <dgm:pt modelId="{98E36A55-4700-4ACC-BE24-23AA7192AFDF}" type="sibTrans" cxnId="{B2D005F8-6FCF-4D4B-A5B9-97192405020E}">
      <dgm:prSet/>
      <dgm:spPr/>
      <dgm:t>
        <a:bodyPr/>
        <a:lstStyle/>
        <a:p>
          <a:endParaRPr lang="en-US"/>
        </a:p>
      </dgm:t>
    </dgm:pt>
    <dgm:pt modelId="{58894227-4AD6-42E5-B319-39CEDEAE694F}">
      <dgm:prSet/>
      <dgm:spPr/>
      <dgm:t>
        <a:bodyPr/>
        <a:lstStyle/>
        <a:p>
          <a:r>
            <a:rPr lang="en-US" b="0" i="0" baseline="0"/>
            <a:t>Snapshots can be copied to another AWS Region</a:t>
          </a:r>
          <a:endParaRPr lang="en-US"/>
        </a:p>
      </dgm:t>
    </dgm:pt>
    <dgm:pt modelId="{00360AB7-5C25-4382-BE66-CF54992C8EC7}" type="parTrans" cxnId="{2E9088F0-09FD-4B4C-ADAC-F1A0FA8E8DAA}">
      <dgm:prSet/>
      <dgm:spPr/>
      <dgm:t>
        <a:bodyPr/>
        <a:lstStyle/>
        <a:p>
          <a:endParaRPr lang="en-US"/>
        </a:p>
      </dgm:t>
    </dgm:pt>
    <dgm:pt modelId="{C8538816-8BB6-47C8-BFA2-409AA4C0BD7E}" type="sibTrans" cxnId="{2E9088F0-09FD-4B4C-ADAC-F1A0FA8E8DAA}">
      <dgm:prSet/>
      <dgm:spPr/>
      <dgm:t>
        <a:bodyPr/>
        <a:lstStyle/>
        <a:p>
          <a:endParaRPr lang="en-US"/>
        </a:p>
      </dgm:t>
    </dgm:pt>
    <dgm:pt modelId="{2B687BAF-2C68-4D70-BF87-6F79439F04CB}">
      <dgm:prSet/>
      <dgm:spPr/>
      <dgm:t>
        <a:bodyPr/>
        <a:lstStyle/>
        <a:p>
          <a:r>
            <a:rPr lang="en-US" b="0" i="0" baseline="0"/>
            <a:t>Cross-Region copies support disaster recovery strategies</a:t>
          </a:r>
          <a:endParaRPr lang="en-US"/>
        </a:p>
      </dgm:t>
    </dgm:pt>
    <dgm:pt modelId="{3038F11C-5AA2-4B0A-8154-58610EF78FFB}" type="parTrans" cxnId="{7B9BCCB3-4934-449B-805F-13773DF5E8C5}">
      <dgm:prSet/>
      <dgm:spPr/>
      <dgm:t>
        <a:bodyPr/>
        <a:lstStyle/>
        <a:p>
          <a:endParaRPr lang="en-US"/>
        </a:p>
      </dgm:t>
    </dgm:pt>
    <dgm:pt modelId="{B637336C-031A-4A29-82D7-F61886535657}" type="sibTrans" cxnId="{7B9BCCB3-4934-449B-805F-13773DF5E8C5}">
      <dgm:prSet/>
      <dgm:spPr/>
      <dgm:t>
        <a:bodyPr/>
        <a:lstStyle/>
        <a:p>
          <a:endParaRPr lang="en-US"/>
        </a:p>
      </dgm:t>
    </dgm:pt>
    <dgm:pt modelId="{90E7170C-2390-4F89-B65C-51864DBB1E1C}">
      <dgm:prSet/>
      <dgm:spPr/>
      <dgm:t>
        <a:bodyPr/>
        <a:lstStyle/>
        <a:p>
          <a:r>
            <a:rPr lang="en-US" b="0" i="0" baseline="0" dirty="0"/>
            <a:t>Snapshots remain independent of the original volume</a:t>
          </a:r>
          <a:endParaRPr lang="en-US" dirty="0"/>
        </a:p>
      </dgm:t>
    </dgm:pt>
    <dgm:pt modelId="{D61FD9FD-5D25-46F6-BB9B-7AA6B3C33800}" type="parTrans" cxnId="{00399FB9-AF1A-4CD9-8B14-DD9602C5222C}">
      <dgm:prSet/>
      <dgm:spPr/>
      <dgm:t>
        <a:bodyPr/>
        <a:lstStyle/>
        <a:p>
          <a:endParaRPr lang="en-US"/>
        </a:p>
      </dgm:t>
    </dgm:pt>
    <dgm:pt modelId="{E9DCF28B-A50E-4A2A-9A2A-D12AC5EC2F7F}" type="sibTrans" cxnId="{00399FB9-AF1A-4CD9-8B14-DD9602C5222C}">
      <dgm:prSet/>
      <dgm:spPr/>
      <dgm:t>
        <a:bodyPr/>
        <a:lstStyle/>
        <a:p>
          <a:endParaRPr lang="en-US"/>
        </a:p>
      </dgm:t>
    </dgm:pt>
    <dgm:pt modelId="{C62B6DF0-C850-4648-BB01-EBC31FBAD3B8}" type="pres">
      <dgm:prSet presAssocID="{91307FC1-A2A7-482D-B1FD-AFDBA4EF51FC}" presName="Name0" presStyleCnt="0">
        <dgm:presLayoutVars>
          <dgm:dir/>
          <dgm:animLvl val="lvl"/>
          <dgm:resizeHandles val="exact"/>
        </dgm:presLayoutVars>
      </dgm:prSet>
      <dgm:spPr/>
    </dgm:pt>
    <dgm:pt modelId="{381CFAF9-D69F-4DBF-BF0C-3E5F3C50A8DC}" type="pres">
      <dgm:prSet presAssocID="{711ADA0D-408A-49F8-9DBA-1E64D312811B}" presName="linNode" presStyleCnt="0"/>
      <dgm:spPr/>
    </dgm:pt>
    <dgm:pt modelId="{74454BF8-0C63-4E2C-82B5-1834E3EAA4F4}" type="pres">
      <dgm:prSet presAssocID="{711ADA0D-408A-49F8-9DBA-1E64D312811B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930F3FF1-DB2E-46F5-AFAD-A2EFC04C16AF}" type="pres">
      <dgm:prSet presAssocID="{711ADA0D-408A-49F8-9DBA-1E64D312811B}" presName="descendantText" presStyleLbl="alignAccFollowNode1" presStyleIdx="0" presStyleCnt="2">
        <dgm:presLayoutVars>
          <dgm:bulletEnabled val="1"/>
        </dgm:presLayoutVars>
      </dgm:prSet>
      <dgm:spPr/>
    </dgm:pt>
    <dgm:pt modelId="{878EFFF0-9E63-476E-B43C-6B18AF9E5525}" type="pres">
      <dgm:prSet presAssocID="{AF20A0E7-E03A-418F-A50A-881A4C63888D}" presName="sp" presStyleCnt="0"/>
      <dgm:spPr/>
    </dgm:pt>
    <dgm:pt modelId="{A421DBEB-8C0D-4807-A0A8-09273BD8D6C8}" type="pres">
      <dgm:prSet presAssocID="{0021B295-BF44-4D34-87D7-4634D8E6F69B}" presName="linNode" presStyleCnt="0"/>
      <dgm:spPr/>
    </dgm:pt>
    <dgm:pt modelId="{034CF6EC-74EE-47F9-BD24-A207973A16F6}" type="pres">
      <dgm:prSet presAssocID="{0021B295-BF44-4D34-87D7-4634D8E6F69B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3EC7271F-AF46-4BBB-8F4B-90B062ABFC13}" type="pres">
      <dgm:prSet presAssocID="{0021B295-BF44-4D34-87D7-4634D8E6F69B}" presName="descendantText" presStyleLbl="alignAccFollowNode1" presStyleIdx="1" presStyleCnt="2" custLinFactNeighborY="390">
        <dgm:presLayoutVars>
          <dgm:bulletEnabled val="1"/>
        </dgm:presLayoutVars>
      </dgm:prSet>
      <dgm:spPr/>
    </dgm:pt>
  </dgm:ptLst>
  <dgm:cxnLst>
    <dgm:cxn modelId="{E682DF12-B956-41C4-8FEA-6C8607560DE2}" type="presOf" srcId="{F7FC9C91-A958-4574-9384-A13FF8E8B6CD}" destId="{930F3FF1-DB2E-46F5-AFAD-A2EFC04C16AF}" srcOrd="0" destOrd="3" presId="urn:microsoft.com/office/officeart/2005/8/layout/vList5"/>
    <dgm:cxn modelId="{9A4EF21D-D981-49AA-81AD-1A54072F069B}" type="presOf" srcId="{E24A5F60-1ACC-48A6-B3E7-3B674F9DB25F}" destId="{930F3FF1-DB2E-46F5-AFAD-A2EFC04C16AF}" srcOrd="0" destOrd="1" presId="urn:microsoft.com/office/officeart/2005/8/layout/vList5"/>
    <dgm:cxn modelId="{0AA24123-10B7-4A24-A390-BB99B1A069B3}" type="presOf" srcId="{91307FC1-A2A7-482D-B1FD-AFDBA4EF51FC}" destId="{C62B6DF0-C850-4648-BB01-EBC31FBAD3B8}" srcOrd="0" destOrd="0" presId="urn:microsoft.com/office/officeart/2005/8/layout/vList5"/>
    <dgm:cxn modelId="{8B46B75E-2418-475B-8A08-DB5892153663}" srcId="{711ADA0D-408A-49F8-9DBA-1E64D312811B}" destId="{8C7A074C-4909-492D-A12A-8F5BDF20A988}" srcOrd="2" destOrd="0" parTransId="{37CAD789-51B4-4B79-B11C-2AEE7E269CBB}" sibTransId="{2E29946C-82B1-4EEE-BDC4-E1B154822E97}"/>
    <dgm:cxn modelId="{A9641678-C6B1-4CD7-A443-EAFB58683C1F}" srcId="{711ADA0D-408A-49F8-9DBA-1E64D312811B}" destId="{E24A5F60-1ACC-48A6-B3E7-3B674F9DB25F}" srcOrd="1" destOrd="0" parTransId="{60D6682D-802B-4109-A1F5-6A21A8000298}" sibTransId="{26B0CAF4-8873-497B-B50E-7956C751794F}"/>
    <dgm:cxn modelId="{C3CB1759-9AF7-4331-9E2E-B65C2F951520}" type="presOf" srcId="{2B687BAF-2C68-4D70-BF87-6F79439F04CB}" destId="{3EC7271F-AF46-4BBB-8F4B-90B062ABFC13}" srcOrd="0" destOrd="1" presId="urn:microsoft.com/office/officeart/2005/8/layout/vList5"/>
    <dgm:cxn modelId="{E2362487-789C-4346-8F3A-AAA65FC6E570}" srcId="{711ADA0D-408A-49F8-9DBA-1E64D312811B}" destId="{374EA0E0-DB83-4248-9091-CA95929C85AB}" srcOrd="0" destOrd="0" parTransId="{6A4660C0-A428-4A91-BBD7-0A7E3264D1E9}" sibTransId="{5A563376-942C-4D09-99F7-C28F27669D3E}"/>
    <dgm:cxn modelId="{F9C4CD8B-CEE4-4026-8FB8-FFFD62077895}" type="presOf" srcId="{8C7A074C-4909-492D-A12A-8F5BDF20A988}" destId="{930F3FF1-DB2E-46F5-AFAD-A2EFC04C16AF}" srcOrd="0" destOrd="2" presId="urn:microsoft.com/office/officeart/2005/8/layout/vList5"/>
    <dgm:cxn modelId="{91588C92-7872-4EBD-8122-AB807ED8035E}" srcId="{91307FC1-A2A7-482D-B1FD-AFDBA4EF51FC}" destId="{711ADA0D-408A-49F8-9DBA-1E64D312811B}" srcOrd="0" destOrd="0" parTransId="{73C62C9A-B4DC-4B97-8A47-3529FCE7BD0F}" sibTransId="{AF20A0E7-E03A-418F-A50A-881A4C63888D}"/>
    <dgm:cxn modelId="{A90E9F95-6AE6-4578-8EC0-0717CDE0E16D}" type="presOf" srcId="{58894227-4AD6-42E5-B319-39CEDEAE694F}" destId="{3EC7271F-AF46-4BBB-8F4B-90B062ABFC13}" srcOrd="0" destOrd="0" presId="urn:microsoft.com/office/officeart/2005/8/layout/vList5"/>
    <dgm:cxn modelId="{EA7ED0AA-FA30-48FC-80E7-B2A6FAAE23C3}" srcId="{711ADA0D-408A-49F8-9DBA-1E64D312811B}" destId="{F7FC9C91-A958-4574-9384-A13FF8E8B6CD}" srcOrd="3" destOrd="0" parTransId="{F907AE0B-9422-431A-A70E-C0709E010584}" sibTransId="{670BA1A9-ACB1-4F58-9EB8-7CB428D5C27F}"/>
    <dgm:cxn modelId="{7B9BCCB3-4934-449B-805F-13773DF5E8C5}" srcId="{0021B295-BF44-4D34-87D7-4634D8E6F69B}" destId="{2B687BAF-2C68-4D70-BF87-6F79439F04CB}" srcOrd="1" destOrd="0" parTransId="{3038F11C-5AA2-4B0A-8154-58610EF78FFB}" sibTransId="{B637336C-031A-4A29-82D7-F61886535657}"/>
    <dgm:cxn modelId="{00399FB9-AF1A-4CD9-8B14-DD9602C5222C}" srcId="{0021B295-BF44-4D34-87D7-4634D8E6F69B}" destId="{90E7170C-2390-4F89-B65C-51864DBB1E1C}" srcOrd="2" destOrd="0" parTransId="{D61FD9FD-5D25-46F6-BB9B-7AA6B3C33800}" sibTransId="{E9DCF28B-A50E-4A2A-9A2A-D12AC5EC2F7F}"/>
    <dgm:cxn modelId="{228F3AE5-652F-473D-A33C-C0B0FA5C11C3}" type="presOf" srcId="{0021B295-BF44-4D34-87D7-4634D8E6F69B}" destId="{034CF6EC-74EE-47F9-BD24-A207973A16F6}" srcOrd="0" destOrd="0" presId="urn:microsoft.com/office/officeart/2005/8/layout/vList5"/>
    <dgm:cxn modelId="{8C85BEE5-ED95-40B4-9E46-7A264847660C}" type="presOf" srcId="{374EA0E0-DB83-4248-9091-CA95929C85AB}" destId="{930F3FF1-DB2E-46F5-AFAD-A2EFC04C16AF}" srcOrd="0" destOrd="0" presId="urn:microsoft.com/office/officeart/2005/8/layout/vList5"/>
    <dgm:cxn modelId="{4BE3A6ED-448D-4EDD-9BE8-A1421344B064}" type="presOf" srcId="{90E7170C-2390-4F89-B65C-51864DBB1E1C}" destId="{3EC7271F-AF46-4BBB-8F4B-90B062ABFC13}" srcOrd="0" destOrd="2" presId="urn:microsoft.com/office/officeart/2005/8/layout/vList5"/>
    <dgm:cxn modelId="{2E9088F0-09FD-4B4C-ADAC-F1A0FA8E8DAA}" srcId="{0021B295-BF44-4D34-87D7-4634D8E6F69B}" destId="{58894227-4AD6-42E5-B319-39CEDEAE694F}" srcOrd="0" destOrd="0" parTransId="{00360AB7-5C25-4382-BE66-CF54992C8EC7}" sibTransId="{C8538816-8BB6-47C8-BFA2-409AA4C0BD7E}"/>
    <dgm:cxn modelId="{0DA605F6-B00F-4E46-BB37-E61E7F416D9D}" type="presOf" srcId="{711ADA0D-408A-49F8-9DBA-1E64D312811B}" destId="{74454BF8-0C63-4E2C-82B5-1834E3EAA4F4}" srcOrd="0" destOrd="0" presId="urn:microsoft.com/office/officeart/2005/8/layout/vList5"/>
    <dgm:cxn modelId="{B2D005F8-6FCF-4D4B-A5B9-97192405020E}" srcId="{91307FC1-A2A7-482D-B1FD-AFDBA4EF51FC}" destId="{0021B295-BF44-4D34-87D7-4634D8E6F69B}" srcOrd="1" destOrd="0" parTransId="{1A5BCE1E-6EAA-4AB1-9A36-CAF47468E498}" sibTransId="{98E36A55-4700-4ACC-BE24-23AA7192AFDF}"/>
    <dgm:cxn modelId="{59A5B160-B7BA-47F4-8618-925CEAE36046}" type="presParOf" srcId="{C62B6DF0-C850-4648-BB01-EBC31FBAD3B8}" destId="{381CFAF9-D69F-4DBF-BF0C-3E5F3C50A8DC}" srcOrd="0" destOrd="0" presId="urn:microsoft.com/office/officeart/2005/8/layout/vList5"/>
    <dgm:cxn modelId="{B986B126-0FC6-443A-A821-20C7DB5F0BAE}" type="presParOf" srcId="{381CFAF9-D69F-4DBF-BF0C-3E5F3C50A8DC}" destId="{74454BF8-0C63-4E2C-82B5-1834E3EAA4F4}" srcOrd="0" destOrd="0" presId="urn:microsoft.com/office/officeart/2005/8/layout/vList5"/>
    <dgm:cxn modelId="{67C2228B-4296-416A-9271-44E208A08D11}" type="presParOf" srcId="{381CFAF9-D69F-4DBF-BF0C-3E5F3C50A8DC}" destId="{930F3FF1-DB2E-46F5-AFAD-A2EFC04C16AF}" srcOrd="1" destOrd="0" presId="urn:microsoft.com/office/officeart/2005/8/layout/vList5"/>
    <dgm:cxn modelId="{E5E5FAFF-3F25-4099-A20B-B7005CDE78A3}" type="presParOf" srcId="{C62B6DF0-C850-4648-BB01-EBC31FBAD3B8}" destId="{878EFFF0-9E63-476E-B43C-6B18AF9E5525}" srcOrd="1" destOrd="0" presId="urn:microsoft.com/office/officeart/2005/8/layout/vList5"/>
    <dgm:cxn modelId="{6F588A61-A5FC-4267-96B1-6C99110BFC59}" type="presParOf" srcId="{C62B6DF0-C850-4648-BB01-EBC31FBAD3B8}" destId="{A421DBEB-8C0D-4807-A0A8-09273BD8D6C8}" srcOrd="2" destOrd="0" presId="urn:microsoft.com/office/officeart/2005/8/layout/vList5"/>
    <dgm:cxn modelId="{66B6E49B-E2CF-42F6-93B1-B7AFAD9DE2BC}" type="presParOf" srcId="{A421DBEB-8C0D-4807-A0A8-09273BD8D6C8}" destId="{034CF6EC-74EE-47F9-BD24-A207973A16F6}" srcOrd="0" destOrd="0" presId="urn:microsoft.com/office/officeart/2005/8/layout/vList5"/>
    <dgm:cxn modelId="{E9E0D197-C2E8-4C38-8DA9-3F81AE947414}" type="presParOf" srcId="{A421DBEB-8C0D-4807-A0A8-09273BD8D6C8}" destId="{3EC7271F-AF46-4BBB-8F4B-90B062ABFC13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3C3584A8-80CA-49E7-AAD5-69363DDAE2AB}" type="doc">
      <dgm:prSet loTypeId="urn:microsoft.com/office/officeart/2005/8/layout/vList5" loCatId="list" qsTypeId="urn:microsoft.com/office/officeart/2005/8/quickstyle/simple1#8" qsCatId="simple" csTypeId="urn:microsoft.com/office/officeart/2005/8/colors/colorful5#4" csCatId="colorful"/>
      <dgm:spPr/>
      <dgm:t>
        <a:bodyPr/>
        <a:lstStyle/>
        <a:p>
          <a:endParaRPr lang="en-US"/>
        </a:p>
      </dgm:t>
    </dgm:pt>
    <dgm:pt modelId="{4AC17439-98D5-4E06-B364-AA409516A5FC}">
      <dgm:prSet/>
      <dgm:spPr/>
      <dgm:t>
        <a:bodyPr/>
        <a:lstStyle/>
        <a:p>
          <a:r>
            <a:rPr lang="en-US" b="1" i="0" baseline="0"/>
            <a:t>Encryption</a:t>
          </a:r>
          <a:endParaRPr lang="en-US"/>
        </a:p>
      </dgm:t>
    </dgm:pt>
    <dgm:pt modelId="{7E6BDDA8-0C66-42A7-AE80-3BAAF92B8114}" type="parTrans" cxnId="{166A9A26-69AA-4483-9720-43924F4A54DB}">
      <dgm:prSet/>
      <dgm:spPr/>
      <dgm:t>
        <a:bodyPr/>
        <a:lstStyle/>
        <a:p>
          <a:endParaRPr lang="en-US"/>
        </a:p>
      </dgm:t>
    </dgm:pt>
    <dgm:pt modelId="{C483FA14-8997-4DFF-96C7-CD9E8FE54A42}" type="sibTrans" cxnId="{166A9A26-69AA-4483-9720-43924F4A54DB}">
      <dgm:prSet/>
      <dgm:spPr/>
      <dgm:t>
        <a:bodyPr/>
        <a:lstStyle/>
        <a:p>
          <a:endParaRPr lang="en-US"/>
        </a:p>
      </dgm:t>
    </dgm:pt>
    <dgm:pt modelId="{379F8309-DF22-462E-AC96-FAC5ADDE484A}">
      <dgm:prSet/>
      <dgm:spPr/>
      <dgm:t>
        <a:bodyPr/>
        <a:lstStyle/>
        <a:p>
          <a:r>
            <a:rPr lang="en-US" b="0" i="0" baseline="0"/>
            <a:t>EBS supports encryption</a:t>
          </a:r>
          <a:endParaRPr lang="en-US"/>
        </a:p>
      </dgm:t>
    </dgm:pt>
    <dgm:pt modelId="{BA7EAD55-42C1-437F-B40F-150847F3961B}" type="parTrans" cxnId="{765A23CC-EB12-4CFC-A0A9-C69CD82DB218}">
      <dgm:prSet/>
      <dgm:spPr/>
      <dgm:t>
        <a:bodyPr/>
        <a:lstStyle/>
        <a:p>
          <a:endParaRPr lang="en-US"/>
        </a:p>
      </dgm:t>
    </dgm:pt>
    <dgm:pt modelId="{29340D2A-778B-4C41-B86F-A1DFE64AE5DC}" type="sibTrans" cxnId="{765A23CC-EB12-4CFC-A0A9-C69CD82DB218}">
      <dgm:prSet/>
      <dgm:spPr/>
      <dgm:t>
        <a:bodyPr/>
        <a:lstStyle/>
        <a:p>
          <a:endParaRPr lang="en-US"/>
        </a:p>
      </dgm:t>
    </dgm:pt>
    <dgm:pt modelId="{F8D8665B-B836-4942-B48B-B22C2FA5AA44}">
      <dgm:prSet/>
      <dgm:spPr/>
      <dgm:t>
        <a:bodyPr/>
        <a:lstStyle/>
        <a:p>
          <a:r>
            <a:rPr lang="en-US" b="0" i="0" baseline="0"/>
            <a:t>Protects stored volume data</a:t>
          </a:r>
          <a:endParaRPr lang="en-US"/>
        </a:p>
      </dgm:t>
    </dgm:pt>
    <dgm:pt modelId="{5312FF08-5297-4350-ADBD-E435F04CC2F8}" type="parTrans" cxnId="{7D4B0A52-4B4B-46A1-A2E4-65B5EF352140}">
      <dgm:prSet/>
      <dgm:spPr/>
      <dgm:t>
        <a:bodyPr/>
        <a:lstStyle/>
        <a:p>
          <a:endParaRPr lang="en-US"/>
        </a:p>
      </dgm:t>
    </dgm:pt>
    <dgm:pt modelId="{5EDCB469-AAA2-4D25-8DA8-1EA3435B1E2A}" type="sibTrans" cxnId="{7D4B0A52-4B4B-46A1-A2E4-65B5EF352140}">
      <dgm:prSet/>
      <dgm:spPr/>
      <dgm:t>
        <a:bodyPr/>
        <a:lstStyle/>
        <a:p>
          <a:endParaRPr lang="en-US"/>
        </a:p>
      </dgm:t>
    </dgm:pt>
    <dgm:pt modelId="{C889324C-7628-48CD-A2C3-C9FE64070467}">
      <dgm:prSet/>
      <dgm:spPr/>
      <dgm:t>
        <a:bodyPr/>
        <a:lstStyle/>
        <a:p>
          <a:r>
            <a:rPr lang="en-US" b="0" i="0" baseline="0"/>
            <a:t>Snapshots can also be encrypted</a:t>
          </a:r>
          <a:endParaRPr lang="en-US"/>
        </a:p>
      </dgm:t>
    </dgm:pt>
    <dgm:pt modelId="{C8A48619-5AE9-4A3B-9F0B-6DDE439E209E}" type="parTrans" cxnId="{F188D545-B580-4E90-94D6-A0C0A6470FC3}">
      <dgm:prSet/>
      <dgm:spPr/>
      <dgm:t>
        <a:bodyPr/>
        <a:lstStyle/>
        <a:p>
          <a:endParaRPr lang="en-US"/>
        </a:p>
      </dgm:t>
    </dgm:pt>
    <dgm:pt modelId="{55AEDECC-D660-4BDC-8141-DCE4A2D240FB}" type="sibTrans" cxnId="{F188D545-B580-4E90-94D6-A0C0A6470FC3}">
      <dgm:prSet/>
      <dgm:spPr/>
      <dgm:t>
        <a:bodyPr/>
        <a:lstStyle/>
        <a:p>
          <a:endParaRPr lang="en-US"/>
        </a:p>
      </dgm:t>
    </dgm:pt>
    <dgm:pt modelId="{413414A8-1355-40A0-8195-F1536DF2CF01}">
      <dgm:prSet/>
      <dgm:spPr/>
      <dgm:t>
        <a:bodyPr/>
        <a:lstStyle/>
        <a:p>
          <a:r>
            <a:rPr lang="en-US" b="0" i="0" baseline="0"/>
            <a:t>AWS KMS manages encryption keys</a:t>
          </a:r>
          <a:endParaRPr lang="en-US"/>
        </a:p>
      </dgm:t>
    </dgm:pt>
    <dgm:pt modelId="{67DCE4F7-F8F5-4A36-88C6-E0B859F95C7C}" type="parTrans" cxnId="{DBC1CDFA-C3F1-4407-908C-E8BFC4D21B19}">
      <dgm:prSet/>
      <dgm:spPr/>
      <dgm:t>
        <a:bodyPr/>
        <a:lstStyle/>
        <a:p>
          <a:endParaRPr lang="en-US"/>
        </a:p>
      </dgm:t>
    </dgm:pt>
    <dgm:pt modelId="{F7CE87DD-117D-4F45-B5CD-B5616AEA3B11}" type="sibTrans" cxnId="{DBC1CDFA-C3F1-4407-908C-E8BFC4D21B19}">
      <dgm:prSet/>
      <dgm:spPr/>
      <dgm:t>
        <a:bodyPr/>
        <a:lstStyle/>
        <a:p>
          <a:endParaRPr lang="en-US"/>
        </a:p>
      </dgm:t>
    </dgm:pt>
    <dgm:pt modelId="{4858F759-430B-421A-9284-CBCBFA0DDB48}">
      <dgm:prSet/>
      <dgm:spPr/>
      <dgm:t>
        <a:bodyPr/>
        <a:lstStyle/>
        <a:p>
          <a:r>
            <a:rPr lang="en-US" b="1" i="0" baseline="0"/>
            <a:t>Access Control</a:t>
          </a:r>
          <a:endParaRPr lang="en-US"/>
        </a:p>
      </dgm:t>
    </dgm:pt>
    <dgm:pt modelId="{CED43C82-0541-400C-B14D-CFB1EC533723}" type="parTrans" cxnId="{FEC50981-00DC-48E4-80C4-B3E9724C5F35}">
      <dgm:prSet/>
      <dgm:spPr/>
      <dgm:t>
        <a:bodyPr/>
        <a:lstStyle/>
        <a:p>
          <a:endParaRPr lang="en-US"/>
        </a:p>
      </dgm:t>
    </dgm:pt>
    <dgm:pt modelId="{BC594137-1D79-4E89-A199-B98DE77B6256}" type="sibTrans" cxnId="{FEC50981-00DC-48E4-80C4-B3E9724C5F35}">
      <dgm:prSet/>
      <dgm:spPr/>
      <dgm:t>
        <a:bodyPr/>
        <a:lstStyle/>
        <a:p>
          <a:endParaRPr lang="en-US"/>
        </a:p>
      </dgm:t>
    </dgm:pt>
    <dgm:pt modelId="{18DE609E-B585-4787-8BBF-E6A647DC7A9B}">
      <dgm:prSet/>
      <dgm:spPr/>
      <dgm:t>
        <a:bodyPr/>
        <a:lstStyle/>
        <a:p>
          <a:r>
            <a:rPr lang="en-US" b="0" i="0" baseline="0"/>
            <a:t>IAM controls permissions for EBS resources</a:t>
          </a:r>
          <a:endParaRPr lang="en-US"/>
        </a:p>
      </dgm:t>
    </dgm:pt>
    <dgm:pt modelId="{FEC5EEBB-6455-4381-8FDD-9DDC8ADA1D87}" type="parTrans" cxnId="{C4ED8F7B-15C1-4759-93D8-117CF5D408FF}">
      <dgm:prSet/>
      <dgm:spPr/>
      <dgm:t>
        <a:bodyPr/>
        <a:lstStyle/>
        <a:p>
          <a:endParaRPr lang="en-US"/>
        </a:p>
      </dgm:t>
    </dgm:pt>
    <dgm:pt modelId="{2E62BEA0-3EE8-4019-9DE2-27BCFB8630C8}" type="sibTrans" cxnId="{C4ED8F7B-15C1-4759-93D8-117CF5D408FF}">
      <dgm:prSet/>
      <dgm:spPr/>
      <dgm:t>
        <a:bodyPr/>
        <a:lstStyle/>
        <a:p>
          <a:endParaRPr lang="en-US"/>
        </a:p>
      </dgm:t>
    </dgm:pt>
    <dgm:pt modelId="{EAB16717-DBD9-41B5-88EE-918DAA7C16FC}">
      <dgm:prSet/>
      <dgm:spPr/>
      <dgm:t>
        <a:bodyPr/>
        <a:lstStyle/>
        <a:p>
          <a:r>
            <a:rPr lang="en-US" b="0" i="0" baseline="0"/>
            <a:t>Administrators can control who can create, attach, modify, and delete volumes and snapshots</a:t>
          </a:r>
          <a:endParaRPr lang="en-US"/>
        </a:p>
      </dgm:t>
    </dgm:pt>
    <dgm:pt modelId="{675FF702-0832-42ED-B917-FDBF3196A7F5}" type="parTrans" cxnId="{402FF089-8B7D-4435-A8C1-69FCA67A72BF}">
      <dgm:prSet/>
      <dgm:spPr/>
      <dgm:t>
        <a:bodyPr/>
        <a:lstStyle/>
        <a:p>
          <a:endParaRPr lang="en-US"/>
        </a:p>
      </dgm:t>
    </dgm:pt>
    <dgm:pt modelId="{FBD171A0-D67D-4E52-84E7-29C37DE76B4E}" type="sibTrans" cxnId="{402FF089-8B7D-4435-A8C1-69FCA67A72BF}">
      <dgm:prSet/>
      <dgm:spPr/>
      <dgm:t>
        <a:bodyPr/>
        <a:lstStyle/>
        <a:p>
          <a:endParaRPr lang="en-US"/>
        </a:p>
      </dgm:t>
    </dgm:pt>
    <dgm:pt modelId="{F705D260-E1BB-465D-A8F0-6843D9C31CD3}" type="pres">
      <dgm:prSet presAssocID="{3C3584A8-80CA-49E7-AAD5-69363DDAE2AB}" presName="Name0" presStyleCnt="0">
        <dgm:presLayoutVars>
          <dgm:dir/>
          <dgm:animLvl val="lvl"/>
          <dgm:resizeHandles val="exact"/>
        </dgm:presLayoutVars>
      </dgm:prSet>
      <dgm:spPr/>
    </dgm:pt>
    <dgm:pt modelId="{FA9F6EBF-2FD3-4481-82EC-EE166F05C354}" type="pres">
      <dgm:prSet presAssocID="{4AC17439-98D5-4E06-B364-AA409516A5FC}" presName="linNode" presStyleCnt="0"/>
      <dgm:spPr/>
    </dgm:pt>
    <dgm:pt modelId="{A3B422D6-94C9-4C0F-931C-7961C3523EB9}" type="pres">
      <dgm:prSet presAssocID="{4AC17439-98D5-4E06-B364-AA409516A5FC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D0667169-EB90-481C-A04B-F9110D288E46}" type="pres">
      <dgm:prSet presAssocID="{4AC17439-98D5-4E06-B364-AA409516A5FC}" presName="descendantText" presStyleLbl="alignAccFollowNode1" presStyleIdx="0" presStyleCnt="2">
        <dgm:presLayoutVars>
          <dgm:bulletEnabled val="1"/>
        </dgm:presLayoutVars>
      </dgm:prSet>
      <dgm:spPr/>
    </dgm:pt>
    <dgm:pt modelId="{ECA04A28-C65F-4865-8F27-5B877BC5B2E7}" type="pres">
      <dgm:prSet presAssocID="{C483FA14-8997-4DFF-96C7-CD9E8FE54A42}" presName="sp" presStyleCnt="0"/>
      <dgm:spPr/>
    </dgm:pt>
    <dgm:pt modelId="{06DCCD87-AA21-43D8-972E-8EBE989EB389}" type="pres">
      <dgm:prSet presAssocID="{4858F759-430B-421A-9284-CBCBFA0DDB48}" presName="linNode" presStyleCnt="0"/>
      <dgm:spPr/>
    </dgm:pt>
    <dgm:pt modelId="{A6A9923C-C33B-4C03-B142-45CEEA9A82BF}" type="pres">
      <dgm:prSet presAssocID="{4858F759-430B-421A-9284-CBCBFA0DDB48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F2816638-45D1-469B-8348-4298A7AFC0F9}" type="pres">
      <dgm:prSet presAssocID="{4858F759-430B-421A-9284-CBCBFA0DDB48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DA7C6003-C0B8-46A1-927A-3E7DF69AFF8C}" type="presOf" srcId="{413414A8-1355-40A0-8195-F1536DF2CF01}" destId="{D0667169-EB90-481C-A04B-F9110D288E46}" srcOrd="0" destOrd="3" presId="urn:microsoft.com/office/officeart/2005/8/layout/vList5"/>
    <dgm:cxn modelId="{4A79E414-B321-4541-B388-93DB4E5C6DCF}" type="presOf" srcId="{4AC17439-98D5-4E06-B364-AA409516A5FC}" destId="{A3B422D6-94C9-4C0F-931C-7961C3523EB9}" srcOrd="0" destOrd="0" presId="urn:microsoft.com/office/officeart/2005/8/layout/vList5"/>
    <dgm:cxn modelId="{166A9A26-69AA-4483-9720-43924F4A54DB}" srcId="{3C3584A8-80CA-49E7-AAD5-69363DDAE2AB}" destId="{4AC17439-98D5-4E06-B364-AA409516A5FC}" srcOrd="0" destOrd="0" parTransId="{7E6BDDA8-0C66-42A7-AE80-3BAAF92B8114}" sibTransId="{C483FA14-8997-4DFF-96C7-CD9E8FE54A42}"/>
    <dgm:cxn modelId="{D2767B40-1630-4D2C-BA36-86E71CF808B9}" type="presOf" srcId="{18DE609E-B585-4787-8BBF-E6A647DC7A9B}" destId="{F2816638-45D1-469B-8348-4298A7AFC0F9}" srcOrd="0" destOrd="0" presId="urn:microsoft.com/office/officeart/2005/8/layout/vList5"/>
    <dgm:cxn modelId="{13665341-134B-4674-AACA-0CFA16D323B5}" type="presOf" srcId="{3C3584A8-80CA-49E7-AAD5-69363DDAE2AB}" destId="{F705D260-E1BB-465D-A8F0-6843D9C31CD3}" srcOrd="0" destOrd="0" presId="urn:microsoft.com/office/officeart/2005/8/layout/vList5"/>
    <dgm:cxn modelId="{8F86F643-B786-43B3-B871-1BA3C03A4902}" type="presOf" srcId="{EAB16717-DBD9-41B5-88EE-918DAA7C16FC}" destId="{F2816638-45D1-469B-8348-4298A7AFC0F9}" srcOrd="0" destOrd="1" presId="urn:microsoft.com/office/officeart/2005/8/layout/vList5"/>
    <dgm:cxn modelId="{F188D545-B580-4E90-94D6-A0C0A6470FC3}" srcId="{4AC17439-98D5-4E06-B364-AA409516A5FC}" destId="{C889324C-7628-48CD-A2C3-C9FE64070467}" srcOrd="2" destOrd="0" parTransId="{C8A48619-5AE9-4A3B-9F0B-6DDE439E209E}" sibTransId="{55AEDECC-D660-4BDC-8141-DCE4A2D240FB}"/>
    <dgm:cxn modelId="{7D4B0A52-4B4B-46A1-A2E4-65B5EF352140}" srcId="{4AC17439-98D5-4E06-B364-AA409516A5FC}" destId="{F8D8665B-B836-4942-B48B-B22C2FA5AA44}" srcOrd="1" destOrd="0" parTransId="{5312FF08-5297-4350-ADBD-E435F04CC2F8}" sibTransId="{5EDCB469-AAA2-4D25-8DA8-1EA3435B1E2A}"/>
    <dgm:cxn modelId="{52872C7B-4B08-4F73-B67A-EFE035A290B0}" type="presOf" srcId="{F8D8665B-B836-4942-B48B-B22C2FA5AA44}" destId="{D0667169-EB90-481C-A04B-F9110D288E46}" srcOrd="0" destOrd="1" presId="urn:microsoft.com/office/officeart/2005/8/layout/vList5"/>
    <dgm:cxn modelId="{C4ED8F7B-15C1-4759-93D8-117CF5D408FF}" srcId="{4858F759-430B-421A-9284-CBCBFA0DDB48}" destId="{18DE609E-B585-4787-8BBF-E6A647DC7A9B}" srcOrd="0" destOrd="0" parTransId="{FEC5EEBB-6455-4381-8FDD-9DDC8ADA1D87}" sibTransId="{2E62BEA0-3EE8-4019-9DE2-27BCFB8630C8}"/>
    <dgm:cxn modelId="{D29DDF7D-8C0A-42C4-9553-7B2489666A60}" type="presOf" srcId="{379F8309-DF22-462E-AC96-FAC5ADDE484A}" destId="{D0667169-EB90-481C-A04B-F9110D288E46}" srcOrd="0" destOrd="0" presId="urn:microsoft.com/office/officeart/2005/8/layout/vList5"/>
    <dgm:cxn modelId="{FEC50981-00DC-48E4-80C4-B3E9724C5F35}" srcId="{3C3584A8-80CA-49E7-AAD5-69363DDAE2AB}" destId="{4858F759-430B-421A-9284-CBCBFA0DDB48}" srcOrd="1" destOrd="0" parTransId="{CED43C82-0541-400C-B14D-CFB1EC533723}" sibTransId="{BC594137-1D79-4E89-A199-B98DE77B6256}"/>
    <dgm:cxn modelId="{402FF089-8B7D-4435-A8C1-69FCA67A72BF}" srcId="{4858F759-430B-421A-9284-CBCBFA0DDB48}" destId="{EAB16717-DBD9-41B5-88EE-918DAA7C16FC}" srcOrd="1" destOrd="0" parTransId="{675FF702-0832-42ED-B917-FDBF3196A7F5}" sibTransId="{FBD171A0-D67D-4E52-84E7-29C37DE76B4E}"/>
    <dgm:cxn modelId="{8F925CC8-F3B0-4D03-BE47-30AA6F0FD206}" type="presOf" srcId="{4858F759-430B-421A-9284-CBCBFA0DDB48}" destId="{A6A9923C-C33B-4C03-B142-45CEEA9A82BF}" srcOrd="0" destOrd="0" presId="urn:microsoft.com/office/officeart/2005/8/layout/vList5"/>
    <dgm:cxn modelId="{765A23CC-EB12-4CFC-A0A9-C69CD82DB218}" srcId="{4AC17439-98D5-4E06-B364-AA409516A5FC}" destId="{379F8309-DF22-462E-AC96-FAC5ADDE484A}" srcOrd="0" destOrd="0" parTransId="{BA7EAD55-42C1-437F-B40F-150847F3961B}" sibTransId="{29340D2A-778B-4C41-B86F-A1DFE64AE5DC}"/>
    <dgm:cxn modelId="{F9783ADE-50B0-4E20-833D-7A23E496A8E0}" type="presOf" srcId="{C889324C-7628-48CD-A2C3-C9FE64070467}" destId="{D0667169-EB90-481C-A04B-F9110D288E46}" srcOrd="0" destOrd="2" presId="urn:microsoft.com/office/officeart/2005/8/layout/vList5"/>
    <dgm:cxn modelId="{DBC1CDFA-C3F1-4407-908C-E8BFC4D21B19}" srcId="{4AC17439-98D5-4E06-B364-AA409516A5FC}" destId="{413414A8-1355-40A0-8195-F1536DF2CF01}" srcOrd="3" destOrd="0" parTransId="{67DCE4F7-F8F5-4A36-88C6-E0B859F95C7C}" sibTransId="{F7CE87DD-117D-4F45-B5CD-B5616AEA3B11}"/>
    <dgm:cxn modelId="{5949B060-E52E-49B9-87CB-5FDC6DCCFE53}" type="presParOf" srcId="{F705D260-E1BB-465D-A8F0-6843D9C31CD3}" destId="{FA9F6EBF-2FD3-4481-82EC-EE166F05C354}" srcOrd="0" destOrd="0" presId="urn:microsoft.com/office/officeart/2005/8/layout/vList5"/>
    <dgm:cxn modelId="{15C3CB2F-29EE-443A-B5BE-6EBB4AB0FDC8}" type="presParOf" srcId="{FA9F6EBF-2FD3-4481-82EC-EE166F05C354}" destId="{A3B422D6-94C9-4C0F-931C-7961C3523EB9}" srcOrd="0" destOrd="0" presId="urn:microsoft.com/office/officeart/2005/8/layout/vList5"/>
    <dgm:cxn modelId="{71C5A132-2289-41CA-B7D5-7DD396641F64}" type="presParOf" srcId="{FA9F6EBF-2FD3-4481-82EC-EE166F05C354}" destId="{D0667169-EB90-481C-A04B-F9110D288E46}" srcOrd="1" destOrd="0" presId="urn:microsoft.com/office/officeart/2005/8/layout/vList5"/>
    <dgm:cxn modelId="{65EDDF23-E5D9-44BF-AC05-C48CC592D13C}" type="presParOf" srcId="{F705D260-E1BB-465D-A8F0-6843D9C31CD3}" destId="{ECA04A28-C65F-4865-8F27-5B877BC5B2E7}" srcOrd="1" destOrd="0" presId="urn:microsoft.com/office/officeart/2005/8/layout/vList5"/>
    <dgm:cxn modelId="{EB47DEA4-F3F8-4F52-A984-1E8DC8270495}" type="presParOf" srcId="{F705D260-E1BB-465D-A8F0-6843D9C31CD3}" destId="{06DCCD87-AA21-43D8-972E-8EBE989EB389}" srcOrd="2" destOrd="0" presId="urn:microsoft.com/office/officeart/2005/8/layout/vList5"/>
    <dgm:cxn modelId="{918B1FCF-D13C-40CE-9A57-1FBBDB7BEF21}" type="presParOf" srcId="{06DCCD87-AA21-43D8-972E-8EBE989EB389}" destId="{A6A9923C-C33B-4C03-B142-45CEEA9A82BF}" srcOrd="0" destOrd="0" presId="urn:microsoft.com/office/officeart/2005/8/layout/vList5"/>
    <dgm:cxn modelId="{A8DC9F00-040C-484A-BD4D-5EC2A20FD4F3}" type="presParOf" srcId="{06DCCD87-AA21-43D8-972E-8EBE989EB389}" destId="{F2816638-45D1-469B-8348-4298A7AFC0F9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34D96835-E87C-4F8C-9441-35A961955F37}" type="doc">
      <dgm:prSet loTypeId="urn:microsoft.com/office/officeart/2005/8/layout/vList2" loCatId="list" qsTypeId="urn:microsoft.com/office/officeart/2005/8/quickstyle/simple4#2" qsCatId="simple" csTypeId="urn:microsoft.com/office/officeart/2005/8/colors/colorful2#3" csCatId="colorful"/>
      <dgm:spPr/>
      <dgm:t>
        <a:bodyPr/>
        <a:lstStyle/>
        <a:p>
          <a:endParaRPr lang="en-US"/>
        </a:p>
      </dgm:t>
    </dgm:pt>
    <dgm:pt modelId="{401CD270-9A21-42E3-A77F-0739DDECAF5B}">
      <dgm:prSet/>
      <dgm:spPr/>
      <dgm:t>
        <a:bodyPr/>
        <a:lstStyle/>
        <a:p>
          <a:r>
            <a:rPr lang="en-US" b="1" i="0" baseline="0"/>
            <a:t>What is Amazon EFS?</a:t>
          </a:r>
          <a:endParaRPr lang="en-US"/>
        </a:p>
      </dgm:t>
    </dgm:pt>
    <dgm:pt modelId="{39D6273D-F9D2-4F5B-B31D-66FDE6AFB49F}" type="parTrans" cxnId="{637832AB-7AFE-4AE4-A45D-34A5193E3E0E}">
      <dgm:prSet/>
      <dgm:spPr/>
      <dgm:t>
        <a:bodyPr/>
        <a:lstStyle/>
        <a:p>
          <a:endParaRPr lang="en-US"/>
        </a:p>
      </dgm:t>
    </dgm:pt>
    <dgm:pt modelId="{8C035D58-9975-4DCE-AC70-F45FA8C5D979}" type="sibTrans" cxnId="{637832AB-7AFE-4AE4-A45D-34A5193E3E0E}">
      <dgm:prSet/>
      <dgm:spPr/>
      <dgm:t>
        <a:bodyPr/>
        <a:lstStyle/>
        <a:p>
          <a:endParaRPr lang="en-US"/>
        </a:p>
      </dgm:t>
    </dgm:pt>
    <dgm:pt modelId="{F4AD57E2-D910-4DBC-8BDD-21DC534642A8}">
      <dgm:prSet/>
      <dgm:spPr/>
      <dgm:t>
        <a:bodyPr/>
        <a:lstStyle/>
        <a:p>
          <a:r>
            <a:rPr lang="en-US" b="0" i="0" baseline="0"/>
            <a:t>Amazon Elastic File System is a managed file storage service</a:t>
          </a:r>
          <a:endParaRPr lang="en-US"/>
        </a:p>
      </dgm:t>
    </dgm:pt>
    <dgm:pt modelId="{471FF01E-E851-4650-BE63-964C8C12E8FA}" type="parTrans" cxnId="{1F562823-1A53-4016-A526-5AD1FA29DE44}">
      <dgm:prSet/>
      <dgm:spPr/>
      <dgm:t>
        <a:bodyPr/>
        <a:lstStyle/>
        <a:p>
          <a:endParaRPr lang="en-US"/>
        </a:p>
      </dgm:t>
    </dgm:pt>
    <dgm:pt modelId="{A6450895-F3C6-422D-9113-768D8DE3216E}" type="sibTrans" cxnId="{1F562823-1A53-4016-A526-5AD1FA29DE44}">
      <dgm:prSet/>
      <dgm:spPr/>
      <dgm:t>
        <a:bodyPr/>
        <a:lstStyle/>
        <a:p>
          <a:endParaRPr lang="en-US"/>
        </a:p>
      </dgm:t>
    </dgm:pt>
    <dgm:pt modelId="{CEABA4BB-3AE2-4688-8F37-1074D74CC619}">
      <dgm:prSet/>
      <dgm:spPr/>
      <dgm:t>
        <a:bodyPr/>
        <a:lstStyle/>
        <a:p>
          <a:r>
            <a:rPr lang="en-US" b="0" i="0" baseline="0"/>
            <a:t>Primarily designed for Linux workloads</a:t>
          </a:r>
          <a:endParaRPr lang="en-US"/>
        </a:p>
      </dgm:t>
    </dgm:pt>
    <dgm:pt modelId="{8EDC6509-617B-4732-B35C-2AF48A0716A4}" type="parTrans" cxnId="{77779056-CB74-4B11-B409-0E6D7BB0C894}">
      <dgm:prSet/>
      <dgm:spPr/>
      <dgm:t>
        <a:bodyPr/>
        <a:lstStyle/>
        <a:p>
          <a:endParaRPr lang="en-US"/>
        </a:p>
      </dgm:t>
    </dgm:pt>
    <dgm:pt modelId="{DDF9DEEA-A6FF-46F3-B48A-6DD438BD273C}" type="sibTrans" cxnId="{77779056-CB74-4B11-B409-0E6D7BB0C894}">
      <dgm:prSet/>
      <dgm:spPr/>
      <dgm:t>
        <a:bodyPr/>
        <a:lstStyle/>
        <a:p>
          <a:endParaRPr lang="en-US"/>
        </a:p>
      </dgm:t>
    </dgm:pt>
    <dgm:pt modelId="{70215396-06CE-408D-B5D5-678232405577}">
      <dgm:prSet/>
      <dgm:spPr/>
      <dgm:t>
        <a:bodyPr/>
        <a:lstStyle/>
        <a:p>
          <a:r>
            <a:rPr lang="en-US" b="0" i="0" baseline="0"/>
            <a:t>Uses the Network File System (NFS) protocol</a:t>
          </a:r>
          <a:endParaRPr lang="en-US"/>
        </a:p>
      </dgm:t>
    </dgm:pt>
    <dgm:pt modelId="{0C836DFE-978A-465D-84FC-DA8D377DBAD8}" type="parTrans" cxnId="{E248F33B-8E02-40F6-8D05-1761EB7AD483}">
      <dgm:prSet/>
      <dgm:spPr/>
      <dgm:t>
        <a:bodyPr/>
        <a:lstStyle/>
        <a:p>
          <a:endParaRPr lang="en-US"/>
        </a:p>
      </dgm:t>
    </dgm:pt>
    <dgm:pt modelId="{F2B2D3D5-348C-41C8-B86B-C47C7F01E99E}" type="sibTrans" cxnId="{E248F33B-8E02-40F6-8D05-1761EB7AD483}">
      <dgm:prSet/>
      <dgm:spPr/>
      <dgm:t>
        <a:bodyPr/>
        <a:lstStyle/>
        <a:p>
          <a:endParaRPr lang="en-US"/>
        </a:p>
      </dgm:t>
    </dgm:pt>
    <dgm:pt modelId="{EDE29FC7-5AD7-4AEF-BC28-C2F49CF707AD}">
      <dgm:prSet/>
      <dgm:spPr/>
      <dgm:t>
        <a:bodyPr/>
        <a:lstStyle/>
        <a:p>
          <a:r>
            <a:rPr lang="en-US" b="0" i="0" baseline="0"/>
            <a:t>Multiple EC2 instances can access the same file system</a:t>
          </a:r>
          <a:endParaRPr lang="en-US"/>
        </a:p>
      </dgm:t>
    </dgm:pt>
    <dgm:pt modelId="{1C0489C2-9477-442E-8C59-48644B78B9D3}" type="parTrans" cxnId="{9C5622FE-80F4-4D96-817B-427BA743E3DB}">
      <dgm:prSet/>
      <dgm:spPr/>
      <dgm:t>
        <a:bodyPr/>
        <a:lstStyle/>
        <a:p>
          <a:endParaRPr lang="en-US"/>
        </a:p>
      </dgm:t>
    </dgm:pt>
    <dgm:pt modelId="{D4B6B4F5-168D-4D72-87BF-A70638EF7F69}" type="sibTrans" cxnId="{9C5622FE-80F4-4D96-817B-427BA743E3DB}">
      <dgm:prSet/>
      <dgm:spPr/>
      <dgm:t>
        <a:bodyPr/>
        <a:lstStyle/>
        <a:p>
          <a:endParaRPr lang="en-US"/>
        </a:p>
      </dgm:t>
    </dgm:pt>
    <dgm:pt modelId="{BF56F9C3-5A76-46B3-BE6D-3EC3055EAE24}">
      <dgm:prSet/>
      <dgm:spPr/>
      <dgm:t>
        <a:bodyPr/>
        <a:lstStyle/>
        <a:p>
          <a:r>
            <a:rPr lang="en-US" b="0" i="0" baseline="0"/>
            <a:t>Automatically scales as data changes</a:t>
          </a:r>
          <a:endParaRPr lang="en-US"/>
        </a:p>
      </dgm:t>
    </dgm:pt>
    <dgm:pt modelId="{01C390F4-40A0-4A6A-9828-A8E9E16B9DCD}" type="parTrans" cxnId="{2C04DB28-8DB3-4208-95F7-82E0467B4C9F}">
      <dgm:prSet/>
      <dgm:spPr/>
      <dgm:t>
        <a:bodyPr/>
        <a:lstStyle/>
        <a:p>
          <a:endParaRPr lang="en-US"/>
        </a:p>
      </dgm:t>
    </dgm:pt>
    <dgm:pt modelId="{11E4243F-6A37-42E6-BF81-ECC783C57D16}" type="sibTrans" cxnId="{2C04DB28-8DB3-4208-95F7-82E0467B4C9F}">
      <dgm:prSet/>
      <dgm:spPr/>
      <dgm:t>
        <a:bodyPr/>
        <a:lstStyle/>
        <a:p>
          <a:endParaRPr lang="en-US"/>
        </a:p>
      </dgm:t>
    </dgm:pt>
    <dgm:pt modelId="{74D06633-6667-409D-B8BC-6A1E784A313A}">
      <dgm:prSet/>
      <dgm:spPr/>
      <dgm:t>
        <a:bodyPr/>
        <a:lstStyle/>
        <a:p>
          <a:r>
            <a:rPr lang="en-US" b="1" i="0" baseline="0"/>
            <a:t>Key Idea</a:t>
          </a:r>
          <a:endParaRPr lang="en-US"/>
        </a:p>
      </dgm:t>
    </dgm:pt>
    <dgm:pt modelId="{A2C1E772-7671-4446-AD6E-98CC9CA4EEC2}" type="parTrans" cxnId="{5D918490-3E2E-4C75-83C6-6661D911836B}">
      <dgm:prSet/>
      <dgm:spPr/>
      <dgm:t>
        <a:bodyPr/>
        <a:lstStyle/>
        <a:p>
          <a:endParaRPr lang="en-US"/>
        </a:p>
      </dgm:t>
    </dgm:pt>
    <dgm:pt modelId="{E2861080-76ED-4093-A363-1D4B916B8C1E}" type="sibTrans" cxnId="{5D918490-3E2E-4C75-83C6-6661D911836B}">
      <dgm:prSet/>
      <dgm:spPr/>
      <dgm:t>
        <a:bodyPr/>
        <a:lstStyle/>
        <a:p>
          <a:endParaRPr lang="en-US"/>
        </a:p>
      </dgm:t>
    </dgm:pt>
    <dgm:pt modelId="{0A747F36-5483-4B41-BBE7-F0CB4548F500}">
      <dgm:prSet/>
      <dgm:spPr/>
      <dgm:t>
        <a:bodyPr/>
        <a:lstStyle/>
        <a:p>
          <a:r>
            <a:rPr lang="en-US" b="0" i="0" baseline="0"/>
            <a:t>EFS provides shared file storage</a:t>
          </a:r>
          <a:endParaRPr lang="en-US"/>
        </a:p>
      </dgm:t>
    </dgm:pt>
    <dgm:pt modelId="{73EF77DC-946A-4720-8C5D-2BFE83903000}" type="parTrans" cxnId="{0D8896C6-0DB6-4C22-8643-15B402A6033B}">
      <dgm:prSet/>
      <dgm:spPr/>
      <dgm:t>
        <a:bodyPr/>
        <a:lstStyle/>
        <a:p>
          <a:endParaRPr lang="en-US"/>
        </a:p>
      </dgm:t>
    </dgm:pt>
    <dgm:pt modelId="{AD4C07BB-CE57-479B-856D-AB49FA8ADBDA}" type="sibTrans" cxnId="{0D8896C6-0DB6-4C22-8643-15B402A6033B}">
      <dgm:prSet/>
      <dgm:spPr/>
      <dgm:t>
        <a:bodyPr/>
        <a:lstStyle/>
        <a:p>
          <a:endParaRPr lang="en-US"/>
        </a:p>
      </dgm:t>
    </dgm:pt>
    <dgm:pt modelId="{FFF52E02-58BF-4E1B-880F-5D70679E7570}">
      <dgm:prSet/>
      <dgm:spPr/>
      <dgm:t>
        <a:bodyPr/>
        <a:lstStyle/>
        <a:p>
          <a:r>
            <a:rPr lang="en-US" b="0" i="0" baseline="0"/>
            <a:t>Multiple servers can read and write common files</a:t>
          </a:r>
          <a:endParaRPr lang="en-US"/>
        </a:p>
      </dgm:t>
    </dgm:pt>
    <dgm:pt modelId="{74D80D1F-4148-4538-A738-DC14EA062C90}" type="parTrans" cxnId="{BC7D1C89-B736-459E-90A0-46F8101D9866}">
      <dgm:prSet/>
      <dgm:spPr/>
      <dgm:t>
        <a:bodyPr/>
        <a:lstStyle/>
        <a:p>
          <a:endParaRPr lang="en-US"/>
        </a:p>
      </dgm:t>
    </dgm:pt>
    <dgm:pt modelId="{0C6F70C2-FB40-43F3-A25B-4CB5DB5FAFCC}" type="sibTrans" cxnId="{BC7D1C89-B736-459E-90A0-46F8101D9866}">
      <dgm:prSet/>
      <dgm:spPr/>
      <dgm:t>
        <a:bodyPr/>
        <a:lstStyle/>
        <a:p>
          <a:endParaRPr lang="en-US"/>
        </a:p>
      </dgm:t>
    </dgm:pt>
    <dgm:pt modelId="{5B823BE8-8139-41EE-8614-BA2C58684F20}" type="pres">
      <dgm:prSet presAssocID="{34D96835-E87C-4F8C-9441-35A961955F37}" presName="linear" presStyleCnt="0">
        <dgm:presLayoutVars>
          <dgm:animLvl val="lvl"/>
          <dgm:resizeHandles val="exact"/>
        </dgm:presLayoutVars>
      </dgm:prSet>
      <dgm:spPr/>
    </dgm:pt>
    <dgm:pt modelId="{73501018-A976-45A9-A978-4A5F51EECF2A}" type="pres">
      <dgm:prSet presAssocID="{401CD270-9A21-42E3-A77F-0739DDECAF5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4EC4CA26-1DEE-425A-AE23-FC0FFF0A1146}" type="pres">
      <dgm:prSet presAssocID="{401CD270-9A21-42E3-A77F-0739DDECAF5B}" presName="childText" presStyleLbl="revTx" presStyleIdx="0" presStyleCnt="2">
        <dgm:presLayoutVars>
          <dgm:bulletEnabled val="1"/>
        </dgm:presLayoutVars>
      </dgm:prSet>
      <dgm:spPr/>
    </dgm:pt>
    <dgm:pt modelId="{C61B9349-AEC9-48B7-BB48-A3CA6BEECD12}" type="pres">
      <dgm:prSet presAssocID="{74D06633-6667-409D-B8BC-6A1E784A313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89A59D21-37AC-476F-8BBD-EF98BCDA4BCD}" type="pres">
      <dgm:prSet presAssocID="{74D06633-6667-409D-B8BC-6A1E784A313A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DB033F15-40D3-4A8B-A08E-C8C74AEDFFD8}" type="presOf" srcId="{BF56F9C3-5A76-46B3-BE6D-3EC3055EAE24}" destId="{4EC4CA26-1DEE-425A-AE23-FC0FFF0A1146}" srcOrd="0" destOrd="4" presId="urn:microsoft.com/office/officeart/2005/8/layout/vList2"/>
    <dgm:cxn modelId="{5D0AFE18-ED64-425D-AA99-E973D2384DB5}" type="presOf" srcId="{74D06633-6667-409D-B8BC-6A1E784A313A}" destId="{C61B9349-AEC9-48B7-BB48-A3CA6BEECD12}" srcOrd="0" destOrd="0" presId="urn:microsoft.com/office/officeart/2005/8/layout/vList2"/>
    <dgm:cxn modelId="{1F562823-1A53-4016-A526-5AD1FA29DE44}" srcId="{401CD270-9A21-42E3-A77F-0739DDECAF5B}" destId="{F4AD57E2-D910-4DBC-8BDD-21DC534642A8}" srcOrd="0" destOrd="0" parTransId="{471FF01E-E851-4650-BE63-964C8C12E8FA}" sibTransId="{A6450895-F3C6-422D-9113-768D8DE3216E}"/>
    <dgm:cxn modelId="{2C04DB28-8DB3-4208-95F7-82E0467B4C9F}" srcId="{401CD270-9A21-42E3-A77F-0739DDECAF5B}" destId="{BF56F9C3-5A76-46B3-BE6D-3EC3055EAE24}" srcOrd="4" destOrd="0" parTransId="{01C390F4-40A0-4A6A-9828-A8E9E16B9DCD}" sibTransId="{11E4243F-6A37-42E6-BF81-ECC783C57D16}"/>
    <dgm:cxn modelId="{EAD76B34-A400-4E7A-806F-0C9D7E7DEE12}" type="presOf" srcId="{EDE29FC7-5AD7-4AEF-BC28-C2F49CF707AD}" destId="{4EC4CA26-1DEE-425A-AE23-FC0FFF0A1146}" srcOrd="0" destOrd="3" presId="urn:microsoft.com/office/officeart/2005/8/layout/vList2"/>
    <dgm:cxn modelId="{E248F33B-8E02-40F6-8D05-1761EB7AD483}" srcId="{401CD270-9A21-42E3-A77F-0739DDECAF5B}" destId="{70215396-06CE-408D-B5D5-678232405577}" srcOrd="2" destOrd="0" parTransId="{0C836DFE-978A-465D-84FC-DA8D377DBAD8}" sibTransId="{F2B2D3D5-348C-41C8-B86B-C47C7F01E99E}"/>
    <dgm:cxn modelId="{70307863-365C-4CD6-8F62-FEC5395F4E8E}" type="presOf" srcId="{34D96835-E87C-4F8C-9441-35A961955F37}" destId="{5B823BE8-8139-41EE-8614-BA2C58684F20}" srcOrd="0" destOrd="0" presId="urn:microsoft.com/office/officeart/2005/8/layout/vList2"/>
    <dgm:cxn modelId="{77779056-CB74-4B11-B409-0E6D7BB0C894}" srcId="{401CD270-9A21-42E3-A77F-0739DDECAF5B}" destId="{CEABA4BB-3AE2-4688-8F37-1074D74CC619}" srcOrd="1" destOrd="0" parTransId="{8EDC6509-617B-4732-B35C-2AF48A0716A4}" sibTransId="{DDF9DEEA-A6FF-46F3-B48A-6DD438BD273C}"/>
    <dgm:cxn modelId="{590B017E-4A0B-4082-9DD1-17D08B009054}" type="presOf" srcId="{CEABA4BB-3AE2-4688-8F37-1074D74CC619}" destId="{4EC4CA26-1DEE-425A-AE23-FC0FFF0A1146}" srcOrd="0" destOrd="1" presId="urn:microsoft.com/office/officeart/2005/8/layout/vList2"/>
    <dgm:cxn modelId="{BC7D1C89-B736-459E-90A0-46F8101D9866}" srcId="{74D06633-6667-409D-B8BC-6A1E784A313A}" destId="{FFF52E02-58BF-4E1B-880F-5D70679E7570}" srcOrd="1" destOrd="0" parTransId="{74D80D1F-4148-4538-A738-DC14EA062C90}" sibTransId="{0C6F70C2-FB40-43F3-A25B-4CB5DB5FAFCC}"/>
    <dgm:cxn modelId="{5D918490-3E2E-4C75-83C6-6661D911836B}" srcId="{34D96835-E87C-4F8C-9441-35A961955F37}" destId="{74D06633-6667-409D-B8BC-6A1E784A313A}" srcOrd="1" destOrd="0" parTransId="{A2C1E772-7671-4446-AD6E-98CC9CA4EEC2}" sibTransId="{E2861080-76ED-4093-A363-1D4B916B8C1E}"/>
    <dgm:cxn modelId="{932AAF94-4DBB-45F7-A510-F2BA6FE879DA}" type="presOf" srcId="{70215396-06CE-408D-B5D5-678232405577}" destId="{4EC4CA26-1DEE-425A-AE23-FC0FFF0A1146}" srcOrd="0" destOrd="2" presId="urn:microsoft.com/office/officeart/2005/8/layout/vList2"/>
    <dgm:cxn modelId="{90DFE89B-EFC6-46BF-8567-D4DC5E8846F7}" type="presOf" srcId="{FFF52E02-58BF-4E1B-880F-5D70679E7570}" destId="{89A59D21-37AC-476F-8BBD-EF98BCDA4BCD}" srcOrd="0" destOrd="1" presId="urn:microsoft.com/office/officeart/2005/8/layout/vList2"/>
    <dgm:cxn modelId="{637832AB-7AFE-4AE4-A45D-34A5193E3E0E}" srcId="{34D96835-E87C-4F8C-9441-35A961955F37}" destId="{401CD270-9A21-42E3-A77F-0739DDECAF5B}" srcOrd="0" destOrd="0" parTransId="{39D6273D-F9D2-4F5B-B31D-66FDE6AFB49F}" sibTransId="{8C035D58-9975-4DCE-AC70-F45FA8C5D979}"/>
    <dgm:cxn modelId="{8C7FC8AD-7AA5-417B-88A2-385ADB6E4840}" type="presOf" srcId="{0A747F36-5483-4B41-BBE7-F0CB4548F500}" destId="{89A59D21-37AC-476F-8BBD-EF98BCDA4BCD}" srcOrd="0" destOrd="0" presId="urn:microsoft.com/office/officeart/2005/8/layout/vList2"/>
    <dgm:cxn modelId="{086AEABA-2B29-4306-9C85-754E4223D092}" type="presOf" srcId="{401CD270-9A21-42E3-A77F-0739DDECAF5B}" destId="{73501018-A976-45A9-A978-4A5F51EECF2A}" srcOrd="0" destOrd="0" presId="urn:microsoft.com/office/officeart/2005/8/layout/vList2"/>
    <dgm:cxn modelId="{535539C6-E529-4179-91D4-92ECAC4B8D37}" type="presOf" srcId="{F4AD57E2-D910-4DBC-8BDD-21DC534642A8}" destId="{4EC4CA26-1DEE-425A-AE23-FC0FFF0A1146}" srcOrd="0" destOrd="0" presId="urn:microsoft.com/office/officeart/2005/8/layout/vList2"/>
    <dgm:cxn modelId="{0D8896C6-0DB6-4C22-8643-15B402A6033B}" srcId="{74D06633-6667-409D-B8BC-6A1E784A313A}" destId="{0A747F36-5483-4B41-BBE7-F0CB4548F500}" srcOrd="0" destOrd="0" parTransId="{73EF77DC-946A-4720-8C5D-2BFE83903000}" sibTransId="{AD4C07BB-CE57-479B-856D-AB49FA8ADBDA}"/>
    <dgm:cxn modelId="{9C5622FE-80F4-4D96-817B-427BA743E3DB}" srcId="{401CD270-9A21-42E3-A77F-0739DDECAF5B}" destId="{EDE29FC7-5AD7-4AEF-BC28-C2F49CF707AD}" srcOrd="3" destOrd="0" parTransId="{1C0489C2-9477-442E-8C59-48644B78B9D3}" sibTransId="{D4B6B4F5-168D-4D72-87BF-A70638EF7F69}"/>
    <dgm:cxn modelId="{7D65573D-7A8E-4973-95F2-4D5CDFA99567}" type="presParOf" srcId="{5B823BE8-8139-41EE-8614-BA2C58684F20}" destId="{73501018-A976-45A9-A978-4A5F51EECF2A}" srcOrd="0" destOrd="0" presId="urn:microsoft.com/office/officeart/2005/8/layout/vList2"/>
    <dgm:cxn modelId="{72D09DF3-B696-4C59-8488-450CDEB51582}" type="presParOf" srcId="{5B823BE8-8139-41EE-8614-BA2C58684F20}" destId="{4EC4CA26-1DEE-425A-AE23-FC0FFF0A1146}" srcOrd="1" destOrd="0" presId="urn:microsoft.com/office/officeart/2005/8/layout/vList2"/>
    <dgm:cxn modelId="{56A48BAF-7287-41A5-A493-52F59E9F1AAD}" type="presParOf" srcId="{5B823BE8-8139-41EE-8614-BA2C58684F20}" destId="{C61B9349-AEC9-48B7-BB48-A3CA6BEECD12}" srcOrd="2" destOrd="0" presId="urn:microsoft.com/office/officeart/2005/8/layout/vList2"/>
    <dgm:cxn modelId="{14C85180-B12D-4262-95F4-DDF4DFFA7696}" type="presParOf" srcId="{5B823BE8-8139-41EE-8614-BA2C58684F20}" destId="{89A59D21-37AC-476F-8BBD-EF98BCDA4BCD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D704A537-75C5-41F4-A370-00C35C6A57F4}" type="doc">
      <dgm:prSet loTypeId="urn:microsoft.com/office/officeart/2005/8/layout/vList5" loCatId="list" qsTypeId="urn:microsoft.com/office/officeart/2005/8/quickstyle/simple1#9" qsCatId="simple" csTypeId="urn:microsoft.com/office/officeart/2005/8/colors/colorful2#4" csCatId="colorful" phldr="1"/>
      <dgm:spPr/>
      <dgm:t>
        <a:bodyPr/>
        <a:lstStyle/>
        <a:p>
          <a:endParaRPr lang="en-US"/>
        </a:p>
      </dgm:t>
    </dgm:pt>
    <dgm:pt modelId="{7E67E6A7-A109-4492-BF2F-E20F48F2379B}">
      <dgm:prSet/>
      <dgm:spPr/>
      <dgm:t>
        <a:bodyPr/>
        <a:lstStyle/>
        <a:p>
          <a:r>
            <a:rPr lang="en-US" b="1" i="0" baseline="0"/>
            <a:t>Architecture</a:t>
          </a:r>
          <a:endParaRPr lang="en-US"/>
        </a:p>
      </dgm:t>
    </dgm:pt>
    <dgm:pt modelId="{5B758672-4EF0-4EFC-8CB7-3AB6B7B6BE04}" type="parTrans" cxnId="{1AF69C44-8474-4EE4-B11D-F0CDD668DBDA}">
      <dgm:prSet/>
      <dgm:spPr/>
      <dgm:t>
        <a:bodyPr/>
        <a:lstStyle/>
        <a:p>
          <a:endParaRPr lang="en-US"/>
        </a:p>
      </dgm:t>
    </dgm:pt>
    <dgm:pt modelId="{B9A00D34-7896-4E15-98D0-456871702826}" type="sibTrans" cxnId="{1AF69C44-8474-4EE4-B11D-F0CDD668DBDA}">
      <dgm:prSet/>
      <dgm:spPr/>
      <dgm:t>
        <a:bodyPr/>
        <a:lstStyle/>
        <a:p>
          <a:endParaRPr lang="en-US"/>
        </a:p>
      </dgm:t>
    </dgm:pt>
    <dgm:pt modelId="{B9A3CB81-FF09-4DD2-A81C-642C03D42B2D}">
      <dgm:prSet/>
      <dgm:spPr/>
      <dgm:t>
        <a:bodyPr/>
        <a:lstStyle/>
        <a:p>
          <a:r>
            <a:rPr lang="en-US" b="0" i="0" baseline="0" dirty="0"/>
            <a:t>AWS Region → EFS file system</a:t>
          </a:r>
          <a:endParaRPr lang="en-US" dirty="0"/>
        </a:p>
      </dgm:t>
    </dgm:pt>
    <dgm:pt modelId="{4867D451-8F63-467D-847F-793D80D66AE3}" type="parTrans" cxnId="{57DAC6A8-C2F9-4F11-B1BF-A9E0D449134D}">
      <dgm:prSet/>
      <dgm:spPr/>
      <dgm:t>
        <a:bodyPr/>
        <a:lstStyle/>
        <a:p>
          <a:endParaRPr lang="en-US"/>
        </a:p>
      </dgm:t>
    </dgm:pt>
    <dgm:pt modelId="{E83D7E22-13E5-4ECF-AF79-876D14270A84}" type="sibTrans" cxnId="{57DAC6A8-C2F9-4F11-B1BF-A9E0D449134D}">
      <dgm:prSet/>
      <dgm:spPr/>
      <dgm:t>
        <a:bodyPr/>
        <a:lstStyle/>
        <a:p>
          <a:endParaRPr lang="en-US"/>
        </a:p>
      </dgm:t>
    </dgm:pt>
    <dgm:pt modelId="{C0B90C14-BC53-42E7-847B-EF7FBDAAFCB1}">
      <dgm:prSet/>
      <dgm:spPr/>
      <dgm:t>
        <a:bodyPr/>
        <a:lstStyle/>
        <a:p>
          <a:r>
            <a:rPr lang="fr-FR" b="0" i="0" baseline="0"/>
            <a:t>EC2 instances → NFS connections → EFS</a:t>
          </a:r>
          <a:endParaRPr lang="en-US"/>
        </a:p>
      </dgm:t>
    </dgm:pt>
    <dgm:pt modelId="{6BE8643D-5C09-44DF-ADC3-232DCCFDBFD5}" type="parTrans" cxnId="{ECD32297-200A-40EA-9DCA-D998388462A7}">
      <dgm:prSet/>
      <dgm:spPr/>
      <dgm:t>
        <a:bodyPr/>
        <a:lstStyle/>
        <a:p>
          <a:endParaRPr lang="en-US"/>
        </a:p>
      </dgm:t>
    </dgm:pt>
    <dgm:pt modelId="{7D5D0950-ADD3-42BF-BB70-9C09C96EDC1D}" type="sibTrans" cxnId="{ECD32297-200A-40EA-9DCA-D998388462A7}">
      <dgm:prSet/>
      <dgm:spPr/>
      <dgm:t>
        <a:bodyPr/>
        <a:lstStyle/>
        <a:p>
          <a:endParaRPr lang="en-US"/>
        </a:p>
      </dgm:t>
    </dgm:pt>
    <dgm:pt modelId="{C15CE82B-DDB4-4C51-976D-310B1242D91E}">
      <dgm:prSet/>
      <dgm:spPr/>
      <dgm:t>
        <a:bodyPr/>
        <a:lstStyle/>
        <a:p>
          <a:r>
            <a:rPr lang="en-US" b="0" i="0" baseline="0"/>
            <a:t>Multiple instances access the same files</a:t>
          </a:r>
          <a:endParaRPr lang="en-US"/>
        </a:p>
      </dgm:t>
    </dgm:pt>
    <dgm:pt modelId="{E8046EE5-D39B-466A-B79B-4CBFE57B65D6}" type="parTrans" cxnId="{CFBE454E-B735-4850-8B7E-7F06CC78EF80}">
      <dgm:prSet/>
      <dgm:spPr/>
      <dgm:t>
        <a:bodyPr/>
        <a:lstStyle/>
        <a:p>
          <a:endParaRPr lang="en-US"/>
        </a:p>
      </dgm:t>
    </dgm:pt>
    <dgm:pt modelId="{2E28788D-4793-4CE5-BB9B-FE6EADCBBE8F}" type="sibTrans" cxnId="{CFBE454E-B735-4850-8B7E-7F06CC78EF80}">
      <dgm:prSet/>
      <dgm:spPr/>
      <dgm:t>
        <a:bodyPr/>
        <a:lstStyle/>
        <a:p>
          <a:endParaRPr lang="en-US"/>
        </a:p>
      </dgm:t>
    </dgm:pt>
    <dgm:pt modelId="{64874403-7576-4018-9659-93FB5E6FB105}">
      <dgm:prSet/>
      <dgm:spPr/>
      <dgm:t>
        <a:bodyPr/>
        <a:lstStyle/>
        <a:p>
          <a:r>
            <a:rPr lang="en-US" b="1" i="0" baseline="0"/>
            <a:t>Benefits</a:t>
          </a:r>
          <a:endParaRPr lang="en-US"/>
        </a:p>
      </dgm:t>
    </dgm:pt>
    <dgm:pt modelId="{868C4CA4-6A15-475A-BA99-A0AF0C673306}" type="parTrans" cxnId="{B310826B-3C07-482C-8D04-88A50BA1D126}">
      <dgm:prSet/>
      <dgm:spPr/>
      <dgm:t>
        <a:bodyPr/>
        <a:lstStyle/>
        <a:p>
          <a:endParaRPr lang="en-US"/>
        </a:p>
      </dgm:t>
    </dgm:pt>
    <dgm:pt modelId="{9ACF0B4A-E11E-442E-954F-B139C5AD122C}" type="sibTrans" cxnId="{B310826B-3C07-482C-8D04-88A50BA1D126}">
      <dgm:prSet/>
      <dgm:spPr/>
      <dgm:t>
        <a:bodyPr/>
        <a:lstStyle/>
        <a:p>
          <a:endParaRPr lang="en-US"/>
        </a:p>
      </dgm:t>
    </dgm:pt>
    <dgm:pt modelId="{72C8368B-FA25-4C52-B5C0-ABA5B2E20DFF}">
      <dgm:prSet/>
      <dgm:spPr/>
      <dgm:t>
        <a:bodyPr/>
        <a:lstStyle/>
        <a:p>
          <a:r>
            <a:rPr lang="en-US" b="0" i="0" baseline="0"/>
            <a:t>No need to manage file servers</a:t>
          </a:r>
          <a:endParaRPr lang="en-US"/>
        </a:p>
      </dgm:t>
    </dgm:pt>
    <dgm:pt modelId="{2E78D508-FFB1-4E9B-996F-82A91334A329}" type="parTrans" cxnId="{C01A0E30-7BDE-441C-9E92-0E9D170FEA45}">
      <dgm:prSet/>
      <dgm:spPr/>
      <dgm:t>
        <a:bodyPr/>
        <a:lstStyle/>
        <a:p>
          <a:endParaRPr lang="en-US"/>
        </a:p>
      </dgm:t>
    </dgm:pt>
    <dgm:pt modelId="{99C6513D-FC2F-4CDD-BE8A-828418AC5F0A}" type="sibTrans" cxnId="{C01A0E30-7BDE-441C-9E92-0E9D170FEA45}">
      <dgm:prSet/>
      <dgm:spPr/>
      <dgm:t>
        <a:bodyPr/>
        <a:lstStyle/>
        <a:p>
          <a:endParaRPr lang="en-US"/>
        </a:p>
      </dgm:t>
    </dgm:pt>
    <dgm:pt modelId="{8CFEC315-9538-43EB-BB4F-1D1DFFA903AC}">
      <dgm:prSet/>
      <dgm:spPr/>
      <dgm:t>
        <a:bodyPr/>
        <a:lstStyle/>
        <a:p>
          <a:r>
            <a:rPr lang="en-US" b="0" i="0" baseline="0"/>
            <a:t>No need to pre-provision storage capacity</a:t>
          </a:r>
          <a:endParaRPr lang="en-US"/>
        </a:p>
      </dgm:t>
    </dgm:pt>
    <dgm:pt modelId="{C8061FAB-7C66-49B3-B372-928825BC3C93}" type="parTrans" cxnId="{7D88BF57-3B83-42B8-9CF5-0BCF0A22CA97}">
      <dgm:prSet/>
      <dgm:spPr/>
      <dgm:t>
        <a:bodyPr/>
        <a:lstStyle/>
        <a:p>
          <a:endParaRPr lang="en-US"/>
        </a:p>
      </dgm:t>
    </dgm:pt>
    <dgm:pt modelId="{BD1EA73A-2863-41C5-9FDD-99E6225D372E}" type="sibTrans" cxnId="{7D88BF57-3B83-42B8-9CF5-0BCF0A22CA97}">
      <dgm:prSet/>
      <dgm:spPr/>
      <dgm:t>
        <a:bodyPr/>
        <a:lstStyle/>
        <a:p>
          <a:endParaRPr lang="en-US"/>
        </a:p>
      </dgm:t>
    </dgm:pt>
    <dgm:pt modelId="{8D6113BD-9983-431E-96E7-4ADF6333A996}">
      <dgm:prSet/>
      <dgm:spPr/>
      <dgm:t>
        <a:bodyPr/>
        <a:lstStyle/>
        <a:p>
          <a:r>
            <a:rPr lang="en-US" b="0" i="0" baseline="0"/>
            <a:t>Shared access across application servers</a:t>
          </a:r>
          <a:endParaRPr lang="en-US"/>
        </a:p>
      </dgm:t>
    </dgm:pt>
    <dgm:pt modelId="{ACF7AAAA-8468-42C7-908E-A4EA45CF86FB}" type="parTrans" cxnId="{47285B5B-0B67-45BA-983A-46BF697032CC}">
      <dgm:prSet/>
      <dgm:spPr/>
      <dgm:t>
        <a:bodyPr/>
        <a:lstStyle/>
        <a:p>
          <a:endParaRPr lang="en-US"/>
        </a:p>
      </dgm:t>
    </dgm:pt>
    <dgm:pt modelId="{CF17C384-A9DC-45D8-BC39-04D50AE24A6A}" type="sibTrans" cxnId="{47285B5B-0B67-45BA-983A-46BF697032CC}">
      <dgm:prSet/>
      <dgm:spPr/>
      <dgm:t>
        <a:bodyPr/>
        <a:lstStyle/>
        <a:p>
          <a:endParaRPr lang="en-US"/>
        </a:p>
      </dgm:t>
    </dgm:pt>
    <dgm:pt modelId="{2E3A690B-6406-444A-B097-4E526DB18BB2}" type="pres">
      <dgm:prSet presAssocID="{D704A537-75C5-41F4-A370-00C35C6A57F4}" presName="Name0" presStyleCnt="0">
        <dgm:presLayoutVars>
          <dgm:dir/>
          <dgm:animLvl val="lvl"/>
          <dgm:resizeHandles val="exact"/>
        </dgm:presLayoutVars>
      </dgm:prSet>
      <dgm:spPr/>
    </dgm:pt>
    <dgm:pt modelId="{6FE64710-2B14-48D4-8DF3-DD4A08AB6AB3}" type="pres">
      <dgm:prSet presAssocID="{7E67E6A7-A109-4492-BF2F-E20F48F2379B}" presName="linNode" presStyleCnt="0"/>
      <dgm:spPr/>
    </dgm:pt>
    <dgm:pt modelId="{529F3DD3-27CB-4AAD-BAB1-5C2568C0E9D4}" type="pres">
      <dgm:prSet presAssocID="{7E67E6A7-A109-4492-BF2F-E20F48F2379B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CAEA9EC4-2451-4231-8944-B567EE924CAD}" type="pres">
      <dgm:prSet presAssocID="{7E67E6A7-A109-4492-BF2F-E20F48F2379B}" presName="descendantText" presStyleLbl="alignAccFollowNode1" presStyleIdx="0" presStyleCnt="2">
        <dgm:presLayoutVars>
          <dgm:bulletEnabled val="1"/>
        </dgm:presLayoutVars>
      </dgm:prSet>
      <dgm:spPr/>
    </dgm:pt>
    <dgm:pt modelId="{BBE7E120-02FD-438D-9DFF-27DAB4A2812C}" type="pres">
      <dgm:prSet presAssocID="{B9A00D34-7896-4E15-98D0-456871702826}" presName="sp" presStyleCnt="0"/>
      <dgm:spPr/>
    </dgm:pt>
    <dgm:pt modelId="{F53B367C-7692-4E6E-B87A-95D8CDF0C338}" type="pres">
      <dgm:prSet presAssocID="{64874403-7576-4018-9659-93FB5E6FB105}" presName="linNode" presStyleCnt="0"/>
      <dgm:spPr/>
    </dgm:pt>
    <dgm:pt modelId="{B38EA440-379D-4039-8501-8728505FD6B8}" type="pres">
      <dgm:prSet presAssocID="{64874403-7576-4018-9659-93FB5E6FB105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8FC7D2F1-3A93-4E6D-A945-E6DCBB3DE66B}" type="pres">
      <dgm:prSet presAssocID="{64874403-7576-4018-9659-93FB5E6FB105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A33EFB05-7B54-43B7-A978-90923C19DB6D}" type="presOf" srcId="{7E67E6A7-A109-4492-BF2F-E20F48F2379B}" destId="{529F3DD3-27CB-4AAD-BAB1-5C2568C0E9D4}" srcOrd="0" destOrd="0" presId="urn:microsoft.com/office/officeart/2005/8/layout/vList5"/>
    <dgm:cxn modelId="{C05B2C19-B1EE-4E8D-858F-A1B54CF11951}" type="presOf" srcId="{D704A537-75C5-41F4-A370-00C35C6A57F4}" destId="{2E3A690B-6406-444A-B097-4E526DB18BB2}" srcOrd="0" destOrd="0" presId="urn:microsoft.com/office/officeart/2005/8/layout/vList5"/>
    <dgm:cxn modelId="{C01A0E30-7BDE-441C-9E92-0E9D170FEA45}" srcId="{64874403-7576-4018-9659-93FB5E6FB105}" destId="{72C8368B-FA25-4C52-B5C0-ABA5B2E20DFF}" srcOrd="0" destOrd="0" parTransId="{2E78D508-FFB1-4E9B-996F-82A91334A329}" sibTransId="{99C6513D-FC2F-4CDD-BE8A-828418AC5F0A}"/>
    <dgm:cxn modelId="{48727632-1DF0-4A3E-B871-FE926CC5FEEE}" type="presOf" srcId="{B9A3CB81-FF09-4DD2-A81C-642C03D42B2D}" destId="{CAEA9EC4-2451-4231-8944-B567EE924CAD}" srcOrd="0" destOrd="0" presId="urn:microsoft.com/office/officeart/2005/8/layout/vList5"/>
    <dgm:cxn modelId="{47285B5B-0B67-45BA-983A-46BF697032CC}" srcId="{64874403-7576-4018-9659-93FB5E6FB105}" destId="{8D6113BD-9983-431E-96E7-4ADF6333A996}" srcOrd="2" destOrd="0" parTransId="{ACF7AAAA-8468-42C7-908E-A4EA45CF86FB}" sibTransId="{CF17C384-A9DC-45D8-BC39-04D50AE24A6A}"/>
    <dgm:cxn modelId="{1AF69C44-8474-4EE4-B11D-F0CDD668DBDA}" srcId="{D704A537-75C5-41F4-A370-00C35C6A57F4}" destId="{7E67E6A7-A109-4492-BF2F-E20F48F2379B}" srcOrd="0" destOrd="0" parTransId="{5B758672-4EF0-4EFC-8CB7-3AB6B7B6BE04}" sibTransId="{B9A00D34-7896-4E15-98D0-456871702826}"/>
    <dgm:cxn modelId="{B310826B-3C07-482C-8D04-88A50BA1D126}" srcId="{D704A537-75C5-41F4-A370-00C35C6A57F4}" destId="{64874403-7576-4018-9659-93FB5E6FB105}" srcOrd="1" destOrd="0" parTransId="{868C4CA4-6A15-475A-BA99-A0AF0C673306}" sibTransId="{9ACF0B4A-E11E-442E-954F-B139C5AD122C}"/>
    <dgm:cxn modelId="{CFBE454E-B735-4850-8B7E-7F06CC78EF80}" srcId="{7E67E6A7-A109-4492-BF2F-E20F48F2379B}" destId="{C15CE82B-DDB4-4C51-976D-310B1242D91E}" srcOrd="2" destOrd="0" parTransId="{E8046EE5-D39B-466A-B79B-4CBFE57B65D6}" sibTransId="{2E28788D-4793-4CE5-BB9B-FE6EADCBBE8F}"/>
    <dgm:cxn modelId="{6A02C770-495D-4BC8-B0A0-D7A38CBFCDC6}" type="presOf" srcId="{C15CE82B-DDB4-4C51-976D-310B1242D91E}" destId="{CAEA9EC4-2451-4231-8944-B567EE924CAD}" srcOrd="0" destOrd="2" presId="urn:microsoft.com/office/officeart/2005/8/layout/vList5"/>
    <dgm:cxn modelId="{7D88BF57-3B83-42B8-9CF5-0BCF0A22CA97}" srcId="{64874403-7576-4018-9659-93FB5E6FB105}" destId="{8CFEC315-9538-43EB-BB4F-1D1DFFA903AC}" srcOrd="1" destOrd="0" parTransId="{C8061FAB-7C66-49B3-B372-928825BC3C93}" sibTransId="{BD1EA73A-2863-41C5-9FDD-99E6225D372E}"/>
    <dgm:cxn modelId="{A2D7F780-F267-4888-B29A-12A5B6E9539C}" type="presOf" srcId="{8CFEC315-9538-43EB-BB4F-1D1DFFA903AC}" destId="{8FC7D2F1-3A93-4E6D-A945-E6DCBB3DE66B}" srcOrd="0" destOrd="1" presId="urn:microsoft.com/office/officeart/2005/8/layout/vList5"/>
    <dgm:cxn modelId="{AA6DFD82-6929-4D48-91BD-DDA6170B6292}" type="presOf" srcId="{72C8368B-FA25-4C52-B5C0-ABA5B2E20DFF}" destId="{8FC7D2F1-3A93-4E6D-A945-E6DCBB3DE66B}" srcOrd="0" destOrd="0" presId="urn:microsoft.com/office/officeart/2005/8/layout/vList5"/>
    <dgm:cxn modelId="{79607986-D8E3-4BAB-B0FE-912EBA79E202}" type="presOf" srcId="{8D6113BD-9983-431E-96E7-4ADF6333A996}" destId="{8FC7D2F1-3A93-4E6D-A945-E6DCBB3DE66B}" srcOrd="0" destOrd="2" presId="urn:microsoft.com/office/officeart/2005/8/layout/vList5"/>
    <dgm:cxn modelId="{1F1C7D8A-40E2-47C5-9AC5-7949E1C2692F}" type="presOf" srcId="{C0B90C14-BC53-42E7-847B-EF7FBDAAFCB1}" destId="{CAEA9EC4-2451-4231-8944-B567EE924CAD}" srcOrd="0" destOrd="1" presId="urn:microsoft.com/office/officeart/2005/8/layout/vList5"/>
    <dgm:cxn modelId="{ECD32297-200A-40EA-9DCA-D998388462A7}" srcId="{7E67E6A7-A109-4492-BF2F-E20F48F2379B}" destId="{C0B90C14-BC53-42E7-847B-EF7FBDAAFCB1}" srcOrd="1" destOrd="0" parTransId="{6BE8643D-5C09-44DF-ADC3-232DCCFDBFD5}" sibTransId="{7D5D0950-ADD3-42BF-BB70-9C09C96EDC1D}"/>
    <dgm:cxn modelId="{57DAC6A8-C2F9-4F11-B1BF-A9E0D449134D}" srcId="{7E67E6A7-A109-4492-BF2F-E20F48F2379B}" destId="{B9A3CB81-FF09-4DD2-A81C-642C03D42B2D}" srcOrd="0" destOrd="0" parTransId="{4867D451-8F63-467D-847F-793D80D66AE3}" sibTransId="{E83D7E22-13E5-4ECF-AF79-876D14270A84}"/>
    <dgm:cxn modelId="{3E5953F8-A8B6-41F8-B2A8-51FE6CE7CF2C}" type="presOf" srcId="{64874403-7576-4018-9659-93FB5E6FB105}" destId="{B38EA440-379D-4039-8501-8728505FD6B8}" srcOrd="0" destOrd="0" presId="urn:microsoft.com/office/officeart/2005/8/layout/vList5"/>
    <dgm:cxn modelId="{55051B24-C578-43CC-8E84-6CB76C7C4E77}" type="presParOf" srcId="{2E3A690B-6406-444A-B097-4E526DB18BB2}" destId="{6FE64710-2B14-48D4-8DF3-DD4A08AB6AB3}" srcOrd="0" destOrd="0" presId="urn:microsoft.com/office/officeart/2005/8/layout/vList5"/>
    <dgm:cxn modelId="{A73377A3-AD93-40A6-9FE5-F4ED8F99460C}" type="presParOf" srcId="{6FE64710-2B14-48D4-8DF3-DD4A08AB6AB3}" destId="{529F3DD3-27CB-4AAD-BAB1-5C2568C0E9D4}" srcOrd="0" destOrd="0" presId="urn:microsoft.com/office/officeart/2005/8/layout/vList5"/>
    <dgm:cxn modelId="{E5D29178-D1CA-40E0-8C05-1BCB1FC96ABA}" type="presParOf" srcId="{6FE64710-2B14-48D4-8DF3-DD4A08AB6AB3}" destId="{CAEA9EC4-2451-4231-8944-B567EE924CAD}" srcOrd="1" destOrd="0" presId="urn:microsoft.com/office/officeart/2005/8/layout/vList5"/>
    <dgm:cxn modelId="{299FD4D8-7204-442C-995A-9F654C999C43}" type="presParOf" srcId="{2E3A690B-6406-444A-B097-4E526DB18BB2}" destId="{BBE7E120-02FD-438D-9DFF-27DAB4A2812C}" srcOrd="1" destOrd="0" presId="urn:microsoft.com/office/officeart/2005/8/layout/vList5"/>
    <dgm:cxn modelId="{F21FDAB6-1702-4520-ADE5-C1EE96B34AF5}" type="presParOf" srcId="{2E3A690B-6406-444A-B097-4E526DB18BB2}" destId="{F53B367C-7692-4E6E-B87A-95D8CDF0C338}" srcOrd="2" destOrd="0" presId="urn:microsoft.com/office/officeart/2005/8/layout/vList5"/>
    <dgm:cxn modelId="{2C493B5D-9AD8-4226-A216-000F23016595}" type="presParOf" srcId="{F53B367C-7692-4E6E-B87A-95D8CDF0C338}" destId="{B38EA440-379D-4039-8501-8728505FD6B8}" srcOrd="0" destOrd="0" presId="urn:microsoft.com/office/officeart/2005/8/layout/vList5"/>
    <dgm:cxn modelId="{FECEFC9A-7866-455B-B040-6F7568862DCD}" type="presParOf" srcId="{F53B367C-7692-4E6E-B87A-95D8CDF0C338}" destId="{8FC7D2F1-3A93-4E6D-A945-E6DCBB3DE66B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2.xml><?xml version="1.0" encoding="utf-8"?>
<dgm:dataModel xmlns:dgm="http://schemas.openxmlformats.org/drawingml/2006/diagram" xmlns:a="http://schemas.openxmlformats.org/drawingml/2006/main">
  <dgm:ptLst>
    <dgm:pt modelId="{58E164DE-8BD7-490A-8B2A-7D133A4079AD}" type="doc">
      <dgm:prSet loTypeId="urn:microsoft.com/office/officeart/2018/5/layout/CenteredIconLabelDescriptionList" loCatId="icon" qsTypeId="urn:microsoft.com/office/officeart/2005/8/quickstyle/simple1#10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58F393B-6FFC-4E76-BBDA-3B9ED50C537A}">
      <dgm:prSet/>
      <dgm:spPr/>
      <dgm:t>
        <a:bodyPr/>
        <a:lstStyle/>
        <a:p>
          <a:pPr>
            <a:defRPr b="1"/>
          </a:pPr>
          <a:r>
            <a:rPr lang="en-US" b="1" i="0" baseline="0"/>
            <a:t>Elastic Throughput</a:t>
          </a:r>
          <a:endParaRPr lang="en-US"/>
        </a:p>
      </dgm:t>
    </dgm:pt>
    <dgm:pt modelId="{37EF3436-EEB3-414C-BB99-B6DD79D91AAB}" type="parTrans" cxnId="{165E9E65-64D4-4CF2-8103-3CFE068BB0E5}">
      <dgm:prSet/>
      <dgm:spPr/>
      <dgm:t>
        <a:bodyPr/>
        <a:lstStyle/>
        <a:p>
          <a:endParaRPr lang="en-US"/>
        </a:p>
      </dgm:t>
    </dgm:pt>
    <dgm:pt modelId="{0BA10E02-21A2-48EF-A635-FF4686A01549}" type="sibTrans" cxnId="{165E9E65-64D4-4CF2-8103-3CFE068BB0E5}">
      <dgm:prSet/>
      <dgm:spPr/>
      <dgm:t>
        <a:bodyPr/>
        <a:lstStyle/>
        <a:p>
          <a:endParaRPr lang="en-US"/>
        </a:p>
      </dgm:t>
    </dgm:pt>
    <dgm:pt modelId="{E410175D-0BD2-4FF6-B851-D079528A28D3}">
      <dgm:prSet/>
      <dgm:spPr/>
      <dgm:t>
        <a:bodyPr/>
        <a:lstStyle/>
        <a:p>
          <a:r>
            <a:rPr lang="en-US" b="0" i="0" baseline="0"/>
            <a:t>Automatically adjusts throughput according to workload demand</a:t>
          </a:r>
          <a:endParaRPr lang="en-US"/>
        </a:p>
      </dgm:t>
    </dgm:pt>
    <dgm:pt modelId="{04AE1AB8-42C0-4AD3-B535-8196D9510EB1}" type="parTrans" cxnId="{59637C47-447E-46FC-BB9D-9D7324F3373F}">
      <dgm:prSet/>
      <dgm:spPr/>
      <dgm:t>
        <a:bodyPr/>
        <a:lstStyle/>
        <a:p>
          <a:endParaRPr lang="en-US"/>
        </a:p>
      </dgm:t>
    </dgm:pt>
    <dgm:pt modelId="{BAD521D0-7B3C-4ED7-9A01-3AB4F2FEBC51}" type="sibTrans" cxnId="{59637C47-447E-46FC-BB9D-9D7324F3373F}">
      <dgm:prSet/>
      <dgm:spPr/>
      <dgm:t>
        <a:bodyPr/>
        <a:lstStyle/>
        <a:p>
          <a:endParaRPr lang="en-US"/>
        </a:p>
      </dgm:t>
    </dgm:pt>
    <dgm:pt modelId="{7C622023-7BA7-41BE-A737-116666003532}">
      <dgm:prSet/>
      <dgm:spPr/>
      <dgm:t>
        <a:bodyPr/>
        <a:lstStyle/>
        <a:p>
          <a:r>
            <a:rPr lang="en-US" b="0" i="0" baseline="0"/>
            <a:t>Suitable for unpredictable or changing workloads</a:t>
          </a:r>
          <a:endParaRPr lang="en-US"/>
        </a:p>
      </dgm:t>
    </dgm:pt>
    <dgm:pt modelId="{05CD9EB3-3D70-4B06-8ECF-490D39ABDD62}" type="parTrans" cxnId="{432C9131-C20C-4B12-972C-C13D7820E67D}">
      <dgm:prSet/>
      <dgm:spPr/>
      <dgm:t>
        <a:bodyPr/>
        <a:lstStyle/>
        <a:p>
          <a:endParaRPr lang="en-US"/>
        </a:p>
      </dgm:t>
    </dgm:pt>
    <dgm:pt modelId="{2BC62CC3-3051-4A1A-9EB5-26EC5CEDFEE0}" type="sibTrans" cxnId="{432C9131-C20C-4B12-972C-C13D7820E67D}">
      <dgm:prSet/>
      <dgm:spPr/>
      <dgm:t>
        <a:bodyPr/>
        <a:lstStyle/>
        <a:p>
          <a:endParaRPr lang="en-US"/>
        </a:p>
      </dgm:t>
    </dgm:pt>
    <dgm:pt modelId="{90BA1016-E66C-489D-B3A6-5D96B32E3470}">
      <dgm:prSet/>
      <dgm:spPr/>
      <dgm:t>
        <a:bodyPr/>
        <a:lstStyle/>
        <a:p>
          <a:pPr>
            <a:defRPr b="1"/>
          </a:pPr>
          <a:r>
            <a:rPr lang="en-US" b="1" i="0" baseline="0"/>
            <a:t>Provisioned Throughput</a:t>
          </a:r>
          <a:endParaRPr lang="en-US"/>
        </a:p>
      </dgm:t>
    </dgm:pt>
    <dgm:pt modelId="{E975E029-812F-47DC-8778-B25277645CCB}" type="parTrans" cxnId="{57EA28C6-636C-410A-A752-7CFF0F3E1662}">
      <dgm:prSet/>
      <dgm:spPr/>
      <dgm:t>
        <a:bodyPr/>
        <a:lstStyle/>
        <a:p>
          <a:endParaRPr lang="en-US"/>
        </a:p>
      </dgm:t>
    </dgm:pt>
    <dgm:pt modelId="{35A0DC4F-4D40-4718-89E8-A5D2C57D126D}" type="sibTrans" cxnId="{57EA28C6-636C-410A-A752-7CFF0F3E1662}">
      <dgm:prSet/>
      <dgm:spPr/>
      <dgm:t>
        <a:bodyPr/>
        <a:lstStyle/>
        <a:p>
          <a:endParaRPr lang="en-US"/>
        </a:p>
      </dgm:t>
    </dgm:pt>
    <dgm:pt modelId="{C64CA5E3-DC97-4E41-8F0D-F10484158135}">
      <dgm:prSet/>
      <dgm:spPr/>
      <dgm:t>
        <a:bodyPr/>
        <a:lstStyle/>
        <a:p>
          <a:r>
            <a:rPr lang="en-US" b="0" i="0" baseline="0"/>
            <a:t>Administrator specifies a throughput level</a:t>
          </a:r>
          <a:endParaRPr lang="en-US"/>
        </a:p>
      </dgm:t>
    </dgm:pt>
    <dgm:pt modelId="{0D6EF4D3-A8E1-41C7-B026-7047CC628C62}" type="parTrans" cxnId="{F03E3A60-EDDF-4C75-8FF2-BBEEABB8F3DB}">
      <dgm:prSet/>
      <dgm:spPr/>
      <dgm:t>
        <a:bodyPr/>
        <a:lstStyle/>
        <a:p>
          <a:endParaRPr lang="en-US"/>
        </a:p>
      </dgm:t>
    </dgm:pt>
    <dgm:pt modelId="{B62E39FD-C9D9-44D6-A4CD-59FC3DB6C650}" type="sibTrans" cxnId="{F03E3A60-EDDF-4C75-8FF2-BBEEABB8F3DB}">
      <dgm:prSet/>
      <dgm:spPr/>
      <dgm:t>
        <a:bodyPr/>
        <a:lstStyle/>
        <a:p>
          <a:endParaRPr lang="en-US"/>
        </a:p>
      </dgm:t>
    </dgm:pt>
    <dgm:pt modelId="{316B73EA-FEF1-4B7E-8AA5-09EC2E5175FD}">
      <dgm:prSet/>
      <dgm:spPr/>
      <dgm:t>
        <a:bodyPr/>
        <a:lstStyle/>
        <a:p>
          <a:r>
            <a:rPr lang="en-US" b="0" i="0" baseline="0"/>
            <a:t>Suitable when a consistent throughput requirement is known</a:t>
          </a:r>
          <a:endParaRPr lang="en-US"/>
        </a:p>
      </dgm:t>
    </dgm:pt>
    <dgm:pt modelId="{68644484-83D0-469F-9BFC-3AC2A558B8D6}" type="parTrans" cxnId="{32A92026-C04A-4BDC-A416-7E24E4C41196}">
      <dgm:prSet/>
      <dgm:spPr/>
      <dgm:t>
        <a:bodyPr/>
        <a:lstStyle/>
        <a:p>
          <a:endParaRPr lang="en-US"/>
        </a:p>
      </dgm:t>
    </dgm:pt>
    <dgm:pt modelId="{EDF5EBC0-1097-4912-B0A1-161E00D4426A}" type="sibTrans" cxnId="{32A92026-C04A-4BDC-A416-7E24E4C41196}">
      <dgm:prSet/>
      <dgm:spPr/>
      <dgm:t>
        <a:bodyPr/>
        <a:lstStyle/>
        <a:p>
          <a:endParaRPr lang="en-US"/>
        </a:p>
      </dgm:t>
    </dgm:pt>
    <dgm:pt modelId="{1F6CD6D5-79DE-4800-AF65-2EF6AB29E56B}" type="pres">
      <dgm:prSet presAssocID="{58E164DE-8BD7-490A-8B2A-7D133A4079AD}" presName="root" presStyleCnt="0">
        <dgm:presLayoutVars>
          <dgm:dir/>
          <dgm:resizeHandles val="exact"/>
        </dgm:presLayoutVars>
      </dgm:prSet>
      <dgm:spPr/>
    </dgm:pt>
    <dgm:pt modelId="{9A01606F-C905-4621-AC59-5E64E095906A}" type="pres">
      <dgm:prSet presAssocID="{A58F393B-6FFC-4E76-BBDA-3B9ED50C537A}" presName="compNode" presStyleCnt="0"/>
      <dgm:spPr/>
    </dgm:pt>
    <dgm:pt modelId="{87E3A578-BAD8-4C2E-BD94-C215C5C96D80}" type="pres">
      <dgm:prSet presAssocID="{A58F393B-6FFC-4E76-BBDA-3B9ED50C537A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A7D80830-60BC-4B05-81D6-54F72C32B1B0}" type="pres">
      <dgm:prSet presAssocID="{A58F393B-6FFC-4E76-BBDA-3B9ED50C537A}" presName="iconSpace" presStyleCnt="0"/>
      <dgm:spPr/>
    </dgm:pt>
    <dgm:pt modelId="{4CE82F6E-5926-4BA5-A5AE-3139E34D9F30}" type="pres">
      <dgm:prSet presAssocID="{A58F393B-6FFC-4E76-BBDA-3B9ED50C537A}" presName="parTx" presStyleLbl="revTx" presStyleIdx="0" presStyleCnt="4">
        <dgm:presLayoutVars>
          <dgm:chMax val="0"/>
          <dgm:chPref val="0"/>
        </dgm:presLayoutVars>
      </dgm:prSet>
      <dgm:spPr/>
    </dgm:pt>
    <dgm:pt modelId="{BDF2F548-C4AD-4E65-9A47-CEB659E152B8}" type="pres">
      <dgm:prSet presAssocID="{A58F393B-6FFC-4E76-BBDA-3B9ED50C537A}" presName="txSpace" presStyleCnt="0"/>
      <dgm:spPr/>
    </dgm:pt>
    <dgm:pt modelId="{5A9DE6E5-C2FE-473D-88EB-C26BBD7541D1}" type="pres">
      <dgm:prSet presAssocID="{A58F393B-6FFC-4E76-BBDA-3B9ED50C537A}" presName="desTx" presStyleLbl="revTx" presStyleIdx="1" presStyleCnt="4">
        <dgm:presLayoutVars/>
      </dgm:prSet>
      <dgm:spPr/>
    </dgm:pt>
    <dgm:pt modelId="{1F52F58C-4543-44A3-967C-99D76B442C73}" type="pres">
      <dgm:prSet presAssocID="{0BA10E02-21A2-48EF-A635-FF4686A01549}" presName="sibTrans" presStyleCnt="0"/>
      <dgm:spPr/>
    </dgm:pt>
    <dgm:pt modelId="{663BAE05-E5F3-432E-AED2-868B69E126E6}" type="pres">
      <dgm:prSet presAssocID="{90BA1016-E66C-489D-B3A6-5D96B32E3470}" presName="compNode" presStyleCnt="0"/>
      <dgm:spPr/>
    </dgm:pt>
    <dgm:pt modelId="{B34E84A5-6FD1-4403-99BB-53627D8CB579}" type="pres">
      <dgm:prSet presAssocID="{90BA1016-E66C-489D-B3A6-5D96B32E3470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65A87EAE-4CD8-4CA9-B912-4615BEA5FCA3}" type="pres">
      <dgm:prSet presAssocID="{90BA1016-E66C-489D-B3A6-5D96B32E3470}" presName="iconSpace" presStyleCnt="0"/>
      <dgm:spPr/>
    </dgm:pt>
    <dgm:pt modelId="{9B8B3959-9121-4141-955D-C5EB9774CA10}" type="pres">
      <dgm:prSet presAssocID="{90BA1016-E66C-489D-B3A6-5D96B32E3470}" presName="parTx" presStyleLbl="revTx" presStyleIdx="2" presStyleCnt="4">
        <dgm:presLayoutVars>
          <dgm:chMax val="0"/>
          <dgm:chPref val="0"/>
        </dgm:presLayoutVars>
      </dgm:prSet>
      <dgm:spPr/>
    </dgm:pt>
    <dgm:pt modelId="{C65DADA0-83EB-4D51-8DE4-625618516AD7}" type="pres">
      <dgm:prSet presAssocID="{90BA1016-E66C-489D-B3A6-5D96B32E3470}" presName="txSpace" presStyleCnt="0"/>
      <dgm:spPr/>
    </dgm:pt>
    <dgm:pt modelId="{9AE26588-7F68-4EE4-BA75-F712F5666C6E}" type="pres">
      <dgm:prSet presAssocID="{90BA1016-E66C-489D-B3A6-5D96B32E3470}" presName="desTx" presStyleLbl="revTx" presStyleIdx="3" presStyleCnt="4">
        <dgm:presLayoutVars/>
      </dgm:prSet>
      <dgm:spPr/>
    </dgm:pt>
  </dgm:ptLst>
  <dgm:cxnLst>
    <dgm:cxn modelId="{32A92026-C04A-4BDC-A416-7E24E4C41196}" srcId="{90BA1016-E66C-489D-B3A6-5D96B32E3470}" destId="{316B73EA-FEF1-4B7E-8AA5-09EC2E5175FD}" srcOrd="1" destOrd="0" parTransId="{68644484-83D0-469F-9BFC-3AC2A558B8D6}" sibTransId="{EDF5EBC0-1097-4912-B0A1-161E00D4426A}"/>
    <dgm:cxn modelId="{C7C1EE30-158F-4A8B-A610-0ED92D57B9A8}" type="presOf" srcId="{C64CA5E3-DC97-4E41-8F0D-F10484158135}" destId="{9AE26588-7F68-4EE4-BA75-F712F5666C6E}" srcOrd="0" destOrd="0" presId="urn:microsoft.com/office/officeart/2018/5/layout/CenteredIconLabelDescriptionList"/>
    <dgm:cxn modelId="{432C9131-C20C-4B12-972C-C13D7820E67D}" srcId="{A58F393B-6FFC-4E76-BBDA-3B9ED50C537A}" destId="{7C622023-7BA7-41BE-A737-116666003532}" srcOrd="1" destOrd="0" parTransId="{05CD9EB3-3D70-4B06-8ECF-490D39ABDD62}" sibTransId="{2BC62CC3-3051-4A1A-9EB5-26EC5CEDFEE0}"/>
    <dgm:cxn modelId="{8A179C31-8D0D-4905-A339-5A3B9A4F9E94}" type="presOf" srcId="{90BA1016-E66C-489D-B3A6-5D96B32E3470}" destId="{9B8B3959-9121-4141-955D-C5EB9774CA10}" srcOrd="0" destOrd="0" presId="urn:microsoft.com/office/officeart/2018/5/layout/CenteredIconLabelDescriptionList"/>
    <dgm:cxn modelId="{DAA01132-6B46-4D06-A7E4-642E8A0F01B2}" type="presOf" srcId="{7C622023-7BA7-41BE-A737-116666003532}" destId="{5A9DE6E5-C2FE-473D-88EB-C26BBD7541D1}" srcOrd="0" destOrd="1" presId="urn:microsoft.com/office/officeart/2018/5/layout/CenteredIconLabelDescriptionList"/>
    <dgm:cxn modelId="{4D404635-2B5E-4D76-A2C1-D7A34C40CA72}" type="presOf" srcId="{E410175D-0BD2-4FF6-B851-D079528A28D3}" destId="{5A9DE6E5-C2FE-473D-88EB-C26BBD7541D1}" srcOrd="0" destOrd="0" presId="urn:microsoft.com/office/officeart/2018/5/layout/CenteredIconLabelDescriptionList"/>
    <dgm:cxn modelId="{F03E3A60-EDDF-4C75-8FF2-BBEEABB8F3DB}" srcId="{90BA1016-E66C-489D-B3A6-5D96B32E3470}" destId="{C64CA5E3-DC97-4E41-8F0D-F10484158135}" srcOrd="0" destOrd="0" parTransId="{0D6EF4D3-A8E1-41C7-B026-7047CC628C62}" sibTransId="{B62E39FD-C9D9-44D6-A4CD-59FC3DB6C650}"/>
    <dgm:cxn modelId="{165E9E65-64D4-4CF2-8103-3CFE068BB0E5}" srcId="{58E164DE-8BD7-490A-8B2A-7D133A4079AD}" destId="{A58F393B-6FFC-4E76-BBDA-3B9ED50C537A}" srcOrd="0" destOrd="0" parTransId="{37EF3436-EEB3-414C-BB99-B6DD79D91AAB}" sibTransId="{0BA10E02-21A2-48EF-A635-FF4686A01549}"/>
    <dgm:cxn modelId="{A476B445-DB22-49EC-86AD-CD23C3720DED}" type="presOf" srcId="{316B73EA-FEF1-4B7E-8AA5-09EC2E5175FD}" destId="{9AE26588-7F68-4EE4-BA75-F712F5666C6E}" srcOrd="0" destOrd="1" presId="urn:microsoft.com/office/officeart/2018/5/layout/CenteredIconLabelDescriptionList"/>
    <dgm:cxn modelId="{59637C47-447E-46FC-BB9D-9D7324F3373F}" srcId="{A58F393B-6FFC-4E76-BBDA-3B9ED50C537A}" destId="{E410175D-0BD2-4FF6-B851-D079528A28D3}" srcOrd="0" destOrd="0" parTransId="{04AE1AB8-42C0-4AD3-B535-8196D9510EB1}" sibTransId="{BAD521D0-7B3C-4ED7-9A01-3AB4F2FEBC51}"/>
    <dgm:cxn modelId="{ADBC8F49-673E-4241-8CC1-89529891E69B}" type="presOf" srcId="{A58F393B-6FFC-4E76-BBDA-3B9ED50C537A}" destId="{4CE82F6E-5926-4BA5-A5AE-3139E34D9F30}" srcOrd="0" destOrd="0" presId="urn:microsoft.com/office/officeart/2018/5/layout/CenteredIconLabelDescriptionList"/>
    <dgm:cxn modelId="{35890BA7-C694-4FAC-A4F4-71754CDB79F3}" type="presOf" srcId="{58E164DE-8BD7-490A-8B2A-7D133A4079AD}" destId="{1F6CD6D5-79DE-4800-AF65-2EF6AB29E56B}" srcOrd="0" destOrd="0" presId="urn:microsoft.com/office/officeart/2018/5/layout/CenteredIconLabelDescriptionList"/>
    <dgm:cxn modelId="{57EA28C6-636C-410A-A752-7CFF0F3E1662}" srcId="{58E164DE-8BD7-490A-8B2A-7D133A4079AD}" destId="{90BA1016-E66C-489D-B3A6-5D96B32E3470}" srcOrd="1" destOrd="0" parTransId="{E975E029-812F-47DC-8778-B25277645CCB}" sibTransId="{35A0DC4F-4D40-4718-89E8-A5D2C57D126D}"/>
    <dgm:cxn modelId="{1D5E03CA-247E-45F8-ABBB-FEFF6481E430}" type="presParOf" srcId="{1F6CD6D5-79DE-4800-AF65-2EF6AB29E56B}" destId="{9A01606F-C905-4621-AC59-5E64E095906A}" srcOrd="0" destOrd="0" presId="urn:microsoft.com/office/officeart/2018/5/layout/CenteredIconLabelDescriptionList"/>
    <dgm:cxn modelId="{BCD92D0C-2125-4E8D-B5A4-9DF3147BE6FE}" type="presParOf" srcId="{9A01606F-C905-4621-AC59-5E64E095906A}" destId="{87E3A578-BAD8-4C2E-BD94-C215C5C96D80}" srcOrd="0" destOrd="0" presId="urn:microsoft.com/office/officeart/2018/5/layout/CenteredIconLabelDescriptionList"/>
    <dgm:cxn modelId="{F9CBA4C8-E7A9-44D6-8BDE-A38FD0E901FA}" type="presParOf" srcId="{9A01606F-C905-4621-AC59-5E64E095906A}" destId="{A7D80830-60BC-4B05-81D6-54F72C32B1B0}" srcOrd="1" destOrd="0" presId="urn:microsoft.com/office/officeart/2018/5/layout/CenteredIconLabelDescriptionList"/>
    <dgm:cxn modelId="{29BDBD88-BF37-4CF6-B820-CF34197D4477}" type="presParOf" srcId="{9A01606F-C905-4621-AC59-5E64E095906A}" destId="{4CE82F6E-5926-4BA5-A5AE-3139E34D9F30}" srcOrd="2" destOrd="0" presId="urn:microsoft.com/office/officeart/2018/5/layout/CenteredIconLabelDescriptionList"/>
    <dgm:cxn modelId="{6BE663D8-8EAF-49B1-AC2C-E8684BD1AD5A}" type="presParOf" srcId="{9A01606F-C905-4621-AC59-5E64E095906A}" destId="{BDF2F548-C4AD-4E65-9A47-CEB659E152B8}" srcOrd="3" destOrd="0" presId="urn:microsoft.com/office/officeart/2018/5/layout/CenteredIconLabelDescriptionList"/>
    <dgm:cxn modelId="{21A226E6-C888-43A9-BF45-93FE8258E012}" type="presParOf" srcId="{9A01606F-C905-4621-AC59-5E64E095906A}" destId="{5A9DE6E5-C2FE-473D-88EB-C26BBD7541D1}" srcOrd="4" destOrd="0" presId="urn:microsoft.com/office/officeart/2018/5/layout/CenteredIconLabelDescriptionList"/>
    <dgm:cxn modelId="{C86225A6-7BBD-4150-8136-8CA61C3527AC}" type="presParOf" srcId="{1F6CD6D5-79DE-4800-AF65-2EF6AB29E56B}" destId="{1F52F58C-4543-44A3-967C-99D76B442C73}" srcOrd="1" destOrd="0" presId="urn:microsoft.com/office/officeart/2018/5/layout/CenteredIconLabelDescriptionList"/>
    <dgm:cxn modelId="{00953798-F643-41E3-9359-2E39E8D260E1}" type="presParOf" srcId="{1F6CD6D5-79DE-4800-AF65-2EF6AB29E56B}" destId="{663BAE05-E5F3-432E-AED2-868B69E126E6}" srcOrd="2" destOrd="0" presId="urn:microsoft.com/office/officeart/2018/5/layout/CenteredIconLabelDescriptionList"/>
    <dgm:cxn modelId="{90AE911D-419C-45BC-AA8B-902C60B644CC}" type="presParOf" srcId="{663BAE05-E5F3-432E-AED2-868B69E126E6}" destId="{B34E84A5-6FD1-4403-99BB-53627D8CB579}" srcOrd="0" destOrd="0" presId="urn:microsoft.com/office/officeart/2018/5/layout/CenteredIconLabelDescriptionList"/>
    <dgm:cxn modelId="{3C351A1B-9E4D-4956-BCD1-B63000A95B91}" type="presParOf" srcId="{663BAE05-E5F3-432E-AED2-868B69E126E6}" destId="{65A87EAE-4CD8-4CA9-B912-4615BEA5FCA3}" srcOrd="1" destOrd="0" presId="urn:microsoft.com/office/officeart/2018/5/layout/CenteredIconLabelDescriptionList"/>
    <dgm:cxn modelId="{380D03AB-D611-4929-8A08-354D1AAC9333}" type="presParOf" srcId="{663BAE05-E5F3-432E-AED2-868B69E126E6}" destId="{9B8B3959-9121-4141-955D-C5EB9774CA10}" srcOrd="2" destOrd="0" presId="urn:microsoft.com/office/officeart/2018/5/layout/CenteredIconLabelDescriptionList"/>
    <dgm:cxn modelId="{DCDAEE7C-8E41-4009-8793-3CAC29CCF244}" type="presParOf" srcId="{663BAE05-E5F3-432E-AED2-868B69E126E6}" destId="{C65DADA0-83EB-4D51-8DE4-625618516AD7}" srcOrd="3" destOrd="0" presId="urn:microsoft.com/office/officeart/2018/5/layout/CenteredIconLabelDescriptionList"/>
    <dgm:cxn modelId="{C8EF95FB-F058-41F5-BE98-D23D28574100}" type="presParOf" srcId="{663BAE05-E5F3-432E-AED2-868B69E126E6}" destId="{9AE26588-7F68-4EE4-BA75-F712F5666C6E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3.xml><?xml version="1.0" encoding="utf-8"?>
<dgm:dataModel xmlns:dgm="http://schemas.openxmlformats.org/drawingml/2006/diagram" xmlns:a="http://schemas.openxmlformats.org/drawingml/2006/main">
  <dgm:ptLst>
    <dgm:pt modelId="{713A6522-05AA-43BD-A6DE-9C2E49B59CE1}" type="doc">
      <dgm:prSet loTypeId="urn:microsoft.com/office/officeart/2005/8/layout/list1" loCatId="list" qsTypeId="urn:microsoft.com/office/officeart/2005/8/quickstyle/simple4#3" qsCatId="simple" csTypeId="urn:microsoft.com/office/officeart/2005/8/colors/colorful2#5" csCatId="colorful"/>
      <dgm:spPr/>
      <dgm:t>
        <a:bodyPr/>
        <a:lstStyle/>
        <a:p>
          <a:endParaRPr lang="en-US"/>
        </a:p>
      </dgm:t>
    </dgm:pt>
    <dgm:pt modelId="{147BDAF5-7A58-4D02-B392-39AADAD39F98}">
      <dgm:prSet/>
      <dgm:spPr/>
      <dgm:t>
        <a:bodyPr/>
        <a:lstStyle/>
        <a:p>
          <a:r>
            <a:rPr lang="en-US" b="1" i="0" baseline="0"/>
            <a:t>Storage Classes</a:t>
          </a:r>
          <a:endParaRPr lang="en-US"/>
        </a:p>
      </dgm:t>
    </dgm:pt>
    <dgm:pt modelId="{09FEAEF6-D046-461F-B589-F7414FBCC66E}" type="parTrans" cxnId="{D2151E37-CDD7-4125-9E7F-B1B5DF82DF52}">
      <dgm:prSet/>
      <dgm:spPr/>
      <dgm:t>
        <a:bodyPr/>
        <a:lstStyle/>
        <a:p>
          <a:endParaRPr lang="en-US"/>
        </a:p>
      </dgm:t>
    </dgm:pt>
    <dgm:pt modelId="{E7C3AF3C-1BDE-403F-8F19-43535A96B859}" type="sibTrans" cxnId="{D2151E37-CDD7-4125-9E7F-B1B5DF82DF52}">
      <dgm:prSet/>
      <dgm:spPr/>
      <dgm:t>
        <a:bodyPr/>
        <a:lstStyle/>
        <a:p>
          <a:endParaRPr lang="en-US"/>
        </a:p>
      </dgm:t>
    </dgm:pt>
    <dgm:pt modelId="{C51CDBAC-8C67-4768-B99B-70F07B3DF7A3}">
      <dgm:prSet/>
      <dgm:spPr/>
      <dgm:t>
        <a:bodyPr/>
        <a:lstStyle/>
        <a:p>
          <a:r>
            <a:rPr lang="en-US" b="0" i="0" baseline="0"/>
            <a:t>EFS Standard — frequently accessed files</a:t>
          </a:r>
          <a:endParaRPr lang="en-US"/>
        </a:p>
      </dgm:t>
    </dgm:pt>
    <dgm:pt modelId="{18CE1685-5E4A-43C5-9FD3-AC695A1D2387}" type="parTrans" cxnId="{82A6B4F8-3DAC-4C75-89F0-2EB78190B1E3}">
      <dgm:prSet/>
      <dgm:spPr/>
      <dgm:t>
        <a:bodyPr/>
        <a:lstStyle/>
        <a:p>
          <a:endParaRPr lang="en-US"/>
        </a:p>
      </dgm:t>
    </dgm:pt>
    <dgm:pt modelId="{4268321E-C44C-4118-AEAD-BB79A84F52F8}" type="sibTrans" cxnId="{82A6B4F8-3DAC-4C75-89F0-2EB78190B1E3}">
      <dgm:prSet/>
      <dgm:spPr/>
      <dgm:t>
        <a:bodyPr/>
        <a:lstStyle/>
        <a:p>
          <a:endParaRPr lang="en-US"/>
        </a:p>
      </dgm:t>
    </dgm:pt>
    <dgm:pt modelId="{028EAE98-183B-4591-85C6-912EDE0560F1}">
      <dgm:prSet/>
      <dgm:spPr/>
      <dgm:t>
        <a:bodyPr/>
        <a:lstStyle/>
        <a:p>
          <a:r>
            <a:rPr lang="en-US" b="0" i="0" baseline="0"/>
            <a:t>EFS Infrequent Access — less frequently accessed files at lower storage cost</a:t>
          </a:r>
          <a:endParaRPr lang="en-US"/>
        </a:p>
      </dgm:t>
    </dgm:pt>
    <dgm:pt modelId="{9069FB3A-E59D-44AF-AECF-E5619BA5800F}" type="parTrans" cxnId="{FEC7FF73-732B-4405-A8F6-7E2F56088F03}">
      <dgm:prSet/>
      <dgm:spPr/>
      <dgm:t>
        <a:bodyPr/>
        <a:lstStyle/>
        <a:p>
          <a:endParaRPr lang="en-US"/>
        </a:p>
      </dgm:t>
    </dgm:pt>
    <dgm:pt modelId="{8811FD3B-3251-4986-820B-15F2AF84D01E}" type="sibTrans" cxnId="{FEC7FF73-732B-4405-A8F6-7E2F56088F03}">
      <dgm:prSet/>
      <dgm:spPr/>
      <dgm:t>
        <a:bodyPr/>
        <a:lstStyle/>
        <a:p>
          <a:endParaRPr lang="en-US"/>
        </a:p>
      </dgm:t>
    </dgm:pt>
    <dgm:pt modelId="{FD1AD9A2-8977-421C-A43D-28E12F33ED30}">
      <dgm:prSet/>
      <dgm:spPr/>
      <dgm:t>
        <a:bodyPr/>
        <a:lstStyle/>
        <a:p>
          <a:r>
            <a:rPr lang="en-US" b="1" i="0" baseline="0"/>
            <a:t>Lifecycle Management</a:t>
          </a:r>
          <a:endParaRPr lang="en-US"/>
        </a:p>
      </dgm:t>
    </dgm:pt>
    <dgm:pt modelId="{4C506668-5EE6-401F-9CFD-ED622B08C9C6}" type="parTrans" cxnId="{C8E44F3E-0962-4EFA-AACC-AE38096A53A5}">
      <dgm:prSet/>
      <dgm:spPr/>
      <dgm:t>
        <a:bodyPr/>
        <a:lstStyle/>
        <a:p>
          <a:endParaRPr lang="en-US"/>
        </a:p>
      </dgm:t>
    </dgm:pt>
    <dgm:pt modelId="{222452D2-820D-433E-BC58-A4A393515990}" type="sibTrans" cxnId="{C8E44F3E-0962-4EFA-AACC-AE38096A53A5}">
      <dgm:prSet/>
      <dgm:spPr/>
      <dgm:t>
        <a:bodyPr/>
        <a:lstStyle/>
        <a:p>
          <a:endParaRPr lang="en-US"/>
        </a:p>
      </dgm:t>
    </dgm:pt>
    <dgm:pt modelId="{075500A3-0720-4743-82C0-265ABC3D746C}">
      <dgm:prSet/>
      <dgm:spPr/>
      <dgm:t>
        <a:bodyPr/>
        <a:lstStyle/>
        <a:p>
          <a:r>
            <a:rPr lang="en-US" b="0" i="0" baseline="0"/>
            <a:t>Automatically moves inactive files to lower-cost storage</a:t>
          </a:r>
          <a:endParaRPr lang="en-US"/>
        </a:p>
      </dgm:t>
    </dgm:pt>
    <dgm:pt modelId="{4F31259B-14D4-47EE-8A23-E3DC3BA2E5D7}" type="parTrans" cxnId="{48CA3126-9F25-48AD-AEF8-92DDAEFD5B57}">
      <dgm:prSet/>
      <dgm:spPr/>
      <dgm:t>
        <a:bodyPr/>
        <a:lstStyle/>
        <a:p>
          <a:endParaRPr lang="en-US"/>
        </a:p>
      </dgm:t>
    </dgm:pt>
    <dgm:pt modelId="{57793FB9-B605-44AF-84D1-8C07F236CCC9}" type="sibTrans" cxnId="{48CA3126-9F25-48AD-AEF8-92DDAEFD5B57}">
      <dgm:prSet/>
      <dgm:spPr/>
      <dgm:t>
        <a:bodyPr/>
        <a:lstStyle/>
        <a:p>
          <a:endParaRPr lang="en-US"/>
        </a:p>
      </dgm:t>
    </dgm:pt>
    <dgm:pt modelId="{A55959C8-AB37-417F-90E7-8BBC7BE3AA77}">
      <dgm:prSet/>
      <dgm:spPr/>
      <dgm:t>
        <a:bodyPr/>
        <a:lstStyle/>
        <a:p>
          <a:r>
            <a:rPr lang="en-US" b="0" i="0" baseline="0"/>
            <a:t>Reduces manual storage management</a:t>
          </a:r>
          <a:endParaRPr lang="en-US"/>
        </a:p>
      </dgm:t>
    </dgm:pt>
    <dgm:pt modelId="{EAD4E953-D78B-49B2-8FA5-9EF2F05006CC}" type="parTrans" cxnId="{FEB45C4F-460D-406C-ACF7-33FE223F0BEE}">
      <dgm:prSet/>
      <dgm:spPr/>
      <dgm:t>
        <a:bodyPr/>
        <a:lstStyle/>
        <a:p>
          <a:endParaRPr lang="en-US"/>
        </a:p>
      </dgm:t>
    </dgm:pt>
    <dgm:pt modelId="{C7B1C262-B5F8-493F-8606-6DCA0AB6D84A}" type="sibTrans" cxnId="{FEB45C4F-460D-406C-ACF7-33FE223F0BEE}">
      <dgm:prSet/>
      <dgm:spPr/>
      <dgm:t>
        <a:bodyPr/>
        <a:lstStyle/>
        <a:p>
          <a:endParaRPr lang="en-US"/>
        </a:p>
      </dgm:t>
    </dgm:pt>
    <dgm:pt modelId="{51C18054-7FAE-4FA4-B067-4C9838FEFEB7}">
      <dgm:prSet/>
      <dgm:spPr/>
      <dgm:t>
        <a:bodyPr/>
        <a:lstStyle/>
        <a:p>
          <a:r>
            <a:rPr lang="en-US" b="0" i="0" baseline="0"/>
            <a:t>Helps optimize EFS costs</a:t>
          </a:r>
          <a:endParaRPr lang="en-US"/>
        </a:p>
      </dgm:t>
    </dgm:pt>
    <dgm:pt modelId="{010FF606-C518-46CC-B8FA-CA16C0B888DF}" type="parTrans" cxnId="{79C74F09-3BB5-470F-99A6-2E0C005323E3}">
      <dgm:prSet/>
      <dgm:spPr/>
      <dgm:t>
        <a:bodyPr/>
        <a:lstStyle/>
        <a:p>
          <a:endParaRPr lang="en-US"/>
        </a:p>
      </dgm:t>
    </dgm:pt>
    <dgm:pt modelId="{FBA8AAE6-CA68-4182-81C8-E29EE836237C}" type="sibTrans" cxnId="{79C74F09-3BB5-470F-99A6-2E0C005323E3}">
      <dgm:prSet/>
      <dgm:spPr/>
      <dgm:t>
        <a:bodyPr/>
        <a:lstStyle/>
        <a:p>
          <a:endParaRPr lang="en-US"/>
        </a:p>
      </dgm:t>
    </dgm:pt>
    <dgm:pt modelId="{20212AB1-F3AC-4481-BB64-03BED148F0F4}" type="pres">
      <dgm:prSet presAssocID="{713A6522-05AA-43BD-A6DE-9C2E49B59CE1}" presName="linear" presStyleCnt="0">
        <dgm:presLayoutVars>
          <dgm:dir/>
          <dgm:animLvl val="lvl"/>
          <dgm:resizeHandles val="exact"/>
        </dgm:presLayoutVars>
      </dgm:prSet>
      <dgm:spPr/>
    </dgm:pt>
    <dgm:pt modelId="{A1474502-BE91-482F-A6A2-B51E59E33DE5}" type="pres">
      <dgm:prSet presAssocID="{147BDAF5-7A58-4D02-B392-39AADAD39F98}" presName="parentLin" presStyleCnt="0"/>
      <dgm:spPr/>
    </dgm:pt>
    <dgm:pt modelId="{97F0B82B-DF6E-481F-A71F-C460A94D93EE}" type="pres">
      <dgm:prSet presAssocID="{147BDAF5-7A58-4D02-B392-39AADAD39F98}" presName="parentLeftMargin" presStyleLbl="node1" presStyleIdx="0" presStyleCnt="2"/>
      <dgm:spPr/>
    </dgm:pt>
    <dgm:pt modelId="{ED5DC2EE-F1CA-4BA4-8C52-E9D3C945EB28}" type="pres">
      <dgm:prSet presAssocID="{147BDAF5-7A58-4D02-B392-39AADAD39F98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32C7AB85-F8E8-47F0-BAEF-1F51D161FA0B}" type="pres">
      <dgm:prSet presAssocID="{147BDAF5-7A58-4D02-B392-39AADAD39F98}" presName="negativeSpace" presStyleCnt="0"/>
      <dgm:spPr/>
    </dgm:pt>
    <dgm:pt modelId="{DB7B3831-8D2A-4813-8468-4AB5EE9B2D71}" type="pres">
      <dgm:prSet presAssocID="{147BDAF5-7A58-4D02-B392-39AADAD39F98}" presName="childText" presStyleLbl="conFgAcc1" presStyleIdx="0" presStyleCnt="2">
        <dgm:presLayoutVars>
          <dgm:bulletEnabled val="1"/>
        </dgm:presLayoutVars>
      </dgm:prSet>
      <dgm:spPr/>
    </dgm:pt>
    <dgm:pt modelId="{AB9782B5-B10A-405C-9950-2C57C73F968B}" type="pres">
      <dgm:prSet presAssocID="{E7C3AF3C-1BDE-403F-8F19-43535A96B859}" presName="spaceBetweenRectangles" presStyleCnt="0"/>
      <dgm:spPr/>
    </dgm:pt>
    <dgm:pt modelId="{2CD912A4-DBEB-4361-9507-D84EE59E9DA8}" type="pres">
      <dgm:prSet presAssocID="{FD1AD9A2-8977-421C-A43D-28E12F33ED30}" presName="parentLin" presStyleCnt="0"/>
      <dgm:spPr/>
    </dgm:pt>
    <dgm:pt modelId="{20577713-4426-436F-99CA-E255063A1DC0}" type="pres">
      <dgm:prSet presAssocID="{FD1AD9A2-8977-421C-A43D-28E12F33ED30}" presName="parentLeftMargin" presStyleLbl="node1" presStyleIdx="0" presStyleCnt="2"/>
      <dgm:spPr/>
    </dgm:pt>
    <dgm:pt modelId="{AE0189F9-7355-47FB-B144-38F4DC49EF92}" type="pres">
      <dgm:prSet presAssocID="{FD1AD9A2-8977-421C-A43D-28E12F33ED30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10BBBB0-1DBE-475A-8B43-4104976CD553}" type="pres">
      <dgm:prSet presAssocID="{FD1AD9A2-8977-421C-A43D-28E12F33ED30}" presName="negativeSpace" presStyleCnt="0"/>
      <dgm:spPr/>
    </dgm:pt>
    <dgm:pt modelId="{338C8E0E-4376-4D7D-AE0E-C916D2D65C15}" type="pres">
      <dgm:prSet presAssocID="{FD1AD9A2-8977-421C-A43D-28E12F33ED30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01B7EE02-78C8-4B33-81BE-E04449E113A0}" type="presOf" srcId="{147BDAF5-7A58-4D02-B392-39AADAD39F98}" destId="{ED5DC2EE-F1CA-4BA4-8C52-E9D3C945EB28}" srcOrd="1" destOrd="0" presId="urn:microsoft.com/office/officeart/2005/8/layout/list1"/>
    <dgm:cxn modelId="{79C74F09-3BB5-470F-99A6-2E0C005323E3}" srcId="{FD1AD9A2-8977-421C-A43D-28E12F33ED30}" destId="{51C18054-7FAE-4FA4-B067-4C9838FEFEB7}" srcOrd="2" destOrd="0" parTransId="{010FF606-C518-46CC-B8FA-CA16C0B888DF}" sibTransId="{FBA8AAE6-CA68-4182-81C8-E29EE836237C}"/>
    <dgm:cxn modelId="{48CA3126-9F25-48AD-AEF8-92DDAEFD5B57}" srcId="{FD1AD9A2-8977-421C-A43D-28E12F33ED30}" destId="{075500A3-0720-4743-82C0-265ABC3D746C}" srcOrd="0" destOrd="0" parTransId="{4F31259B-14D4-47EE-8A23-E3DC3BA2E5D7}" sibTransId="{57793FB9-B605-44AF-84D1-8C07F236CCC9}"/>
    <dgm:cxn modelId="{D2151E37-CDD7-4125-9E7F-B1B5DF82DF52}" srcId="{713A6522-05AA-43BD-A6DE-9C2E49B59CE1}" destId="{147BDAF5-7A58-4D02-B392-39AADAD39F98}" srcOrd="0" destOrd="0" parTransId="{09FEAEF6-D046-461F-B589-F7414FBCC66E}" sibTransId="{E7C3AF3C-1BDE-403F-8F19-43535A96B859}"/>
    <dgm:cxn modelId="{C8E44F3E-0962-4EFA-AACC-AE38096A53A5}" srcId="{713A6522-05AA-43BD-A6DE-9C2E49B59CE1}" destId="{FD1AD9A2-8977-421C-A43D-28E12F33ED30}" srcOrd="1" destOrd="0" parTransId="{4C506668-5EE6-401F-9CFD-ED622B08C9C6}" sibTransId="{222452D2-820D-433E-BC58-A4A393515990}"/>
    <dgm:cxn modelId="{7F749649-EF31-46D5-AFDC-03AB85805D25}" type="presOf" srcId="{075500A3-0720-4743-82C0-265ABC3D746C}" destId="{338C8E0E-4376-4D7D-AE0E-C916D2D65C15}" srcOrd="0" destOrd="0" presId="urn:microsoft.com/office/officeart/2005/8/layout/list1"/>
    <dgm:cxn modelId="{FEB45C4F-460D-406C-ACF7-33FE223F0BEE}" srcId="{FD1AD9A2-8977-421C-A43D-28E12F33ED30}" destId="{A55959C8-AB37-417F-90E7-8BBC7BE3AA77}" srcOrd="1" destOrd="0" parTransId="{EAD4E953-D78B-49B2-8FA5-9EF2F05006CC}" sibTransId="{C7B1C262-B5F8-493F-8606-6DCA0AB6D84A}"/>
    <dgm:cxn modelId="{FEC7FF73-732B-4405-A8F6-7E2F56088F03}" srcId="{147BDAF5-7A58-4D02-B392-39AADAD39F98}" destId="{028EAE98-183B-4591-85C6-912EDE0560F1}" srcOrd="1" destOrd="0" parTransId="{9069FB3A-E59D-44AF-AECF-E5619BA5800F}" sibTransId="{8811FD3B-3251-4986-820B-15F2AF84D01E}"/>
    <dgm:cxn modelId="{FD1D2976-79BC-499E-B474-90AF12922C02}" type="presOf" srcId="{FD1AD9A2-8977-421C-A43D-28E12F33ED30}" destId="{20577713-4426-436F-99CA-E255063A1DC0}" srcOrd="0" destOrd="0" presId="urn:microsoft.com/office/officeart/2005/8/layout/list1"/>
    <dgm:cxn modelId="{D907EC57-5074-4466-BA10-1F84F1B80608}" type="presOf" srcId="{028EAE98-183B-4591-85C6-912EDE0560F1}" destId="{DB7B3831-8D2A-4813-8468-4AB5EE9B2D71}" srcOrd="0" destOrd="1" presId="urn:microsoft.com/office/officeart/2005/8/layout/list1"/>
    <dgm:cxn modelId="{63400188-FCC4-43A1-9950-CFA321ECE0E7}" type="presOf" srcId="{713A6522-05AA-43BD-A6DE-9C2E49B59CE1}" destId="{20212AB1-F3AC-4481-BB64-03BED148F0F4}" srcOrd="0" destOrd="0" presId="urn:microsoft.com/office/officeart/2005/8/layout/list1"/>
    <dgm:cxn modelId="{44C7959B-3EB0-4D21-AAC1-3EBC5F7670D0}" type="presOf" srcId="{147BDAF5-7A58-4D02-B392-39AADAD39F98}" destId="{97F0B82B-DF6E-481F-A71F-C460A94D93EE}" srcOrd="0" destOrd="0" presId="urn:microsoft.com/office/officeart/2005/8/layout/list1"/>
    <dgm:cxn modelId="{73787AB3-31FB-4103-B12A-408EE6B24D2A}" type="presOf" srcId="{FD1AD9A2-8977-421C-A43D-28E12F33ED30}" destId="{AE0189F9-7355-47FB-B144-38F4DC49EF92}" srcOrd="1" destOrd="0" presId="urn:microsoft.com/office/officeart/2005/8/layout/list1"/>
    <dgm:cxn modelId="{5E45DDB3-8362-4591-9ACE-99115216FCAC}" type="presOf" srcId="{51C18054-7FAE-4FA4-B067-4C9838FEFEB7}" destId="{338C8E0E-4376-4D7D-AE0E-C916D2D65C15}" srcOrd="0" destOrd="2" presId="urn:microsoft.com/office/officeart/2005/8/layout/list1"/>
    <dgm:cxn modelId="{A112C6CA-D538-4148-A3A7-039A3F06ED6A}" type="presOf" srcId="{C51CDBAC-8C67-4768-B99B-70F07B3DF7A3}" destId="{DB7B3831-8D2A-4813-8468-4AB5EE9B2D71}" srcOrd="0" destOrd="0" presId="urn:microsoft.com/office/officeart/2005/8/layout/list1"/>
    <dgm:cxn modelId="{5D530DD1-00F5-4AC8-B2D4-E6A0B00ED145}" type="presOf" srcId="{A55959C8-AB37-417F-90E7-8BBC7BE3AA77}" destId="{338C8E0E-4376-4D7D-AE0E-C916D2D65C15}" srcOrd="0" destOrd="1" presId="urn:microsoft.com/office/officeart/2005/8/layout/list1"/>
    <dgm:cxn modelId="{82A6B4F8-3DAC-4C75-89F0-2EB78190B1E3}" srcId="{147BDAF5-7A58-4D02-B392-39AADAD39F98}" destId="{C51CDBAC-8C67-4768-B99B-70F07B3DF7A3}" srcOrd="0" destOrd="0" parTransId="{18CE1685-5E4A-43C5-9FD3-AC695A1D2387}" sibTransId="{4268321E-C44C-4118-AEAD-BB79A84F52F8}"/>
    <dgm:cxn modelId="{CD26C270-464A-4AA9-8752-2CD8A00EFDDC}" type="presParOf" srcId="{20212AB1-F3AC-4481-BB64-03BED148F0F4}" destId="{A1474502-BE91-482F-A6A2-B51E59E33DE5}" srcOrd="0" destOrd="0" presId="urn:microsoft.com/office/officeart/2005/8/layout/list1"/>
    <dgm:cxn modelId="{ECA1A147-9180-4719-AFC9-CF852FD68AE2}" type="presParOf" srcId="{A1474502-BE91-482F-A6A2-B51E59E33DE5}" destId="{97F0B82B-DF6E-481F-A71F-C460A94D93EE}" srcOrd="0" destOrd="0" presId="urn:microsoft.com/office/officeart/2005/8/layout/list1"/>
    <dgm:cxn modelId="{016BB338-5CFD-4182-BFF2-388714EAC717}" type="presParOf" srcId="{A1474502-BE91-482F-A6A2-B51E59E33DE5}" destId="{ED5DC2EE-F1CA-4BA4-8C52-E9D3C945EB28}" srcOrd="1" destOrd="0" presId="urn:microsoft.com/office/officeart/2005/8/layout/list1"/>
    <dgm:cxn modelId="{1638A827-9172-41B8-91B5-EA719C8469BF}" type="presParOf" srcId="{20212AB1-F3AC-4481-BB64-03BED148F0F4}" destId="{32C7AB85-F8E8-47F0-BAEF-1F51D161FA0B}" srcOrd="1" destOrd="0" presId="urn:microsoft.com/office/officeart/2005/8/layout/list1"/>
    <dgm:cxn modelId="{32D5F5A4-5EB2-4CFE-9312-33D07479D803}" type="presParOf" srcId="{20212AB1-F3AC-4481-BB64-03BED148F0F4}" destId="{DB7B3831-8D2A-4813-8468-4AB5EE9B2D71}" srcOrd="2" destOrd="0" presId="urn:microsoft.com/office/officeart/2005/8/layout/list1"/>
    <dgm:cxn modelId="{BB39FA06-EA64-4029-8A9C-C6C5D99470FF}" type="presParOf" srcId="{20212AB1-F3AC-4481-BB64-03BED148F0F4}" destId="{AB9782B5-B10A-405C-9950-2C57C73F968B}" srcOrd="3" destOrd="0" presId="urn:microsoft.com/office/officeart/2005/8/layout/list1"/>
    <dgm:cxn modelId="{4E896C99-D4C2-4135-AD68-D42F524FF576}" type="presParOf" srcId="{20212AB1-F3AC-4481-BB64-03BED148F0F4}" destId="{2CD912A4-DBEB-4361-9507-D84EE59E9DA8}" srcOrd="4" destOrd="0" presId="urn:microsoft.com/office/officeart/2005/8/layout/list1"/>
    <dgm:cxn modelId="{F6C064B8-1493-4968-8724-FDE8FEF81F6C}" type="presParOf" srcId="{2CD912A4-DBEB-4361-9507-D84EE59E9DA8}" destId="{20577713-4426-436F-99CA-E255063A1DC0}" srcOrd="0" destOrd="0" presId="urn:microsoft.com/office/officeart/2005/8/layout/list1"/>
    <dgm:cxn modelId="{15CE3EAC-B215-4BF6-8600-84DD09020A1E}" type="presParOf" srcId="{2CD912A4-DBEB-4361-9507-D84EE59E9DA8}" destId="{AE0189F9-7355-47FB-B144-38F4DC49EF92}" srcOrd="1" destOrd="0" presId="urn:microsoft.com/office/officeart/2005/8/layout/list1"/>
    <dgm:cxn modelId="{D595AA24-0A5C-49FF-879E-847647FAA0C2}" type="presParOf" srcId="{20212AB1-F3AC-4481-BB64-03BED148F0F4}" destId="{510BBBB0-1DBE-475A-8B43-4104976CD553}" srcOrd="5" destOrd="0" presId="urn:microsoft.com/office/officeart/2005/8/layout/list1"/>
    <dgm:cxn modelId="{58768004-1F64-49BC-8130-9325CAAEDCDF}" type="presParOf" srcId="{20212AB1-F3AC-4481-BB64-03BED148F0F4}" destId="{338C8E0E-4376-4D7D-AE0E-C916D2D65C15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4.xml><?xml version="1.0" encoding="utf-8"?>
<dgm:dataModel xmlns:dgm="http://schemas.openxmlformats.org/drawingml/2006/diagram" xmlns:a="http://schemas.openxmlformats.org/drawingml/2006/main">
  <dgm:ptLst>
    <dgm:pt modelId="{0096DE23-49C6-4190-8601-5EFF4A45FD86}" type="doc">
      <dgm:prSet loTypeId="urn:microsoft.com/office/officeart/2005/8/layout/vList5" loCatId="list" qsTypeId="urn:microsoft.com/office/officeart/2005/8/quickstyle/simple1#11" qsCatId="simple" csTypeId="urn:microsoft.com/office/officeart/2005/8/colors/accent3_2#2" csCatId="accent3"/>
      <dgm:spPr/>
      <dgm:t>
        <a:bodyPr/>
        <a:lstStyle/>
        <a:p>
          <a:endParaRPr lang="en-US"/>
        </a:p>
      </dgm:t>
    </dgm:pt>
    <dgm:pt modelId="{0F6D9CA8-C5D0-445D-AD07-38024CBEA5E2}">
      <dgm:prSet/>
      <dgm:spPr/>
      <dgm:t>
        <a:bodyPr/>
        <a:lstStyle/>
        <a:p>
          <a:r>
            <a:rPr lang="en-US" b="1" i="0" baseline="0"/>
            <a:t>Access Control</a:t>
          </a:r>
          <a:endParaRPr lang="en-US"/>
        </a:p>
      </dgm:t>
    </dgm:pt>
    <dgm:pt modelId="{26E67E20-B84D-4663-ABF4-E087C0636C5B}" type="parTrans" cxnId="{A95E5DDB-B4ED-467A-AD1D-727C717BB81E}">
      <dgm:prSet/>
      <dgm:spPr/>
      <dgm:t>
        <a:bodyPr/>
        <a:lstStyle/>
        <a:p>
          <a:endParaRPr lang="en-US"/>
        </a:p>
      </dgm:t>
    </dgm:pt>
    <dgm:pt modelId="{5362C606-7A6C-42E5-BFA6-5933BF1A728D}" type="sibTrans" cxnId="{A95E5DDB-B4ED-467A-AD1D-727C717BB81E}">
      <dgm:prSet/>
      <dgm:spPr/>
      <dgm:t>
        <a:bodyPr/>
        <a:lstStyle/>
        <a:p>
          <a:endParaRPr lang="en-US"/>
        </a:p>
      </dgm:t>
    </dgm:pt>
    <dgm:pt modelId="{BB458CAA-C0DA-41CE-A334-C42707C12425}">
      <dgm:prSet/>
      <dgm:spPr/>
      <dgm:t>
        <a:bodyPr/>
        <a:lstStyle/>
        <a:p>
          <a:r>
            <a:rPr lang="en-US" b="0" i="0" baseline="0"/>
            <a:t>IAM controls AWS-level permissions</a:t>
          </a:r>
          <a:endParaRPr lang="en-US"/>
        </a:p>
      </dgm:t>
    </dgm:pt>
    <dgm:pt modelId="{4BEFA560-B090-4284-9124-83E9CC6E7AD4}" type="parTrans" cxnId="{1D874E4B-CC2A-45D5-9EBD-5EA220A1F3EB}">
      <dgm:prSet/>
      <dgm:spPr/>
      <dgm:t>
        <a:bodyPr/>
        <a:lstStyle/>
        <a:p>
          <a:endParaRPr lang="en-US"/>
        </a:p>
      </dgm:t>
    </dgm:pt>
    <dgm:pt modelId="{6DEBB9E6-253F-4DCC-9559-3BB2B5FE6573}" type="sibTrans" cxnId="{1D874E4B-CC2A-45D5-9EBD-5EA220A1F3EB}">
      <dgm:prSet/>
      <dgm:spPr/>
      <dgm:t>
        <a:bodyPr/>
        <a:lstStyle/>
        <a:p>
          <a:endParaRPr lang="en-US"/>
        </a:p>
      </dgm:t>
    </dgm:pt>
    <dgm:pt modelId="{7FFF8A4D-3C61-4081-8D6B-ECD143A74B13}">
      <dgm:prSet/>
      <dgm:spPr/>
      <dgm:t>
        <a:bodyPr/>
        <a:lstStyle/>
        <a:p>
          <a:r>
            <a:rPr lang="en-US" b="0" i="0" baseline="0"/>
            <a:t>Security Groups control network access</a:t>
          </a:r>
          <a:endParaRPr lang="en-US"/>
        </a:p>
      </dgm:t>
    </dgm:pt>
    <dgm:pt modelId="{F85BBC28-2D95-48E2-A1FF-AE00DCD47CBC}" type="parTrans" cxnId="{98C874DE-24E1-4C72-B3EC-536DA15FB2B9}">
      <dgm:prSet/>
      <dgm:spPr/>
      <dgm:t>
        <a:bodyPr/>
        <a:lstStyle/>
        <a:p>
          <a:endParaRPr lang="en-US"/>
        </a:p>
      </dgm:t>
    </dgm:pt>
    <dgm:pt modelId="{094BF080-8282-4027-B637-B55F115820B7}" type="sibTrans" cxnId="{98C874DE-24E1-4C72-B3EC-536DA15FB2B9}">
      <dgm:prSet/>
      <dgm:spPr/>
      <dgm:t>
        <a:bodyPr/>
        <a:lstStyle/>
        <a:p>
          <a:endParaRPr lang="en-US"/>
        </a:p>
      </dgm:t>
    </dgm:pt>
    <dgm:pt modelId="{BFC1BDA7-5C81-4D40-A48A-9297E4CC3B54}">
      <dgm:prSet/>
      <dgm:spPr/>
      <dgm:t>
        <a:bodyPr/>
        <a:lstStyle/>
        <a:p>
          <a:r>
            <a:rPr lang="en-US" b="0" i="0" baseline="0"/>
            <a:t>NFS permissions control file access</a:t>
          </a:r>
          <a:endParaRPr lang="en-US"/>
        </a:p>
      </dgm:t>
    </dgm:pt>
    <dgm:pt modelId="{25CB518D-B452-4C64-B63A-7D81D4808B58}" type="parTrans" cxnId="{F730FA87-9476-4C47-BDB3-F1591FB7A196}">
      <dgm:prSet/>
      <dgm:spPr/>
      <dgm:t>
        <a:bodyPr/>
        <a:lstStyle/>
        <a:p>
          <a:endParaRPr lang="en-US"/>
        </a:p>
      </dgm:t>
    </dgm:pt>
    <dgm:pt modelId="{FA8E10F4-A08F-4EC6-A57F-DA5209E38C31}" type="sibTrans" cxnId="{F730FA87-9476-4C47-BDB3-F1591FB7A196}">
      <dgm:prSet/>
      <dgm:spPr/>
      <dgm:t>
        <a:bodyPr/>
        <a:lstStyle/>
        <a:p>
          <a:endParaRPr lang="en-US"/>
        </a:p>
      </dgm:t>
    </dgm:pt>
    <dgm:pt modelId="{D10E55FB-9562-4DC6-8F27-83167ECF9DD6}">
      <dgm:prSet/>
      <dgm:spPr/>
      <dgm:t>
        <a:bodyPr/>
        <a:lstStyle/>
        <a:p>
          <a:r>
            <a:rPr lang="en-US" b="1" i="0" baseline="0"/>
            <a:t>Encryption</a:t>
          </a:r>
          <a:endParaRPr lang="en-US"/>
        </a:p>
      </dgm:t>
    </dgm:pt>
    <dgm:pt modelId="{6185072C-9D8C-4DBC-B5DF-F83AE541D157}" type="parTrans" cxnId="{AAB1964A-2143-46D4-8500-13B64FE03667}">
      <dgm:prSet/>
      <dgm:spPr/>
      <dgm:t>
        <a:bodyPr/>
        <a:lstStyle/>
        <a:p>
          <a:endParaRPr lang="en-US"/>
        </a:p>
      </dgm:t>
    </dgm:pt>
    <dgm:pt modelId="{FB26C651-46BA-4499-A5E2-91AC71FB8217}" type="sibTrans" cxnId="{AAB1964A-2143-46D4-8500-13B64FE03667}">
      <dgm:prSet/>
      <dgm:spPr/>
      <dgm:t>
        <a:bodyPr/>
        <a:lstStyle/>
        <a:p>
          <a:endParaRPr lang="en-US"/>
        </a:p>
      </dgm:t>
    </dgm:pt>
    <dgm:pt modelId="{2D63ECED-F64F-4703-8BCB-2696C0C29653}">
      <dgm:prSet/>
      <dgm:spPr/>
      <dgm:t>
        <a:bodyPr/>
        <a:lstStyle/>
        <a:p>
          <a:r>
            <a:rPr lang="en-US" b="0" i="0" baseline="0"/>
            <a:t>Encryption at rest using AWS KMS</a:t>
          </a:r>
          <a:endParaRPr lang="en-US"/>
        </a:p>
      </dgm:t>
    </dgm:pt>
    <dgm:pt modelId="{A1C898AE-7081-4193-81F1-B5B21A958892}" type="parTrans" cxnId="{D0FF104A-8821-4ECE-8F26-1B34C310C696}">
      <dgm:prSet/>
      <dgm:spPr/>
      <dgm:t>
        <a:bodyPr/>
        <a:lstStyle/>
        <a:p>
          <a:endParaRPr lang="en-US"/>
        </a:p>
      </dgm:t>
    </dgm:pt>
    <dgm:pt modelId="{91E05334-A027-40F5-A024-3CF139D027D4}" type="sibTrans" cxnId="{D0FF104A-8821-4ECE-8F26-1B34C310C696}">
      <dgm:prSet/>
      <dgm:spPr/>
      <dgm:t>
        <a:bodyPr/>
        <a:lstStyle/>
        <a:p>
          <a:endParaRPr lang="en-US"/>
        </a:p>
      </dgm:t>
    </dgm:pt>
    <dgm:pt modelId="{FC27C6C9-EC95-4675-B7B3-5C156167217D}">
      <dgm:prSet/>
      <dgm:spPr/>
      <dgm:t>
        <a:bodyPr/>
        <a:lstStyle/>
        <a:p>
          <a:r>
            <a:rPr lang="en-US" b="0" i="0" baseline="0"/>
            <a:t>TLS can protect data in transit</a:t>
          </a:r>
          <a:endParaRPr lang="en-US"/>
        </a:p>
      </dgm:t>
    </dgm:pt>
    <dgm:pt modelId="{B0EB3886-CF89-42FB-B8FC-133023EF4BBF}" type="parTrans" cxnId="{498516D2-50B3-419A-9654-E855AE881199}">
      <dgm:prSet/>
      <dgm:spPr/>
      <dgm:t>
        <a:bodyPr/>
        <a:lstStyle/>
        <a:p>
          <a:endParaRPr lang="en-US"/>
        </a:p>
      </dgm:t>
    </dgm:pt>
    <dgm:pt modelId="{8F17E473-7B9B-4760-B49F-C1151542378B}" type="sibTrans" cxnId="{498516D2-50B3-419A-9654-E855AE881199}">
      <dgm:prSet/>
      <dgm:spPr/>
      <dgm:t>
        <a:bodyPr/>
        <a:lstStyle/>
        <a:p>
          <a:endParaRPr lang="en-US"/>
        </a:p>
      </dgm:t>
    </dgm:pt>
    <dgm:pt modelId="{E16E2239-7966-4E66-A303-8E44BC3421BF}" type="pres">
      <dgm:prSet presAssocID="{0096DE23-49C6-4190-8601-5EFF4A45FD86}" presName="Name0" presStyleCnt="0">
        <dgm:presLayoutVars>
          <dgm:dir/>
          <dgm:animLvl val="lvl"/>
          <dgm:resizeHandles val="exact"/>
        </dgm:presLayoutVars>
      </dgm:prSet>
      <dgm:spPr/>
    </dgm:pt>
    <dgm:pt modelId="{FDC0FA5B-9861-484A-A603-93D712595A96}" type="pres">
      <dgm:prSet presAssocID="{0F6D9CA8-C5D0-445D-AD07-38024CBEA5E2}" presName="linNode" presStyleCnt="0"/>
      <dgm:spPr/>
    </dgm:pt>
    <dgm:pt modelId="{3963512F-F818-4A94-9858-56F87F9B2894}" type="pres">
      <dgm:prSet presAssocID="{0F6D9CA8-C5D0-445D-AD07-38024CBEA5E2}" presName="parentText" presStyleLbl="node1" presStyleIdx="0" presStyleCnt="2">
        <dgm:presLayoutVars>
          <dgm:chMax val="1"/>
          <dgm:bulletEnabled val="1"/>
        </dgm:presLayoutVars>
      </dgm:prSet>
      <dgm:spPr/>
    </dgm:pt>
    <dgm:pt modelId="{0F1E8F7E-7B1C-4D4A-8551-F1194F5765AD}" type="pres">
      <dgm:prSet presAssocID="{0F6D9CA8-C5D0-445D-AD07-38024CBEA5E2}" presName="descendantText" presStyleLbl="alignAccFollowNode1" presStyleIdx="0" presStyleCnt="2">
        <dgm:presLayoutVars>
          <dgm:bulletEnabled val="1"/>
        </dgm:presLayoutVars>
      </dgm:prSet>
      <dgm:spPr/>
    </dgm:pt>
    <dgm:pt modelId="{9542D07A-A282-441E-B0A1-628785A4875E}" type="pres">
      <dgm:prSet presAssocID="{5362C606-7A6C-42E5-BFA6-5933BF1A728D}" presName="sp" presStyleCnt="0"/>
      <dgm:spPr/>
    </dgm:pt>
    <dgm:pt modelId="{7742D1B9-F981-4223-B0E7-93050BCDCC69}" type="pres">
      <dgm:prSet presAssocID="{D10E55FB-9562-4DC6-8F27-83167ECF9DD6}" presName="linNode" presStyleCnt="0"/>
      <dgm:spPr/>
    </dgm:pt>
    <dgm:pt modelId="{95E39268-3425-4A95-9086-610DDCF78A66}" type="pres">
      <dgm:prSet presAssocID="{D10E55FB-9562-4DC6-8F27-83167ECF9DD6}" presName="parentText" presStyleLbl="node1" presStyleIdx="1" presStyleCnt="2">
        <dgm:presLayoutVars>
          <dgm:chMax val="1"/>
          <dgm:bulletEnabled val="1"/>
        </dgm:presLayoutVars>
      </dgm:prSet>
      <dgm:spPr/>
    </dgm:pt>
    <dgm:pt modelId="{09387C59-55C5-4828-BE7F-D898EA5ACCE4}" type="pres">
      <dgm:prSet presAssocID="{D10E55FB-9562-4DC6-8F27-83167ECF9DD6}" presName="descendantText" presStyleLbl="alignAccFollowNode1" presStyleIdx="1" presStyleCnt="2">
        <dgm:presLayoutVars>
          <dgm:bulletEnabled val="1"/>
        </dgm:presLayoutVars>
      </dgm:prSet>
      <dgm:spPr/>
    </dgm:pt>
  </dgm:ptLst>
  <dgm:cxnLst>
    <dgm:cxn modelId="{0E545B13-FE68-400B-9FAE-7204B437216B}" type="presOf" srcId="{7FFF8A4D-3C61-4081-8D6B-ECD143A74B13}" destId="{0F1E8F7E-7B1C-4D4A-8551-F1194F5765AD}" srcOrd="0" destOrd="1" presId="urn:microsoft.com/office/officeart/2005/8/layout/vList5"/>
    <dgm:cxn modelId="{BE229616-9B32-4E45-B054-4DF02DC2CCAF}" type="presOf" srcId="{0096DE23-49C6-4190-8601-5EFF4A45FD86}" destId="{E16E2239-7966-4E66-A303-8E44BC3421BF}" srcOrd="0" destOrd="0" presId="urn:microsoft.com/office/officeart/2005/8/layout/vList5"/>
    <dgm:cxn modelId="{D3F3D62D-8707-4BE1-9421-034E98FDCB4C}" type="presOf" srcId="{0F6D9CA8-C5D0-445D-AD07-38024CBEA5E2}" destId="{3963512F-F818-4A94-9858-56F87F9B2894}" srcOrd="0" destOrd="0" presId="urn:microsoft.com/office/officeart/2005/8/layout/vList5"/>
    <dgm:cxn modelId="{D0FF104A-8821-4ECE-8F26-1B34C310C696}" srcId="{D10E55FB-9562-4DC6-8F27-83167ECF9DD6}" destId="{2D63ECED-F64F-4703-8BCB-2696C0C29653}" srcOrd="0" destOrd="0" parTransId="{A1C898AE-7081-4193-81F1-B5B21A958892}" sibTransId="{91E05334-A027-40F5-A024-3CF139D027D4}"/>
    <dgm:cxn modelId="{AAB1964A-2143-46D4-8500-13B64FE03667}" srcId="{0096DE23-49C6-4190-8601-5EFF4A45FD86}" destId="{D10E55FB-9562-4DC6-8F27-83167ECF9DD6}" srcOrd="1" destOrd="0" parTransId="{6185072C-9D8C-4DBC-B5DF-F83AE541D157}" sibTransId="{FB26C651-46BA-4499-A5E2-91AC71FB8217}"/>
    <dgm:cxn modelId="{1D874E4B-CC2A-45D5-9EBD-5EA220A1F3EB}" srcId="{0F6D9CA8-C5D0-445D-AD07-38024CBEA5E2}" destId="{BB458CAA-C0DA-41CE-A334-C42707C12425}" srcOrd="0" destOrd="0" parTransId="{4BEFA560-B090-4284-9124-83E9CC6E7AD4}" sibTransId="{6DEBB9E6-253F-4DCC-9559-3BB2B5FE6573}"/>
    <dgm:cxn modelId="{58CD856E-58BA-4754-8A76-A457E0DF2725}" type="presOf" srcId="{D10E55FB-9562-4DC6-8F27-83167ECF9DD6}" destId="{95E39268-3425-4A95-9086-610DDCF78A66}" srcOrd="0" destOrd="0" presId="urn:microsoft.com/office/officeart/2005/8/layout/vList5"/>
    <dgm:cxn modelId="{34852D7C-1569-40EB-9585-9B376BDD6083}" type="presOf" srcId="{BFC1BDA7-5C81-4D40-A48A-9297E4CC3B54}" destId="{0F1E8F7E-7B1C-4D4A-8551-F1194F5765AD}" srcOrd="0" destOrd="2" presId="urn:microsoft.com/office/officeart/2005/8/layout/vList5"/>
    <dgm:cxn modelId="{F730FA87-9476-4C47-BDB3-F1591FB7A196}" srcId="{0F6D9CA8-C5D0-445D-AD07-38024CBEA5E2}" destId="{BFC1BDA7-5C81-4D40-A48A-9297E4CC3B54}" srcOrd="2" destOrd="0" parTransId="{25CB518D-B452-4C64-B63A-7D81D4808B58}" sibTransId="{FA8E10F4-A08F-4EC6-A57F-DA5209E38C31}"/>
    <dgm:cxn modelId="{215A5A8E-D512-44F6-9F09-0EE6438C9410}" type="presOf" srcId="{FC27C6C9-EC95-4675-B7B3-5C156167217D}" destId="{09387C59-55C5-4828-BE7F-D898EA5ACCE4}" srcOrd="0" destOrd="1" presId="urn:microsoft.com/office/officeart/2005/8/layout/vList5"/>
    <dgm:cxn modelId="{E1CD4DAA-8B4C-4232-A2BC-C17F921F3E35}" type="presOf" srcId="{BB458CAA-C0DA-41CE-A334-C42707C12425}" destId="{0F1E8F7E-7B1C-4D4A-8551-F1194F5765AD}" srcOrd="0" destOrd="0" presId="urn:microsoft.com/office/officeart/2005/8/layout/vList5"/>
    <dgm:cxn modelId="{498516D2-50B3-419A-9654-E855AE881199}" srcId="{D10E55FB-9562-4DC6-8F27-83167ECF9DD6}" destId="{FC27C6C9-EC95-4675-B7B3-5C156167217D}" srcOrd="1" destOrd="0" parTransId="{B0EB3886-CF89-42FB-B8FC-133023EF4BBF}" sibTransId="{8F17E473-7B9B-4760-B49F-C1151542378B}"/>
    <dgm:cxn modelId="{A95E5DDB-B4ED-467A-AD1D-727C717BB81E}" srcId="{0096DE23-49C6-4190-8601-5EFF4A45FD86}" destId="{0F6D9CA8-C5D0-445D-AD07-38024CBEA5E2}" srcOrd="0" destOrd="0" parTransId="{26E67E20-B84D-4663-ABF4-E087C0636C5B}" sibTransId="{5362C606-7A6C-42E5-BFA6-5933BF1A728D}"/>
    <dgm:cxn modelId="{98C874DE-24E1-4C72-B3EC-536DA15FB2B9}" srcId="{0F6D9CA8-C5D0-445D-AD07-38024CBEA5E2}" destId="{7FFF8A4D-3C61-4081-8D6B-ECD143A74B13}" srcOrd="1" destOrd="0" parTransId="{F85BBC28-2D95-48E2-A1FF-AE00DCD47CBC}" sibTransId="{094BF080-8282-4027-B637-B55F115820B7}"/>
    <dgm:cxn modelId="{36FB67EA-16AE-4095-ABA6-9BB34066CDD0}" type="presOf" srcId="{2D63ECED-F64F-4703-8BCB-2696C0C29653}" destId="{09387C59-55C5-4828-BE7F-D898EA5ACCE4}" srcOrd="0" destOrd="0" presId="urn:microsoft.com/office/officeart/2005/8/layout/vList5"/>
    <dgm:cxn modelId="{56B582B3-D923-481C-8933-98F5F8737DEA}" type="presParOf" srcId="{E16E2239-7966-4E66-A303-8E44BC3421BF}" destId="{FDC0FA5B-9861-484A-A603-93D712595A96}" srcOrd="0" destOrd="0" presId="urn:microsoft.com/office/officeart/2005/8/layout/vList5"/>
    <dgm:cxn modelId="{81F6EA8A-91D4-4BB4-BAF9-94A5A36E69A0}" type="presParOf" srcId="{FDC0FA5B-9861-484A-A603-93D712595A96}" destId="{3963512F-F818-4A94-9858-56F87F9B2894}" srcOrd="0" destOrd="0" presId="urn:microsoft.com/office/officeart/2005/8/layout/vList5"/>
    <dgm:cxn modelId="{0E31DAA6-7225-4A63-9B6F-62B92562EB98}" type="presParOf" srcId="{FDC0FA5B-9861-484A-A603-93D712595A96}" destId="{0F1E8F7E-7B1C-4D4A-8551-F1194F5765AD}" srcOrd="1" destOrd="0" presId="urn:microsoft.com/office/officeart/2005/8/layout/vList5"/>
    <dgm:cxn modelId="{E6B75805-8104-421F-B5AA-C6223C5532B9}" type="presParOf" srcId="{E16E2239-7966-4E66-A303-8E44BC3421BF}" destId="{9542D07A-A282-441E-B0A1-628785A4875E}" srcOrd="1" destOrd="0" presId="urn:microsoft.com/office/officeart/2005/8/layout/vList5"/>
    <dgm:cxn modelId="{F67647E9-3227-4334-9E52-C26A61E64BB5}" type="presParOf" srcId="{E16E2239-7966-4E66-A303-8E44BC3421BF}" destId="{7742D1B9-F981-4223-B0E7-93050BCDCC69}" srcOrd="2" destOrd="0" presId="urn:microsoft.com/office/officeart/2005/8/layout/vList5"/>
    <dgm:cxn modelId="{2404EDDF-99DB-41BC-B828-7DE9F711D371}" type="presParOf" srcId="{7742D1B9-F981-4223-B0E7-93050BCDCC69}" destId="{95E39268-3425-4A95-9086-610DDCF78A66}" srcOrd="0" destOrd="0" presId="urn:microsoft.com/office/officeart/2005/8/layout/vList5"/>
    <dgm:cxn modelId="{5202F393-A317-43CC-A7B3-88AB54F96DAE}" type="presParOf" srcId="{7742D1B9-F981-4223-B0E7-93050BCDCC69}" destId="{09387C59-55C5-4828-BE7F-D898EA5ACCE4}" srcOrd="1" destOrd="0" presId="urn:microsoft.com/office/officeart/2005/8/layout/vList5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15.xml><?xml version="1.0" encoding="utf-8"?>
<dgm:dataModel xmlns:dgm="http://schemas.openxmlformats.org/drawingml/2006/diagram" xmlns:a="http://schemas.openxmlformats.org/drawingml/2006/main">
  <dgm:ptLst>
    <dgm:pt modelId="{A6D6F33F-FB7D-4578-BFBE-E0818621EB11}" type="doc">
      <dgm:prSet loTypeId="urn:microsoft.com/office/officeart/2005/8/layout/list1" loCatId="list" qsTypeId="urn:microsoft.com/office/officeart/2005/8/quickstyle/simple4#4" qsCatId="simple" csTypeId="urn:microsoft.com/office/officeart/2005/8/colors/colorful2#6" csCatId="colorful"/>
      <dgm:spPr/>
      <dgm:t>
        <a:bodyPr/>
        <a:lstStyle/>
        <a:p>
          <a:endParaRPr lang="en-US"/>
        </a:p>
      </dgm:t>
    </dgm:pt>
    <dgm:pt modelId="{5753B03F-C544-40F5-ABC0-4AB067382101}">
      <dgm:prSet/>
      <dgm:spPr/>
      <dgm:t>
        <a:bodyPr/>
        <a:lstStyle/>
        <a:p>
          <a:r>
            <a:rPr lang="en-US" b="1" i="0" baseline="0"/>
            <a:t>Storage Comparison</a:t>
          </a:r>
          <a:endParaRPr lang="en-US"/>
        </a:p>
      </dgm:t>
    </dgm:pt>
    <dgm:pt modelId="{1FF9AD7E-3F39-44B4-A1B2-920BEA93813B}" type="parTrans" cxnId="{F8483DF4-670D-4DF5-9664-D55BA10A281C}">
      <dgm:prSet/>
      <dgm:spPr/>
      <dgm:t>
        <a:bodyPr/>
        <a:lstStyle/>
        <a:p>
          <a:endParaRPr lang="en-US"/>
        </a:p>
      </dgm:t>
    </dgm:pt>
    <dgm:pt modelId="{7371FB52-674A-4CCD-B1C1-BB7E802ECA60}" type="sibTrans" cxnId="{F8483DF4-670D-4DF5-9664-D55BA10A281C}">
      <dgm:prSet/>
      <dgm:spPr/>
      <dgm:t>
        <a:bodyPr/>
        <a:lstStyle/>
        <a:p>
          <a:endParaRPr lang="en-US"/>
        </a:p>
      </dgm:t>
    </dgm:pt>
    <dgm:pt modelId="{88B59D9E-0957-473B-85A0-96853814A93B}">
      <dgm:prSet/>
      <dgm:spPr/>
      <dgm:t>
        <a:bodyPr/>
        <a:lstStyle/>
        <a:p>
          <a:r>
            <a:rPr lang="en-US" b="0" i="0" baseline="0"/>
            <a:t>S3 → Object storage</a:t>
          </a:r>
          <a:endParaRPr lang="en-US"/>
        </a:p>
      </dgm:t>
    </dgm:pt>
    <dgm:pt modelId="{67925A86-BDBD-4E57-A9BD-AE8EE88252DC}" type="parTrans" cxnId="{BD841013-D5BF-4881-883F-7A82B67ABC01}">
      <dgm:prSet/>
      <dgm:spPr/>
      <dgm:t>
        <a:bodyPr/>
        <a:lstStyle/>
        <a:p>
          <a:endParaRPr lang="en-US"/>
        </a:p>
      </dgm:t>
    </dgm:pt>
    <dgm:pt modelId="{A352030B-09C9-44AB-B1C8-D87BF92B9B1A}" type="sibTrans" cxnId="{BD841013-D5BF-4881-883F-7A82B67ABC01}">
      <dgm:prSet/>
      <dgm:spPr/>
      <dgm:t>
        <a:bodyPr/>
        <a:lstStyle/>
        <a:p>
          <a:endParaRPr lang="en-US"/>
        </a:p>
      </dgm:t>
    </dgm:pt>
    <dgm:pt modelId="{AA02A0A8-117D-4D25-9104-EDC1C93A71D6}">
      <dgm:prSet/>
      <dgm:spPr/>
      <dgm:t>
        <a:bodyPr/>
        <a:lstStyle/>
        <a:p>
          <a:r>
            <a:rPr lang="en-US" b="0" i="0" baseline="0"/>
            <a:t>Glacier → Archival object storage</a:t>
          </a:r>
          <a:endParaRPr lang="en-US"/>
        </a:p>
      </dgm:t>
    </dgm:pt>
    <dgm:pt modelId="{70BFBA23-F6F2-40BE-8349-8DAF6BBE97B7}" type="parTrans" cxnId="{16D828FC-9226-47AA-AB03-E4B9084382DB}">
      <dgm:prSet/>
      <dgm:spPr/>
      <dgm:t>
        <a:bodyPr/>
        <a:lstStyle/>
        <a:p>
          <a:endParaRPr lang="en-US"/>
        </a:p>
      </dgm:t>
    </dgm:pt>
    <dgm:pt modelId="{D665E3CE-7B09-4BE8-83D3-80E37F990BCC}" type="sibTrans" cxnId="{16D828FC-9226-47AA-AB03-E4B9084382DB}">
      <dgm:prSet/>
      <dgm:spPr/>
      <dgm:t>
        <a:bodyPr/>
        <a:lstStyle/>
        <a:p>
          <a:endParaRPr lang="en-US"/>
        </a:p>
      </dgm:t>
    </dgm:pt>
    <dgm:pt modelId="{E030E093-7CEC-496B-8CBB-DEE70A0F4B59}">
      <dgm:prSet/>
      <dgm:spPr/>
      <dgm:t>
        <a:bodyPr/>
        <a:lstStyle/>
        <a:p>
          <a:r>
            <a:rPr lang="en-US" b="0" i="0" baseline="0"/>
            <a:t>EBS → Block storage</a:t>
          </a:r>
          <a:endParaRPr lang="en-US"/>
        </a:p>
      </dgm:t>
    </dgm:pt>
    <dgm:pt modelId="{8CD0C5A3-41A7-4CC1-BDCB-DF3A9691983C}" type="parTrans" cxnId="{68E7E3D3-A7DD-4B2D-9D36-40D891BE343C}">
      <dgm:prSet/>
      <dgm:spPr/>
      <dgm:t>
        <a:bodyPr/>
        <a:lstStyle/>
        <a:p>
          <a:endParaRPr lang="en-US"/>
        </a:p>
      </dgm:t>
    </dgm:pt>
    <dgm:pt modelId="{8F62F9E7-A7F1-4705-8124-12A76196216C}" type="sibTrans" cxnId="{68E7E3D3-A7DD-4B2D-9D36-40D891BE343C}">
      <dgm:prSet/>
      <dgm:spPr/>
      <dgm:t>
        <a:bodyPr/>
        <a:lstStyle/>
        <a:p>
          <a:endParaRPr lang="en-US"/>
        </a:p>
      </dgm:t>
    </dgm:pt>
    <dgm:pt modelId="{8E8D5BC4-5E4E-4124-A449-7C47D68D61B8}">
      <dgm:prSet/>
      <dgm:spPr/>
      <dgm:t>
        <a:bodyPr/>
        <a:lstStyle/>
        <a:p>
          <a:r>
            <a:rPr lang="en-US" b="0" i="0" baseline="0"/>
            <a:t>EFS → Shared file storage</a:t>
          </a:r>
          <a:endParaRPr lang="en-US"/>
        </a:p>
      </dgm:t>
    </dgm:pt>
    <dgm:pt modelId="{5111DFB5-FB0C-4FBA-BD5C-3A4ECAE0B7CF}" type="parTrans" cxnId="{2C6BFAA6-4160-4A52-A6FA-E5BA60AE63DB}">
      <dgm:prSet/>
      <dgm:spPr/>
      <dgm:t>
        <a:bodyPr/>
        <a:lstStyle/>
        <a:p>
          <a:endParaRPr lang="en-US"/>
        </a:p>
      </dgm:t>
    </dgm:pt>
    <dgm:pt modelId="{62902E7F-4DC6-460F-864C-AF2C771E01B4}" type="sibTrans" cxnId="{2C6BFAA6-4160-4A52-A6FA-E5BA60AE63DB}">
      <dgm:prSet/>
      <dgm:spPr/>
      <dgm:t>
        <a:bodyPr/>
        <a:lstStyle/>
        <a:p>
          <a:endParaRPr lang="en-US"/>
        </a:p>
      </dgm:t>
    </dgm:pt>
    <dgm:pt modelId="{50C910A6-2EBB-45E2-8748-584676194023}">
      <dgm:prSet/>
      <dgm:spPr/>
      <dgm:t>
        <a:bodyPr/>
        <a:lstStyle/>
        <a:p>
          <a:r>
            <a:rPr lang="en-US" b="1" i="0" baseline="0"/>
            <a:t>Best Use</a:t>
          </a:r>
          <a:endParaRPr lang="en-US"/>
        </a:p>
      </dgm:t>
    </dgm:pt>
    <dgm:pt modelId="{E78C3D36-24AF-45F8-8BA0-A714006AA12C}" type="parTrans" cxnId="{AADB82B8-4511-4C16-8E5A-F7766086EE29}">
      <dgm:prSet/>
      <dgm:spPr/>
      <dgm:t>
        <a:bodyPr/>
        <a:lstStyle/>
        <a:p>
          <a:endParaRPr lang="en-US"/>
        </a:p>
      </dgm:t>
    </dgm:pt>
    <dgm:pt modelId="{828C6584-BEA4-4CDD-ADCC-82222EB59645}" type="sibTrans" cxnId="{AADB82B8-4511-4C16-8E5A-F7766086EE29}">
      <dgm:prSet/>
      <dgm:spPr/>
      <dgm:t>
        <a:bodyPr/>
        <a:lstStyle/>
        <a:p>
          <a:endParaRPr lang="en-US"/>
        </a:p>
      </dgm:t>
    </dgm:pt>
    <dgm:pt modelId="{6B109EC5-19F4-4243-8EF6-6D114991A50A}">
      <dgm:prSet/>
      <dgm:spPr/>
      <dgm:t>
        <a:bodyPr/>
        <a:lstStyle/>
        <a:p>
          <a:r>
            <a:rPr lang="en-US" b="0" i="0" baseline="0"/>
            <a:t>S3 → Files, media, logs, backups, application objects</a:t>
          </a:r>
          <a:endParaRPr lang="en-US"/>
        </a:p>
      </dgm:t>
    </dgm:pt>
    <dgm:pt modelId="{CA4A48FD-957F-4CD3-A1BA-0EDCA97DC51D}" type="parTrans" cxnId="{FE1CCE56-38EA-46EE-B4A6-C16D1169A2DB}">
      <dgm:prSet/>
      <dgm:spPr/>
      <dgm:t>
        <a:bodyPr/>
        <a:lstStyle/>
        <a:p>
          <a:endParaRPr lang="en-US"/>
        </a:p>
      </dgm:t>
    </dgm:pt>
    <dgm:pt modelId="{4585A60A-14C3-4E48-9BCE-2348F529C2B2}" type="sibTrans" cxnId="{FE1CCE56-38EA-46EE-B4A6-C16D1169A2DB}">
      <dgm:prSet/>
      <dgm:spPr/>
      <dgm:t>
        <a:bodyPr/>
        <a:lstStyle/>
        <a:p>
          <a:endParaRPr lang="en-US"/>
        </a:p>
      </dgm:t>
    </dgm:pt>
    <dgm:pt modelId="{95251FD9-47F4-4954-919D-CE84161917FB}">
      <dgm:prSet/>
      <dgm:spPr/>
      <dgm:t>
        <a:bodyPr/>
        <a:lstStyle/>
        <a:p>
          <a:r>
            <a:rPr lang="en-US" b="0" i="0" baseline="0"/>
            <a:t>Glacier → Long-term archival data</a:t>
          </a:r>
          <a:endParaRPr lang="en-US"/>
        </a:p>
      </dgm:t>
    </dgm:pt>
    <dgm:pt modelId="{AC4E39E2-2462-4A17-9621-39531EF7B569}" type="parTrans" cxnId="{786670B3-61A6-473C-BF12-2632304EA14D}">
      <dgm:prSet/>
      <dgm:spPr/>
      <dgm:t>
        <a:bodyPr/>
        <a:lstStyle/>
        <a:p>
          <a:endParaRPr lang="en-US"/>
        </a:p>
      </dgm:t>
    </dgm:pt>
    <dgm:pt modelId="{772EBCE2-1C37-43ED-96F9-A4E7885AAEAA}" type="sibTrans" cxnId="{786670B3-61A6-473C-BF12-2632304EA14D}">
      <dgm:prSet/>
      <dgm:spPr/>
      <dgm:t>
        <a:bodyPr/>
        <a:lstStyle/>
        <a:p>
          <a:endParaRPr lang="en-US"/>
        </a:p>
      </dgm:t>
    </dgm:pt>
    <dgm:pt modelId="{31C8B60D-882E-4A3C-8370-71DF79628AB2}">
      <dgm:prSet/>
      <dgm:spPr/>
      <dgm:t>
        <a:bodyPr/>
        <a:lstStyle/>
        <a:p>
          <a:r>
            <a:rPr lang="en-US" b="0" i="0" baseline="0"/>
            <a:t>EBS → EC2 operating systems, databases, applications</a:t>
          </a:r>
          <a:endParaRPr lang="en-US"/>
        </a:p>
      </dgm:t>
    </dgm:pt>
    <dgm:pt modelId="{D89BF670-AD62-460E-BD73-BC680A82A337}" type="parTrans" cxnId="{72ABDF13-0ED2-4618-9D86-971B1AEC729B}">
      <dgm:prSet/>
      <dgm:spPr/>
      <dgm:t>
        <a:bodyPr/>
        <a:lstStyle/>
        <a:p>
          <a:endParaRPr lang="en-US"/>
        </a:p>
      </dgm:t>
    </dgm:pt>
    <dgm:pt modelId="{54208E05-8131-4CA4-B1AF-FA601B3097CD}" type="sibTrans" cxnId="{72ABDF13-0ED2-4618-9D86-971B1AEC729B}">
      <dgm:prSet/>
      <dgm:spPr/>
      <dgm:t>
        <a:bodyPr/>
        <a:lstStyle/>
        <a:p>
          <a:endParaRPr lang="en-US"/>
        </a:p>
      </dgm:t>
    </dgm:pt>
    <dgm:pt modelId="{C50E17B4-1249-4F96-A7D6-3455C4B4FF53}">
      <dgm:prSet/>
      <dgm:spPr/>
      <dgm:t>
        <a:bodyPr/>
        <a:lstStyle/>
        <a:p>
          <a:r>
            <a:rPr lang="en-US" b="0" i="0" baseline="0"/>
            <a:t>EFS → Shared files across multiple EC2 instances</a:t>
          </a:r>
          <a:endParaRPr lang="en-US"/>
        </a:p>
      </dgm:t>
    </dgm:pt>
    <dgm:pt modelId="{D762B31C-AF62-47B9-A475-B326F8B490EE}" type="parTrans" cxnId="{AD07AD27-05C1-417D-9B46-9D8E815ECAA6}">
      <dgm:prSet/>
      <dgm:spPr/>
      <dgm:t>
        <a:bodyPr/>
        <a:lstStyle/>
        <a:p>
          <a:endParaRPr lang="en-US"/>
        </a:p>
      </dgm:t>
    </dgm:pt>
    <dgm:pt modelId="{CEDD44FE-A67A-4570-A1E3-235E0C12B9FF}" type="sibTrans" cxnId="{AD07AD27-05C1-417D-9B46-9D8E815ECAA6}">
      <dgm:prSet/>
      <dgm:spPr/>
      <dgm:t>
        <a:bodyPr/>
        <a:lstStyle/>
        <a:p>
          <a:endParaRPr lang="en-US"/>
        </a:p>
      </dgm:t>
    </dgm:pt>
    <dgm:pt modelId="{CD799BB3-47A1-4C67-9EEC-B6B85B8D56DC}" type="pres">
      <dgm:prSet presAssocID="{A6D6F33F-FB7D-4578-BFBE-E0818621EB11}" presName="linear" presStyleCnt="0">
        <dgm:presLayoutVars>
          <dgm:dir/>
          <dgm:animLvl val="lvl"/>
          <dgm:resizeHandles val="exact"/>
        </dgm:presLayoutVars>
      </dgm:prSet>
      <dgm:spPr/>
    </dgm:pt>
    <dgm:pt modelId="{3D8E9215-DC45-479F-8AE5-D8FDC33344B0}" type="pres">
      <dgm:prSet presAssocID="{5753B03F-C544-40F5-ABC0-4AB067382101}" presName="parentLin" presStyleCnt="0"/>
      <dgm:spPr/>
    </dgm:pt>
    <dgm:pt modelId="{6279889A-E36C-43C0-B860-551BBD2BFDAD}" type="pres">
      <dgm:prSet presAssocID="{5753B03F-C544-40F5-ABC0-4AB067382101}" presName="parentLeftMargin" presStyleLbl="node1" presStyleIdx="0" presStyleCnt="2"/>
      <dgm:spPr/>
    </dgm:pt>
    <dgm:pt modelId="{3BCBDC27-DA34-4CC7-9A00-7CBCBF552062}" type="pres">
      <dgm:prSet presAssocID="{5753B03F-C544-40F5-ABC0-4AB067382101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536C0D4D-8996-40DA-9FCA-00193637D852}" type="pres">
      <dgm:prSet presAssocID="{5753B03F-C544-40F5-ABC0-4AB067382101}" presName="negativeSpace" presStyleCnt="0"/>
      <dgm:spPr/>
    </dgm:pt>
    <dgm:pt modelId="{77E28B63-4C7D-478C-8BF7-1082E964E004}" type="pres">
      <dgm:prSet presAssocID="{5753B03F-C544-40F5-ABC0-4AB067382101}" presName="childText" presStyleLbl="conFgAcc1" presStyleIdx="0" presStyleCnt="2">
        <dgm:presLayoutVars>
          <dgm:bulletEnabled val="1"/>
        </dgm:presLayoutVars>
      </dgm:prSet>
      <dgm:spPr/>
    </dgm:pt>
    <dgm:pt modelId="{D146361F-84CE-48CB-A82B-71F9066838ED}" type="pres">
      <dgm:prSet presAssocID="{7371FB52-674A-4CCD-B1C1-BB7E802ECA60}" presName="spaceBetweenRectangles" presStyleCnt="0"/>
      <dgm:spPr/>
    </dgm:pt>
    <dgm:pt modelId="{6F5E72CA-01EB-4293-8803-B055980330EC}" type="pres">
      <dgm:prSet presAssocID="{50C910A6-2EBB-45E2-8748-584676194023}" presName="parentLin" presStyleCnt="0"/>
      <dgm:spPr/>
    </dgm:pt>
    <dgm:pt modelId="{0ED3D9A0-84EC-4FE5-BDC1-9021F4452B62}" type="pres">
      <dgm:prSet presAssocID="{50C910A6-2EBB-45E2-8748-584676194023}" presName="parentLeftMargin" presStyleLbl="node1" presStyleIdx="0" presStyleCnt="2"/>
      <dgm:spPr/>
    </dgm:pt>
    <dgm:pt modelId="{7BC3B4FF-04A3-4834-9483-BBAED307300F}" type="pres">
      <dgm:prSet presAssocID="{50C910A6-2EBB-45E2-8748-58467619402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A33CC866-104E-4381-9AA2-9C829FB3558F}" type="pres">
      <dgm:prSet presAssocID="{50C910A6-2EBB-45E2-8748-584676194023}" presName="negativeSpace" presStyleCnt="0"/>
      <dgm:spPr/>
    </dgm:pt>
    <dgm:pt modelId="{C71C4288-60D6-442C-9CF8-0CB7C4C6470B}" type="pres">
      <dgm:prSet presAssocID="{50C910A6-2EBB-45E2-8748-584676194023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CC8D8C05-9DA3-46C2-82A5-26C1FF92A161}" type="presOf" srcId="{88B59D9E-0957-473B-85A0-96853814A93B}" destId="{77E28B63-4C7D-478C-8BF7-1082E964E004}" srcOrd="0" destOrd="0" presId="urn:microsoft.com/office/officeart/2005/8/layout/list1"/>
    <dgm:cxn modelId="{BD841013-D5BF-4881-883F-7A82B67ABC01}" srcId="{5753B03F-C544-40F5-ABC0-4AB067382101}" destId="{88B59D9E-0957-473B-85A0-96853814A93B}" srcOrd="0" destOrd="0" parTransId="{67925A86-BDBD-4E57-A9BD-AE8EE88252DC}" sibTransId="{A352030B-09C9-44AB-B1C8-D87BF92B9B1A}"/>
    <dgm:cxn modelId="{72ABDF13-0ED2-4618-9D86-971B1AEC729B}" srcId="{50C910A6-2EBB-45E2-8748-584676194023}" destId="{31C8B60D-882E-4A3C-8370-71DF79628AB2}" srcOrd="2" destOrd="0" parTransId="{D89BF670-AD62-460E-BD73-BC680A82A337}" sibTransId="{54208E05-8131-4CA4-B1AF-FA601B3097CD}"/>
    <dgm:cxn modelId="{AD07AD27-05C1-417D-9B46-9D8E815ECAA6}" srcId="{50C910A6-2EBB-45E2-8748-584676194023}" destId="{C50E17B4-1249-4F96-A7D6-3455C4B4FF53}" srcOrd="3" destOrd="0" parTransId="{D762B31C-AF62-47B9-A475-B326F8B490EE}" sibTransId="{CEDD44FE-A67A-4570-A1E3-235E0C12B9FF}"/>
    <dgm:cxn modelId="{7584313B-CB98-43E7-903B-D8A162C70349}" type="presOf" srcId="{AA02A0A8-117D-4D25-9104-EDC1C93A71D6}" destId="{77E28B63-4C7D-478C-8BF7-1082E964E004}" srcOrd="0" destOrd="1" presId="urn:microsoft.com/office/officeart/2005/8/layout/list1"/>
    <dgm:cxn modelId="{A9BC693D-DAE0-4B64-B568-0BD998D3834C}" type="presOf" srcId="{C50E17B4-1249-4F96-A7D6-3455C4B4FF53}" destId="{C71C4288-60D6-442C-9CF8-0CB7C4C6470B}" srcOrd="0" destOrd="3" presId="urn:microsoft.com/office/officeart/2005/8/layout/list1"/>
    <dgm:cxn modelId="{FE1CCE56-38EA-46EE-B4A6-C16D1169A2DB}" srcId="{50C910A6-2EBB-45E2-8748-584676194023}" destId="{6B109EC5-19F4-4243-8EF6-6D114991A50A}" srcOrd="0" destOrd="0" parTransId="{CA4A48FD-957F-4CD3-A1BA-0EDCA97DC51D}" sibTransId="{4585A60A-14C3-4E48-9BCE-2348F529C2B2}"/>
    <dgm:cxn modelId="{C22A7957-C040-4E57-827D-84A4C139F4C2}" type="presOf" srcId="{95251FD9-47F4-4954-919D-CE84161917FB}" destId="{C71C4288-60D6-442C-9CF8-0CB7C4C6470B}" srcOrd="0" destOrd="1" presId="urn:microsoft.com/office/officeart/2005/8/layout/list1"/>
    <dgm:cxn modelId="{855EC959-2F72-46CF-978E-B0FF02661058}" type="presOf" srcId="{5753B03F-C544-40F5-ABC0-4AB067382101}" destId="{3BCBDC27-DA34-4CC7-9A00-7CBCBF552062}" srcOrd="1" destOrd="0" presId="urn:microsoft.com/office/officeart/2005/8/layout/list1"/>
    <dgm:cxn modelId="{12EB7B7F-0D56-4D4F-ADE0-2719260A067C}" type="presOf" srcId="{8E8D5BC4-5E4E-4124-A449-7C47D68D61B8}" destId="{77E28B63-4C7D-478C-8BF7-1082E964E004}" srcOrd="0" destOrd="3" presId="urn:microsoft.com/office/officeart/2005/8/layout/list1"/>
    <dgm:cxn modelId="{FB869FA6-3F14-41FD-8FE0-DDD56BA71F14}" type="presOf" srcId="{E030E093-7CEC-496B-8CBB-DEE70A0F4B59}" destId="{77E28B63-4C7D-478C-8BF7-1082E964E004}" srcOrd="0" destOrd="2" presId="urn:microsoft.com/office/officeart/2005/8/layout/list1"/>
    <dgm:cxn modelId="{2C6BFAA6-4160-4A52-A6FA-E5BA60AE63DB}" srcId="{5753B03F-C544-40F5-ABC0-4AB067382101}" destId="{8E8D5BC4-5E4E-4124-A449-7C47D68D61B8}" srcOrd="3" destOrd="0" parTransId="{5111DFB5-FB0C-4FBA-BD5C-3A4ECAE0B7CF}" sibTransId="{62902E7F-4DC6-460F-864C-AF2C771E01B4}"/>
    <dgm:cxn modelId="{854838B3-3D26-4930-8138-221905453D86}" type="presOf" srcId="{31C8B60D-882E-4A3C-8370-71DF79628AB2}" destId="{C71C4288-60D6-442C-9CF8-0CB7C4C6470B}" srcOrd="0" destOrd="2" presId="urn:microsoft.com/office/officeart/2005/8/layout/list1"/>
    <dgm:cxn modelId="{786670B3-61A6-473C-BF12-2632304EA14D}" srcId="{50C910A6-2EBB-45E2-8748-584676194023}" destId="{95251FD9-47F4-4954-919D-CE84161917FB}" srcOrd="1" destOrd="0" parTransId="{AC4E39E2-2462-4A17-9621-39531EF7B569}" sibTransId="{772EBCE2-1C37-43ED-96F9-A4E7885AAEAA}"/>
    <dgm:cxn modelId="{9D2A5FB7-FBCC-48B2-8C8F-2B59F2293634}" type="presOf" srcId="{5753B03F-C544-40F5-ABC0-4AB067382101}" destId="{6279889A-E36C-43C0-B860-551BBD2BFDAD}" srcOrd="0" destOrd="0" presId="urn:microsoft.com/office/officeart/2005/8/layout/list1"/>
    <dgm:cxn modelId="{AADB82B8-4511-4C16-8E5A-F7766086EE29}" srcId="{A6D6F33F-FB7D-4578-BFBE-E0818621EB11}" destId="{50C910A6-2EBB-45E2-8748-584676194023}" srcOrd="1" destOrd="0" parTransId="{E78C3D36-24AF-45F8-8BA0-A714006AA12C}" sibTransId="{828C6584-BEA4-4CDD-ADCC-82222EB59645}"/>
    <dgm:cxn modelId="{AF5A73CD-4D85-40EC-877B-BF828D3CBBDA}" type="presOf" srcId="{A6D6F33F-FB7D-4578-BFBE-E0818621EB11}" destId="{CD799BB3-47A1-4C67-9EEC-B6B85B8D56DC}" srcOrd="0" destOrd="0" presId="urn:microsoft.com/office/officeart/2005/8/layout/list1"/>
    <dgm:cxn modelId="{28E28DCE-8AFF-4185-9F0E-BAA14D903FA4}" type="presOf" srcId="{50C910A6-2EBB-45E2-8748-584676194023}" destId="{0ED3D9A0-84EC-4FE5-BDC1-9021F4452B62}" srcOrd="0" destOrd="0" presId="urn:microsoft.com/office/officeart/2005/8/layout/list1"/>
    <dgm:cxn modelId="{68E7E3D3-A7DD-4B2D-9D36-40D891BE343C}" srcId="{5753B03F-C544-40F5-ABC0-4AB067382101}" destId="{E030E093-7CEC-496B-8CBB-DEE70A0F4B59}" srcOrd="2" destOrd="0" parTransId="{8CD0C5A3-41A7-4CC1-BDCB-DF3A9691983C}" sibTransId="{8F62F9E7-A7F1-4705-8124-12A76196216C}"/>
    <dgm:cxn modelId="{515606DD-4E4C-4621-96E2-55B7F4E7410D}" type="presOf" srcId="{50C910A6-2EBB-45E2-8748-584676194023}" destId="{7BC3B4FF-04A3-4834-9483-BBAED307300F}" srcOrd="1" destOrd="0" presId="urn:microsoft.com/office/officeart/2005/8/layout/list1"/>
    <dgm:cxn modelId="{F8483DF4-670D-4DF5-9664-D55BA10A281C}" srcId="{A6D6F33F-FB7D-4578-BFBE-E0818621EB11}" destId="{5753B03F-C544-40F5-ABC0-4AB067382101}" srcOrd="0" destOrd="0" parTransId="{1FF9AD7E-3F39-44B4-A1B2-920BEA93813B}" sibTransId="{7371FB52-674A-4CCD-B1C1-BB7E802ECA60}"/>
    <dgm:cxn modelId="{2001FFF4-2BBD-4ED7-83DE-056A239D60C4}" type="presOf" srcId="{6B109EC5-19F4-4243-8EF6-6D114991A50A}" destId="{C71C4288-60D6-442C-9CF8-0CB7C4C6470B}" srcOrd="0" destOrd="0" presId="urn:microsoft.com/office/officeart/2005/8/layout/list1"/>
    <dgm:cxn modelId="{16D828FC-9226-47AA-AB03-E4B9084382DB}" srcId="{5753B03F-C544-40F5-ABC0-4AB067382101}" destId="{AA02A0A8-117D-4D25-9104-EDC1C93A71D6}" srcOrd="1" destOrd="0" parTransId="{70BFBA23-F6F2-40BE-8349-8DAF6BBE97B7}" sibTransId="{D665E3CE-7B09-4BE8-83D3-80E37F990BCC}"/>
    <dgm:cxn modelId="{9B6464AE-106A-43DE-95DB-AB6181FB0A4C}" type="presParOf" srcId="{CD799BB3-47A1-4C67-9EEC-B6B85B8D56DC}" destId="{3D8E9215-DC45-479F-8AE5-D8FDC33344B0}" srcOrd="0" destOrd="0" presId="urn:microsoft.com/office/officeart/2005/8/layout/list1"/>
    <dgm:cxn modelId="{D1909CD7-BD98-432F-8B38-E605DDF54B51}" type="presParOf" srcId="{3D8E9215-DC45-479F-8AE5-D8FDC33344B0}" destId="{6279889A-E36C-43C0-B860-551BBD2BFDAD}" srcOrd="0" destOrd="0" presId="urn:microsoft.com/office/officeart/2005/8/layout/list1"/>
    <dgm:cxn modelId="{7EE8F4E3-5502-4DD8-8888-F7187B5B0D34}" type="presParOf" srcId="{3D8E9215-DC45-479F-8AE5-D8FDC33344B0}" destId="{3BCBDC27-DA34-4CC7-9A00-7CBCBF552062}" srcOrd="1" destOrd="0" presId="urn:microsoft.com/office/officeart/2005/8/layout/list1"/>
    <dgm:cxn modelId="{912FB925-7862-423B-8EC1-A8ACDD958DB5}" type="presParOf" srcId="{CD799BB3-47A1-4C67-9EEC-B6B85B8D56DC}" destId="{536C0D4D-8996-40DA-9FCA-00193637D852}" srcOrd="1" destOrd="0" presId="urn:microsoft.com/office/officeart/2005/8/layout/list1"/>
    <dgm:cxn modelId="{1DE11F05-FE28-4B35-928E-A6CA79CEB247}" type="presParOf" srcId="{CD799BB3-47A1-4C67-9EEC-B6B85B8D56DC}" destId="{77E28B63-4C7D-478C-8BF7-1082E964E004}" srcOrd="2" destOrd="0" presId="urn:microsoft.com/office/officeart/2005/8/layout/list1"/>
    <dgm:cxn modelId="{86D3EFC7-454B-425D-8237-838EF791008A}" type="presParOf" srcId="{CD799BB3-47A1-4C67-9EEC-B6B85B8D56DC}" destId="{D146361F-84CE-48CB-A82B-71F9066838ED}" srcOrd="3" destOrd="0" presId="urn:microsoft.com/office/officeart/2005/8/layout/list1"/>
    <dgm:cxn modelId="{C8AFDEAC-4B06-4C50-ABD1-C0E96E2B2370}" type="presParOf" srcId="{CD799BB3-47A1-4C67-9EEC-B6B85B8D56DC}" destId="{6F5E72CA-01EB-4293-8803-B055980330EC}" srcOrd="4" destOrd="0" presId="urn:microsoft.com/office/officeart/2005/8/layout/list1"/>
    <dgm:cxn modelId="{113084B0-8E68-4014-AA7E-BF4DA5FC1A30}" type="presParOf" srcId="{6F5E72CA-01EB-4293-8803-B055980330EC}" destId="{0ED3D9A0-84EC-4FE5-BDC1-9021F4452B62}" srcOrd="0" destOrd="0" presId="urn:microsoft.com/office/officeart/2005/8/layout/list1"/>
    <dgm:cxn modelId="{F425DED4-3FC8-44F0-ADA4-B79DC3E4E0E7}" type="presParOf" srcId="{6F5E72CA-01EB-4293-8803-B055980330EC}" destId="{7BC3B4FF-04A3-4834-9483-BBAED307300F}" srcOrd="1" destOrd="0" presId="urn:microsoft.com/office/officeart/2005/8/layout/list1"/>
    <dgm:cxn modelId="{6D4B59F9-D233-42C5-8AD3-DA6727685C01}" type="presParOf" srcId="{CD799BB3-47A1-4C67-9EEC-B6B85B8D56DC}" destId="{A33CC866-104E-4381-9AA2-9C829FB3558F}" srcOrd="5" destOrd="0" presId="urn:microsoft.com/office/officeart/2005/8/layout/list1"/>
    <dgm:cxn modelId="{958800C7-EC5C-45E2-B81D-46465EAD1607}" type="presParOf" srcId="{CD799BB3-47A1-4C67-9EEC-B6B85B8D56DC}" destId="{C71C4288-60D6-442C-9CF8-0CB7C4C6470B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6.xml><?xml version="1.0" encoding="utf-8"?>
<dgm:dataModel xmlns:dgm="http://schemas.openxmlformats.org/drawingml/2006/diagram" xmlns:a="http://schemas.openxmlformats.org/drawingml/2006/main">
  <dgm:ptLst>
    <dgm:pt modelId="{6ACE6E23-F1DD-49D3-81E8-9A1B2E5DA40A}" type="doc">
      <dgm:prSet loTypeId="urn:microsoft.com/office/officeart/2005/8/layout/vList2" loCatId="list" qsTypeId="urn:microsoft.com/office/officeart/2005/8/quickstyle/simple4#5" qsCatId="simple" csTypeId="urn:microsoft.com/office/officeart/2005/8/colors/colorful2#7" csCatId="colorful" phldr="1"/>
      <dgm:spPr/>
      <dgm:t>
        <a:bodyPr/>
        <a:lstStyle/>
        <a:p>
          <a:endParaRPr lang="en-US"/>
        </a:p>
      </dgm:t>
    </dgm:pt>
    <dgm:pt modelId="{823D65B2-FE2D-4DA9-B7D3-292DE86A2C0E}">
      <dgm:prSet/>
      <dgm:spPr/>
      <dgm:t>
        <a:bodyPr/>
        <a:lstStyle/>
        <a:p>
          <a:r>
            <a:rPr lang="en-US" b="1" i="0" baseline="0"/>
            <a:t>Web Application</a:t>
          </a:r>
          <a:endParaRPr lang="en-US"/>
        </a:p>
      </dgm:t>
    </dgm:pt>
    <dgm:pt modelId="{2A4EA9C1-7B19-43AB-930E-928015B64EB2}" type="parTrans" cxnId="{E0EE283C-CCC4-4E87-A440-9F36C54EB102}">
      <dgm:prSet/>
      <dgm:spPr/>
      <dgm:t>
        <a:bodyPr/>
        <a:lstStyle/>
        <a:p>
          <a:endParaRPr lang="en-US"/>
        </a:p>
      </dgm:t>
    </dgm:pt>
    <dgm:pt modelId="{AD0D35F8-3B3E-45A4-9F97-BCD638EECFF6}" type="sibTrans" cxnId="{E0EE283C-CCC4-4E87-A440-9F36C54EB102}">
      <dgm:prSet/>
      <dgm:spPr/>
      <dgm:t>
        <a:bodyPr/>
        <a:lstStyle/>
        <a:p>
          <a:endParaRPr lang="en-US"/>
        </a:p>
      </dgm:t>
    </dgm:pt>
    <dgm:pt modelId="{E1AF5C11-8F6A-4869-B630-3E0E11E9D3FA}">
      <dgm:prSet/>
      <dgm:spPr/>
      <dgm:t>
        <a:bodyPr/>
        <a:lstStyle/>
        <a:p>
          <a:r>
            <a:rPr lang="en-US" b="0" i="0" baseline="0"/>
            <a:t>Users → Load Balancer → Multiple EC2 instances</a:t>
          </a:r>
          <a:endParaRPr lang="en-US"/>
        </a:p>
      </dgm:t>
    </dgm:pt>
    <dgm:pt modelId="{C5692E81-4BCC-40FD-B215-0D2D03761EBB}" type="parTrans" cxnId="{24CCCB2C-C658-42CF-938C-48AC5CBE29F5}">
      <dgm:prSet/>
      <dgm:spPr/>
      <dgm:t>
        <a:bodyPr/>
        <a:lstStyle/>
        <a:p>
          <a:endParaRPr lang="en-US"/>
        </a:p>
      </dgm:t>
    </dgm:pt>
    <dgm:pt modelId="{D5005C31-2A3C-4DA0-AD4C-718D22745F81}" type="sibTrans" cxnId="{24CCCB2C-C658-42CF-938C-48AC5CBE29F5}">
      <dgm:prSet/>
      <dgm:spPr/>
      <dgm:t>
        <a:bodyPr/>
        <a:lstStyle/>
        <a:p>
          <a:endParaRPr lang="en-US"/>
        </a:p>
      </dgm:t>
    </dgm:pt>
    <dgm:pt modelId="{B76D0EB7-C887-46F4-8853-4ED0709F5848}">
      <dgm:prSet/>
      <dgm:spPr/>
      <dgm:t>
        <a:bodyPr/>
        <a:lstStyle/>
        <a:p>
          <a:r>
            <a:rPr lang="en-US" b="0" i="0" baseline="0"/>
            <a:t>EBS provides instance disk storage</a:t>
          </a:r>
          <a:endParaRPr lang="en-US"/>
        </a:p>
      </dgm:t>
    </dgm:pt>
    <dgm:pt modelId="{3C7A08F0-A8CF-429F-BD52-68F4880426AB}" type="parTrans" cxnId="{50D90A15-0DA6-48E0-8F11-984467F68DDA}">
      <dgm:prSet/>
      <dgm:spPr/>
      <dgm:t>
        <a:bodyPr/>
        <a:lstStyle/>
        <a:p>
          <a:endParaRPr lang="en-US"/>
        </a:p>
      </dgm:t>
    </dgm:pt>
    <dgm:pt modelId="{7E687DE6-1BC7-4736-9A24-638999FF01FB}" type="sibTrans" cxnId="{50D90A15-0DA6-48E0-8F11-984467F68DDA}">
      <dgm:prSet/>
      <dgm:spPr/>
      <dgm:t>
        <a:bodyPr/>
        <a:lstStyle/>
        <a:p>
          <a:endParaRPr lang="en-US"/>
        </a:p>
      </dgm:t>
    </dgm:pt>
    <dgm:pt modelId="{0B65F73F-8E33-45FA-8294-D667EDA6A761}">
      <dgm:prSet/>
      <dgm:spPr/>
      <dgm:t>
        <a:bodyPr/>
        <a:lstStyle/>
        <a:p>
          <a:r>
            <a:rPr lang="en-US" b="0" i="0" baseline="0"/>
            <a:t>EFS provides shared application files</a:t>
          </a:r>
          <a:endParaRPr lang="en-US"/>
        </a:p>
      </dgm:t>
    </dgm:pt>
    <dgm:pt modelId="{9F70D3D6-1414-44CC-833E-352BFFBB19EB}" type="parTrans" cxnId="{B93BB4DE-B9E0-4AB7-8837-5A81C69B8348}">
      <dgm:prSet/>
      <dgm:spPr/>
      <dgm:t>
        <a:bodyPr/>
        <a:lstStyle/>
        <a:p>
          <a:endParaRPr lang="en-US"/>
        </a:p>
      </dgm:t>
    </dgm:pt>
    <dgm:pt modelId="{6EFD2B8C-3D08-4B3B-B5B2-3ABA20DF3714}" type="sibTrans" cxnId="{B93BB4DE-B9E0-4AB7-8837-5A81C69B8348}">
      <dgm:prSet/>
      <dgm:spPr/>
      <dgm:t>
        <a:bodyPr/>
        <a:lstStyle/>
        <a:p>
          <a:endParaRPr lang="en-US"/>
        </a:p>
      </dgm:t>
    </dgm:pt>
    <dgm:pt modelId="{243D911B-8327-4282-9E00-EF1B3212B71B}">
      <dgm:prSet/>
      <dgm:spPr/>
      <dgm:t>
        <a:bodyPr/>
        <a:lstStyle/>
        <a:p>
          <a:r>
            <a:rPr lang="en-US" b="0" i="0" baseline="0"/>
            <a:t>S3 stores images, videos, and static objects</a:t>
          </a:r>
          <a:endParaRPr lang="en-US"/>
        </a:p>
      </dgm:t>
    </dgm:pt>
    <dgm:pt modelId="{71C35351-9766-4782-97B7-2151C1E71E3A}" type="parTrans" cxnId="{B5E1DF9C-18A8-43A3-8418-F10977A36442}">
      <dgm:prSet/>
      <dgm:spPr/>
      <dgm:t>
        <a:bodyPr/>
        <a:lstStyle/>
        <a:p>
          <a:endParaRPr lang="en-US"/>
        </a:p>
      </dgm:t>
    </dgm:pt>
    <dgm:pt modelId="{1B0F2DA3-CD2E-457C-AFA0-6C968B622883}" type="sibTrans" cxnId="{B5E1DF9C-18A8-43A3-8418-F10977A36442}">
      <dgm:prSet/>
      <dgm:spPr/>
      <dgm:t>
        <a:bodyPr/>
        <a:lstStyle/>
        <a:p>
          <a:endParaRPr lang="en-US"/>
        </a:p>
      </dgm:t>
    </dgm:pt>
    <dgm:pt modelId="{69ACC617-037E-4A0B-A913-68E781414DFC}">
      <dgm:prSet/>
      <dgm:spPr/>
      <dgm:t>
        <a:bodyPr/>
        <a:lstStyle/>
        <a:p>
          <a:r>
            <a:rPr lang="en-US" b="0" i="0" baseline="0"/>
            <a:t>EBS snapshots provide backup and recovery</a:t>
          </a:r>
          <a:endParaRPr lang="en-US"/>
        </a:p>
      </dgm:t>
    </dgm:pt>
    <dgm:pt modelId="{931F65B2-458F-4193-8317-056263E4F486}" type="parTrans" cxnId="{F83E6AC4-0E7A-4ECC-9452-1489131E06EA}">
      <dgm:prSet/>
      <dgm:spPr/>
      <dgm:t>
        <a:bodyPr/>
        <a:lstStyle/>
        <a:p>
          <a:endParaRPr lang="en-US"/>
        </a:p>
      </dgm:t>
    </dgm:pt>
    <dgm:pt modelId="{ADA0F259-829B-4F98-99BE-55B805E13416}" type="sibTrans" cxnId="{F83E6AC4-0E7A-4ECC-9452-1489131E06EA}">
      <dgm:prSet/>
      <dgm:spPr/>
      <dgm:t>
        <a:bodyPr/>
        <a:lstStyle/>
        <a:p>
          <a:endParaRPr lang="en-US"/>
        </a:p>
      </dgm:t>
    </dgm:pt>
    <dgm:pt modelId="{76027384-C0A7-475D-A407-7B0C0D73D803}">
      <dgm:prSet/>
      <dgm:spPr/>
      <dgm:t>
        <a:bodyPr/>
        <a:lstStyle/>
        <a:p>
          <a:r>
            <a:rPr lang="en-US" b="1" i="0" baseline="0"/>
            <a:t>Backup Strategy</a:t>
          </a:r>
          <a:endParaRPr lang="en-US"/>
        </a:p>
      </dgm:t>
    </dgm:pt>
    <dgm:pt modelId="{D7F6FB1E-D317-49B8-BD94-B94641B99DCF}" type="parTrans" cxnId="{0B3AE4A7-F0C4-47C0-AABD-605FDA5B16EA}">
      <dgm:prSet/>
      <dgm:spPr/>
      <dgm:t>
        <a:bodyPr/>
        <a:lstStyle/>
        <a:p>
          <a:endParaRPr lang="en-US"/>
        </a:p>
      </dgm:t>
    </dgm:pt>
    <dgm:pt modelId="{073FE8AB-A86B-4284-B6EA-5F0CF19CDF58}" type="sibTrans" cxnId="{0B3AE4A7-F0C4-47C0-AABD-605FDA5B16EA}">
      <dgm:prSet/>
      <dgm:spPr/>
      <dgm:t>
        <a:bodyPr/>
        <a:lstStyle/>
        <a:p>
          <a:endParaRPr lang="en-US"/>
        </a:p>
      </dgm:t>
    </dgm:pt>
    <dgm:pt modelId="{BF199B86-7C6B-41F9-8B9C-60711573709B}">
      <dgm:prSet/>
      <dgm:spPr/>
      <dgm:t>
        <a:bodyPr/>
        <a:lstStyle/>
        <a:p>
          <a:r>
            <a:rPr lang="en-US" b="0" i="0" baseline="0" dirty="0"/>
            <a:t>Active application data → EBS ( That can be Snapshot)</a:t>
          </a:r>
          <a:endParaRPr lang="en-US" dirty="0"/>
        </a:p>
      </dgm:t>
    </dgm:pt>
    <dgm:pt modelId="{439797E4-8626-4CC4-A4D3-B93985C54E3C}" type="parTrans" cxnId="{C9340246-91A9-4451-973B-5E1E94D77205}">
      <dgm:prSet/>
      <dgm:spPr/>
      <dgm:t>
        <a:bodyPr/>
        <a:lstStyle/>
        <a:p>
          <a:endParaRPr lang="en-US"/>
        </a:p>
      </dgm:t>
    </dgm:pt>
    <dgm:pt modelId="{A6A92B80-6195-4367-96A0-2823ACA950FF}" type="sibTrans" cxnId="{C9340246-91A9-4451-973B-5E1E94D77205}">
      <dgm:prSet/>
      <dgm:spPr/>
      <dgm:t>
        <a:bodyPr/>
        <a:lstStyle/>
        <a:p>
          <a:endParaRPr lang="en-US"/>
        </a:p>
      </dgm:t>
    </dgm:pt>
    <dgm:pt modelId="{52686A16-3409-449C-B0F4-7972AD0FDC5A}">
      <dgm:prSet/>
      <dgm:spPr/>
      <dgm:t>
        <a:bodyPr/>
        <a:lstStyle/>
        <a:p>
          <a:r>
            <a:rPr lang="en-US" b="0" i="0" baseline="0" dirty="0"/>
            <a:t>Backup objects → S3 Bucket</a:t>
          </a:r>
          <a:endParaRPr lang="en-US" dirty="0"/>
        </a:p>
      </dgm:t>
    </dgm:pt>
    <dgm:pt modelId="{A4BB012B-1966-44E5-AB4D-ACED05E6D758}" type="parTrans" cxnId="{46C0A010-5573-4948-BD01-9727C3942818}">
      <dgm:prSet/>
      <dgm:spPr/>
      <dgm:t>
        <a:bodyPr/>
        <a:lstStyle/>
        <a:p>
          <a:endParaRPr lang="en-US"/>
        </a:p>
      </dgm:t>
    </dgm:pt>
    <dgm:pt modelId="{640BCDE1-285D-4415-8714-2EDA7EFCFB49}" type="sibTrans" cxnId="{46C0A010-5573-4948-BD01-9727C3942818}">
      <dgm:prSet/>
      <dgm:spPr/>
      <dgm:t>
        <a:bodyPr/>
        <a:lstStyle/>
        <a:p>
          <a:endParaRPr lang="en-US"/>
        </a:p>
      </dgm:t>
    </dgm:pt>
    <dgm:pt modelId="{F465295C-7570-489B-B936-85946B036FEC}">
      <dgm:prSet/>
      <dgm:spPr/>
      <dgm:t>
        <a:bodyPr/>
        <a:lstStyle/>
        <a:p>
          <a:r>
            <a:rPr lang="en-US" b="0" i="0" baseline="0"/>
            <a:t>Older backups → Glacier</a:t>
          </a:r>
          <a:endParaRPr lang="en-US"/>
        </a:p>
      </dgm:t>
    </dgm:pt>
    <dgm:pt modelId="{929BCD85-E5C1-472F-B763-C4547C3E1D37}" type="parTrans" cxnId="{DFD23D1C-C654-42D7-85ED-9640AF5F8B96}">
      <dgm:prSet/>
      <dgm:spPr/>
      <dgm:t>
        <a:bodyPr/>
        <a:lstStyle/>
        <a:p>
          <a:endParaRPr lang="en-US"/>
        </a:p>
      </dgm:t>
    </dgm:pt>
    <dgm:pt modelId="{D7C215C1-5F8A-4446-823B-800E88459367}" type="sibTrans" cxnId="{DFD23D1C-C654-42D7-85ED-9640AF5F8B96}">
      <dgm:prSet/>
      <dgm:spPr/>
      <dgm:t>
        <a:bodyPr/>
        <a:lstStyle/>
        <a:p>
          <a:endParaRPr lang="en-US"/>
        </a:p>
      </dgm:t>
    </dgm:pt>
    <dgm:pt modelId="{5E82EDB2-E646-4541-9CDC-3D3A8A22F67E}">
      <dgm:prSet/>
      <dgm:spPr/>
      <dgm:t>
        <a:bodyPr/>
        <a:lstStyle/>
        <a:p>
          <a:r>
            <a:rPr lang="en-US" b="0" i="0" baseline="0"/>
            <a:t>Long-term archives → Glacier Deep Archive</a:t>
          </a:r>
          <a:endParaRPr lang="en-US"/>
        </a:p>
      </dgm:t>
    </dgm:pt>
    <dgm:pt modelId="{85773E58-BEB0-460E-A5ED-3E8D5582C6F8}" type="parTrans" cxnId="{63BAEA8D-DA65-433E-9025-F41B30E5A433}">
      <dgm:prSet/>
      <dgm:spPr/>
      <dgm:t>
        <a:bodyPr/>
        <a:lstStyle/>
        <a:p>
          <a:endParaRPr lang="en-US"/>
        </a:p>
      </dgm:t>
    </dgm:pt>
    <dgm:pt modelId="{367FA976-1140-425C-9A7C-5105C52F97CA}" type="sibTrans" cxnId="{63BAEA8D-DA65-433E-9025-F41B30E5A433}">
      <dgm:prSet/>
      <dgm:spPr/>
      <dgm:t>
        <a:bodyPr/>
        <a:lstStyle/>
        <a:p>
          <a:endParaRPr lang="en-US"/>
        </a:p>
      </dgm:t>
    </dgm:pt>
    <dgm:pt modelId="{BAA129F8-5369-4CAD-8496-5DE86F5D25D4}" type="pres">
      <dgm:prSet presAssocID="{6ACE6E23-F1DD-49D3-81E8-9A1B2E5DA40A}" presName="linear" presStyleCnt="0">
        <dgm:presLayoutVars>
          <dgm:animLvl val="lvl"/>
          <dgm:resizeHandles val="exact"/>
        </dgm:presLayoutVars>
      </dgm:prSet>
      <dgm:spPr/>
    </dgm:pt>
    <dgm:pt modelId="{2145BCC5-B396-434A-ACD5-2032DD03DB40}" type="pres">
      <dgm:prSet presAssocID="{823D65B2-FE2D-4DA9-B7D3-292DE86A2C0E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712CA39-43ED-402C-B20A-5E2CE33AA1E6}" type="pres">
      <dgm:prSet presAssocID="{823D65B2-FE2D-4DA9-B7D3-292DE86A2C0E}" presName="childText" presStyleLbl="revTx" presStyleIdx="0" presStyleCnt="2">
        <dgm:presLayoutVars>
          <dgm:bulletEnabled val="1"/>
        </dgm:presLayoutVars>
      </dgm:prSet>
      <dgm:spPr/>
    </dgm:pt>
    <dgm:pt modelId="{F8F4088C-CC63-479B-8DCA-3B0753D23D84}" type="pres">
      <dgm:prSet presAssocID="{76027384-C0A7-475D-A407-7B0C0D73D803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8D6B4D7-25C9-4852-BFA2-1AE1D761D907}" type="pres">
      <dgm:prSet presAssocID="{76027384-C0A7-475D-A407-7B0C0D73D803}" presName="childText" presStyleLbl="revTx" presStyleIdx="1" presStyleCnt="2">
        <dgm:presLayoutVars>
          <dgm:bulletEnabled val="1"/>
        </dgm:presLayoutVars>
      </dgm:prSet>
      <dgm:spPr/>
    </dgm:pt>
  </dgm:ptLst>
  <dgm:cxnLst>
    <dgm:cxn modelId="{46C0A010-5573-4948-BD01-9727C3942818}" srcId="{76027384-C0A7-475D-A407-7B0C0D73D803}" destId="{52686A16-3409-449C-B0F4-7972AD0FDC5A}" srcOrd="1" destOrd="0" parTransId="{A4BB012B-1966-44E5-AB4D-ACED05E6D758}" sibTransId="{640BCDE1-285D-4415-8714-2EDA7EFCFB49}"/>
    <dgm:cxn modelId="{50D90A15-0DA6-48E0-8F11-984467F68DDA}" srcId="{823D65B2-FE2D-4DA9-B7D3-292DE86A2C0E}" destId="{B76D0EB7-C887-46F4-8853-4ED0709F5848}" srcOrd="1" destOrd="0" parTransId="{3C7A08F0-A8CF-429F-BD52-68F4880426AB}" sibTransId="{7E687DE6-1BC7-4736-9A24-638999FF01FB}"/>
    <dgm:cxn modelId="{DFD23D1C-C654-42D7-85ED-9640AF5F8B96}" srcId="{76027384-C0A7-475D-A407-7B0C0D73D803}" destId="{F465295C-7570-489B-B936-85946B036FEC}" srcOrd="2" destOrd="0" parTransId="{929BCD85-E5C1-472F-B763-C4547C3E1D37}" sibTransId="{D7C215C1-5F8A-4446-823B-800E88459367}"/>
    <dgm:cxn modelId="{24CCCB2C-C658-42CF-938C-48AC5CBE29F5}" srcId="{823D65B2-FE2D-4DA9-B7D3-292DE86A2C0E}" destId="{E1AF5C11-8F6A-4869-B630-3E0E11E9D3FA}" srcOrd="0" destOrd="0" parTransId="{C5692E81-4BCC-40FD-B215-0D2D03761EBB}" sibTransId="{D5005C31-2A3C-4DA0-AD4C-718D22745F81}"/>
    <dgm:cxn modelId="{E0EE283C-CCC4-4E87-A440-9F36C54EB102}" srcId="{6ACE6E23-F1DD-49D3-81E8-9A1B2E5DA40A}" destId="{823D65B2-FE2D-4DA9-B7D3-292DE86A2C0E}" srcOrd="0" destOrd="0" parTransId="{2A4EA9C1-7B19-43AB-930E-928015B64EB2}" sibTransId="{AD0D35F8-3B3E-45A4-9F97-BCD638EECFF6}"/>
    <dgm:cxn modelId="{C9340246-91A9-4451-973B-5E1E94D77205}" srcId="{76027384-C0A7-475D-A407-7B0C0D73D803}" destId="{BF199B86-7C6B-41F9-8B9C-60711573709B}" srcOrd="0" destOrd="0" parTransId="{439797E4-8626-4CC4-A4D3-B93985C54E3C}" sibTransId="{A6A92B80-6195-4367-96A0-2823ACA950FF}"/>
    <dgm:cxn modelId="{47EBA94A-6483-4DFE-805F-BBB0DB0D50D3}" type="presOf" srcId="{243D911B-8327-4282-9E00-EF1B3212B71B}" destId="{6712CA39-43ED-402C-B20A-5E2CE33AA1E6}" srcOrd="0" destOrd="3" presId="urn:microsoft.com/office/officeart/2005/8/layout/vList2"/>
    <dgm:cxn modelId="{2195236B-2B33-49E5-8A41-04682B7B1158}" type="presOf" srcId="{F465295C-7570-489B-B936-85946B036FEC}" destId="{D8D6B4D7-25C9-4852-BFA2-1AE1D761D907}" srcOrd="0" destOrd="2" presId="urn:microsoft.com/office/officeart/2005/8/layout/vList2"/>
    <dgm:cxn modelId="{CC03D787-8649-4962-9795-43EFBA13AE70}" type="presOf" srcId="{76027384-C0A7-475D-A407-7B0C0D73D803}" destId="{F8F4088C-CC63-479B-8DCA-3B0753D23D84}" srcOrd="0" destOrd="0" presId="urn:microsoft.com/office/officeart/2005/8/layout/vList2"/>
    <dgm:cxn modelId="{63BAEA8D-DA65-433E-9025-F41B30E5A433}" srcId="{76027384-C0A7-475D-A407-7B0C0D73D803}" destId="{5E82EDB2-E646-4541-9CDC-3D3A8A22F67E}" srcOrd="3" destOrd="0" parTransId="{85773E58-BEB0-460E-A5ED-3E8D5582C6F8}" sibTransId="{367FA976-1140-425C-9A7C-5105C52F97CA}"/>
    <dgm:cxn modelId="{CF3A5F8E-4B92-4AB9-A6D5-9588FDCCA34B}" type="presOf" srcId="{E1AF5C11-8F6A-4869-B630-3E0E11E9D3FA}" destId="{6712CA39-43ED-402C-B20A-5E2CE33AA1E6}" srcOrd="0" destOrd="0" presId="urn:microsoft.com/office/officeart/2005/8/layout/vList2"/>
    <dgm:cxn modelId="{B5E1DF9C-18A8-43A3-8418-F10977A36442}" srcId="{823D65B2-FE2D-4DA9-B7D3-292DE86A2C0E}" destId="{243D911B-8327-4282-9E00-EF1B3212B71B}" srcOrd="3" destOrd="0" parTransId="{71C35351-9766-4782-97B7-2151C1E71E3A}" sibTransId="{1B0F2DA3-CD2E-457C-AFA0-6C968B622883}"/>
    <dgm:cxn modelId="{87F806A6-A0E1-44DF-8657-73C6D10C7E60}" type="presOf" srcId="{823D65B2-FE2D-4DA9-B7D3-292DE86A2C0E}" destId="{2145BCC5-B396-434A-ACD5-2032DD03DB40}" srcOrd="0" destOrd="0" presId="urn:microsoft.com/office/officeart/2005/8/layout/vList2"/>
    <dgm:cxn modelId="{68CC84A6-0CF9-49B1-B87F-DB3215E2BC15}" type="presOf" srcId="{69ACC617-037E-4A0B-A913-68E781414DFC}" destId="{6712CA39-43ED-402C-B20A-5E2CE33AA1E6}" srcOrd="0" destOrd="4" presId="urn:microsoft.com/office/officeart/2005/8/layout/vList2"/>
    <dgm:cxn modelId="{0B3AE4A7-F0C4-47C0-AABD-605FDA5B16EA}" srcId="{6ACE6E23-F1DD-49D3-81E8-9A1B2E5DA40A}" destId="{76027384-C0A7-475D-A407-7B0C0D73D803}" srcOrd="1" destOrd="0" parTransId="{D7F6FB1E-D317-49B8-BD94-B94641B99DCF}" sibTransId="{073FE8AB-A86B-4284-B6EA-5F0CF19CDF58}"/>
    <dgm:cxn modelId="{8EE363B7-06CA-4C8C-93D9-5D9292EC4BE0}" type="presOf" srcId="{5E82EDB2-E646-4541-9CDC-3D3A8A22F67E}" destId="{D8D6B4D7-25C9-4852-BFA2-1AE1D761D907}" srcOrd="0" destOrd="3" presId="urn:microsoft.com/office/officeart/2005/8/layout/vList2"/>
    <dgm:cxn modelId="{F83E6AC4-0E7A-4ECC-9452-1489131E06EA}" srcId="{823D65B2-FE2D-4DA9-B7D3-292DE86A2C0E}" destId="{69ACC617-037E-4A0B-A913-68E781414DFC}" srcOrd="4" destOrd="0" parTransId="{931F65B2-458F-4193-8317-056263E4F486}" sibTransId="{ADA0F259-829B-4F98-99BE-55B805E13416}"/>
    <dgm:cxn modelId="{DD075DD0-45A7-481F-B811-9B0E98B3655D}" type="presOf" srcId="{0B65F73F-8E33-45FA-8294-D667EDA6A761}" destId="{6712CA39-43ED-402C-B20A-5E2CE33AA1E6}" srcOrd="0" destOrd="2" presId="urn:microsoft.com/office/officeart/2005/8/layout/vList2"/>
    <dgm:cxn modelId="{B93BB4DE-B9E0-4AB7-8837-5A81C69B8348}" srcId="{823D65B2-FE2D-4DA9-B7D3-292DE86A2C0E}" destId="{0B65F73F-8E33-45FA-8294-D667EDA6A761}" srcOrd="2" destOrd="0" parTransId="{9F70D3D6-1414-44CC-833E-352BFFBB19EB}" sibTransId="{6EFD2B8C-3D08-4B3B-B5B2-3ABA20DF3714}"/>
    <dgm:cxn modelId="{D8CB28E1-E1D3-465E-A8E5-F32A2C765920}" type="presOf" srcId="{6ACE6E23-F1DD-49D3-81E8-9A1B2E5DA40A}" destId="{BAA129F8-5369-4CAD-8496-5DE86F5D25D4}" srcOrd="0" destOrd="0" presId="urn:microsoft.com/office/officeart/2005/8/layout/vList2"/>
    <dgm:cxn modelId="{541D55EB-40DE-4869-9BF7-93DEFD1F54CB}" type="presOf" srcId="{B76D0EB7-C887-46F4-8853-4ED0709F5848}" destId="{6712CA39-43ED-402C-B20A-5E2CE33AA1E6}" srcOrd="0" destOrd="1" presId="urn:microsoft.com/office/officeart/2005/8/layout/vList2"/>
    <dgm:cxn modelId="{626CFDED-9380-4241-B32A-EB78EBC426EA}" type="presOf" srcId="{BF199B86-7C6B-41F9-8B9C-60711573709B}" destId="{D8D6B4D7-25C9-4852-BFA2-1AE1D761D907}" srcOrd="0" destOrd="0" presId="urn:microsoft.com/office/officeart/2005/8/layout/vList2"/>
    <dgm:cxn modelId="{ACA4CAF1-4094-49EB-8609-2A415DB05DE5}" type="presOf" srcId="{52686A16-3409-449C-B0F4-7972AD0FDC5A}" destId="{D8D6B4D7-25C9-4852-BFA2-1AE1D761D907}" srcOrd="0" destOrd="1" presId="urn:microsoft.com/office/officeart/2005/8/layout/vList2"/>
    <dgm:cxn modelId="{8EC82F95-450F-4F85-B925-0B00646D4EA3}" type="presParOf" srcId="{BAA129F8-5369-4CAD-8496-5DE86F5D25D4}" destId="{2145BCC5-B396-434A-ACD5-2032DD03DB40}" srcOrd="0" destOrd="0" presId="urn:microsoft.com/office/officeart/2005/8/layout/vList2"/>
    <dgm:cxn modelId="{031675C3-BEDC-4839-A7A6-AC4D111B9007}" type="presParOf" srcId="{BAA129F8-5369-4CAD-8496-5DE86F5D25D4}" destId="{6712CA39-43ED-402C-B20A-5E2CE33AA1E6}" srcOrd="1" destOrd="0" presId="urn:microsoft.com/office/officeart/2005/8/layout/vList2"/>
    <dgm:cxn modelId="{96E8E6AB-2432-433D-9258-6A6BAF1A1738}" type="presParOf" srcId="{BAA129F8-5369-4CAD-8496-5DE86F5D25D4}" destId="{F8F4088C-CC63-479B-8DCA-3B0753D23D84}" srcOrd="2" destOrd="0" presId="urn:microsoft.com/office/officeart/2005/8/layout/vList2"/>
    <dgm:cxn modelId="{073C5E53-D031-4980-9F61-830222082A39}" type="presParOf" srcId="{BAA129F8-5369-4CAD-8496-5DE86F5D25D4}" destId="{D8D6B4D7-25C9-4852-BFA2-1AE1D761D90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B450A9F-CD15-49B7-91E4-95B83C5238C8}">
      <dsp:nvSpPr>
        <dsp:cNvPr id="0" name=""/>
        <dsp:cNvSpPr/>
      </dsp:nvSpPr>
      <dsp:spPr>
        <a:xfrm>
          <a:off x="0" y="78622"/>
          <a:ext cx="6224953" cy="86346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baseline="0"/>
            <a:t>Retrieval Options</a:t>
          </a:r>
          <a:endParaRPr lang="en-US" sz="3600" kern="1200"/>
        </a:p>
      </dsp:txBody>
      <dsp:txXfrm>
        <a:off x="42151" y="120773"/>
        <a:ext cx="6140651" cy="779158"/>
      </dsp:txXfrm>
    </dsp:sp>
    <dsp:sp modelId="{7CFF6048-275E-4593-A697-BAD8946C832B}">
      <dsp:nvSpPr>
        <dsp:cNvPr id="0" name=""/>
        <dsp:cNvSpPr/>
      </dsp:nvSpPr>
      <dsp:spPr>
        <a:xfrm>
          <a:off x="0" y="942082"/>
          <a:ext cx="6224953" cy="26827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642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baseline="0" dirty="0"/>
            <a:t>Expedited — fastest retrieval for urgent needs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baseline="0" dirty="0"/>
            <a:t>Standard — balanced retrieval speed and cost</a:t>
          </a:r>
          <a:endParaRPr lang="en-US" sz="2800" kern="1200" dirty="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baseline="0" dirty="0"/>
            <a:t>Bulk — lowest retrieval cost for large amounts of data</a:t>
          </a:r>
          <a:endParaRPr lang="en-US" sz="2800" kern="1200" dirty="0"/>
        </a:p>
      </dsp:txBody>
      <dsp:txXfrm>
        <a:off x="0" y="942082"/>
        <a:ext cx="6224953" cy="2682720"/>
      </dsp:txXfrm>
    </dsp:sp>
    <dsp:sp modelId="{9B9108FE-DD11-4DB9-B1EB-F271D5764FAB}">
      <dsp:nvSpPr>
        <dsp:cNvPr id="0" name=""/>
        <dsp:cNvSpPr/>
      </dsp:nvSpPr>
      <dsp:spPr>
        <a:xfrm>
          <a:off x="0" y="3624802"/>
          <a:ext cx="6224953" cy="863460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7160" tIns="137160" rIns="137160" bIns="137160" numCol="1" spcCol="1270" anchor="ctr" anchorCtr="0">
          <a:noAutofit/>
        </a:bodyPr>
        <a:lstStyle/>
        <a:p>
          <a:pPr marL="0" lvl="0" indent="0" algn="l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b="1" i="0" kern="1200" baseline="0"/>
            <a:t>Trade-Off</a:t>
          </a:r>
          <a:endParaRPr lang="en-US" sz="3600" kern="1200"/>
        </a:p>
      </dsp:txBody>
      <dsp:txXfrm>
        <a:off x="42151" y="3666953"/>
        <a:ext cx="6140651" cy="779158"/>
      </dsp:txXfrm>
    </dsp:sp>
    <dsp:sp modelId="{BFCE19D8-F8B9-4677-BA8D-EC6BB5FED003}">
      <dsp:nvSpPr>
        <dsp:cNvPr id="0" name=""/>
        <dsp:cNvSpPr/>
      </dsp:nvSpPr>
      <dsp:spPr>
        <a:xfrm>
          <a:off x="0" y="4488262"/>
          <a:ext cx="6224953" cy="137862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97642" tIns="45720" rIns="256032" bIns="45720" numCol="1" spcCol="1270" anchor="t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baseline="0"/>
            <a:t>Faster retrieval generally costs more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800" b="0" i="0" kern="1200" baseline="0"/>
            <a:t>Slower retrieval can reduce retrieval cost</a:t>
          </a:r>
          <a:endParaRPr lang="en-US" sz="2800" kern="1200"/>
        </a:p>
      </dsp:txBody>
      <dsp:txXfrm>
        <a:off x="0" y="4488262"/>
        <a:ext cx="6224953" cy="137862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66AB827-8B9C-4C0B-894E-667175A991F2}">
      <dsp:nvSpPr>
        <dsp:cNvPr id="0" name=""/>
        <dsp:cNvSpPr/>
      </dsp:nvSpPr>
      <dsp:spPr>
        <a:xfrm>
          <a:off x="0" y="117846"/>
          <a:ext cx="5811128" cy="791505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baseline="0"/>
            <a:t>Automation</a:t>
          </a:r>
          <a:endParaRPr lang="en-US" sz="3300" kern="1200"/>
        </a:p>
      </dsp:txBody>
      <dsp:txXfrm>
        <a:off x="38638" y="156484"/>
        <a:ext cx="5733852" cy="714229"/>
      </dsp:txXfrm>
    </dsp:sp>
    <dsp:sp modelId="{C74981D5-9439-41AF-AD2A-EF55B35E46D3}">
      <dsp:nvSpPr>
        <dsp:cNvPr id="0" name=""/>
        <dsp:cNvSpPr/>
      </dsp:nvSpPr>
      <dsp:spPr>
        <a:xfrm>
          <a:off x="0" y="909351"/>
          <a:ext cx="5811128" cy="170775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503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i="0" kern="1200" baseline="0"/>
            <a:t>S3 Lifecycle rules can move older objects into Glacier storage classes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i="0" kern="1200" baseline="0"/>
            <a:t>Reduces manual archive management</a:t>
          </a:r>
          <a:endParaRPr lang="en-US" sz="2600" kern="120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i="0" kern="1200" baseline="0"/>
            <a:t>Useful for large numbers of objects</a:t>
          </a:r>
          <a:endParaRPr lang="en-US" sz="2600" kern="1200"/>
        </a:p>
      </dsp:txBody>
      <dsp:txXfrm>
        <a:off x="0" y="909351"/>
        <a:ext cx="5811128" cy="1707750"/>
      </dsp:txXfrm>
    </dsp:sp>
    <dsp:sp modelId="{D07AA43F-31DE-43F5-B104-B65DAF79F804}">
      <dsp:nvSpPr>
        <dsp:cNvPr id="0" name=""/>
        <dsp:cNvSpPr/>
      </dsp:nvSpPr>
      <dsp:spPr>
        <a:xfrm>
          <a:off x="0" y="2617101"/>
          <a:ext cx="5811128" cy="791505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25730" tIns="125730" rIns="125730" bIns="125730" numCol="1" spcCol="1270" anchor="ctr" anchorCtr="0">
          <a:noAutofit/>
        </a:bodyPr>
        <a:lstStyle/>
        <a:p>
          <a:pPr marL="0" lvl="0" indent="0" algn="l" defTabSz="1466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300" b="1" i="0" kern="1200" baseline="0"/>
            <a:t>Example</a:t>
          </a:r>
          <a:endParaRPr lang="en-US" sz="3300" kern="1200"/>
        </a:p>
      </dsp:txBody>
      <dsp:txXfrm>
        <a:off x="38638" y="2655739"/>
        <a:ext cx="5733852" cy="714229"/>
      </dsp:txXfrm>
    </dsp:sp>
    <dsp:sp modelId="{403E220A-0263-4A92-9FDF-E747AB3E872F}">
      <dsp:nvSpPr>
        <dsp:cNvPr id="0" name=""/>
        <dsp:cNvSpPr/>
      </dsp:nvSpPr>
      <dsp:spPr>
        <a:xfrm>
          <a:off x="0" y="3408607"/>
          <a:ext cx="5811128" cy="21517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84503" tIns="41910" rIns="234696" bIns="41910" numCol="1" spcCol="1270" anchor="t" anchorCtr="0">
          <a:noAutofit/>
        </a:bodyPr>
        <a:lstStyle/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i="0" kern="1200" baseline="0" dirty="0"/>
            <a:t>Active data → S3 Standard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i="0" kern="1200" baseline="0" dirty="0"/>
            <a:t>Older data → S3 Standard-IA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i="0" kern="1200" baseline="0" dirty="0"/>
            <a:t>Archive data → Glacier Flexible Retrieval</a:t>
          </a:r>
          <a:endParaRPr lang="en-US" sz="2600" kern="1200" dirty="0"/>
        </a:p>
        <a:p>
          <a:pPr marL="228600" lvl="1" indent="-228600" algn="l" defTabSz="11557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600" b="0" i="0" kern="1200" baseline="0" dirty="0"/>
            <a:t>Very old data → Glacier Deep Archive</a:t>
          </a:r>
          <a:endParaRPr lang="en-US" sz="2600" kern="1200" dirty="0"/>
        </a:p>
      </dsp:txBody>
      <dsp:txXfrm>
        <a:off x="0" y="3408607"/>
        <a:ext cx="5811128" cy="2151765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B3F852-1E2B-46D7-8158-818C8C5CE6D4}">
      <dsp:nvSpPr>
        <dsp:cNvPr id="0" name=""/>
        <dsp:cNvSpPr/>
      </dsp:nvSpPr>
      <dsp:spPr>
        <a:xfrm>
          <a:off x="1282" y="59327"/>
          <a:ext cx="5570631" cy="1242000"/>
        </a:xfrm>
        <a:prstGeom prst="chevron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Security</a:t>
          </a:r>
          <a:endParaRPr lang="en-US" sz="2300" kern="1200"/>
        </a:p>
      </dsp:txBody>
      <dsp:txXfrm>
        <a:off x="622282" y="59327"/>
        <a:ext cx="4328631" cy="1242000"/>
      </dsp:txXfrm>
    </dsp:sp>
    <dsp:sp modelId="{0641B4E2-E015-48BE-94D1-0B15313F0284}">
      <dsp:nvSpPr>
        <dsp:cNvPr id="0" name=""/>
        <dsp:cNvSpPr/>
      </dsp:nvSpPr>
      <dsp:spPr>
        <a:xfrm>
          <a:off x="1282" y="1456577"/>
          <a:ext cx="4456505" cy="217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Encryption at rest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Encryption in transit where applicable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AWS KMS integration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IAM and bucket policies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AWS CloudTrail for auditing</a:t>
          </a:r>
          <a:endParaRPr lang="en-US" sz="2300" kern="1200"/>
        </a:p>
      </dsp:txBody>
      <dsp:txXfrm>
        <a:off x="1282" y="1456577"/>
        <a:ext cx="4456505" cy="2173500"/>
      </dsp:txXfrm>
    </dsp:sp>
    <dsp:sp modelId="{1F5DF335-3E77-4459-A1DA-A1B362BAD8E6}">
      <dsp:nvSpPr>
        <dsp:cNvPr id="0" name=""/>
        <dsp:cNvSpPr/>
      </dsp:nvSpPr>
      <dsp:spPr>
        <a:xfrm>
          <a:off x="5355914" y="59327"/>
          <a:ext cx="5570631" cy="1242000"/>
        </a:xfrm>
        <a:prstGeom prst="chevron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012" tIns="30671" rIns="30671" bIns="30671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300" b="1" i="0" kern="1200" baseline="0"/>
            <a:t>Disaster Recovery</a:t>
          </a:r>
          <a:endParaRPr lang="en-US" sz="2300" kern="1200"/>
        </a:p>
      </dsp:txBody>
      <dsp:txXfrm>
        <a:off x="5976914" y="59327"/>
        <a:ext cx="4328631" cy="1242000"/>
      </dsp:txXfrm>
    </dsp:sp>
    <dsp:sp modelId="{821D1571-E405-4114-BBB4-756E249E6F24}">
      <dsp:nvSpPr>
        <dsp:cNvPr id="0" name=""/>
        <dsp:cNvSpPr/>
      </dsp:nvSpPr>
      <dsp:spPr>
        <a:xfrm>
          <a:off x="5355914" y="1456577"/>
          <a:ext cx="4456505" cy="21735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Store database backups and application backups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Maintain long-term recovery copies economically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Restore archived data when production systems fail</a:t>
          </a:r>
          <a:endParaRPr lang="en-US" sz="2300" kern="1200"/>
        </a:p>
      </dsp:txBody>
      <dsp:txXfrm>
        <a:off x="5355914" y="1456577"/>
        <a:ext cx="4456505" cy="21735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650E6B5-6AEF-4FBB-B4CA-EAECD032BB5F}">
      <dsp:nvSpPr>
        <dsp:cNvPr id="0" name=""/>
        <dsp:cNvSpPr/>
      </dsp:nvSpPr>
      <dsp:spPr>
        <a:xfrm>
          <a:off x="53" y="48347"/>
          <a:ext cx="5106412" cy="633600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What is Amazon EBS?</a:t>
          </a:r>
          <a:endParaRPr lang="en-US" sz="2200" kern="1200"/>
        </a:p>
      </dsp:txBody>
      <dsp:txXfrm>
        <a:off x="53" y="48347"/>
        <a:ext cx="5106412" cy="633600"/>
      </dsp:txXfrm>
    </dsp:sp>
    <dsp:sp modelId="{D4B9CF6F-9275-431A-94FE-5E40969D291C}">
      <dsp:nvSpPr>
        <dsp:cNvPr id="0" name=""/>
        <dsp:cNvSpPr/>
      </dsp:nvSpPr>
      <dsp:spPr>
        <a:xfrm>
          <a:off x="53" y="681947"/>
          <a:ext cx="5106412" cy="2959110"/>
        </a:xfrm>
        <a:prstGeom prst="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Amazon Elastic Block Store provides block-level storage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Primarily used with Amazon EC2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Appears to the operating system as a disk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 dirty="0"/>
            <a:t>Suitable for operating systems, databases, applications, and business data</a:t>
          </a:r>
          <a:endParaRPr lang="en-US" sz="2200" kern="1200" dirty="0"/>
        </a:p>
      </dsp:txBody>
      <dsp:txXfrm>
        <a:off x="53" y="681947"/>
        <a:ext cx="5106412" cy="2959110"/>
      </dsp:txXfrm>
    </dsp:sp>
    <dsp:sp modelId="{B8C7245D-A2F8-4CF8-B7C4-683E3C92EE36}">
      <dsp:nvSpPr>
        <dsp:cNvPr id="0" name=""/>
        <dsp:cNvSpPr/>
      </dsp:nvSpPr>
      <dsp:spPr>
        <a:xfrm>
          <a:off x="5821363" y="48347"/>
          <a:ext cx="5106412" cy="633600"/>
        </a:xfrm>
        <a:prstGeom prst="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6464" tIns="89408" rIns="156464" bIns="89408" numCol="1" spcCol="1270" anchor="ctr" anchorCtr="0">
          <a:noAutofit/>
        </a:bodyPr>
        <a:lstStyle/>
        <a:p>
          <a:pPr marL="0" lvl="0" indent="0" algn="ctr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b="1" i="0" kern="1200" baseline="0"/>
            <a:t>Key Characteristic</a:t>
          </a:r>
          <a:endParaRPr lang="en-US" sz="2200" kern="1200"/>
        </a:p>
      </dsp:txBody>
      <dsp:txXfrm>
        <a:off x="5821363" y="48347"/>
        <a:ext cx="5106412" cy="633600"/>
      </dsp:txXfrm>
    </dsp:sp>
    <dsp:sp modelId="{9BC1EBF2-1533-4140-B209-3B9A10E16228}">
      <dsp:nvSpPr>
        <dsp:cNvPr id="0" name=""/>
        <dsp:cNvSpPr/>
      </dsp:nvSpPr>
      <dsp:spPr>
        <a:xfrm>
          <a:off x="5821363" y="681947"/>
          <a:ext cx="5106412" cy="2959110"/>
        </a:xfrm>
        <a:prstGeom prst="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17348" tIns="117348" rIns="156464" bIns="176022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EBS is persistent storage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Data remains available when an EC2 instance is stopped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Volumes can be attached and detached as required</a:t>
          </a:r>
          <a:endParaRPr lang="en-US" sz="2200" kern="1200"/>
        </a:p>
      </dsp:txBody>
      <dsp:txXfrm>
        <a:off x="5821363" y="681947"/>
        <a:ext cx="5106412" cy="295911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F85E77-2AFB-47F4-A40C-75EA9D1BBFA2}">
      <dsp:nvSpPr>
        <dsp:cNvPr id="0" name=""/>
        <dsp:cNvSpPr/>
      </dsp:nvSpPr>
      <dsp:spPr>
        <a:xfrm>
          <a:off x="0" y="404959"/>
          <a:ext cx="6666833" cy="239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EC2 instance → EBS volume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Root volume stores the operating system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Additional volumes can store application and database data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EBS volume is independent of the EC2 instance lifecycle</a:t>
          </a:r>
          <a:endParaRPr lang="en-US" sz="2000" kern="1200"/>
        </a:p>
      </dsp:txBody>
      <dsp:txXfrm>
        <a:off x="0" y="404959"/>
        <a:ext cx="6666833" cy="2394000"/>
      </dsp:txXfrm>
    </dsp:sp>
    <dsp:sp modelId="{0CDACA07-9C0B-40B8-A4C5-08DE23644AB3}">
      <dsp:nvSpPr>
        <dsp:cNvPr id="0" name=""/>
        <dsp:cNvSpPr/>
      </dsp:nvSpPr>
      <dsp:spPr>
        <a:xfrm>
          <a:off x="333341" y="109759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EBS Architecture</a:t>
          </a:r>
          <a:endParaRPr lang="en-US" sz="2000" kern="1200"/>
        </a:p>
      </dsp:txBody>
      <dsp:txXfrm>
        <a:off x="362162" y="138580"/>
        <a:ext cx="4609141" cy="532758"/>
      </dsp:txXfrm>
    </dsp:sp>
    <dsp:sp modelId="{863F00A3-FE57-43BA-9F14-E936CD3C6C76}">
      <dsp:nvSpPr>
        <dsp:cNvPr id="0" name=""/>
        <dsp:cNvSpPr/>
      </dsp:nvSpPr>
      <dsp:spPr>
        <a:xfrm>
          <a:off x="0" y="3202160"/>
          <a:ext cx="6666833" cy="2142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Create volumes as required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Attach or detach volumes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Increase capacity when needed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Manage using AWS Console, CLI, or Infrastructure as Code</a:t>
          </a:r>
          <a:endParaRPr lang="en-US" sz="2000" kern="1200"/>
        </a:p>
      </dsp:txBody>
      <dsp:txXfrm>
        <a:off x="0" y="3202160"/>
        <a:ext cx="6666833" cy="2142000"/>
      </dsp:txXfrm>
    </dsp:sp>
    <dsp:sp modelId="{B7E1A64A-C37D-456A-9B0A-5C4A39A89387}">
      <dsp:nvSpPr>
        <dsp:cNvPr id="0" name=""/>
        <dsp:cNvSpPr/>
      </dsp:nvSpPr>
      <dsp:spPr>
        <a:xfrm>
          <a:off x="333341" y="2906960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Management</a:t>
          </a:r>
          <a:endParaRPr lang="en-US" sz="2000" kern="1200"/>
        </a:p>
      </dsp:txBody>
      <dsp:txXfrm>
        <a:off x="362162" y="2935781"/>
        <a:ext cx="4609141" cy="532758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890F8D-F5A4-4A84-A24B-26136B12F60F}">
      <dsp:nvSpPr>
        <dsp:cNvPr id="0" name=""/>
        <dsp:cNvSpPr/>
      </dsp:nvSpPr>
      <dsp:spPr>
        <a:xfrm>
          <a:off x="0" y="196428"/>
          <a:ext cx="6798539" cy="57563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SSD Types</a:t>
          </a:r>
          <a:endParaRPr lang="en-US" sz="2400" kern="1200"/>
        </a:p>
      </dsp:txBody>
      <dsp:txXfrm>
        <a:off x="28100" y="224528"/>
        <a:ext cx="6742339" cy="519439"/>
      </dsp:txXfrm>
    </dsp:sp>
    <dsp:sp modelId="{57FDF524-C0AC-4351-BE1F-E68F50727DC6}">
      <dsp:nvSpPr>
        <dsp:cNvPr id="0" name=""/>
        <dsp:cNvSpPr/>
      </dsp:nvSpPr>
      <dsp:spPr>
        <a:xfrm>
          <a:off x="0" y="772068"/>
          <a:ext cx="6798539" cy="1242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gp3 — general-purpose SSD and recommended for most workloads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/>
            <a:t>gp2 — previous-generation general-purpose SSD</a:t>
          </a:r>
          <a:endParaRPr lang="en-US" sz="1900" kern="120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 dirty="0"/>
            <a:t>io2 and io1 — Provisioned IOPS SSD for demanding workloads</a:t>
          </a:r>
          <a:endParaRPr lang="en-US" sz="1900" kern="1200" dirty="0"/>
        </a:p>
      </dsp:txBody>
      <dsp:txXfrm>
        <a:off x="0" y="772068"/>
        <a:ext cx="6798539" cy="1242000"/>
      </dsp:txXfrm>
    </dsp:sp>
    <dsp:sp modelId="{CBA11364-788D-414D-A4D6-D21653AD882C}">
      <dsp:nvSpPr>
        <dsp:cNvPr id="0" name=""/>
        <dsp:cNvSpPr/>
      </dsp:nvSpPr>
      <dsp:spPr>
        <a:xfrm>
          <a:off x="0" y="2014068"/>
          <a:ext cx="6798539" cy="575639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HDD Types</a:t>
          </a:r>
          <a:endParaRPr lang="en-US" sz="2400" kern="1200"/>
        </a:p>
      </dsp:txBody>
      <dsp:txXfrm>
        <a:off x="28100" y="2042168"/>
        <a:ext cx="6742339" cy="519439"/>
      </dsp:txXfrm>
    </dsp:sp>
    <dsp:sp modelId="{8843D5F3-7D10-4E5C-9418-17D0D5616611}">
      <dsp:nvSpPr>
        <dsp:cNvPr id="0" name=""/>
        <dsp:cNvSpPr/>
      </dsp:nvSpPr>
      <dsp:spPr>
        <a:xfrm>
          <a:off x="0" y="2589708"/>
          <a:ext cx="6798539" cy="9190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5854" tIns="30480" rIns="170688" bIns="30480" numCol="1" spcCol="1270" anchor="t" anchorCtr="0">
          <a:noAutofit/>
        </a:bodyPr>
        <a:lstStyle/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 dirty="0"/>
            <a:t>st1 — Throughput Optimized HDD for sequential workloads</a:t>
          </a:r>
          <a:endParaRPr lang="en-US" sz="1900" kern="1200" dirty="0"/>
        </a:p>
        <a:p>
          <a:pPr marL="171450" lvl="1" indent="-171450" algn="l" defTabSz="8445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900" b="0" i="0" kern="1200" baseline="0" dirty="0"/>
            <a:t>sc1 — Cold HDD for low-cost, infrequently accessed block storage</a:t>
          </a:r>
          <a:endParaRPr lang="en-US" sz="1900" kern="1200" dirty="0"/>
        </a:p>
      </dsp:txBody>
      <dsp:txXfrm>
        <a:off x="0" y="2589708"/>
        <a:ext cx="6798539" cy="919080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FE8274D-72C2-427D-8516-8C219263B688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/>
            <a:t>Point-in-time backup of an EBS volume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 dirty="0"/>
            <a:t>Used for backup, recovery, migration, and disaster recovery</a:t>
          </a:r>
          <a:endParaRPr lang="en-US" sz="2300" kern="1200" dirty="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 dirty="0"/>
            <a:t>Subsequent snapshots are incremental</a:t>
          </a:r>
          <a:endParaRPr lang="en-US" sz="2300" kern="1200" dirty="0"/>
        </a:p>
      </dsp:txBody>
      <dsp:txXfrm rot="-5400000">
        <a:off x="3785616" y="295201"/>
        <a:ext cx="6647092" cy="1532257"/>
      </dsp:txXfrm>
    </dsp:sp>
    <dsp:sp modelId="{46F5AEB1-F1F0-42B2-B7A7-6082E700C0E4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102870" rIns="205740" bIns="10287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i="0" kern="1200" baseline="0"/>
            <a:t>What is a Snapshot?</a:t>
          </a:r>
          <a:endParaRPr lang="en-US" sz="5400" kern="1200"/>
        </a:p>
      </dsp:txBody>
      <dsp:txXfrm>
        <a:off x="103614" y="103667"/>
        <a:ext cx="3578388" cy="1915324"/>
      </dsp:txXfrm>
    </dsp:sp>
    <dsp:sp modelId="{CE89F8B9-AF88-4E51-AE54-C4E354E2BAA9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7630" tIns="43815" rIns="87630" bIns="43815" numCol="1" spcCol="1270" anchor="ctr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300" b="0" i="0" kern="1200" baseline="0" dirty="0"/>
            <a:t>EBS volume → Create snapshot → Snapshot storage → Restore snapshot → New EBS volume</a:t>
          </a:r>
          <a:endParaRPr lang="en-US" sz="2300" kern="1200" dirty="0"/>
        </a:p>
      </dsp:txBody>
      <dsp:txXfrm rot="-5400000">
        <a:off x="3785616" y="2523880"/>
        <a:ext cx="6647092" cy="1532257"/>
      </dsp:txXfrm>
    </dsp:sp>
    <dsp:sp modelId="{64F37524-5022-496D-B362-C9C73547EF24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5740" tIns="102870" rIns="205740" bIns="102870" numCol="1" spcCol="1270" anchor="ctr" anchorCtr="0">
          <a:noAutofit/>
        </a:bodyPr>
        <a:lstStyle/>
        <a:p>
          <a:pPr marL="0" lvl="0" indent="0" algn="ctr" defTabSz="2400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5400" b="1" i="0" kern="1200" baseline="0"/>
            <a:t>Snapshot Process</a:t>
          </a:r>
          <a:endParaRPr lang="en-US" sz="5400" kern="1200"/>
        </a:p>
      </dsp:txBody>
      <dsp:txXfrm>
        <a:off x="103614" y="2332346"/>
        <a:ext cx="3578388" cy="1915324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30F3FF1-DB2E-46F5-AFAD-A2EFC04C16AF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Create or select a snapshot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Create a new EBS volume from the snapshot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Attach the restored volume to an EC2 instance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Recover application or user data</a:t>
          </a:r>
          <a:endParaRPr lang="en-US" sz="2200" kern="1200"/>
        </a:p>
      </dsp:txBody>
      <dsp:txXfrm rot="-5400000">
        <a:off x="3785616" y="295201"/>
        <a:ext cx="6647092" cy="1532257"/>
      </dsp:txXfrm>
    </dsp:sp>
    <dsp:sp modelId="{74454BF8-0C63-4E2C-82B5-1834E3EAA4F4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i="0" kern="1200" baseline="0"/>
            <a:t>Restore Process</a:t>
          </a:r>
          <a:endParaRPr lang="en-US" sz="6000" kern="1200"/>
        </a:p>
      </dsp:txBody>
      <dsp:txXfrm>
        <a:off x="103614" y="103667"/>
        <a:ext cx="3578388" cy="1915324"/>
      </dsp:txXfrm>
    </dsp:sp>
    <dsp:sp modelId="{3EC7271F-AF46-4BBB-8F4B-90B062ABFC13}">
      <dsp:nvSpPr>
        <dsp:cNvPr id="0" name=""/>
        <dsp:cNvSpPr/>
      </dsp:nvSpPr>
      <dsp:spPr>
        <a:xfrm rot="5400000">
          <a:off x="6301587" y="-68360"/>
          <a:ext cx="1698041" cy="6729984"/>
        </a:xfrm>
        <a:prstGeom prst="round2SameRect">
          <a:avLst/>
        </a:prstGeom>
        <a:solidFill>
          <a:schemeClr val="accent2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3820" tIns="41910" rIns="83820" bIns="41910" numCol="1" spcCol="1270" anchor="ctr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Snapshots can be copied to another AWS Region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/>
            <a:t>Cross-Region copies support disaster recovery strategies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200" b="0" i="0" kern="1200" baseline="0" dirty="0"/>
            <a:t>Snapshots remain independent of the original volume</a:t>
          </a:r>
          <a:endParaRPr lang="en-US" sz="2200" kern="1200" dirty="0"/>
        </a:p>
      </dsp:txBody>
      <dsp:txXfrm rot="-5400000">
        <a:off x="3785616" y="2530503"/>
        <a:ext cx="6647092" cy="1532257"/>
      </dsp:txXfrm>
    </dsp:sp>
    <dsp:sp modelId="{034CF6EC-74EE-47F9-BD24-A207973A16F6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8600" tIns="114300" rIns="228600" bIns="114300" numCol="1" spcCol="1270" anchor="ctr" anchorCtr="0">
          <a:noAutofit/>
        </a:bodyPr>
        <a:lstStyle/>
        <a:p>
          <a:pPr marL="0" lvl="0" indent="0" algn="ctr" defTabSz="2667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6000" b="1" i="0" kern="1200" baseline="0"/>
            <a:t>Disaster Recovery</a:t>
          </a:r>
          <a:endParaRPr lang="en-US" sz="6000" kern="1200"/>
        </a:p>
      </dsp:txBody>
      <dsp:txXfrm>
        <a:off x="103614" y="2332346"/>
        <a:ext cx="3578388" cy="1915324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667169-EB90-481C-A04B-F9110D288E46}">
      <dsp:nvSpPr>
        <dsp:cNvPr id="0" name=""/>
        <dsp:cNvSpPr/>
      </dsp:nvSpPr>
      <dsp:spPr>
        <a:xfrm rot="5400000">
          <a:off x="6338757" y="-2350127"/>
          <a:ext cx="1623701" cy="6729984"/>
        </a:xfrm>
        <a:prstGeom prst="round2SameRect">
          <a:avLst/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baseline="0"/>
            <a:t>EBS supports encryption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baseline="0"/>
            <a:t>Protects stored volume data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baseline="0"/>
            <a:t>Snapshots can also be encrypted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baseline="0"/>
            <a:t>AWS KMS manages encryption keys</a:t>
          </a:r>
          <a:endParaRPr lang="en-US" sz="2100" kern="1200"/>
        </a:p>
      </dsp:txBody>
      <dsp:txXfrm rot="-5400000">
        <a:off x="3785616" y="282277"/>
        <a:ext cx="6650721" cy="1465175"/>
      </dsp:txXfrm>
    </dsp:sp>
    <dsp:sp modelId="{A3B422D6-94C9-4C0F-931C-7961C3523EB9}">
      <dsp:nvSpPr>
        <dsp:cNvPr id="0" name=""/>
        <dsp:cNvSpPr/>
      </dsp:nvSpPr>
      <dsp:spPr>
        <a:xfrm>
          <a:off x="0" y="50"/>
          <a:ext cx="3785616" cy="2029627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i="0" kern="1200" baseline="0"/>
            <a:t>Encryption</a:t>
          </a:r>
          <a:endParaRPr lang="en-US" sz="4800" kern="1200"/>
        </a:p>
      </dsp:txBody>
      <dsp:txXfrm>
        <a:off x="99078" y="99128"/>
        <a:ext cx="3587460" cy="1831471"/>
      </dsp:txXfrm>
    </dsp:sp>
    <dsp:sp modelId="{F2816638-45D1-469B-8348-4298A7AFC0F9}">
      <dsp:nvSpPr>
        <dsp:cNvPr id="0" name=""/>
        <dsp:cNvSpPr/>
      </dsp:nvSpPr>
      <dsp:spPr>
        <a:xfrm rot="5400000">
          <a:off x="6338757" y="-219019"/>
          <a:ext cx="1623701" cy="6729984"/>
        </a:xfrm>
        <a:prstGeom prst="round2SameRect">
          <a:avLst/>
        </a:prstGeom>
        <a:solidFill>
          <a:schemeClr val="accent5">
            <a:tint val="40000"/>
            <a:alpha val="90000"/>
            <a:hueOff val="-11944666"/>
            <a:satOff val="2667"/>
            <a:lumOff val="401"/>
            <a:alphaOff val="0"/>
          </a:schemeClr>
        </a:solidFill>
        <a:ln w="19050" cap="flat" cmpd="sng" algn="ctr">
          <a:solidFill>
            <a:schemeClr val="accent5">
              <a:tint val="40000"/>
              <a:alpha val="90000"/>
              <a:hueOff val="-11944666"/>
              <a:satOff val="2667"/>
              <a:lumOff val="401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80010" tIns="40005" rIns="80010" bIns="40005" numCol="1" spcCol="1270" anchor="ctr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baseline="0"/>
            <a:t>IAM controls permissions for EBS resources</a:t>
          </a:r>
          <a:endParaRPr lang="en-US" sz="2100" kern="120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100" b="0" i="0" kern="1200" baseline="0"/>
            <a:t>Administrators can control who can create, attach, modify, and delete volumes and snapshots</a:t>
          </a:r>
          <a:endParaRPr lang="en-US" sz="2100" kern="1200"/>
        </a:p>
      </dsp:txBody>
      <dsp:txXfrm rot="-5400000">
        <a:off x="3785616" y="2413385"/>
        <a:ext cx="6650721" cy="1465175"/>
      </dsp:txXfrm>
    </dsp:sp>
    <dsp:sp modelId="{A6A9923C-C33B-4C03-B142-45CEEA9A82BF}">
      <dsp:nvSpPr>
        <dsp:cNvPr id="0" name=""/>
        <dsp:cNvSpPr/>
      </dsp:nvSpPr>
      <dsp:spPr>
        <a:xfrm>
          <a:off x="0" y="2131159"/>
          <a:ext cx="3785616" cy="2029627"/>
        </a:xfrm>
        <a:prstGeom prst="roundRect">
          <a:avLst/>
        </a:prstGeom>
        <a:solidFill>
          <a:schemeClr val="accent5">
            <a:hueOff val="-12152150"/>
            <a:satOff val="-826"/>
            <a:lumOff val="19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i="0" kern="1200" baseline="0"/>
            <a:t>Access Control</a:t>
          </a:r>
          <a:endParaRPr lang="en-US" sz="4800" kern="1200"/>
        </a:p>
      </dsp:txBody>
      <dsp:txXfrm>
        <a:off x="99078" y="2230237"/>
        <a:ext cx="3587460" cy="1831471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3501018-A976-45A9-A978-4A5F51EECF2A}">
      <dsp:nvSpPr>
        <dsp:cNvPr id="0" name=""/>
        <dsp:cNvSpPr/>
      </dsp:nvSpPr>
      <dsp:spPr>
        <a:xfrm>
          <a:off x="0" y="95809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What is Amazon EFS?</a:t>
          </a:r>
          <a:endParaRPr lang="en-US" sz="3000" kern="1200"/>
        </a:p>
      </dsp:txBody>
      <dsp:txXfrm>
        <a:off x="35982" y="131791"/>
        <a:ext cx="6594869" cy="665135"/>
      </dsp:txXfrm>
    </dsp:sp>
    <dsp:sp modelId="{4EC4CA26-1DEE-425A-AE23-FC0FFF0A1146}">
      <dsp:nvSpPr>
        <dsp:cNvPr id="0" name=""/>
        <dsp:cNvSpPr/>
      </dsp:nvSpPr>
      <dsp:spPr>
        <a:xfrm>
          <a:off x="0" y="832909"/>
          <a:ext cx="6666833" cy="26703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Amazon Elastic File System is a managed file storage service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Primarily designed for Linux workloads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Uses the Network File System (NFS) protocol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Multiple EC2 instances can access the same file system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Automatically scales as data changes</a:t>
          </a:r>
          <a:endParaRPr lang="en-US" sz="2300" kern="1200"/>
        </a:p>
      </dsp:txBody>
      <dsp:txXfrm>
        <a:off x="0" y="832909"/>
        <a:ext cx="6666833" cy="2670300"/>
      </dsp:txXfrm>
    </dsp:sp>
    <dsp:sp modelId="{C61B9349-AEC9-48B7-BB48-A3CA6BEECD12}">
      <dsp:nvSpPr>
        <dsp:cNvPr id="0" name=""/>
        <dsp:cNvSpPr/>
      </dsp:nvSpPr>
      <dsp:spPr>
        <a:xfrm>
          <a:off x="0" y="3503210"/>
          <a:ext cx="6666833" cy="737099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l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000" b="1" i="0" kern="1200" baseline="0"/>
            <a:t>Key Idea</a:t>
          </a:r>
          <a:endParaRPr lang="en-US" sz="3000" kern="1200"/>
        </a:p>
      </dsp:txBody>
      <dsp:txXfrm>
        <a:off x="35982" y="3539192"/>
        <a:ext cx="6594869" cy="665135"/>
      </dsp:txXfrm>
    </dsp:sp>
    <dsp:sp modelId="{89A59D21-37AC-476F-8BBD-EF98BCDA4BCD}">
      <dsp:nvSpPr>
        <dsp:cNvPr id="0" name=""/>
        <dsp:cNvSpPr/>
      </dsp:nvSpPr>
      <dsp:spPr>
        <a:xfrm>
          <a:off x="0" y="4240310"/>
          <a:ext cx="6666833" cy="1117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8100" rIns="213360" bIns="38100" numCol="1" spcCol="1270" anchor="t" anchorCtr="0">
          <a:noAutofit/>
        </a:bodyPr>
        <a:lstStyle/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EFS provides shared file storage</a:t>
          </a:r>
          <a:endParaRPr lang="en-US" sz="2300" kern="1200"/>
        </a:p>
        <a:p>
          <a:pPr marL="228600" lvl="1" indent="-228600" algn="l" defTabSz="10223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300" b="0" i="0" kern="1200" baseline="0"/>
            <a:t>Multiple servers can read and write common files</a:t>
          </a:r>
          <a:endParaRPr lang="en-US" sz="2300" kern="1200"/>
        </a:p>
      </dsp:txBody>
      <dsp:txXfrm>
        <a:off x="0" y="4240310"/>
        <a:ext cx="6666833" cy="1117800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AEA9EC4-2451-4231-8944-B567EE924CAD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2">
            <a:tint val="40000"/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 dirty="0"/>
            <a:t>AWS Region → EFS file system</a:t>
          </a:r>
          <a:endParaRPr lang="en-US" sz="2700" kern="1200" dirty="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fr-FR" sz="2700" b="0" i="0" kern="1200" baseline="0"/>
            <a:t>EC2 instances → NFS connections → EFS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/>
            <a:t>Multiple instances access the same files</a:t>
          </a:r>
          <a:endParaRPr lang="en-US" sz="2700" kern="1200"/>
        </a:p>
      </dsp:txBody>
      <dsp:txXfrm rot="-5400000">
        <a:off x="3785616" y="295201"/>
        <a:ext cx="6647092" cy="1532257"/>
      </dsp:txXfrm>
    </dsp:sp>
    <dsp:sp modelId="{529F3DD3-27CB-4AAD-BAB1-5C2568C0E9D4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i="0" kern="1200" baseline="0"/>
            <a:t>Architecture</a:t>
          </a:r>
          <a:endParaRPr lang="en-US" sz="4200" kern="1200"/>
        </a:p>
      </dsp:txBody>
      <dsp:txXfrm>
        <a:off x="103614" y="103667"/>
        <a:ext cx="3578388" cy="1915324"/>
      </dsp:txXfrm>
    </dsp:sp>
    <dsp:sp modelId="{8FC7D2F1-3A93-4E6D-A945-E6DCBB3DE66B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2">
            <a:tint val="40000"/>
            <a:alpha val="90000"/>
            <a:hueOff val="6734718"/>
            <a:satOff val="-62232"/>
            <a:lumOff val="-7015"/>
            <a:alphaOff val="0"/>
          </a:schemeClr>
        </a:solidFill>
        <a:ln w="19050" cap="flat" cmpd="sng" algn="ctr">
          <a:solidFill>
            <a:schemeClr val="accent2">
              <a:tint val="40000"/>
              <a:alpha val="90000"/>
              <a:hueOff val="6734718"/>
              <a:satOff val="-62232"/>
              <a:lumOff val="-7015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51435" rIns="102870" bIns="51435" numCol="1" spcCol="1270" anchor="ctr" anchorCtr="0">
          <a:noAutofit/>
        </a:bodyPr>
        <a:lstStyle/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/>
            <a:t>No need to manage file servers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/>
            <a:t>No need to pre-provision storage capacity</a:t>
          </a:r>
          <a:endParaRPr lang="en-US" sz="2700" kern="1200"/>
        </a:p>
        <a:p>
          <a:pPr marL="228600" lvl="1" indent="-228600" algn="l" defTabSz="12001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700" b="0" i="0" kern="1200" baseline="0"/>
            <a:t>Shared access across application servers</a:t>
          </a:r>
          <a:endParaRPr lang="en-US" sz="2700" kern="1200"/>
        </a:p>
      </dsp:txBody>
      <dsp:txXfrm rot="-5400000">
        <a:off x="3785616" y="2523880"/>
        <a:ext cx="6647092" cy="1532257"/>
      </dsp:txXfrm>
    </dsp:sp>
    <dsp:sp modelId="{B38EA440-379D-4039-8501-8728505FD6B8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2">
            <a:hueOff val="6443614"/>
            <a:satOff val="-18493"/>
            <a:lumOff val="-2960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0020" tIns="80010" rIns="160020" bIns="80010" numCol="1" spcCol="1270" anchor="ctr" anchorCtr="0">
          <a:noAutofit/>
        </a:bodyPr>
        <a:lstStyle/>
        <a:p>
          <a:pPr marL="0" lvl="0" indent="0" algn="ctr" defTabSz="1866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200" b="1" i="0" kern="1200" baseline="0"/>
            <a:t>Benefits</a:t>
          </a:r>
          <a:endParaRPr lang="en-US" sz="4200" kern="1200"/>
        </a:p>
      </dsp:txBody>
      <dsp:txXfrm>
        <a:off x="103614" y="2332346"/>
        <a:ext cx="3578388" cy="1915324"/>
      </dsp:txXfrm>
    </dsp:sp>
  </dsp:spTree>
</dsp:drawing>
</file>

<file path=ppt/diagrams/drawing1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7E3A578-BAD8-4C2E-BD94-C215C5C96D80}">
      <dsp:nvSpPr>
        <dsp:cNvPr id="0" name=""/>
        <dsp:cNvSpPr/>
      </dsp:nvSpPr>
      <dsp:spPr>
        <a:xfrm>
          <a:off x="2169914" y="380996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CE82F6E-5926-4BA5-A5AE-3139E34D9F30}">
      <dsp:nvSpPr>
        <dsp:cNvPr id="0" name=""/>
        <dsp:cNvSpPr/>
      </dsp:nvSpPr>
      <dsp:spPr>
        <a:xfrm>
          <a:off x="765914" y="204052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1" i="0" kern="1200" baseline="0"/>
            <a:t>Elastic Throughput</a:t>
          </a:r>
          <a:endParaRPr lang="en-US" sz="3100" kern="1200"/>
        </a:p>
      </dsp:txBody>
      <dsp:txXfrm>
        <a:off x="765914" y="2040521"/>
        <a:ext cx="4320000" cy="648000"/>
      </dsp:txXfrm>
    </dsp:sp>
    <dsp:sp modelId="{5A9DE6E5-C2FE-473D-88EB-C26BBD7541D1}">
      <dsp:nvSpPr>
        <dsp:cNvPr id="0" name=""/>
        <dsp:cNvSpPr/>
      </dsp:nvSpPr>
      <dsp:spPr>
        <a:xfrm>
          <a:off x="765914" y="2757137"/>
          <a:ext cx="4320000" cy="1054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Automatically adjusts throughput according to workload demand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Suitable for unpredictable or changing workloads</a:t>
          </a:r>
          <a:endParaRPr lang="en-US" sz="1700" kern="1200"/>
        </a:p>
      </dsp:txBody>
      <dsp:txXfrm>
        <a:off x="765914" y="2757137"/>
        <a:ext cx="4320000" cy="1054670"/>
      </dsp:txXfrm>
    </dsp:sp>
    <dsp:sp modelId="{B34E84A5-6FD1-4403-99BB-53627D8CB579}">
      <dsp:nvSpPr>
        <dsp:cNvPr id="0" name=""/>
        <dsp:cNvSpPr/>
      </dsp:nvSpPr>
      <dsp:spPr>
        <a:xfrm>
          <a:off x="7245914" y="380996"/>
          <a:ext cx="1512000" cy="151200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B8B3959-9121-4141-955D-C5EB9774CA10}">
      <dsp:nvSpPr>
        <dsp:cNvPr id="0" name=""/>
        <dsp:cNvSpPr/>
      </dsp:nvSpPr>
      <dsp:spPr>
        <a:xfrm>
          <a:off x="5841914" y="2040521"/>
          <a:ext cx="4320000" cy="648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en-US" sz="3100" b="1" i="0" kern="1200" baseline="0"/>
            <a:t>Provisioned Throughput</a:t>
          </a:r>
          <a:endParaRPr lang="en-US" sz="3100" kern="1200"/>
        </a:p>
      </dsp:txBody>
      <dsp:txXfrm>
        <a:off x="5841914" y="2040521"/>
        <a:ext cx="4320000" cy="648000"/>
      </dsp:txXfrm>
    </dsp:sp>
    <dsp:sp modelId="{9AE26588-7F68-4EE4-BA75-F712F5666C6E}">
      <dsp:nvSpPr>
        <dsp:cNvPr id="0" name=""/>
        <dsp:cNvSpPr/>
      </dsp:nvSpPr>
      <dsp:spPr>
        <a:xfrm>
          <a:off x="5841914" y="2757137"/>
          <a:ext cx="4320000" cy="105467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Administrator specifies a throughput level</a:t>
          </a:r>
          <a:endParaRPr lang="en-US" sz="1700" kern="1200"/>
        </a:p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0" i="0" kern="1200" baseline="0"/>
            <a:t>Suitable when a consistent throughput requirement is known</a:t>
          </a:r>
          <a:endParaRPr lang="en-US" sz="1700" kern="1200"/>
        </a:p>
      </dsp:txBody>
      <dsp:txXfrm>
        <a:off x="5841914" y="2757137"/>
        <a:ext cx="4320000" cy="1054670"/>
      </dsp:txXfrm>
    </dsp:sp>
  </dsp:spTree>
</dsp:drawing>
</file>

<file path=ppt/diagrams/drawing1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7B3831-8D2A-4813-8468-4AB5EE9B2D71}">
      <dsp:nvSpPr>
        <dsp:cNvPr id="0" name=""/>
        <dsp:cNvSpPr/>
      </dsp:nvSpPr>
      <dsp:spPr>
        <a:xfrm>
          <a:off x="0" y="545359"/>
          <a:ext cx="6666833" cy="2079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baseline="0"/>
            <a:t>EFS Standard — frequently accessed files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baseline="0"/>
            <a:t>EFS Infrequent Access — less frequently accessed files at lower storage cost</a:t>
          </a:r>
          <a:endParaRPr lang="en-US" sz="2400" kern="1200"/>
        </a:p>
      </dsp:txBody>
      <dsp:txXfrm>
        <a:off x="0" y="545359"/>
        <a:ext cx="6666833" cy="2079000"/>
      </dsp:txXfrm>
    </dsp:sp>
    <dsp:sp modelId="{ED5DC2EE-F1CA-4BA4-8C52-E9D3C945EB28}">
      <dsp:nvSpPr>
        <dsp:cNvPr id="0" name=""/>
        <dsp:cNvSpPr/>
      </dsp:nvSpPr>
      <dsp:spPr>
        <a:xfrm>
          <a:off x="333341" y="191119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Storage Classes</a:t>
          </a:r>
          <a:endParaRPr lang="en-US" sz="2400" kern="1200"/>
        </a:p>
      </dsp:txBody>
      <dsp:txXfrm>
        <a:off x="367926" y="225704"/>
        <a:ext cx="4597613" cy="639310"/>
      </dsp:txXfrm>
    </dsp:sp>
    <dsp:sp modelId="{338C8E0E-4376-4D7D-AE0E-C916D2D65C15}">
      <dsp:nvSpPr>
        <dsp:cNvPr id="0" name=""/>
        <dsp:cNvSpPr/>
      </dsp:nvSpPr>
      <dsp:spPr>
        <a:xfrm>
          <a:off x="0" y="3108200"/>
          <a:ext cx="6666833" cy="21546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99872" rIns="517420" bIns="170688" numCol="1" spcCol="1270" anchor="t" anchorCtr="0">
          <a:noAutofit/>
        </a:bodyPr>
        <a:lstStyle/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baseline="0"/>
            <a:t>Automatically moves inactive files to lower-cost storage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baseline="0"/>
            <a:t>Reduces manual storage management</a:t>
          </a:r>
          <a:endParaRPr lang="en-US" sz="2400" kern="1200"/>
        </a:p>
        <a:p>
          <a:pPr marL="228600" lvl="1" indent="-228600" algn="l" defTabSz="10668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400" b="0" i="0" kern="1200" baseline="0"/>
            <a:t>Helps optimize EFS costs</a:t>
          </a:r>
          <a:endParaRPr lang="en-US" sz="2400" kern="1200"/>
        </a:p>
      </dsp:txBody>
      <dsp:txXfrm>
        <a:off x="0" y="3108200"/>
        <a:ext cx="6666833" cy="2154600"/>
      </dsp:txXfrm>
    </dsp:sp>
    <dsp:sp modelId="{AE0189F9-7355-47FB-B144-38F4DC49EF92}">
      <dsp:nvSpPr>
        <dsp:cNvPr id="0" name=""/>
        <dsp:cNvSpPr/>
      </dsp:nvSpPr>
      <dsp:spPr>
        <a:xfrm>
          <a:off x="333341" y="2753960"/>
          <a:ext cx="4666783" cy="70848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b="1" i="0" kern="1200" baseline="0"/>
            <a:t>Lifecycle Management</a:t>
          </a:r>
          <a:endParaRPr lang="en-US" sz="2400" kern="1200"/>
        </a:p>
      </dsp:txBody>
      <dsp:txXfrm>
        <a:off x="367926" y="2788545"/>
        <a:ext cx="4597613" cy="639310"/>
      </dsp:txXfrm>
    </dsp:sp>
  </dsp:spTree>
</dsp:drawing>
</file>

<file path=ppt/diagrams/drawing1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F1E8F7E-7B1C-4D4A-8551-F1194F5765AD}">
      <dsp:nvSpPr>
        <dsp:cNvPr id="0" name=""/>
        <dsp:cNvSpPr/>
      </dsp:nvSpPr>
      <dsp:spPr>
        <a:xfrm rot="5400000">
          <a:off x="6301587" y="-2303662"/>
          <a:ext cx="169804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baseline="0"/>
            <a:t>IAM controls AWS-level permissions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baseline="0"/>
            <a:t>Security Groups control network access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baseline="0"/>
            <a:t>NFS permissions control file access</a:t>
          </a:r>
          <a:endParaRPr lang="en-US" sz="2800" kern="1200"/>
        </a:p>
      </dsp:txBody>
      <dsp:txXfrm rot="-5400000">
        <a:off x="3785616" y="295201"/>
        <a:ext cx="6647092" cy="1532257"/>
      </dsp:txXfrm>
    </dsp:sp>
    <dsp:sp modelId="{3963512F-F818-4A94-9858-56F87F9B2894}">
      <dsp:nvSpPr>
        <dsp:cNvPr id="0" name=""/>
        <dsp:cNvSpPr/>
      </dsp:nvSpPr>
      <dsp:spPr>
        <a:xfrm>
          <a:off x="0" y="53"/>
          <a:ext cx="3785616" cy="21225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i="0" kern="1200" baseline="0"/>
            <a:t>Access Control</a:t>
          </a:r>
          <a:endParaRPr lang="en-US" sz="4800" kern="1200"/>
        </a:p>
      </dsp:txBody>
      <dsp:txXfrm>
        <a:off x="103614" y="103667"/>
        <a:ext cx="3578388" cy="1915324"/>
      </dsp:txXfrm>
    </dsp:sp>
    <dsp:sp modelId="{09387C59-55C5-4828-BE7F-D898EA5ACCE4}">
      <dsp:nvSpPr>
        <dsp:cNvPr id="0" name=""/>
        <dsp:cNvSpPr/>
      </dsp:nvSpPr>
      <dsp:spPr>
        <a:xfrm rot="5400000">
          <a:off x="6301587" y="-74983"/>
          <a:ext cx="1698041" cy="6729984"/>
        </a:xfrm>
        <a:prstGeom prst="round2SameRect">
          <a:avLst/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accent3">
              <a:alpha val="90000"/>
              <a:tint val="4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6680" tIns="53340" rIns="106680" bIns="53340" numCol="1" spcCol="1270" anchor="ctr" anchorCtr="0">
          <a:noAutofit/>
        </a:bodyPr>
        <a:lstStyle/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baseline="0"/>
            <a:t>Encryption at rest using AWS KMS</a:t>
          </a:r>
          <a:endParaRPr lang="en-US" sz="2800" kern="1200"/>
        </a:p>
        <a:p>
          <a:pPr marL="285750" lvl="1" indent="-285750" algn="l" defTabSz="12446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800" b="0" i="0" kern="1200" baseline="0"/>
            <a:t>TLS can protect data in transit</a:t>
          </a:r>
          <a:endParaRPr lang="en-US" sz="2800" kern="1200"/>
        </a:p>
      </dsp:txBody>
      <dsp:txXfrm rot="-5400000">
        <a:off x="3785616" y="2523880"/>
        <a:ext cx="6647092" cy="1532257"/>
      </dsp:txXfrm>
    </dsp:sp>
    <dsp:sp modelId="{95E39268-3425-4A95-9086-610DDCF78A66}">
      <dsp:nvSpPr>
        <dsp:cNvPr id="0" name=""/>
        <dsp:cNvSpPr/>
      </dsp:nvSpPr>
      <dsp:spPr>
        <a:xfrm>
          <a:off x="0" y="2228732"/>
          <a:ext cx="3785616" cy="2122552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91440" rIns="182880" bIns="91440" numCol="1" spcCol="1270" anchor="ctr" anchorCtr="0">
          <a:noAutofit/>
        </a:bodyPr>
        <a:lstStyle/>
        <a:p>
          <a:pPr marL="0" lvl="0" indent="0" algn="ctr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b="1" i="0" kern="1200" baseline="0"/>
            <a:t>Encryption</a:t>
          </a:r>
          <a:endParaRPr lang="en-US" sz="4800" kern="1200"/>
        </a:p>
      </dsp:txBody>
      <dsp:txXfrm>
        <a:off x="103614" y="2332346"/>
        <a:ext cx="3578388" cy="1915324"/>
      </dsp:txXfrm>
    </dsp:sp>
  </dsp:spTree>
</dsp:drawing>
</file>

<file path=ppt/diagrams/drawing1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E28B63-4C7D-478C-8BF7-1082E964E004}">
      <dsp:nvSpPr>
        <dsp:cNvPr id="0" name=""/>
        <dsp:cNvSpPr/>
      </dsp:nvSpPr>
      <dsp:spPr>
        <a:xfrm>
          <a:off x="0" y="562459"/>
          <a:ext cx="6666833" cy="1827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S3 → Object storage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Glacier → Archival object storage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EBS → Block storage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EFS → Shared file storage</a:t>
          </a:r>
          <a:endParaRPr lang="en-US" sz="2000" kern="1200"/>
        </a:p>
      </dsp:txBody>
      <dsp:txXfrm>
        <a:off x="0" y="562459"/>
        <a:ext cx="6666833" cy="1827000"/>
      </dsp:txXfrm>
    </dsp:sp>
    <dsp:sp modelId="{3BCBDC27-DA34-4CC7-9A00-7CBCBF552062}">
      <dsp:nvSpPr>
        <dsp:cNvPr id="0" name=""/>
        <dsp:cNvSpPr/>
      </dsp:nvSpPr>
      <dsp:spPr>
        <a:xfrm>
          <a:off x="333341" y="267259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Storage Comparison</a:t>
          </a:r>
          <a:endParaRPr lang="en-US" sz="2000" kern="1200"/>
        </a:p>
      </dsp:txBody>
      <dsp:txXfrm>
        <a:off x="362162" y="296080"/>
        <a:ext cx="4609141" cy="532758"/>
      </dsp:txXfrm>
    </dsp:sp>
    <dsp:sp modelId="{C71C4288-60D6-442C-9CF8-0CB7C4C6470B}">
      <dsp:nvSpPr>
        <dsp:cNvPr id="0" name=""/>
        <dsp:cNvSpPr/>
      </dsp:nvSpPr>
      <dsp:spPr>
        <a:xfrm>
          <a:off x="0" y="2792659"/>
          <a:ext cx="6666833" cy="23940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4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416560" rIns="517420" bIns="142240" numCol="1" spcCol="1270" anchor="t" anchorCtr="0">
          <a:noAutofit/>
        </a:bodyPr>
        <a:lstStyle/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S3 → Files, media, logs, backups, application objects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Glacier → Long-term archival data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EBS → EC2 operating systems, databases, applications</a:t>
          </a:r>
          <a:endParaRPr lang="en-US" sz="2000" kern="1200"/>
        </a:p>
        <a:p>
          <a:pPr marL="228600" lvl="1" indent="-228600" algn="l" defTabSz="8890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000" b="0" i="0" kern="1200" baseline="0"/>
            <a:t>EFS → Shared files across multiple EC2 instances</a:t>
          </a:r>
          <a:endParaRPr lang="en-US" sz="2000" kern="1200"/>
        </a:p>
      </dsp:txBody>
      <dsp:txXfrm>
        <a:off x="0" y="2792659"/>
        <a:ext cx="6666833" cy="2394000"/>
      </dsp:txXfrm>
    </dsp:sp>
    <dsp:sp modelId="{7BC3B4FF-04A3-4834-9483-BBAED307300F}">
      <dsp:nvSpPr>
        <dsp:cNvPr id="0" name=""/>
        <dsp:cNvSpPr/>
      </dsp:nvSpPr>
      <dsp:spPr>
        <a:xfrm>
          <a:off x="333341" y="2497459"/>
          <a:ext cx="4666783" cy="59040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b="1" i="0" kern="1200" baseline="0"/>
            <a:t>Best Use</a:t>
          </a:r>
          <a:endParaRPr lang="en-US" sz="2000" kern="1200"/>
        </a:p>
      </dsp:txBody>
      <dsp:txXfrm>
        <a:off x="362162" y="2526280"/>
        <a:ext cx="4609141" cy="532758"/>
      </dsp:txXfrm>
    </dsp:sp>
  </dsp:spTree>
</dsp:drawing>
</file>

<file path=ppt/diagrams/drawing1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145BCC5-B396-434A-ACD5-2032DD03DB40}">
      <dsp:nvSpPr>
        <dsp:cNvPr id="0" name=""/>
        <dsp:cNvSpPr/>
      </dsp:nvSpPr>
      <dsp:spPr>
        <a:xfrm>
          <a:off x="0" y="169789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Web Application</a:t>
          </a:r>
          <a:endParaRPr lang="en-US" sz="2800" kern="1200"/>
        </a:p>
      </dsp:txBody>
      <dsp:txXfrm>
        <a:off x="33583" y="203372"/>
        <a:ext cx="6599667" cy="620794"/>
      </dsp:txXfrm>
    </dsp:sp>
    <dsp:sp modelId="{6712CA39-43ED-402C-B20A-5E2CE33AA1E6}">
      <dsp:nvSpPr>
        <dsp:cNvPr id="0" name=""/>
        <dsp:cNvSpPr/>
      </dsp:nvSpPr>
      <dsp:spPr>
        <a:xfrm>
          <a:off x="0" y="857749"/>
          <a:ext cx="6666833" cy="19126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/>
            <a:t>Users → Load Balancer → Multiple EC2 instances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/>
            <a:t>EBS provides instance disk storage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/>
            <a:t>EFS provides shared application files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/>
            <a:t>S3 stores images, videos, and static objects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/>
            <a:t>EBS snapshots provide backup and recovery</a:t>
          </a:r>
          <a:endParaRPr lang="en-US" sz="2200" kern="1200"/>
        </a:p>
      </dsp:txBody>
      <dsp:txXfrm>
        <a:off x="0" y="857749"/>
        <a:ext cx="6666833" cy="1912680"/>
      </dsp:txXfrm>
    </dsp:sp>
    <dsp:sp modelId="{F8F4088C-CC63-479B-8DCA-3B0753D23D84}">
      <dsp:nvSpPr>
        <dsp:cNvPr id="0" name=""/>
        <dsp:cNvSpPr/>
      </dsp:nvSpPr>
      <dsp:spPr>
        <a:xfrm>
          <a:off x="0" y="2770430"/>
          <a:ext cx="6666833" cy="687960"/>
        </a:xfrm>
        <a:prstGeom prst="roundRect">
          <a:avLst/>
        </a:prstGeom>
        <a:gradFill rotWithShape="0">
          <a:gsLst>
            <a:gs pos="0">
              <a:schemeClr val="accent2">
                <a:hueOff val="6443614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4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4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i="0" kern="1200" baseline="0"/>
            <a:t>Backup Strategy</a:t>
          </a:r>
          <a:endParaRPr lang="en-US" sz="2800" kern="1200"/>
        </a:p>
      </dsp:txBody>
      <dsp:txXfrm>
        <a:off x="33583" y="2804013"/>
        <a:ext cx="6599667" cy="620794"/>
      </dsp:txXfrm>
    </dsp:sp>
    <dsp:sp modelId="{D8D6B4D7-25C9-4852-BFA2-1AE1D761D907}">
      <dsp:nvSpPr>
        <dsp:cNvPr id="0" name=""/>
        <dsp:cNvSpPr/>
      </dsp:nvSpPr>
      <dsp:spPr>
        <a:xfrm>
          <a:off x="0" y="3458390"/>
          <a:ext cx="6666833" cy="182574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11672" tIns="35560" rIns="199136" bIns="35560" numCol="1" spcCol="1270" anchor="t" anchorCtr="0">
          <a:noAutofit/>
        </a:bodyPr>
        <a:lstStyle/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 dirty="0"/>
            <a:t>Active application data → EBS ( That can be Snapshot)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 dirty="0"/>
            <a:t>Backup objects → S3 Bucket</a:t>
          </a:r>
          <a:endParaRPr lang="en-US" sz="2200" kern="1200" dirty="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/>
            <a:t>Older backups → Glacier</a:t>
          </a:r>
          <a:endParaRPr lang="en-US" sz="2200" kern="1200"/>
        </a:p>
        <a:p>
          <a:pPr marL="228600" lvl="1" indent="-228600" algn="l" defTabSz="9779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2200" b="0" i="0" kern="1200" baseline="0"/>
            <a:t>Long-term archives → Glacier Deep Archive</a:t>
          </a:r>
          <a:endParaRPr lang="en-US" sz="2200" kern="1200"/>
        </a:p>
      </dsp:txBody>
      <dsp:txXfrm>
        <a:off x="0" y="3458390"/>
        <a:ext cx="6666833" cy="182574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hList1">
  <dgm:title val=""/>
  <dgm:desc val=""/>
  <dgm:catLst>
    <dgm:cat type="list" pri="5000"/>
    <dgm:cat type="convert" pri="5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osite" refType="h"/>
      <dgm:constr type="w" for="ch" forName="composite" refType="w"/>
      <dgm:constr type="w" for="des" forName="parTx"/>
      <dgm:constr type="h" for="des" forName="parTx" op="equ"/>
      <dgm:constr type="w" for="des" forName="desTx"/>
      <dgm:constr type="h" for="des" forName="desTx" op="equ"/>
      <dgm:constr type="primFontSz" for="des" forName="parTx" val="65"/>
      <dgm:constr type="secFontSz" for="des" forName="desTx" refType="primFontSz" refFor="des" refForName="parTx" op="equ"/>
      <dgm:constr type="h" for="des" forName="parTx" refType="primFontSz" refFor="des" refForName="parTx" fact="0.8"/>
      <dgm:constr type="h" for="des" forName="desTx" refType="primFontSz" refFor="des" refForName="parTx" fact="1.22"/>
      <dgm:constr type="w" for="ch" forName="space" refType="w" refFor="ch" refForName="composite" op="equ" fact="0.14"/>
    </dgm:constrLst>
    <dgm:ruleLst>
      <dgm:rule type="w" for="ch" forName="composite" val="0" fact="NaN" max="NaN"/>
      <dgm:rule type="primFontSz" for="des" forName="parTx" val="5" fact="NaN" max="NaN"/>
    </dgm:ruleLst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onstrLst>
          <dgm:constr type="l" for="ch" forName="parTx"/>
          <dgm:constr type="w" for="ch" forName="parTx" refType="w"/>
          <dgm:constr type="t" for="ch" forName="parTx"/>
          <dgm:constr type="l" for="ch" forName="desTx"/>
          <dgm:constr type="w" for="ch" forName="desTx" refType="w" refFor="ch" refForName="parTx"/>
          <dgm:constr type="t" for="ch" forName="desTx" refType="h" refFor="ch" refForName="parTx"/>
        </dgm:constrLst>
        <dgm:ruleLst>
          <dgm:rule type="h" val="INF" fact="NaN" max="NaN"/>
        </dgm:ruleLst>
        <dgm:layoutNode name="parTx" styleLbl="alignNode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self" ptType="node"/>
          <dgm:constrLst>
            <dgm:constr type="h" refType="w" op="lte" fact="0.4"/>
            <dgm:constr type="h"/>
            <dgm:constr type="tMarg" refType="primFontSz" fact="0.32"/>
            <dgm:constr type="bMarg" refType="primFontSz" fact="0.32"/>
          </dgm:constrLst>
          <dgm:ruleLst>
            <dgm:rule type="h" val="INF" fact="NaN" max="NaN"/>
          </dgm:ruleLst>
        </dgm:layoutNode>
        <dgm:layoutNode name="desTx" styleLbl="alignAccFollowNode1">
          <dgm:varLst>
            <dgm:bulletEnabled val="1"/>
          </dgm:varLst>
          <dgm:alg type="tx">
            <dgm:param type="stBulletLvl" val="1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val="65"/>
            <dgm:constr type="primFontSz" refType="secFontSz"/>
            <dgm:constr type="h"/>
            <dgm:constr type="lMarg" refType="primFontSz" fact="0.42"/>
            <dgm:constr type="tMarg" refType="primFontSz" fact="0.42"/>
            <dgm:constr type="bMarg" refType="primFontSz" fact="0.63"/>
          </dgm:constrLst>
          <dgm:ruleLst>
            <dgm:rule type="h" val="INF" fact="NaN" max="NaN"/>
          </dgm:ruleLst>
        </dgm:layoutNode>
      </dgm:layoutNode>
      <dgm:forEach name="Name5" axis="followSib" ptType="sibTrans" cnt="1">
        <dgm:layoutNode name="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2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layout1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4.xml><?xml version="1.0" encoding="utf-8"?>
<dgm:layoutDef xmlns:dgm="http://schemas.openxmlformats.org/drawingml/2006/diagram" xmlns:a="http://schemas.openxmlformats.org/drawingml/2006/main" uniqueId="urn:microsoft.com/office/officeart/2005/8/layout/vList5">
  <dgm:title val=""/>
  <dgm:desc val=""/>
  <dgm:catLst>
    <dgm:cat type="list" pri="15000"/>
    <dgm:cat type="convert" pri="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T"/>
          <dgm:param type="nodeHorzAlign" val="l"/>
        </dgm:alg>
      </dgm:if>
      <dgm:else name="Name3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linNode" refType="h"/>
      <dgm:constr type="w" for="ch" forName="linNode" refType="w"/>
      <dgm:constr type="h" for="ch" forName="sp" refType="h" fact="0.05"/>
      <dgm:constr type="primFontSz" for="des" forName="parentText" op="equ" val="65"/>
      <dgm:constr type="secFontSz" for="des" forName="descendantText" op="equ"/>
    </dgm:constrLst>
    <dgm:ruleLst/>
    <dgm:forEach name="Name4" axis="ch" ptType="node">
      <dgm:layoutNode name="linNode">
        <dgm:choose name="Name5">
          <dgm:if name="Name6" func="var" arg="dir" op="equ" val="norm">
            <dgm:alg type="lin">
              <dgm:param type="linDir" val="fromL"/>
            </dgm:alg>
          </dgm:if>
          <dgm:else name="Name7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arentText" refType="w" fact="0.36"/>
          <dgm:constr type="w" for="ch" forName="descendantText" refType="w" fact="0.64"/>
          <dgm:constr type="h" for="ch" forName="parentText" refType="h"/>
          <dgm:constr type="h" for="ch" forName="descendantText" refType="h" refFor="ch" refForName="parentText" fact="0.8"/>
        </dgm:constrLst>
        <dgm:ruleLst/>
        <dgm:layoutNode name="parentText">
          <dgm:varLst>
            <dgm:chMax val="1"/>
            <dgm:bulletEnabled val="1"/>
          </dgm:varLst>
          <dgm:alg type="tx"/>
          <dgm:shape xmlns:r="http://schemas.openxmlformats.org/officeDocument/2006/relationships" type="roundRect" r:blip="" zOrderOff="3">
            <dgm:adjLst/>
          </dgm:shape>
          <dgm:presOf axis="self" ptType="node"/>
          <dgm:constrLst>
            <dgm:constr type="tMarg" refType="primFontSz" fact="0.15"/>
            <dgm:constr type="bMarg" refType="primFontSz" fact="0.15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choose name="Name8">
          <dgm:if name="Name9" axis="ch" ptType="node" func="cnt" op="gte" val="1">
            <dgm:layoutNode name="descendantText" styleLbl="alignAccFollowNode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choose name="Name10">
                <dgm:if name="Name11" func="var" arg="dir" op="equ" val="norm">
                  <dgm:shape xmlns:r="http://schemas.openxmlformats.org/officeDocument/2006/relationships" rot="90" type="round2SameRect" r:blip="">
                    <dgm:adjLst/>
                  </dgm:shape>
                </dgm:if>
                <dgm:else name="Name12">
                  <dgm:shape xmlns:r="http://schemas.openxmlformats.org/officeDocument/2006/relationships" rot="-90" type="round2SameRect" r:blip="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lMarg" refType="secFontSz" fact="0.3"/>
                <dgm:constr type="rMarg" refType="secFontSz" fact="0.3"/>
                <dgm:constr type="tMarg" refType="secFontSz" fact="0.15"/>
                <dgm:constr type="bMarg" refType="secFontSz" fact="0.15"/>
              </dgm:constrLst>
              <dgm:ruleLst>
                <dgm:rule type="secFontSz" val="5" fact="NaN" max="NaN"/>
              </dgm:ruleLst>
            </dgm:layoutNode>
          </dgm:if>
          <dgm:else name="Name13"/>
        </dgm:choose>
      </dgm:layoutNode>
      <dgm:forEach name="Name14" axis="followSib" ptType="sibTrans" cnt="1">
        <dgm:layoutNode name="sp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16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#2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#3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#4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#1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5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#6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#7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#8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4#2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#9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2.xml><?xml version="1.0" encoding="utf-8"?>
<dgm:styleDef xmlns:dgm="http://schemas.openxmlformats.org/drawingml/2006/diagram" xmlns:a="http://schemas.openxmlformats.org/drawingml/2006/main" uniqueId="urn:microsoft.com/office/officeart/2005/8/quickstyle/simple1#10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3.xml><?xml version="1.0" encoding="utf-8"?>
<dgm:styleDef xmlns:dgm="http://schemas.openxmlformats.org/drawingml/2006/diagram" xmlns:a="http://schemas.openxmlformats.org/drawingml/2006/main" uniqueId="urn:microsoft.com/office/officeart/2005/8/quickstyle/simple4#3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4.xml><?xml version="1.0" encoding="utf-8"?>
<dgm:styleDef xmlns:dgm="http://schemas.openxmlformats.org/drawingml/2006/diagram" xmlns:a="http://schemas.openxmlformats.org/drawingml/2006/main" uniqueId="urn:microsoft.com/office/officeart/2005/8/quickstyle/simple1#1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5.xml><?xml version="1.0" encoding="utf-8"?>
<dgm:styleDef xmlns:dgm="http://schemas.openxmlformats.org/drawingml/2006/diagram" xmlns:a="http://schemas.openxmlformats.org/drawingml/2006/main" uniqueId="urn:microsoft.com/office/officeart/2005/8/quickstyle/simple4#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6.xml><?xml version="1.0" encoding="utf-8"?>
<dgm:styleDef xmlns:dgm="http://schemas.openxmlformats.org/drawingml/2006/diagram" xmlns:a="http://schemas.openxmlformats.org/drawingml/2006/main" uniqueId="urn:microsoft.com/office/officeart/2005/8/quickstyle/simple4#5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8217A2-8706-450C-B303-5B409AF0221D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D8128A-FF9C-4190-A46A-899EC385FE9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75688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CD8128A-FF9C-4190-A46A-899EC385FE97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1017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Q17. Cost falls and retrieval effort rises from Standard to Glacier. One Zone-IA is the only IA class stored in a single AZ. Added standard AWS knowledge (fees, AZ placement); verify current pricing and availability figures in AWS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Q18. Versioning handles accidental delete/overwrite in one bucket; replication handles Regional failure. Added standard AWS knowledge: replication needs versioning on both buckets; delete-marker behaviour; cost items. Verify current pricing and replication behaviour in AWS docs.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228B2D-69BB-185B-D4AA-C1C1D16036D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CD54A5-6D70-80C9-1E08-F1232AA533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3966C5-3789-B874-C309-366080D14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0EE70A8-4F3B-506C-DE47-7487F138DA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B8E63D-FE8C-97A6-73FA-3A09C132E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301590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FAB00E-F7E9-C3FD-5F8E-5454947C9F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B449C1-FD44-BCF0-F5D4-ECCC66CBCD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7A2BBD-0B49-5937-D7DC-8EB86E974D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294C6E0-32B2-72D9-A329-2BF855DA8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497B3F-CC45-87A4-AEDD-F31D303A4F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889647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520068-80AB-6E77-B98A-324CFE887A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C9667F-F05E-F41F-1F79-00D7E3BF8F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296DA2-4D82-5EA3-C7E7-DD8542EBE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D124131-A289-88EC-80D7-0F163486D5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E2BDB2-1B83-41BE-102F-0EFF7B32B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16585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641313-66B7-3C10-7372-87DA0EEF12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966250-4AA4-3333-6487-DCCECAD66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531DFEF-B397-266C-B37F-D0E3C6D417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AA310F-AF68-8739-8FB5-0C6D414700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EFCA21-EA06-6579-2A82-4CD45A9D0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8DE837-F1C8-24B8-884B-7F783DA88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13007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F7D07A-B793-7282-3E41-D8645D8AC3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68D8A8-5785-05A0-BD38-C27ADA2681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9F5CCE7-9816-4896-443F-35CC38D70A0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CFA275C-918E-7835-66E9-443D5E3D237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55D0C05-293C-BBDF-8FD1-C9A2FE48DF7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24EE4A-06EC-5981-1AB3-7A8B40F76D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D57F1AE-2834-C197-3E7B-CADB52DFD2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F9AE193-A013-0E14-E8F8-BF9CACC52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042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3897B9-EEE3-75E0-C54D-E4C47D1142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221A020-A4EE-D16F-B0EE-393FF27A2B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25A5498-1678-C123-A67C-667057E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9026BBC-3A9C-2AEB-4B29-232CB75298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647839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7D26377-F98B-7EDB-3CB1-F3B4D1466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F83A3AE-DC18-64F6-050B-5429B8A49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C909460-6E3E-F758-A273-F251FFD76E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1780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BC9BD8-4EA1-251E-474C-A5FB223E09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5091C57-B821-E0CA-C2BC-A1D135E9AE9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568F3B-1312-4E8E-5334-AE6FCB6278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E8ECBA7-6810-CB3A-F803-95EF9EF06C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B5A60B-75E0-3231-D3EA-FEDE7C2306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5CFE77-66A5-85D5-891B-CC3B43725A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843259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9A1A8D-1483-B4B4-3A4D-D28DECBEAE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063ACE-CD66-5E13-8ADB-4A9FCA9C035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EC54E47-50DE-D956-06DD-B2EC8166FE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C87C92-8F50-C7D1-AB48-C57C62DB42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10D205-C14B-C87A-7CBA-76A29FB792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A0500BD-96F7-7DAD-5098-F0692447E4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557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9654F5-808F-9789-CAEB-A18802E9E7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0B5156-8430-AF92-7149-271C82C838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A7B21D3-8B19-2E46-166B-874725D1C1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82ABBDC-9E5F-3700-ACF7-F1507381DC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34FC3D-4395-1EEA-3447-8F51263EF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84586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41CAC9-3DD8-83D8-B416-6005BCF499D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86546F-6A59-F120-6684-9C19BA9242A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9A370C-7A54-4DC0-39AF-776C5C0676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29E4B5-136F-ECB2-0BD3-4923CC7AE1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35D93D-1496-3A8B-EF13-7CBC4FB085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5796265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5F1C32-D85D-52A1-0F5F-61CEB43171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F085E0-CDD4-120E-001D-75FCD6282C8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0ADF82-CE86-5B99-4270-0E8E84462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8853B22-27A8-4C47-B1F2-0E6B52590B5E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5BFF3-03C9-7676-ECE3-B8E7073F21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6861AB-EA42-A9AC-46AD-08F2CF302E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63BBADB-EF87-4738-AEDE-0D83CED7C25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628218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3AA1410-6B61-32D1-27E4-E01F8D71A2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D14C3DA-02A7-DCEE-5E51-A5D62E4BD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8ADAB9F-D635-FBD1-E045-3A3F19C9466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9760AE1-45C4-419F-846E-2CE3FC1E14B6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BC39857-74F5-C7AB-2DC3-E76BC730B81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0A76-A4D8-8411-617E-4D1E5704B2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358FA3-EA50-4673-9E19-A0F51D17C2C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72738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7" Type="http://schemas.microsoft.com/office/2007/relationships/diagramDrawing" Target="../diagrams/drawing6.xml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7.xml"/><Relationship Id="rId7" Type="http://schemas.microsoft.com/office/2007/relationships/diagramDrawing" Target="../diagrams/drawing7.xml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7.xml"/><Relationship Id="rId5" Type="http://schemas.openxmlformats.org/officeDocument/2006/relationships/diagramQuickStyle" Target="../diagrams/quickStyle7.xml"/><Relationship Id="rId4" Type="http://schemas.openxmlformats.org/officeDocument/2006/relationships/diagramLayout" Target="../diagrams/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8.xml"/><Relationship Id="rId7" Type="http://schemas.microsoft.com/office/2007/relationships/diagramDrawing" Target="../diagrams/drawing8.xml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8.xml"/><Relationship Id="rId5" Type="http://schemas.openxmlformats.org/officeDocument/2006/relationships/diagramQuickStyle" Target="../diagrams/quickStyle8.xml"/><Relationship Id="rId4" Type="http://schemas.openxmlformats.org/officeDocument/2006/relationships/diagramLayout" Target="../diagrams/layout8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1.xml"/><Relationship Id="rId7" Type="http://schemas.microsoft.com/office/2007/relationships/diagramDrawing" Target="../diagrams/drawing11.xml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1.xml"/><Relationship Id="rId5" Type="http://schemas.openxmlformats.org/officeDocument/2006/relationships/diagramQuickStyle" Target="../diagrams/quickStyle11.xml"/><Relationship Id="rId4" Type="http://schemas.openxmlformats.org/officeDocument/2006/relationships/diagramLayout" Target="../diagrams/layout1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2.xml"/><Relationship Id="rId2" Type="http://schemas.openxmlformats.org/officeDocument/2006/relationships/diagramData" Target="../diagrams/data12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2.xml"/><Relationship Id="rId5" Type="http://schemas.openxmlformats.org/officeDocument/2006/relationships/diagramColors" Target="../diagrams/colors12.xml"/><Relationship Id="rId4" Type="http://schemas.openxmlformats.org/officeDocument/2006/relationships/diagramQuickStyle" Target="../diagrams/quickStyle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3.xml"/><Relationship Id="rId2" Type="http://schemas.openxmlformats.org/officeDocument/2006/relationships/diagramData" Target="../diagrams/data13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3.xml"/><Relationship Id="rId5" Type="http://schemas.openxmlformats.org/officeDocument/2006/relationships/diagramColors" Target="../diagrams/colors13.xml"/><Relationship Id="rId4" Type="http://schemas.openxmlformats.org/officeDocument/2006/relationships/diagramQuickStyle" Target="../diagrams/quickStyle1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4.xml"/><Relationship Id="rId7" Type="http://schemas.microsoft.com/office/2007/relationships/diagramDrawing" Target="../diagrams/drawing14.xml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2.xml"/><Relationship Id="rId6" Type="http://schemas.openxmlformats.org/officeDocument/2006/relationships/diagramColors" Target="../diagrams/colors14.xml"/><Relationship Id="rId5" Type="http://schemas.openxmlformats.org/officeDocument/2006/relationships/diagramQuickStyle" Target="../diagrams/quickStyle14.xml"/><Relationship Id="rId4" Type="http://schemas.openxmlformats.org/officeDocument/2006/relationships/diagramLayout" Target="../diagrams/layout14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5.xml"/><Relationship Id="rId2" Type="http://schemas.openxmlformats.org/officeDocument/2006/relationships/diagramData" Target="../diagrams/data15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5.xml"/><Relationship Id="rId5" Type="http://schemas.openxmlformats.org/officeDocument/2006/relationships/diagramColors" Target="../diagrams/colors15.xml"/><Relationship Id="rId4" Type="http://schemas.openxmlformats.org/officeDocument/2006/relationships/diagramQuickStyle" Target="../diagrams/quickStyle15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6.xml"/><Relationship Id="rId2" Type="http://schemas.openxmlformats.org/officeDocument/2006/relationships/diagramData" Target="../diagrams/data16.xml"/><Relationship Id="rId1" Type="http://schemas.openxmlformats.org/officeDocument/2006/relationships/slideLayout" Target="../slideLayouts/slideLayout12.xml"/><Relationship Id="rId6" Type="http://schemas.microsoft.com/office/2007/relationships/diagramDrawing" Target="../diagrams/drawing16.xml"/><Relationship Id="rId5" Type="http://schemas.openxmlformats.org/officeDocument/2006/relationships/diagramColors" Target="../diagrams/colors16.xml"/><Relationship Id="rId4" Type="http://schemas.openxmlformats.org/officeDocument/2006/relationships/diagramQuickStyle" Target="../diagrams/quickStyle1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Illuminated server room panel">
            <a:extLst>
              <a:ext uri="{FF2B5EF4-FFF2-40B4-BE49-F238E27FC236}">
                <a16:creationId xmlns:a16="http://schemas.microsoft.com/office/drawing/2014/main" id="{1262702F-4C6D-EF36-C708-AFA0097B4A9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5369"/>
          <a:stretch>
            <a:fillRect/>
          </a:stretch>
        </p:blipFill>
        <p:spPr>
          <a:xfrm>
            <a:off x="20" y="-14599"/>
            <a:ext cx="12191979" cy="6887364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4D60F200-5EB0-B223-2439-C96C67F0FEE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-7620"/>
            <a:ext cx="5566593" cy="6887364"/>
          </a:xfrm>
          <a:prstGeom prst="rect">
            <a:avLst/>
          </a:prstGeom>
          <a:gradFill flip="none" rotWithShape="1">
            <a:gsLst>
              <a:gs pos="21000">
                <a:srgbClr val="000000">
                  <a:alpha val="62000"/>
                </a:srgbClr>
              </a:gs>
              <a:gs pos="100000">
                <a:srgbClr val="000000">
                  <a:alpha val="0"/>
                </a:srgbClr>
              </a:gs>
            </a:gsLst>
            <a:lin ang="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74067CD3-146F-6228-E362-39AA720C25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-863442" y="855815"/>
            <a:ext cx="6887365" cy="5160474"/>
          </a:xfrm>
          <a:prstGeom prst="rect">
            <a:avLst/>
          </a:prstGeom>
          <a:gradFill flip="none" rotWithShape="1">
            <a:gsLst>
              <a:gs pos="0">
                <a:schemeClr val="accent5">
                  <a:lumMod val="75000"/>
                  <a:alpha val="91000"/>
                </a:schemeClr>
              </a:gs>
              <a:gs pos="83000">
                <a:schemeClr val="accent5">
                  <a:alpha val="0"/>
                </a:schemeClr>
              </a:gs>
            </a:gsLst>
            <a:lin ang="5100000" scaled="0"/>
            <a:tileRect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271C7E5C-A0F8-E9FA-56DB-31A257FD4E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2" y="-7648"/>
            <a:ext cx="2079513" cy="6865647"/>
          </a:xfrm>
          <a:prstGeom prst="rect">
            <a:avLst/>
          </a:prstGeom>
          <a:gradFill flip="none" rotWithShape="1">
            <a:gsLst>
              <a:gs pos="5000">
                <a:schemeClr val="accent5"/>
              </a:gs>
              <a:gs pos="49000">
                <a:schemeClr val="accent5">
                  <a:alpha val="0"/>
                </a:schemeClr>
              </a:gs>
            </a:gsLst>
            <a:lin ang="210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3F70A3C-4474-2A39-470C-FD55A88375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7706777" y="3068761"/>
            <a:ext cx="4504659" cy="3789239"/>
          </a:xfrm>
          <a:prstGeom prst="rect">
            <a:avLst/>
          </a:prstGeom>
          <a:gradFill flip="none" rotWithShape="1">
            <a:gsLst>
              <a:gs pos="0">
                <a:schemeClr val="accent5"/>
              </a:gs>
              <a:gs pos="60000">
                <a:schemeClr val="accent5">
                  <a:alpha val="0"/>
                </a:schemeClr>
              </a:gs>
            </a:gsLst>
            <a:path path="circle">
              <a:fillToRect r="100000" b="100000"/>
            </a:path>
            <a:tileRect l="-100000" t="-100000"/>
          </a:gra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AC3F7D4-9613-0E1F-901C-98FE831DEB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8774557" y="-6485"/>
            <a:ext cx="3427160" cy="6879745"/>
          </a:xfrm>
          <a:prstGeom prst="rect">
            <a:avLst/>
          </a:prstGeom>
          <a:gradFill flip="none" rotWithShape="1">
            <a:gsLst>
              <a:gs pos="5000">
                <a:schemeClr val="accent2"/>
              </a:gs>
              <a:gs pos="49000">
                <a:schemeClr val="accent5">
                  <a:lumMod val="60000"/>
                  <a:lumOff val="40000"/>
                  <a:alpha val="0"/>
                </a:schemeClr>
              </a:gs>
            </a:gsLst>
            <a:lin ang="12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FD5167C-AF48-26F0-7A9F-3F764337487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4264705" y="-1061856"/>
            <a:ext cx="3682024" cy="12211438"/>
          </a:xfrm>
          <a:prstGeom prst="rect">
            <a:avLst/>
          </a:prstGeom>
          <a:gradFill>
            <a:gsLst>
              <a:gs pos="0">
                <a:schemeClr val="accent5"/>
              </a:gs>
              <a:gs pos="65000">
                <a:schemeClr val="accent2">
                  <a:alpha val="0"/>
                </a:schemeClr>
              </a:gs>
            </a:gsLst>
            <a:lin ang="11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87B30A01-FCA8-86A5-A840-C32A3BE2ED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6" y="-7639"/>
            <a:ext cx="4879823" cy="6887373"/>
          </a:xfrm>
          <a:prstGeom prst="rect">
            <a:avLst/>
          </a:prstGeom>
          <a:gradFill>
            <a:gsLst>
              <a:gs pos="0">
                <a:schemeClr val="accent2">
                  <a:alpha val="70000"/>
                </a:schemeClr>
              </a:gs>
              <a:gs pos="44000">
                <a:schemeClr val="accent5">
                  <a:lumMod val="60000"/>
                  <a:lumOff val="40000"/>
                  <a:alpha val="0"/>
                </a:schemeClr>
              </a:gs>
            </a:gsLst>
            <a:lin ang="9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76E66E-AC8B-5E40-BAB1-113328156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59028" y="2155188"/>
            <a:ext cx="4160233" cy="283927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000" b="1" i="0" u="none" strike="noStrike" baseline="0" dirty="0">
                <a:solidFill>
                  <a:srgbClr val="FFFFFF"/>
                </a:solidFill>
              </a:rPr>
              <a:t>AWS Storage Services</a:t>
            </a:r>
          </a:p>
        </p:txBody>
      </p:sp>
    </p:spTree>
    <p:extLst>
      <p:ext uri="{BB962C8B-B14F-4D97-AF65-F5344CB8AC3E}">
        <p14:creationId xmlns:p14="http://schemas.microsoft.com/office/powerpoint/2010/main" val="3238974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7CBFD4-F231-2D9B-C3A1-37F00DA195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2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Why Do We Need Different Storage Types?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6C9F529-39A2-5AD7-C188-47996A463E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200" b="1" i="0" u="none" strike="noStrike" baseline="0" dirty="0"/>
              <a:t>Different Storage Needs</a:t>
            </a:r>
          </a:p>
          <a:p>
            <a:pPr marR="0" lvl="1"/>
            <a:r>
              <a:rPr lang="en-US" sz="2200" b="0" i="0" u="none" strike="noStrike" baseline="0" dirty="0"/>
              <a:t>Object storage for files, media, backups, and logs – S3 Bucket</a:t>
            </a:r>
          </a:p>
          <a:p>
            <a:pPr marR="0" lvl="1"/>
            <a:r>
              <a:rPr lang="en-US" sz="2200" b="0" i="0" u="none" strike="noStrike" baseline="0" dirty="0"/>
              <a:t>Block storage for operating systems and databases – Elastic Block Store</a:t>
            </a:r>
          </a:p>
          <a:p>
            <a:pPr marR="0" lvl="1"/>
            <a:r>
              <a:rPr lang="en-US" sz="2200" b="0" i="0" u="none" strike="noStrike" baseline="0" dirty="0"/>
              <a:t>File storage for shared files across multiple servers – Elastic File System</a:t>
            </a:r>
          </a:p>
          <a:p>
            <a:pPr marR="0" lvl="1"/>
            <a:r>
              <a:rPr lang="en-US" sz="2200" b="0" i="0" u="none" strike="noStrike" baseline="0" dirty="0"/>
              <a:t>Archive storage for rarely accessed long-term data – S3 Glacier</a:t>
            </a:r>
          </a:p>
        </p:txBody>
      </p:sp>
    </p:spTree>
    <p:extLst>
      <p:ext uri="{BB962C8B-B14F-4D97-AF65-F5344CB8AC3E}">
        <p14:creationId xmlns:p14="http://schemas.microsoft.com/office/powerpoint/2010/main" val="1446260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8D9C13-A18A-31C3-9719-ECC4FC683C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060682"/>
            <a:ext cx="3411071" cy="3047235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32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Amazon S3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7E604B0A-D7D9-5192-5661-904C35D6889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30062" y="280659"/>
            <a:ext cx="7709236" cy="6042769"/>
          </a:xfrm>
        </p:spPr>
        <p:txBody>
          <a:bodyPr vert="horz" lIns="91440" tIns="45720" rIns="91440" bIns="45720" rtlCol="0">
            <a:noAutofit/>
          </a:bodyPr>
          <a:lstStyle/>
          <a:p>
            <a:pPr marR="0" lvl="0"/>
            <a:r>
              <a:rPr lang="en-US" sz="1600" b="1" i="0" u="none" strike="noStrike" baseline="0" dirty="0"/>
              <a:t>What is Amazon S3?</a:t>
            </a:r>
          </a:p>
          <a:p>
            <a:pPr marR="0" lvl="1"/>
            <a:r>
              <a:rPr lang="en-US" sz="1600" b="0" i="0" u="none" strike="noStrike" baseline="0" dirty="0"/>
              <a:t>Amazon Simple Storage Service is an object storage service</a:t>
            </a:r>
          </a:p>
          <a:p>
            <a:pPr marR="0" lvl="1"/>
            <a:r>
              <a:rPr lang="en-US" sz="1600" b="0" i="0" u="none" strike="noStrike" baseline="0" dirty="0"/>
              <a:t>Stores data as objects inside buckets</a:t>
            </a:r>
          </a:p>
          <a:p>
            <a:pPr marR="0" lvl="1"/>
            <a:r>
              <a:rPr lang="en-US" sz="1600" b="0" i="0" u="none" strike="noStrike" baseline="0" dirty="0"/>
              <a:t>Suitable for documents, images, videos, backups, logs, and application files</a:t>
            </a:r>
          </a:p>
          <a:p>
            <a:pPr marR="0" lvl="1"/>
            <a:r>
              <a:rPr lang="en-US" sz="1600" b="0" i="0" u="none" strike="noStrike" baseline="0" dirty="0"/>
              <a:t>Fully managed by AWS</a:t>
            </a:r>
          </a:p>
          <a:p>
            <a:pPr marR="0" lvl="1"/>
            <a:r>
              <a:rPr lang="en-US" sz="1600" b="0" i="0" u="none" strike="noStrike" baseline="0" dirty="0"/>
              <a:t>Storage capacity scales automatically</a:t>
            </a:r>
          </a:p>
          <a:p>
            <a:pPr marR="0" lvl="0"/>
            <a:r>
              <a:rPr lang="en-US" sz="1600" b="1" i="0" u="none" strike="noStrike" baseline="0" dirty="0"/>
              <a:t>S3 Buckets</a:t>
            </a:r>
          </a:p>
          <a:p>
            <a:pPr marR="0" lvl="1"/>
            <a:r>
              <a:rPr lang="en-US" sz="1600" b="0" i="0" u="none" strike="noStrike" baseline="0" dirty="0"/>
              <a:t>Logical containers for objects</a:t>
            </a:r>
          </a:p>
          <a:p>
            <a:pPr marR="0" lvl="1"/>
            <a:r>
              <a:rPr lang="en-US" sz="1600" b="0" i="0" u="none" strike="noStrike" baseline="0" dirty="0"/>
              <a:t>Bucket names are globally unique</a:t>
            </a:r>
          </a:p>
          <a:p>
            <a:pPr marR="0" lvl="1"/>
            <a:r>
              <a:rPr lang="en-US" sz="1600" b="0" i="0" u="none" strike="noStrike" baseline="0" dirty="0"/>
              <a:t>Each bucket is created in a specific AWS Region</a:t>
            </a:r>
          </a:p>
          <a:p>
            <a:pPr marR="0" lvl="1"/>
            <a:r>
              <a:rPr lang="en-US" sz="1600" b="0" i="0" u="none" strike="noStrike" baseline="0" dirty="0"/>
              <a:t>Bucket settings can control access, encryption, versioning, lifecycle, logging, and replication</a:t>
            </a:r>
          </a:p>
          <a:p>
            <a:pPr marR="0" lvl="0"/>
            <a:r>
              <a:rPr lang="en-US" sz="1600" b="1" i="0" u="none" strike="noStrike" baseline="0" dirty="0"/>
              <a:t>S3 Objects</a:t>
            </a:r>
          </a:p>
          <a:p>
            <a:pPr marR="0" lvl="1"/>
            <a:r>
              <a:rPr lang="en-US" sz="1600" b="0" i="0" u="none" strike="noStrike" baseline="0" dirty="0"/>
              <a:t>Actual data stored in S3</a:t>
            </a:r>
          </a:p>
          <a:p>
            <a:pPr marR="0" lvl="1"/>
            <a:r>
              <a:rPr lang="en-US" sz="1600" b="0" i="0" u="none" strike="noStrike" baseline="0" dirty="0"/>
              <a:t>An object contains data, an object key, metadata, and optionally a version ID</a:t>
            </a:r>
          </a:p>
          <a:p>
            <a:pPr marR="0" lvl="1"/>
            <a:r>
              <a:rPr lang="en-US" sz="1600" b="0" i="0" u="none" strike="noStrike" baseline="0" dirty="0"/>
              <a:t>Objects can represent documents, media, backups, logs, and software packages</a:t>
            </a:r>
          </a:p>
          <a:p>
            <a:pPr marR="0" lvl="0"/>
            <a:r>
              <a:rPr lang="en-US" sz="1600" b="1" i="0" u="none" strike="noStrike" baseline="0" dirty="0"/>
              <a:t>Object Keys and Prefixes</a:t>
            </a:r>
          </a:p>
          <a:p>
            <a:pPr marR="0" lvl="1"/>
            <a:r>
              <a:rPr lang="en-US" sz="1600" b="0" i="0" u="none" strike="noStrike" baseline="0" dirty="0"/>
              <a:t>S3 uses object keys rather than a traditional folder hierarchy</a:t>
            </a:r>
          </a:p>
          <a:p>
            <a:pPr marR="0" lvl="1"/>
            <a:r>
              <a:rPr lang="en-US" sz="1600" b="0" i="0" u="none" strike="noStrike" baseline="0" dirty="0"/>
              <a:t>Prefixes create a folder-like structure</a:t>
            </a:r>
          </a:p>
          <a:p>
            <a:pPr marR="0" lvl="1"/>
            <a:r>
              <a:rPr lang="en-US" sz="1600" b="0" i="0" u="none" strike="noStrike" baseline="0" dirty="0"/>
              <a:t>Example: company-data/logs/application.log</a:t>
            </a: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D8C13078-6EA8-39DE-7A9D-C7FC6EA43A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2068638" y="0"/>
            <a:ext cx="123362" cy="6858000"/>
            <a:chOff x="12068638" y="0"/>
            <a:chExt cx="123362" cy="6858000"/>
          </a:xfrm>
        </p:grpSpPr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C6A7D858-0391-A392-F7AF-D231D2CC23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0"/>
              <a:ext cx="123362" cy="6858000"/>
            </a:xfrm>
            <a:prstGeom prst="rect">
              <a:avLst/>
            </a:prstGeom>
            <a:gradFill>
              <a:gsLst>
                <a:gs pos="0">
                  <a:schemeClr val="accent2"/>
                </a:gs>
                <a:gs pos="100000">
                  <a:schemeClr val="accent5"/>
                </a:gs>
              </a:gsLst>
              <a:lin ang="18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9CC3D8A-59FD-79F4-16CD-B325F29291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2068638" y="3527553"/>
              <a:ext cx="123362" cy="3330447"/>
            </a:xfrm>
            <a:prstGeom prst="rect">
              <a:avLst/>
            </a:prstGeom>
            <a:gradFill>
              <a:gsLst>
                <a:gs pos="19000">
                  <a:schemeClr val="accent5"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6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6827257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30D8E7-B659-4B5C-3243-188963EB4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7E9484-7F21-8646-12C5-586B2C26C6E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040FE86-B44C-5675-7098-0B34B2A1E4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b="367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0248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BC6D244-93B5-7A22-BF33-F1326B0AF2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S3 Storage Classes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783558DC-479D-DC2F-B331-7C333767C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167268" y="4293"/>
            <a:ext cx="7741644" cy="6849414"/>
          </a:xfrm>
        </p:spPr>
        <p:txBody>
          <a:bodyPr vert="horz" lIns="91440" tIns="45720" rIns="91440" bIns="45720" rtlCol="0" anchor="ctr">
            <a:noAutofit/>
          </a:bodyPr>
          <a:lstStyle/>
          <a:p>
            <a:pPr marR="0" lvl="0"/>
            <a:r>
              <a:rPr lang="en-US" sz="2100" b="1" i="0" u="none" strike="noStrike" baseline="0" dirty="0"/>
              <a:t>Available Classes</a:t>
            </a:r>
          </a:p>
          <a:p>
            <a:pPr marR="0" lvl="1"/>
            <a:r>
              <a:rPr lang="en-US" sz="2100" b="0" i="0" u="none" strike="noStrike" baseline="0" dirty="0"/>
              <a:t>S3 Standard — frequently accessed data</a:t>
            </a:r>
          </a:p>
          <a:p>
            <a:pPr marR="0" lvl="1"/>
            <a:r>
              <a:rPr lang="en-US" sz="2100" b="0" i="0" u="none" strike="noStrike" baseline="0" dirty="0"/>
              <a:t>S3 Standard-IA — infrequently accessed data</a:t>
            </a:r>
          </a:p>
          <a:p>
            <a:pPr marR="0" lvl="1"/>
            <a:r>
              <a:rPr lang="en-US" sz="2100" b="0" i="0" u="none" strike="noStrike" baseline="0" dirty="0"/>
              <a:t>S3 One Zone-IA — infrequently accessed, </a:t>
            </a:r>
            <a:r>
              <a:rPr lang="en-US" sz="2100" b="0" i="0" u="none" strike="noStrike" baseline="0" dirty="0" err="1"/>
              <a:t>recreatable</a:t>
            </a:r>
            <a:r>
              <a:rPr lang="en-US" sz="2100" b="0" i="0" u="none" strike="noStrike" baseline="0" dirty="0"/>
              <a:t> data</a:t>
            </a:r>
          </a:p>
          <a:p>
            <a:pPr marR="0" lvl="1"/>
            <a:r>
              <a:rPr lang="en-US" sz="2100" b="0" i="0" u="none" strike="noStrike" baseline="0" dirty="0"/>
              <a:t>S3 Intelligent-Tiering — automatic cost optimization based on access patterns</a:t>
            </a:r>
          </a:p>
          <a:p>
            <a:pPr marR="0" lvl="1"/>
            <a:r>
              <a:rPr lang="en-US" sz="2100" b="0" i="0" u="none" strike="noStrike" baseline="0" dirty="0"/>
              <a:t>S3 Glacier Instant Retrieval — archive with immediate access</a:t>
            </a:r>
          </a:p>
          <a:p>
            <a:pPr marR="0" lvl="1"/>
            <a:r>
              <a:rPr lang="en-US" sz="2100" b="0" i="0" u="none" strike="noStrike" baseline="0" dirty="0"/>
              <a:t>S3 Glacier Flexible Retrieval — archive with retrieval in minutes to hours</a:t>
            </a:r>
          </a:p>
          <a:p>
            <a:pPr marR="0" lvl="1"/>
            <a:r>
              <a:rPr lang="en-US" sz="2100" b="0" i="0" u="none" strike="noStrike" baseline="0" dirty="0"/>
              <a:t>S3 Glacier Deep Archive — very long-term archive</a:t>
            </a:r>
          </a:p>
          <a:p>
            <a:pPr marR="0" lvl="0"/>
            <a:r>
              <a:rPr lang="en-US" sz="2100" b="1" i="0" u="none" strike="noStrike" baseline="0" dirty="0"/>
              <a:t>Choosing a Class</a:t>
            </a:r>
          </a:p>
          <a:p>
            <a:pPr marR="0" lvl="1"/>
            <a:r>
              <a:rPr lang="en-US" sz="2100" b="0" i="0" u="none" strike="noStrike" baseline="0" dirty="0"/>
              <a:t>Frequently accessed → S3 Standard</a:t>
            </a:r>
          </a:p>
          <a:p>
            <a:pPr marR="0" lvl="1"/>
            <a:r>
              <a:rPr lang="en-US" sz="2100" b="0" i="0" u="none" strike="noStrike" baseline="0" dirty="0"/>
              <a:t>Infrequently accessed → Standard-IA or One Zone-IA</a:t>
            </a:r>
          </a:p>
          <a:p>
            <a:pPr marR="0" lvl="1"/>
            <a:r>
              <a:rPr lang="en-US" sz="2100" b="0" i="0" u="none" strike="noStrike" baseline="0" dirty="0"/>
              <a:t>Unknown or changing access pattern → Intelligent-Tiering</a:t>
            </a:r>
          </a:p>
          <a:p>
            <a:pPr marR="0" lvl="1"/>
            <a:r>
              <a:rPr lang="en-US" sz="2100" b="0" i="0" u="none" strike="noStrike" baseline="0" dirty="0"/>
              <a:t>Archived but immediate access required → Glacier Instant Retrieval</a:t>
            </a:r>
          </a:p>
          <a:p>
            <a:pPr marR="0" lvl="1"/>
            <a:r>
              <a:rPr lang="en-US" sz="2100" b="0" i="0" u="none" strike="noStrike" baseline="0" dirty="0"/>
              <a:t>Long-term archive → Glacier Flexible Retrieval or Deep Archive</a:t>
            </a:r>
          </a:p>
        </p:txBody>
      </p:sp>
    </p:spTree>
    <p:extLst>
      <p:ext uri="{BB962C8B-B14F-4D97-AF65-F5344CB8AC3E}">
        <p14:creationId xmlns:p14="http://schemas.microsoft.com/office/powerpoint/2010/main" val="389104465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1982055-3E0A-2C63-1CC2-0110E1B86D8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591899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0AE89-15FF-C26E-58CC-85EA56250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S3 Classes: Cost and Availability as Access Changes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838200" y="1850000"/>
          <a:ext cx="10515600" cy="2906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5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30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815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8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Class</a:t>
                      </a:r>
                    </a:p>
                  </a:txBody>
                  <a:tcPr marL="80000" marR="80000" marT="30000" marB="30000" anchor="ctr"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Best when access is</a:t>
                      </a:r>
                    </a:p>
                  </a:txBody>
                  <a:tcPr marL="80000" marR="80000" marT="30000" marB="30000" anchor="ctr"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Cost effect</a:t>
                      </a:r>
                    </a:p>
                  </a:txBody>
                  <a:tcPr marL="80000" marR="80000" marT="30000" marB="30000" anchor="ctr">
                    <a:solidFill>
                      <a:srgbClr val="E9713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FFFFFF"/>
                          </a:solidFill>
                        </a:rPr>
                        <a:t>Availability effect</a:t>
                      </a:r>
                    </a:p>
                  </a:txBody>
                  <a:tcPr marL="80000" marR="80000" marT="30000" marB="30000" anchor="ctr">
                    <a:solidFill>
                      <a:srgbClr val="E9713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</a:rPr>
                        <a:t>Standard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Frequent (new content)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Highest storage price; no retrieval fee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Multi-AZ; highest availability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</a:rPr>
                        <a:t>Intelligent-Tiering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Unknown or changing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Small monitoring fee; automatic tiering; no retrieval fee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Multi-AZ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</a:rPr>
                        <a:t>Standard-IA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Infrequent, needs fast access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Lower storage price; retrieval fee and minimum duration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Multi-AZ; slightly lower availability design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</a:rPr>
                        <a:t>One Zone-IA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Infrequent, recreatable data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Cheapest infrequent-access option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Single AZ: data lost if that AZ fails; lower availability</a:t>
                      </a:r>
                    </a:p>
                  </a:txBody>
                  <a:tcPr marL="80000" marR="80000" marT="30000" marB="300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0000">
                <a:tc>
                  <a:txBody>
                    <a:bodyPr/>
                    <a:lstStyle/>
                    <a:p>
                      <a:r>
                        <a:rPr sz="1400" b="1">
                          <a:solidFill>
                            <a:srgbClr val="1A1A1A"/>
                          </a:solidFill>
                        </a:rPr>
                        <a:t>Glacier classes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Archive, rarely read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Lowest storage price; retrieval fees and delays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400" b="0">
                          <a:solidFill>
                            <a:srgbClr val="1A1A1A"/>
                          </a:solidFill>
                        </a:rPr>
                        <a:t>Durable; access time depends on class</a:t>
                      </a:r>
                    </a:p>
                  </a:txBody>
                  <a:tcPr marL="80000" marR="80000" marT="30000" marB="30000" anchor="ctr">
                    <a:solidFill>
                      <a:srgbClr val="F6E9E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5" name="TextBox 14"/>
          <p:cNvSpPr txBox="1"/>
          <p:nvPr/>
        </p:nvSpPr>
        <p:spPr>
          <a:xfrm>
            <a:off x="838200" y="5000000"/>
            <a:ext cx="10515600" cy="125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500" b="1"/>
              <a:t>Analysis chain: </a:t>
            </a:r>
            <a:r>
              <a:rPr sz="1500"/>
              <a:t>new, hot data → Standard; unpredictable access → Intelligent-Tiering; older but still read → Standard-IA.</a:t>
            </a:r>
          </a:p>
          <a:p>
            <a:pPr>
              <a:spcAft>
                <a:spcPts val="400"/>
              </a:spcAft>
            </a:pPr>
            <a:r>
              <a:rPr sz="1500" b="1"/>
              <a:t>Saving vs risk: </a:t>
            </a:r>
            <a:r>
              <a:rPr sz="1500"/>
              <a:t>One Zone-IA lowers cost but keeps data in one AZ, so availability and AZ-failure protection fall.</a:t>
            </a:r>
          </a:p>
          <a:p>
            <a:pPr>
              <a:spcAft>
                <a:spcPts val="400"/>
              </a:spcAft>
            </a:pPr>
            <a:r>
              <a:rPr sz="1500" b="1"/>
              <a:t>Archive: </a:t>
            </a:r>
            <a:r>
              <a:rPr sz="1500"/>
              <a:t>move rarely used data to Glacier with lifecycle rules; accept retrieval fees and delay.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FD8988A-E027-2067-4FFB-FCC005953B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6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S3 Lifecycle Management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C54DD4B-87EF-B61D-21B7-685E4ECB0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200" b="1" i="0" u="none" strike="noStrike" baseline="0" dirty="0"/>
              <a:t>Purpose</a:t>
            </a:r>
          </a:p>
          <a:p>
            <a:pPr marR="0" lvl="1"/>
            <a:r>
              <a:rPr lang="en-US" sz="2200" b="0" i="0" u="none" strike="noStrike" baseline="0" dirty="0"/>
              <a:t>Automates object transitions between storage classes</a:t>
            </a:r>
          </a:p>
          <a:p>
            <a:pPr marR="0" lvl="1"/>
            <a:r>
              <a:rPr lang="en-US" sz="2200" b="0" i="0" u="none" strike="noStrike" baseline="0" dirty="0"/>
              <a:t>Can automatically expire or delete objects</a:t>
            </a:r>
          </a:p>
          <a:p>
            <a:pPr marR="0" lvl="1"/>
            <a:r>
              <a:rPr lang="en-US" sz="2200" b="0" i="0" u="none" strike="noStrike" baseline="0" dirty="0"/>
              <a:t>Reduces administrative effort</a:t>
            </a:r>
          </a:p>
          <a:p>
            <a:pPr marR="0" lvl="1"/>
            <a:r>
              <a:rPr lang="en-US" sz="2200" b="0" i="0" u="none" strike="noStrike" baseline="0" dirty="0"/>
              <a:t>Optimizes storage costs</a:t>
            </a:r>
          </a:p>
          <a:p>
            <a:pPr marR="0" lvl="0"/>
            <a:r>
              <a:rPr lang="en-US" sz="2200" b="1" i="0" u="none" strike="noStrike" baseline="0" dirty="0"/>
              <a:t>Example Lifecycle</a:t>
            </a:r>
          </a:p>
          <a:p>
            <a:pPr marR="0" lvl="1"/>
            <a:r>
              <a:rPr lang="en-US" sz="2200" b="0" i="0" u="none" strike="noStrike" baseline="0" dirty="0"/>
              <a:t>Day 0 → S3 Standard</a:t>
            </a:r>
          </a:p>
          <a:p>
            <a:pPr marR="0" lvl="1"/>
            <a:r>
              <a:rPr lang="en-US" sz="2200" b="0" i="0" u="none" strike="noStrike" baseline="0" dirty="0"/>
              <a:t>After 30 days → S3 Standard-IA</a:t>
            </a:r>
          </a:p>
          <a:p>
            <a:pPr marR="0" lvl="1"/>
            <a:r>
              <a:rPr lang="en-US" sz="2200" b="0" i="0" u="none" strike="noStrike" baseline="0" dirty="0"/>
              <a:t>After 6 months → Glacier Flexible Retrieval</a:t>
            </a:r>
          </a:p>
          <a:p>
            <a:pPr marR="0" lvl="1"/>
            <a:r>
              <a:rPr lang="en-US" sz="2200" b="0" i="0" u="none" strike="noStrike" baseline="0" dirty="0"/>
              <a:t>After retention period → Delete</a:t>
            </a:r>
          </a:p>
        </p:txBody>
      </p:sp>
    </p:spTree>
    <p:extLst>
      <p:ext uri="{BB962C8B-B14F-4D97-AF65-F5344CB8AC3E}">
        <p14:creationId xmlns:p14="http://schemas.microsoft.com/office/powerpoint/2010/main" val="88465901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7FC8F6E9-03CF-BF70-5228-FE41DBB425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467" y="702733"/>
            <a:ext cx="10905066" cy="5452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40165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0AE89-15FF-C26E-58CC-85EA56250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S3 Versioning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450AA-D7D6-839B-8DC6-92F4BB1D5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200" b="1" i="0" u="none" strike="noStrike" baseline="0"/>
              <a:t>Purpose</a:t>
            </a:r>
          </a:p>
          <a:p>
            <a:pPr marR="0" lvl="1"/>
            <a:r>
              <a:rPr lang="en-US" sz="2200" b="0" i="0" u="none" strike="noStrike" baseline="0"/>
              <a:t>Maintains multiple versions of an object</a:t>
            </a:r>
          </a:p>
          <a:p>
            <a:pPr marR="0" lvl="1"/>
            <a:r>
              <a:rPr lang="en-US" sz="2200" b="0" i="0" u="none" strike="noStrike" baseline="0"/>
              <a:t>Protects against accidental deletion</a:t>
            </a:r>
          </a:p>
          <a:p>
            <a:pPr marR="0" lvl="1"/>
            <a:r>
              <a:rPr lang="en-US" sz="2200" b="0" i="0" u="none" strike="noStrike" baseline="0"/>
              <a:t>Protects against accidental overwriting</a:t>
            </a:r>
          </a:p>
          <a:p>
            <a:pPr marR="0" lvl="1"/>
            <a:r>
              <a:rPr lang="en-US" sz="2200" b="0" i="0" u="none" strike="noStrike" baseline="0"/>
              <a:t>Allows previous versions to be restored</a:t>
            </a:r>
          </a:p>
          <a:p>
            <a:pPr marR="0" lvl="0"/>
            <a:r>
              <a:rPr lang="en-US" sz="2200" b="1" i="0" u="none" strike="noStrike" baseline="0"/>
              <a:t>Important Consideration</a:t>
            </a:r>
          </a:p>
          <a:p>
            <a:pPr marR="0" lvl="1"/>
            <a:r>
              <a:rPr lang="en-US" sz="2200" b="0" i="0" u="none" strike="noStrike" baseline="0"/>
              <a:t>Multiple versions consume additional storage</a:t>
            </a:r>
          </a:p>
          <a:p>
            <a:pPr marR="0" lvl="1"/>
            <a:r>
              <a:rPr lang="en-US" sz="2200" b="0" i="0" u="none" strike="noStrike" baseline="0"/>
              <a:t>Combine versioning with lifecycle rules to control costs</a:t>
            </a:r>
          </a:p>
        </p:txBody>
      </p:sp>
    </p:spTree>
    <p:extLst>
      <p:ext uri="{BB962C8B-B14F-4D97-AF65-F5344CB8AC3E}">
        <p14:creationId xmlns:p14="http://schemas.microsoft.com/office/powerpoint/2010/main" val="3352555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77A147A-9ED8-46B4-8660-1B3C2AA880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E10F09-B79D-A953-9655-8A31F9A461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548640"/>
            <a:ext cx="3600860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S3 Replication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5D6C15A0-C087-4593-8414-2B4EC1CDC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2543983" y="3258715"/>
            <a:ext cx="4480560" cy="18288"/>
          </a:xfrm>
          <a:custGeom>
            <a:avLst/>
            <a:gdLst>
              <a:gd name="csX0" fmla="*/ 0 w 4480560"/>
              <a:gd name="csY0" fmla="*/ 0 h 18288"/>
              <a:gd name="csX1" fmla="*/ 595274 w 4480560"/>
              <a:gd name="csY1" fmla="*/ 0 h 18288"/>
              <a:gd name="csX2" fmla="*/ 1100938 w 4480560"/>
              <a:gd name="csY2" fmla="*/ 0 h 18288"/>
              <a:gd name="csX3" fmla="*/ 1651406 w 4480560"/>
              <a:gd name="csY3" fmla="*/ 0 h 18288"/>
              <a:gd name="csX4" fmla="*/ 2336292 w 4480560"/>
              <a:gd name="csY4" fmla="*/ 0 h 18288"/>
              <a:gd name="csX5" fmla="*/ 2931566 w 4480560"/>
              <a:gd name="csY5" fmla="*/ 0 h 18288"/>
              <a:gd name="csX6" fmla="*/ 3482035 w 4480560"/>
              <a:gd name="csY6" fmla="*/ 0 h 18288"/>
              <a:gd name="csX7" fmla="*/ 4480560 w 4480560"/>
              <a:gd name="csY7" fmla="*/ 0 h 18288"/>
              <a:gd name="csX8" fmla="*/ 4480560 w 4480560"/>
              <a:gd name="csY8" fmla="*/ 18288 h 18288"/>
              <a:gd name="csX9" fmla="*/ 3840480 w 4480560"/>
              <a:gd name="csY9" fmla="*/ 18288 h 18288"/>
              <a:gd name="csX10" fmla="*/ 3290011 w 4480560"/>
              <a:gd name="csY10" fmla="*/ 18288 h 18288"/>
              <a:gd name="csX11" fmla="*/ 2560320 w 4480560"/>
              <a:gd name="csY11" fmla="*/ 18288 h 18288"/>
              <a:gd name="csX12" fmla="*/ 1965046 w 4480560"/>
              <a:gd name="csY12" fmla="*/ 18288 h 18288"/>
              <a:gd name="csX13" fmla="*/ 1459382 w 4480560"/>
              <a:gd name="csY13" fmla="*/ 18288 h 18288"/>
              <a:gd name="csX14" fmla="*/ 774497 w 4480560"/>
              <a:gd name="csY14" fmla="*/ 18288 h 18288"/>
              <a:gd name="csX15" fmla="*/ 0 w 4480560"/>
              <a:gd name="csY15" fmla="*/ 18288 h 18288"/>
              <a:gd name="csX16" fmla="*/ 0 w 4480560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18288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80958" y="7429"/>
                  <a:pt x="4480540" y="10822"/>
                  <a:pt x="4480560" y="18288"/>
                </a:cubicBezTo>
                <a:cubicBezTo>
                  <a:pt x="4314132" y="14924"/>
                  <a:pt x="4028383" y="36632"/>
                  <a:pt x="3840480" y="18288"/>
                </a:cubicBezTo>
                <a:cubicBezTo>
                  <a:pt x="3652577" y="-56"/>
                  <a:pt x="3547615" y="2848"/>
                  <a:pt x="3290011" y="18288"/>
                </a:cubicBezTo>
                <a:cubicBezTo>
                  <a:pt x="3032407" y="33728"/>
                  <a:pt x="2830268" y="8719"/>
                  <a:pt x="2560320" y="18288"/>
                </a:cubicBezTo>
                <a:cubicBezTo>
                  <a:pt x="2290372" y="27857"/>
                  <a:pt x="2147422" y="6728"/>
                  <a:pt x="1965046" y="18288"/>
                </a:cubicBezTo>
                <a:cubicBezTo>
                  <a:pt x="1782670" y="29848"/>
                  <a:pt x="1689791" y="40680"/>
                  <a:pt x="1459382" y="18288"/>
                </a:cubicBezTo>
                <a:cubicBezTo>
                  <a:pt x="1228973" y="-4104"/>
                  <a:pt x="915486" y="36501"/>
                  <a:pt x="774497" y="18288"/>
                </a:cubicBezTo>
                <a:cubicBezTo>
                  <a:pt x="633508" y="75"/>
                  <a:pt x="361442" y="-11107"/>
                  <a:pt x="0" y="18288"/>
                </a:cubicBezTo>
                <a:cubicBezTo>
                  <a:pt x="-591" y="13205"/>
                  <a:pt x="-663" y="6329"/>
                  <a:pt x="0" y="0"/>
                </a:cubicBezTo>
                <a:close/>
              </a:path>
              <a:path w="4480560" h="18288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79674" y="5429"/>
                  <a:pt x="4481381" y="14046"/>
                  <a:pt x="4480560" y="18288"/>
                </a:cubicBezTo>
                <a:cubicBezTo>
                  <a:pt x="4279652" y="-6850"/>
                  <a:pt x="4200762" y="41566"/>
                  <a:pt x="3930091" y="18288"/>
                </a:cubicBezTo>
                <a:cubicBezTo>
                  <a:pt x="3659420" y="-4990"/>
                  <a:pt x="3456052" y="22294"/>
                  <a:pt x="3290011" y="18288"/>
                </a:cubicBezTo>
                <a:cubicBezTo>
                  <a:pt x="3123970" y="14282"/>
                  <a:pt x="2882392" y="32818"/>
                  <a:pt x="2649931" y="18288"/>
                </a:cubicBezTo>
                <a:cubicBezTo>
                  <a:pt x="2417470" y="3758"/>
                  <a:pt x="2238426" y="7337"/>
                  <a:pt x="2054657" y="18288"/>
                </a:cubicBezTo>
                <a:cubicBezTo>
                  <a:pt x="1870888" y="29239"/>
                  <a:pt x="1566368" y="45040"/>
                  <a:pt x="1324966" y="18288"/>
                </a:cubicBezTo>
                <a:cubicBezTo>
                  <a:pt x="1083564" y="-8464"/>
                  <a:pt x="787410" y="10946"/>
                  <a:pt x="595274" y="18288"/>
                </a:cubicBezTo>
                <a:cubicBezTo>
                  <a:pt x="403138" y="25630"/>
                  <a:pt x="169622" y="10499"/>
                  <a:pt x="0" y="18288"/>
                </a:cubicBezTo>
                <a:cubicBezTo>
                  <a:pt x="668" y="13665"/>
                  <a:pt x="578" y="567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B4DDCA22-F0C3-6BE1-EF6B-D170157EB6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126418" y="552091"/>
            <a:ext cx="6224335" cy="54315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200" b="1" i="0" u="none" strike="noStrike" baseline="0"/>
              <a:t>Replication Types</a:t>
            </a:r>
          </a:p>
          <a:p>
            <a:pPr marR="0" lvl="1"/>
            <a:r>
              <a:rPr lang="en-US" sz="2200" b="0" i="0" u="none" strike="noStrike" baseline="0"/>
              <a:t>Same-Region Replication (SRR) — copies objects between buckets in the same Region</a:t>
            </a:r>
          </a:p>
          <a:p>
            <a:pPr marR="0" lvl="1"/>
            <a:r>
              <a:rPr lang="en-US" sz="2200" b="0" i="0" u="none" strike="noStrike" baseline="0"/>
              <a:t>Cross-Region Replication (CRR) — copies objects to another AWS Region</a:t>
            </a:r>
          </a:p>
          <a:p>
            <a:pPr marR="0" lvl="0"/>
            <a:r>
              <a:rPr lang="en-US" sz="2200" b="1" i="0" u="none" strike="noStrike" baseline="0"/>
              <a:t>Use Cases</a:t>
            </a:r>
          </a:p>
          <a:p>
            <a:pPr marR="0" lvl="1"/>
            <a:r>
              <a:rPr lang="en-US" sz="2200" b="0" i="0" u="none" strike="noStrike" baseline="0"/>
              <a:t>Disaster recovery</a:t>
            </a:r>
          </a:p>
          <a:p>
            <a:pPr marR="0" lvl="1"/>
            <a:r>
              <a:rPr lang="en-US" sz="2200" b="0" i="0" u="none" strike="noStrike" baseline="0"/>
              <a:t>Compliance requirements</a:t>
            </a:r>
          </a:p>
          <a:p>
            <a:pPr marR="0" lvl="1"/>
            <a:r>
              <a:rPr lang="en-US" sz="2200" b="0" i="0" u="none" strike="noStrike" baseline="0"/>
              <a:t>Geographic distribution</a:t>
            </a:r>
          </a:p>
          <a:p>
            <a:pPr marR="0" lvl="1"/>
            <a:r>
              <a:rPr lang="en-US" sz="2200" b="0" i="0" u="none" strike="noStrike" baseline="0"/>
              <a:t>Improved availability and regional access</a:t>
            </a:r>
          </a:p>
        </p:txBody>
      </p:sp>
    </p:spTree>
    <p:extLst>
      <p:ext uri="{BB962C8B-B14F-4D97-AF65-F5344CB8AC3E}">
        <p14:creationId xmlns:p14="http://schemas.microsoft.com/office/powerpoint/2010/main" val="23825982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570AE89-15FF-C26E-58CC-85EA56250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3600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Versioning and Replication:</a:t>
            </a: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4450AA-D7D6-839B-8DC6-92F4BB1D58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1700" b="1" i="0" u="none" strike="noStrike" baseline="0"/>
              <a:t>How they protect data together</a:t>
            </a:r>
          </a:p>
          <a:p>
            <a:pPr marR="0" lvl="1"/>
            <a:r>
              <a:rPr lang="en-US" sz="1700" b="0" i="0" u="none" strike="noStrike" baseline="0"/>
              <a:t>Versioning: a delete or overwrite keeps earlier versions (a delete marker hides the object)</a:t>
            </a:r>
          </a:p>
          <a:p>
            <a:pPr marR="0" lvl="1"/>
            <a:r>
              <a:rPr lang="en-US" sz="1700" b="0" i="0" u="none" strike="noStrike" baseline="0"/>
              <a:t>Replication (CRR): a second copy exists in another Region if the source Region fails</a:t>
            </a:r>
          </a:p>
          <a:p>
            <a:pPr marR="0" lvl="1"/>
            <a:r>
              <a:rPr lang="en-US" sz="1700" b="0" i="0" u="none" strike="noStrike" baseline="0"/>
              <a:t>Replication requires versioning to be enabled on both source and destination buckets</a:t>
            </a:r>
          </a:p>
          <a:p>
            <a:pPr marR="0" lvl="0"/>
            <a:r>
              <a:rPr lang="en-US" sz="1700" b="1" i="0" u="none" strike="noStrike" baseline="0"/>
              <a:t>Cost implications</a:t>
            </a:r>
          </a:p>
          <a:p>
            <a:pPr marR="0" lvl="1"/>
            <a:r>
              <a:rPr lang="en-US" sz="1700" b="0" i="0" u="none" strike="noStrike" baseline="0"/>
              <a:t>Every stored version is billed, and replicated versions are stored again in the destination</a:t>
            </a:r>
          </a:p>
          <a:p>
            <a:pPr marR="0" lvl="1"/>
            <a:r>
              <a:rPr lang="en-US" sz="1700" b="0" i="0" u="none" strike="noStrike" baseline="0"/>
              <a:t>Replication adds request charges, plus inter-Region data transfer for CRR</a:t>
            </a:r>
          </a:p>
          <a:p>
            <a:pPr marR="0" lvl="1"/>
            <a:r>
              <a:rPr lang="en-US" sz="1700" b="0" i="0" u="none" strike="noStrike" baseline="0"/>
              <a:t>Control cost with lifecycle rules: expire noncurrent versions or move them to cheaper classes</a:t>
            </a:r>
          </a:p>
          <a:p>
            <a:pPr marR="0" lvl="0"/>
            <a:r>
              <a:rPr lang="en-US" sz="1700" b="1" i="0" u="none" strike="noStrike" baseline="0"/>
              <a:t>Management implications</a:t>
            </a:r>
          </a:p>
          <a:p>
            <a:pPr marR="0" lvl="1"/>
            <a:r>
              <a:rPr lang="en-US" sz="1700" b="0" i="0" u="none" strike="noStrike" baseline="0"/>
              <a:t>Two buckets, a replication role and rules to maintain; monitor replication status and failures</a:t>
            </a:r>
          </a:p>
          <a:p>
            <a:pPr marR="0" lvl="1"/>
            <a:r>
              <a:rPr lang="en-US" sz="1700" b="0" i="0" u="none" strike="noStrike" baseline="0"/>
              <a:t>Decide how delete markers replicate; permanent deletes by version ID are not replicated by default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718681-A12E-49D6-9925-DD7C68176D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FBD77573-9EF2-4C35-8285-A1CF6FBB0EA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5511704" cy="6858000"/>
          </a:xfrm>
          <a:custGeom>
            <a:avLst/>
            <a:gdLst>
              <a:gd name="connsiteX0" fmla="*/ 5511704 w 5511704"/>
              <a:gd name="connsiteY0" fmla="*/ 0 h 6886576"/>
              <a:gd name="connsiteX1" fmla="*/ 1008599 w 5511704"/>
              <a:gd name="connsiteY1" fmla="*/ 0 h 6886576"/>
              <a:gd name="connsiteX2" fmla="*/ 1310975 w 5511704"/>
              <a:gd name="connsiteY2" fmla="*/ 110728 h 6886576"/>
              <a:gd name="connsiteX3" fmla="*/ 1267362 w 5511704"/>
              <a:gd name="connsiteY3" fmla="*/ 135731 h 6886576"/>
              <a:gd name="connsiteX4" fmla="*/ 1005692 w 5511704"/>
              <a:gd name="connsiteY4" fmla="*/ 71437 h 6886576"/>
              <a:gd name="connsiteX5" fmla="*/ 953358 w 5511704"/>
              <a:gd name="connsiteY5" fmla="*/ 89297 h 6886576"/>
              <a:gd name="connsiteX6" fmla="*/ 979525 w 5511704"/>
              <a:gd name="connsiteY6" fmla="*/ 164307 h 6886576"/>
              <a:gd name="connsiteX7" fmla="*/ 1092915 w 5511704"/>
              <a:gd name="connsiteY7" fmla="*/ 192882 h 6886576"/>
              <a:gd name="connsiteX8" fmla="*/ 1270270 w 5511704"/>
              <a:gd name="connsiteY8" fmla="*/ 375047 h 6886576"/>
              <a:gd name="connsiteX9" fmla="*/ 1002784 w 5511704"/>
              <a:gd name="connsiteY9" fmla="*/ 353615 h 6886576"/>
              <a:gd name="connsiteX10" fmla="*/ 956265 w 5511704"/>
              <a:gd name="connsiteY10" fmla="*/ 396479 h 6886576"/>
              <a:gd name="connsiteX11" fmla="*/ 938820 w 5511704"/>
              <a:gd name="connsiteY11" fmla="*/ 453629 h 6886576"/>
              <a:gd name="connsiteX12" fmla="*/ 860319 w 5511704"/>
              <a:gd name="connsiteY12" fmla="*/ 360759 h 6886576"/>
              <a:gd name="connsiteX13" fmla="*/ 793447 w 5511704"/>
              <a:gd name="connsiteY13" fmla="*/ 335757 h 6886576"/>
              <a:gd name="connsiteX14" fmla="*/ 773095 w 5511704"/>
              <a:gd name="connsiteY14" fmla="*/ 417910 h 6886576"/>
              <a:gd name="connsiteX15" fmla="*/ 834151 w 5511704"/>
              <a:gd name="connsiteY15" fmla="*/ 507206 h 6886576"/>
              <a:gd name="connsiteX16" fmla="*/ 996969 w 5511704"/>
              <a:gd name="connsiteY16" fmla="*/ 560785 h 6886576"/>
              <a:gd name="connsiteX17" fmla="*/ 822522 w 5511704"/>
              <a:gd name="connsiteY17" fmla="*/ 560785 h 6886576"/>
              <a:gd name="connsiteX18" fmla="*/ 621908 w 5511704"/>
              <a:gd name="connsiteY18" fmla="*/ 525066 h 6886576"/>
              <a:gd name="connsiteX19" fmla="*/ 409664 w 5511704"/>
              <a:gd name="connsiteY19" fmla="*/ 535781 h 6886576"/>
              <a:gd name="connsiteX20" fmla="*/ 209049 w 5511704"/>
              <a:gd name="connsiteY20" fmla="*/ 464344 h 6886576"/>
              <a:gd name="connsiteX21" fmla="*/ 5527 w 5511704"/>
              <a:gd name="connsiteY21" fmla="*/ 467916 h 6886576"/>
              <a:gd name="connsiteX22" fmla="*/ 906838 w 5511704"/>
              <a:gd name="connsiteY22" fmla="*/ 914400 h 6886576"/>
              <a:gd name="connsiteX23" fmla="*/ 863226 w 5511704"/>
              <a:gd name="connsiteY23" fmla="*/ 925116 h 6886576"/>
              <a:gd name="connsiteX24" fmla="*/ 805077 w 5511704"/>
              <a:gd name="connsiteY24" fmla="*/ 953691 h 6886576"/>
              <a:gd name="connsiteX25" fmla="*/ 848689 w 5511704"/>
              <a:gd name="connsiteY25" fmla="*/ 1010841 h 6886576"/>
              <a:gd name="connsiteX26" fmla="*/ 1084193 w 5511704"/>
              <a:gd name="connsiteY26" fmla="*/ 1117997 h 6886576"/>
              <a:gd name="connsiteX27" fmla="*/ 1142342 w 5511704"/>
              <a:gd name="connsiteY27" fmla="*/ 1225153 h 6886576"/>
              <a:gd name="connsiteX28" fmla="*/ 1069655 w 5511704"/>
              <a:gd name="connsiteY28" fmla="*/ 1214438 h 6886576"/>
              <a:gd name="connsiteX29" fmla="*/ 1005692 w 5511704"/>
              <a:gd name="connsiteY29" fmla="*/ 1235869 h 6886576"/>
              <a:gd name="connsiteX30" fmla="*/ 1031858 w 5511704"/>
              <a:gd name="connsiteY30" fmla="*/ 1371600 h 6886576"/>
              <a:gd name="connsiteX31" fmla="*/ 1366216 w 5511704"/>
              <a:gd name="connsiteY31" fmla="*/ 1546622 h 6886576"/>
              <a:gd name="connsiteX32" fmla="*/ 1395290 w 5511704"/>
              <a:gd name="connsiteY32" fmla="*/ 1603772 h 6886576"/>
              <a:gd name="connsiteX33" fmla="*/ 1354586 w 5511704"/>
              <a:gd name="connsiteY33" fmla="*/ 1643063 h 6886576"/>
              <a:gd name="connsiteX34" fmla="*/ 1247011 w 5511704"/>
              <a:gd name="connsiteY34" fmla="*/ 1664494 h 6886576"/>
              <a:gd name="connsiteX35" fmla="*/ 1398198 w 5511704"/>
              <a:gd name="connsiteY35" fmla="*/ 1857375 h 6886576"/>
              <a:gd name="connsiteX36" fmla="*/ 1453440 w 5511704"/>
              <a:gd name="connsiteY36" fmla="*/ 1910954 h 6886576"/>
              <a:gd name="connsiteX37" fmla="*/ 1549386 w 5511704"/>
              <a:gd name="connsiteY37" fmla="*/ 1993106 h 6886576"/>
              <a:gd name="connsiteX38" fmla="*/ 1549386 w 5511704"/>
              <a:gd name="connsiteY38" fmla="*/ 2021681 h 6886576"/>
              <a:gd name="connsiteX39" fmla="*/ 1421458 w 5511704"/>
              <a:gd name="connsiteY39" fmla="*/ 2110978 h 6886576"/>
              <a:gd name="connsiteX40" fmla="*/ 1188861 w 5511704"/>
              <a:gd name="connsiteY40" fmla="*/ 2085976 h 6886576"/>
              <a:gd name="connsiteX41" fmla="*/ 1531941 w 5511704"/>
              <a:gd name="connsiteY41" fmla="*/ 2218135 h 6886576"/>
              <a:gd name="connsiteX42" fmla="*/ 421293 w 5511704"/>
              <a:gd name="connsiteY42" fmla="*/ 1900238 h 6886576"/>
              <a:gd name="connsiteX43" fmla="*/ 491072 w 5511704"/>
              <a:gd name="connsiteY43" fmla="*/ 1982391 h 6886576"/>
              <a:gd name="connsiteX44" fmla="*/ 880671 w 5511704"/>
              <a:gd name="connsiteY44" fmla="*/ 2200276 h 6886576"/>
              <a:gd name="connsiteX45" fmla="*/ 991154 w 5511704"/>
              <a:gd name="connsiteY45" fmla="*/ 2336007 h 6886576"/>
              <a:gd name="connsiteX46" fmla="*/ 1107453 w 5511704"/>
              <a:gd name="connsiteY46" fmla="*/ 2411016 h 6886576"/>
              <a:gd name="connsiteX47" fmla="*/ 1270270 w 5511704"/>
              <a:gd name="connsiteY47" fmla="*/ 2411016 h 6886576"/>
              <a:gd name="connsiteX48" fmla="*/ 1386568 w 5511704"/>
              <a:gd name="connsiteY48" fmla="*/ 2528889 h 6886576"/>
              <a:gd name="connsiteX49" fmla="*/ 1267362 w 5511704"/>
              <a:gd name="connsiteY49" fmla="*/ 2553891 h 6886576"/>
              <a:gd name="connsiteX50" fmla="*/ 1127805 w 5511704"/>
              <a:gd name="connsiteY50" fmla="*/ 2536032 h 6886576"/>
              <a:gd name="connsiteX51" fmla="*/ 970802 w 5511704"/>
              <a:gd name="connsiteY51" fmla="*/ 2575322 h 6886576"/>
              <a:gd name="connsiteX52" fmla="*/ 825429 w 5511704"/>
              <a:gd name="connsiteY52" fmla="*/ 2543176 h 6886576"/>
              <a:gd name="connsiteX53" fmla="*/ 650982 w 5511704"/>
              <a:gd name="connsiteY53" fmla="*/ 2564607 h 6886576"/>
              <a:gd name="connsiteX54" fmla="*/ 595740 w 5511704"/>
              <a:gd name="connsiteY54" fmla="*/ 2703909 h 6886576"/>
              <a:gd name="connsiteX55" fmla="*/ 578296 w 5511704"/>
              <a:gd name="connsiteY55" fmla="*/ 2714626 h 6886576"/>
              <a:gd name="connsiteX56" fmla="*/ 255568 w 5511704"/>
              <a:gd name="connsiteY56" fmla="*/ 2936081 h 6886576"/>
              <a:gd name="connsiteX57" fmla="*/ 165437 w 5511704"/>
              <a:gd name="connsiteY57" fmla="*/ 2953941 h 6886576"/>
              <a:gd name="connsiteX58" fmla="*/ 697501 w 5511704"/>
              <a:gd name="connsiteY58" fmla="*/ 3343275 h 6886576"/>
              <a:gd name="connsiteX59" fmla="*/ 339884 w 5511704"/>
              <a:gd name="connsiteY59" fmla="*/ 3243263 h 6886576"/>
              <a:gd name="connsiteX60" fmla="*/ 290458 w 5511704"/>
              <a:gd name="connsiteY60" fmla="*/ 3407569 h 6886576"/>
              <a:gd name="connsiteX61" fmla="*/ 459090 w 5511704"/>
              <a:gd name="connsiteY61" fmla="*/ 3554016 h 6886576"/>
              <a:gd name="connsiteX62" fmla="*/ 520147 w 5511704"/>
              <a:gd name="connsiteY62" fmla="*/ 3843338 h 6886576"/>
              <a:gd name="connsiteX63" fmla="*/ 491072 w 5511704"/>
              <a:gd name="connsiteY63" fmla="*/ 4107657 h 6886576"/>
              <a:gd name="connsiteX64" fmla="*/ 418386 w 5511704"/>
              <a:gd name="connsiteY64" fmla="*/ 4189810 h 6886576"/>
              <a:gd name="connsiteX65" fmla="*/ 313718 w 5511704"/>
              <a:gd name="connsiteY65" fmla="*/ 4339829 h 6886576"/>
              <a:gd name="connsiteX66" fmla="*/ 249753 w 5511704"/>
              <a:gd name="connsiteY66" fmla="*/ 4432698 h 6886576"/>
              <a:gd name="connsiteX67" fmla="*/ 25879 w 5511704"/>
              <a:gd name="connsiteY67" fmla="*/ 4396979 h 6886576"/>
              <a:gd name="connsiteX68" fmla="*/ 325347 w 5511704"/>
              <a:gd name="connsiteY68" fmla="*/ 4632722 h 6886576"/>
              <a:gd name="connsiteX69" fmla="*/ 84029 w 5511704"/>
              <a:gd name="connsiteY69" fmla="*/ 4604147 h 6886576"/>
              <a:gd name="connsiteX70" fmla="*/ 5527 w 5511704"/>
              <a:gd name="connsiteY70" fmla="*/ 4622007 h 6886576"/>
              <a:gd name="connsiteX71" fmla="*/ 49139 w 5511704"/>
              <a:gd name="connsiteY71" fmla="*/ 4697016 h 6886576"/>
              <a:gd name="connsiteX72" fmla="*/ 226494 w 5511704"/>
              <a:gd name="connsiteY72" fmla="*/ 4825604 h 6886576"/>
              <a:gd name="connsiteX73" fmla="*/ 592833 w 5511704"/>
              <a:gd name="connsiteY73" fmla="*/ 5175647 h 6886576"/>
              <a:gd name="connsiteX74" fmla="*/ 238123 w 5511704"/>
              <a:gd name="connsiteY74" fmla="*/ 5014913 h 6886576"/>
              <a:gd name="connsiteX75" fmla="*/ 610278 w 5511704"/>
              <a:gd name="connsiteY75" fmla="*/ 5375673 h 6886576"/>
              <a:gd name="connsiteX76" fmla="*/ 691686 w 5511704"/>
              <a:gd name="connsiteY76" fmla="*/ 5497116 h 6886576"/>
              <a:gd name="connsiteX77" fmla="*/ 860319 w 5511704"/>
              <a:gd name="connsiteY77" fmla="*/ 5793582 h 6886576"/>
              <a:gd name="connsiteX78" fmla="*/ 851597 w 5511704"/>
              <a:gd name="connsiteY78" fmla="*/ 5825729 h 6886576"/>
              <a:gd name="connsiteX79" fmla="*/ 659704 w 5511704"/>
              <a:gd name="connsiteY79" fmla="*/ 5779295 h 6886576"/>
              <a:gd name="connsiteX80" fmla="*/ 909746 w 5511704"/>
              <a:gd name="connsiteY80" fmla="*/ 6029326 h 6886576"/>
              <a:gd name="connsiteX81" fmla="*/ 1168509 w 5511704"/>
              <a:gd name="connsiteY81" fmla="*/ 6222207 h 6886576"/>
              <a:gd name="connsiteX82" fmla="*/ 985339 w 5511704"/>
              <a:gd name="connsiteY82" fmla="*/ 6193632 h 6886576"/>
              <a:gd name="connsiteX83" fmla="*/ 732391 w 5511704"/>
              <a:gd name="connsiteY83" fmla="*/ 6082904 h 6886576"/>
              <a:gd name="connsiteX84" fmla="*/ 645167 w 5511704"/>
              <a:gd name="connsiteY84" fmla="*/ 6125766 h 6886576"/>
              <a:gd name="connsiteX85" fmla="*/ 883579 w 5511704"/>
              <a:gd name="connsiteY85" fmla="*/ 6307932 h 6886576"/>
              <a:gd name="connsiteX86" fmla="*/ 1020229 w 5511704"/>
              <a:gd name="connsiteY86" fmla="*/ 6393657 h 6886576"/>
              <a:gd name="connsiteX87" fmla="*/ 1075471 w 5511704"/>
              <a:gd name="connsiteY87" fmla="*/ 6457950 h 6886576"/>
              <a:gd name="connsiteX88" fmla="*/ 1232473 w 5511704"/>
              <a:gd name="connsiteY88" fmla="*/ 6686551 h 6886576"/>
              <a:gd name="connsiteX89" fmla="*/ 1592997 w 5511704"/>
              <a:gd name="connsiteY89" fmla="*/ 6886576 h 6886576"/>
              <a:gd name="connsiteX90" fmla="*/ 5511704 w 5511704"/>
              <a:gd name="connsiteY90" fmla="*/ 6886576 h 68865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</a:cxnLst>
            <a:rect l="l" t="t" r="r" b="b"/>
            <a:pathLst>
              <a:path w="5511704" h="6886576">
                <a:moveTo>
                  <a:pt x="5511704" y="0"/>
                </a:moveTo>
                <a:lnTo>
                  <a:pt x="1008599" y="0"/>
                </a:lnTo>
                <a:cubicBezTo>
                  <a:pt x="1110360" y="35719"/>
                  <a:pt x="1209214" y="78581"/>
                  <a:pt x="1310975" y="110728"/>
                </a:cubicBezTo>
                <a:cubicBezTo>
                  <a:pt x="1296437" y="146447"/>
                  <a:pt x="1281900" y="139303"/>
                  <a:pt x="1267362" y="135731"/>
                </a:cubicBezTo>
                <a:cubicBezTo>
                  <a:pt x="1180139" y="121445"/>
                  <a:pt x="1090008" y="110728"/>
                  <a:pt x="1005692" y="71437"/>
                </a:cubicBezTo>
                <a:cubicBezTo>
                  <a:pt x="985339" y="64294"/>
                  <a:pt x="962080" y="64294"/>
                  <a:pt x="953358" y="89297"/>
                </a:cubicBezTo>
                <a:cubicBezTo>
                  <a:pt x="938820" y="125016"/>
                  <a:pt x="959172" y="146447"/>
                  <a:pt x="979525" y="164307"/>
                </a:cubicBezTo>
                <a:cubicBezTo>
                  <a:pt x="1014414" y="196453"/>
                  <a:pt x="1055118" y="189310"/>
                  <a:pt x="1092915" y="192882"/>
                </a:cubicBezTo>
                <a:cubicBezTo>
                  <a:pt x="1197583" y="210741"/>
                  <a:pt x="1247011" y="260747"/>
                  <a:pt x="1270270" y="375047"/>
                </a:cubicBezTo>
                <a:cubicBezTo>
                  <a:pt x="1180139" y="328613"/>
                  <a:pt x="1090008" y="385763"/>
                  <a:pt x="1002784" y="353615"/>
                </a:cubicBezTo>
                <a:cubicBezTo>
                  <a:pt x="979525" y="346472"/>
                  <a:pt x="944635" y="357188"/>
                  <a:pt x="956265" y="396479"/>
                </a:cubicBezTo>
                <a:cubicBezTo>
                  <a:pt x="967894" y="432198"/>
                  <a:pt x="1005692" y="460772"/>
                  <a:pt x="938820" y="453629"/>
                </a:cubicBezTo>
                <a:cubicBezTo>
                  <a:pt x="889393" y="450056"/>
                  <a:pt x="874856" y="407194"/>
                  <a:pt x="860319" y="360759"/>
                </a:cubicBezTo>
                <a:cubicBezTo>
                  <a:pt x="848689" y="335757"/>
                  <a:pt x="816707" y="321469"/>
                  <a:pt x="793447" y="335757"/>
                </a:cubicBezTo>
                <a:cubicBezTo>
                  <a:pt x="764373" y="350044"/>
                  <a:pt x="773095" y="389335"/>
                  <a:pt x="773095" y="417910"/>
                </a:cubicBezTo>
                <a:cubicBezTo>
                  <a:pt x="770187" y="471488"/>
                  <a:pt x="793447" y="496491"/>
                  <a:pt x="834151" y="507206"/>
                </a:cubicBezTo>
                <a:cubicBezTo>
                  <a:pt x="883579" y="521494"/>
                  <a:pt x="933005" y="539354"/>
                  <a:pt x="996969" y="560785"/>
                </a:cubicBezTo>
                <a:cubicBezTo>
                  <a:pt x="927190" y="596503"/>
                  <a:pt x="874856" y="589360"/>
                  <a:pt x="822522" y="560785"/>
                </a:cubicBezTo>
                <a:cubicBezTo>
                  <a:pt x="758558" y="528637"/>
                  <a:pt x="674242" y="485775"/>
                  <a:pt x="621908" y="525066"/>
                </a:cubicBezTo>
                <a:cubicBezTo>
                  <a:pt x="543407" y="582216"/>
                  <a:pt x="479443" y="546497"/>
                  <a:pt x="409664" y="535781"/>
                </a:cubicBezTo>
                <a:cubicBezTo>
                  <a:pt x="264290" y="514350"/>
                  <a:pt x="354422" y="482204"/>
                  <a:pt x="209049" y="464344"/>
                </a:cubicBezTo>
                <a:cubicBezTo>
                  <a:pt x="150900" y="457200"/>
                  <a:pt x="89843" y="428625"/>
                  <a:pt x="5527" y="467916"/>
                </a:cubicBezTo>
                <a:cubicBezTo>
                  <a:pt x="386404" y="675085"/>
                  <a:pt x="566666" y="660797"/>
                  <a:pt x="906838" y="914400"/>
                </a:cubicBezTo>
                <a:cubicBezTo>
                  <a:pt x="892301" y="939404"/>
                  <a:pt x="877764" y="928688"/>
                  <a:pt x="863226" y="925116"/>
                </a:cubicBezTo>
                <a:cubicBezTo>
                  <a:pt x="839967" y="921544"/>
                  <a:pt x="810892" y="907256"/>
                  <a:pt x="805077" y="953691"/>
                </a:cubicBezTo>
                <a:cubicBezTo>
                  <a:pt x="802169" y="989410"/>
                  <a:pt x="819615" y="1007269"/>
                  <a:pt x="848689" y="1010841"/>
                </a:cubicBezTo>
                <a:cubicBezTo>
                  <a:pt x="933005" y="1025129"/>
                  <a:pt x="1008599" y="1075135"/>
                  <a:pt x="1084193" y="1117997"/>
                </a:cubicBezTo>
                <a:cubicBezTo>
                  <a:pt x="1119082" y="1135857"/>
                  <a:pt x="1156879" y="1160860"/>
                  <a:pt x="1142342" y="1225153"/>
                </a:cubicBezTo>
                <a:cubicBezTo>
                  <a:pt x="1113268" y="1243013"/>
                  <a:pt x="1092915" y="1218009"/>
                  <a:pt x="1069655" y="1214438"/>
                </a:cubicBezTo>
                <a:cubicBezTo>
                  <a:pt x="1046396" y="1210866"/>
                  <a:pt x="991154" y="1225153"/>
                  <a:pt x="1005692" y="1235869"/>
                </a:cubicBezTo>
                <a:cubicBezTo>
                  <a:pt x="1072563" y="1275159"/>
                  <a:pt x="950450" y="1371600"/>
                  <a:pt x="1031858" y="1371600"/>
                </a:cubicBezTo>
                <a:cubicBezTo>
                  <a:pt x="1165601" y="1371600"/>
                  <a:pt x="1238288" y="1543050"/>
                  <a:pt x="1366216" y="1546622"/>
                </a:cubicBezTo>
                <a:cubicBezTo>
                  <a:pt x="1386568" y="1546622"/>
                  <a:pt x="1395290" y="1578770"/>
                  <a:pt x="1395290" y="1603772"/>
                </a:cubicBezTo>
                <a:cubicBezTo>
                  <a:pt x="1395290" y="1635920"/>
                  <a:pt x="1374939" y="1639491"/>
                  <a:pt x="1354586" y="1643063"/>
                </a:cubicBezTo>
                <a:cubicBezTo>
                  <a:pt x="1322604" y="1646635"/>
                  <a:pt x="1287715" y="1603772"/>
                  <a:pt x="1247011" y="1664494"/>
                </a:cubicBezTo>
                <a:cubicBezTo>
                  <a:pt x="1322604" y="1700213"/>
                  <a:pt x="1401105" y="1735932"/>
                  <a:pt x="1398198" y="1857375"/>
                </a:cubicBezTo>
                <a:cubicBezTo>
                  <a:pt x="1398198" y="1889523"/>
                  <a:pt x="1430180" y="1903810"/>
                  <a:pt x="1453440" y="1910954"/>
                </a:cubicBezTo>
                <a:cubicBezTo>
                  <a:pt x="1494144" y="1925241"/>
                  <a:pt x="1526126" y="1946673"/>
                  <a:pt x="1549386" y="1993106"/>
                </a:cubicBezTo>
                <a:cubicBezTo>
                  <a:pt x="1549386" y="2003822"/>
                  <a:pt x="1549386" y="2010966"/>
                  <a:pt x="1549386" y="2021681"/>
                </a:cubicBezTo>
                <a:cubicBezTo>
                  <a:pt x="1543571" y="2132410"/>
                  <a:pt x="1485422" y="2128838"/>
                  <a:pt x="1421458" y="2110978"/>
                </a:cubicBezTo>
                <a:cubicBezTo>
                  <a:pt x="1345864" y="2089547"/>
                  <a:pt x="1270270" y="2046685"/>
                  <a:pt x="1188861" y="2085976"/>
                </a:cubicBezTo>
                <a:cubicBezTo>
                  <a:pt x="1302252" y="2139554"/>
                  <a:pt x="1427272" y="2143126"/>
                  <a:pt x="1531941" y="2218135"/>
                </a:cubicBezTo>
                <a:cubicBezTo>
                  <a:pt x="1142342" y="2232422"/>
                  <a:pt x="799262" y="1993106"/>
                  <a:pt x="421293" y="1900238"/>
                </a:cubicBezTo>
                <a:cubicBezTo>
                  <a:pt x="432923" y="1960960"/>
                  <a:pt x="464905" y="1975247"/>
                  <a:pt x="491072" y="1982391"/>
                </a:cubicBezTo>
                <a:cubicBezTo>
                  <a:pt x="630630" y="2028825"/>
                  <a:pt x="752743" y="2121695"/>
                  <a:pt x="880671" y="2200276"/>
                </a:cubicBezTo>
                <a:cubicBezTo>
                  <a:pt x="933005" y="2232422"/>
                  <a:pt x="970802" y="2268142"/>
                  <a:pt x="991154" y="2336007"/>
                </a:cubicBezTo>
                <a:cubicBezTo>
                  <a:pt x="1008599" y="2400300"/>
                  <a:pt x="1043489" y="2428875"/>
                  <a:pt x="1107453" y="2411016"/>
                </a:cubicBezTo>
                <a:cubicBezTo>
                  <a:pt x="1159787" y="2396729"/>
                  <a:pt x="1215029" y="2403873"/>
                  <a:pt x="1270270" y="2411016"/>
                </a:cubicBezTo>
                <a:cubicBezTo>
                  <a:pt x="1331326" y="2418160"/>
                  <a:pt x="1401105" y="2489597"/>
                  <a:pt x="1386568" y="2528889"/>
                </a:cubicBezTo>
                <a:cubicBezTo>
                  <a:pt x="1357494" y="2593182"/>
                  <a:pt x="1308067" y="2561035"/>
                  <a:pt x="1267362" y="2553891"/>
                </a:cubicBezTo>
                <a:cubicBezTo>
                  <a:pt x="1217936" y="2546748"/>
                  <a:pt x="1127805" y="2528889"/>
                  <a:pt x="1127805" y="2536032"/>
                </a:cubicBezTo>
                <a:cubicBezTo>
                  <a:pt x="1095822" y="2696766"/>
                  <a:pt x="1023136" y="2575322"/>
                  <a:pt x="970802" y="2575322"/>
                </a:cubicBezTo>
                <a:cubicBezTo>
                  <a:pt x="921375" y="2575322"/>
                  <a:pt x="871949" y="2557463"/>
                  <a:pt x="825429" y="2543176"/>
                </a:cubicBezTo>
                <a:cubicBezTo>
                  <a:pt x="764373" y="2525316"/>
                  <a:pt x="709132" y="2557463"/>
                  <a:pt x="650982" y="2564607"/>
                </a:cubicBezTo>
                <a:cubicBezTo>
                  <a:pt x="598648" y="2571751"/>
                  <a:pt x="627722" y="2664620"/>
                  <a:pt x="595740" y="2703909"/>
                </a:cubicBezTo>
                <a:cubicBezTo>
                  <a:pt x="589926" y="2714626"/>
                  <a:pt x="584111" y="2714626"/>
                  <a:pt x="578296" y="2714626"/>
                </a:cubicBezTo>
                <a:cubicBezTo>
                  <a:pt x="560851" y="2993232"/>
                  <a:pt x="255568" y="2925366"/>
                  <a:pt x="255568" y="2936081"/>
                </a:cubicBezTo>
                <a:cubicBezTo>
                  <a:pt x="229401" y="2953941"/>
                  <a:pt x="197419" y="2911079"/>
                  <a:pt x="165437" y="2953941"/>
                </a:cubicBezTo>
                <a:cubicBezTo>
                  <a:pt x="302087" y="3150394"/>
                  <a:pt x="511425" y="3196828"/>
                  <a:pt x="697501" y="3343275"/>
                </a:cubicBezTo>
                <a:cubicBezTo>
                  <a:pt x="543407" y="3393282"/>
                  <a:pt x="453275" y="3221832"/>
                  <a:pt x="339884" y="3243263"/>
                </a:cubicBezTo>
                <a:cubicBezTo>
                  <a:pt x="284643" y="3296842"/>
                  <a:pt x="450368" y="3382566"/>
                  <a:pt x="290458" y="3407569"/>
                </a:cubicBezTo>
                <a:cubicBezTo>
                  <a:pt x="360236" y="3454004"/>
                  <a:pt x="409664" y="3500439"/>
                  <a:pt x="459090" y="3554016"/>
                </a:cubicBezTo>
                <a:cubicBezTo>
                  <a:pt x="543407" y="3650457"/>
                  <a:pt x="560851" y="3714751"/>
                  <a:pt x="520147" y="3843338"/>
                </a:cubicBezTo>
                <a:cubicBezTo>
                  <a:pt x="493979" y="3929063"/>
                  <a:pt x="456183" y="4007645"/>
                  <a:pt x="491072" y="4107657"/>
                </a:cubicBezTo>
                <a:cubicBezTo>
                  <a:pt x="514332" y="4175522"/>
                  <a:pt x="505609" y="4221957"/>
                  <a:pt x="418386" y="4189810"/>
                </a:cubicBezTo>
                <a:cubicBezTo>
                  <a:pt x="325347" y="4157663"/>
                  <a:pt x="290458" y="4218386"/>
                  <a:pt x="313718" y="4339829"/>
                </a:cubicBezTo>
                <a:cubicBezTo>
                  <a:pt x="328254" y="4418410"/>
                  <a:pt x="313718" y="4443413"/>
                  <a:pt x="249753" y="4432698"/>
                </a:cubicBezTo>
                <a:cubicBezTo>
                  <a:pt x="179975" y="4421982"/>
                  <a:pt x="113103" y="4371976"/>
                  <a:pt x="25879" y="4396979"/>
                </a:cubicBezTo>
                <a:cubicBezTo>
                  <a:pt x="95658" y="4539854"/>
                  <a:pt x="243939" y="4496991"/>
                  <a:pt x="325347" y="4632722"/>
                </a:cubicBezTo>
                <a:cubicBezTo>
                  <a:pt x="229401" y="4632722"/>
                  <a:pt x="153807" y="4632722"/>
                  <a:pt x="84029" y="4604147"/>
                </a:cubicBezTo>
                <a:cubicBezTo>
                  <a:pt x="54954" y="4593433"/>
                  <a:pt x="22972" y="4579145"/>
                  <a:pt x="5527" y="4622007"/>
                </a:cubicBezTo>
                <a:cubicBezTo>
                  <a:pt x="-14826" y="4672014"/>
                  <a:pt x="25879" y="4689872"/>
                  <a:pt x="49139" y="4697016"/>
                </a:cubicBezTo>
                <a:cubicBezTo>
                  <a:pt x="116011" y="4722019"/>
                  <a:pt x="168344" y="4779170"/>
                  <a:pt x="226494" y="4825604"/>
                </a:cubicBezTo>
                <a:cubicBezTo>
                  <a:pt x="351514" y="4925616"/>
                  <a:pt x="488165" y="5011341"/>
                  <a:pt x="592833" y="5175647"/>
                </a:cubicBezTo>
                <a:cubicBezTo>
                  <a:pt x="461997" y="5132785"/>
                  <a:pt x="363144" y="5032772"/>
                  <a:pt x="238123" y="5014913"/>
                </a:cubicBezTo>
                <a:cubicBezTo>
                  <a:pt x="345700" y="5164932"/>
                  <a:pt x="482350" y="5264944"/>
                  <a:pt x="610278" y="5375673"/>
                </a:cubicBezTo>
                <a:cubicBezTo>
                  <a:pt x="648075" y="5407819"/>
                  <a:pt x="685872" y="5429250"/>
                  <a:pt x="691686" y="5497116"/>
                </a:cubicBezTo>
                <a:cubicBezTo>
                  <a:pt x="709132" y="5629276"/>
                  <a:pt x="755650" y="5736432"/>
                  <a:pt x="860319" y="5793582"/>
                </a:cubicBezTo>
                <a:cubicBezTo>
                  <a:pt x="860319" y="5793582"/>
                  <a:pt x="854504" y="5815013"/>
                  <a:pt x="851597" y="5825729"/>
                </a:cubicBezTo>
                <a:cubicBezTo>
                  <a:pt x="787632" y="5829301"/>
                  <a:pt x="738206" y="5750720"/>
                  <a:pt x="659704" y="5779295"/>
                </a:cubicBezTo>
                <a:cubicBezTo>
                  <a:pt x="738206" y="5886451"/>
                  <a:pt x="802169" y="5979319"/>
                  <a:pt x="909746" y="6029326"/>
                </a:cubicBezTo>
                <a:cubicBezTo>
                  <a:pt x="996969" y="6068616"/>
                  <a:pt x="1104545" y="6093620"/>
                  <a:pt x="1168509" y="6222207"/>
                </a:cubicBezTo>
                <a:cubicBezTo>
                  <a:pt x="1095822" y="6247210"/>
                  <a:pt x="1040581" y="6215063"/>
                  <a:pt x="985339" y="6193632"/>
                </a:cubicBezTo>
                <a:cubicBezTo>
                  <a:pt x="901023" y="6157913"/>
                  <a:pt x="816707" y="6118623"/>
                  <a:pt x="732391" y="6082904"/>
                </a:cubicBezTo>
                <a:cubicBezTo>
                  <a:pt x="700408" y="6068616"/>
                  <a:pt x="665519" y="6061472"/>
                  <a:pt x="645167" y="6125766"/>
                </a:cubicBezTo>
                <a:cubicBezTo>
                  <a:pt x="752743" y="6140053"/>
                  <a:pt x="816707" y="6225779"/>
                  <a:pt x="883579" y="6307932"/>
                </a:cubicBezTo>
                <a:cubicBezTo>
                  <a:pt x="921375" y="6354366"/>
                  <a:pt x="953358" y="6415088"/>
                  <a:pt x="1020229" y="6393657"/>
                </a:cubicBezTo>
                <a:cubicBezTo>
                  <a:pt x="1055118" y="6382942"/>
                  <a:pt x="1078378" y="6415088"/>
                  <a:pt x="1075471" y="6457950"/>
                </a:cubicBezTo>
                <a:cubicBezTo>
                  <a:pt x="1060933" y="6607970"/>
                  <a:pt x="1145250" y="6657976"/>
                  <a:pt x="1232473" y="6686551"/>
                </a:cubicBezTo>
                <a:cubicBezTo>
                  <a:pt x="1360401" y="6729413"/>
                  <a:pt x="1473792" y="6815138"/>
                  <a:pt x="1592997" y="6886576"/>
                </a:cubicBezTo>
                <a:lnTo>
                  <a:pt x="5511704" y="6886576"/>
                </a:ln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A68BE56-720B-A9EF-CF8A-3A1508DBB3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13312"/>
            <a:ext cx="4038600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S3 Glacier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60AD0E-033E-0E43-D90F-3A862E27CC9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095999" y="713313"/>
            <a:ext cx="5257801" cy="543137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 dirty="0"/>
              <a:t>What is S3 Glacier?</a:t>
            </a:r>
          </a:p>
          <a:p>
            <a:pPr marR="0" lvl="1"/>
            <a:r>
              <a:rPr lang="en-US" sz="2000" b="0" i="0" u="none" strike="noStrike" baseline="0" dirty="0"/>
              <a:t>Low-cost archival storage within the Amazon S3 family</a:t>
            </a:r>
          </a:p>
          <a:p>
            <a:pPr marR="0" lvl="1"/>
            <a:r>
              <a:rPr lang="en-US" sz="2000" b="0" i="0" u="none" strike="noStrike" baseline="0" dirty="0"/>
              <a:t>Designed for rarely accessed data</a:t>
            </a:r>
          </a:p>
          <a:p>
            <a:pPr marR="0" lvl="1"/>
            <a:r>
              <a:rPr lang="en-US" sz="2000" b="0" i="0" u="none" strike="noStrike" baseline="0" dirty="0"/>
              <a:t>Optimized for long-term retention</a:t>
            </a:r>
          </a:p>
          <a:p>
            <a:pPr marR="0" lvl="1"/>
            <a:r>
              <a:rPr lang="en-US" sz="2000" b="0" i="0" u="none" strike="noStrike" baseline="0" dirty="0"/>
              <a:t>Retrieval generally takes longer than standard S3 storage</a:t>
            </a:r>
          </a:p>
          <a:p>
            <a:pPr marR="0" lvl="0"/>
            <a:r>
              <a:rPr lang="en-US" sz="2000" b="1" i="0" u="none" strike="noStrike" baseline="0" dirty="0"/>
              <a:t>Why Glacier is Needed</a:t>
            </a:r>
          </a:p>
          <a:p>
            <a:pPr marR="0" lvl="1"/>
            <a:r>
              <a:rPr lang="en-US" sz="2000" b="0" i="0" u="none" strike="noStrike" baseline="0" dirty="0"/>
              <a:t>Organizations generate large amounts of historical data</a:t>
            </a:r>
          </a:p>
          <a:p>
            <a:pPr marR="0" lvl="1"/>
            <a:r>
              <a:rPr lang="en-US" sz="2000" b="0" i="0" u="none" strike="noStrike" baseline="0" dirty="0"/>
              <a:t>Archived data may rarely be accessed</a:t>
            </a:r>
          </a:p>
          <a:p>
            <a:pPr marR="0" lvl="1"/>
            <a:r>
              <a:rPr lang="en-US" sz="2000" b="0" i="0" u="none" strike="noStrike" baseline="0" dirty="0"/>
              <a:t>Keeping inactive data in premium storage increases cost</a:t>
            </a:r>
          </a:p>
          <a:p>
            <a:pPr marR="0" lvl="1"/>
            <a:r>
              <a:rPr lang="en-US" sz="2000" b="0" i="0" u="none" strike="noStrike" baseline="0" dirty="0"/>
              <a:t>Glacier provides economical long-term storage</a:t>
            </a:r>
          </a:p>
        </p:txBody>
      </p:sp>
    </p:spTree>
    <p:extLst>
      <p:ext uri="{BB962C8B-B14F-4D97-AF65-F5344CB8AC3E}">
        <p14:creationId xmlns:p14="http://schemas.microsoft.com/office/powerpoint/2010/main" val="33427014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1AD804-E0ED-2369-A77A-4C6947962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Glacier Storage Classes</a:t>
            </a: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53A622-6825-2E0C-7A0E-703FCD3126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200" b="1" i="0" u="none" strike="noStrike" baseline="0"/>
              <a:t>Glacier Classes</a:t>
            </a:r>
          </a:p>
          <a:p>
            <a:pPr marR="0" lvl="1"/>
            <a:r>
              <a:rPr lang="en-US" sz="2200" b="0" i="0" u="none" strike="noStrike" baseline="0"/>
              <a:t>Glacier Instant Retrieval — archive with immediate access</a:t>
            </a:r>
          </a:p>
          <a:p>
            <a:pPr marR="0" lvl="1"/>
            <a:r>
              <a:rPr lang="en-US" sz="2200" b="0" i="0" u="none" strike="noStrike" baseline="0"/>
              <a:t>Glacier Flexible Retrieval — retrieval in minutes to hours depending on option</a:t>
            </a:r>
          </a:p>
          <a:p>
            <a:pPr marR="0" lvl="1"/>
            <a:r>
              <a:rPr lang="en-US" sz="2200" b="0" i="0" u="none" strike="noStrike" baseline="0"/>
              <a:t>Glacier Deep Archive — lowest-cost option for very long-term retention</a:t>
            </a:r>
          </a:p>
          <a:p>
            <a:pPr marR="0" lvl="0"/>
            <a:r>
              <a:rPr lang="en-US" sz="2200" b="1" i="0" u="none" strike="noStrike" baseline="0"/>
              <a:t>Typical Uses</a:t>
            </a:r>
          </a:p>
          <a:p>
            <a:pPr marR="0" lvl="1"/>
            <a:r>
              <a:rPr lang="en-US" sz="2200" b="0" i="0" u="none" strike="noStrike" baseline="0"/>
              <a:t>Medical and digital archives → Instant Retrieval</a:t>
            </a:r>
          </a:p>
          <a:p>
            <a:pPr marR="0" lvl="1"/>
            <a:r>
              <a:rPr lang="en-US" sz="2200" b="0" i="0" u="none" strike="noStrike" baseline="0"/>
              <a:t>Backups and disaster recovery → Flexible Retrieval</a:t>
            </a:r>
          </a:p>
          <a:p>
            <a:pPr marR="0" lvl="1"/>
            <a:r>
              <a:rPr lang="en-US" sz="2200" b="0" i="0" u="none" strike="noStrike" baseline="0"/>
              <a:t>Legal, regulatory, and historical archives → Deep Archive</a:t>
            </a:r>
          </a:p>
        </p:txBody>
      </p:sp>
    </p:spTree>
    <p:extLst>
      <p:ext uri="{BB962C8B-B14F-4D97-AF65-F5344CB8AC3E}">
        <p14:creationId xmlns:p14="http://schemas.microsoft.com/office/powerpoint/2010/main" val="4138070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71B224-A68A-2938-0DC1-21C206E76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46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Glacier Retrieval Options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DD2579B-BCF0-C85B-C803-CD84796B8AC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53584702"/>
              </p:ext>
            </p:extLst>
          </p:nvPr>
        </p:nvGraphicFramePr>
        <p:xfrm>
          <a:off x="5542671" y="274320"/>
          <a:ext cx="6224953" cy="59455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47281829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9E1B828-56DD-80E6-888C-13BB48EDE5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R="0"/>
            <a:r>
              <a:rPr lang="en-US" sz="42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Glacier Lifecycle Management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A839FA31-A4A9-7040-D648-E972C2CAD4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1872435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61341505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35">
            <a:extLst>
              <a:ext uri="{FF2B5EF4-FFF2-40B4-BE49-F238E27FC236}">
                <a16:creationId xmlns:a16="http://schemas.microsoft.com/office/drawing/2014/main" id="{AB8C311F-7253-4AED-9701-7FC0708C4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E2384209-CB15-4CDF-9D31-C44FD9A3F2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2666617" y="-2666188"/>
            <a:ext cx="6858000" cy="12191233"/>
          </a:xfrm>
          <a:prstGeom prst="rect">
            <a:avLst/>
          </a:prstGeom>
          <a:gradFill>
            <a:gsLst>
              <a:gs pos="8000">
                <a:schemeClr val="accent1"/>
              </a:gs>
              <a:gs pos="100000">
                <a:schemeClr val="accent1">
                  <a:lumMod val="50000"/>
                </a:schemeClr>
              </a:gs>
            </a:gsLst>
            <a:lin ang="12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2633B3B5-CC90-43F0-8714-D31D1F3F02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2311" y="0"/>
            <a:ext cx="9070846" cy="6857572"/>
          </a:xfrm>
          <a:prstGeom prst="rect">
            <a:avLst/>
          </a:prstGeom>
          <a:gradFill>
            <a:gsLst>
              <a:gs pos="8000">
                <a:srgbClr val="000000">
                  <a:alpha val="52000"/>
                </a:srgbClr>
              </a:gs>
              <a:gs pos="100000">
                <a:schemeClr val="accent1"/>
              </a:gs>
            </a:gsLst>
            <a:lin ang="4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A8D57A06-A426-446D-B02C-A2DC6B62E45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3649491" y="-1685840"/>
            <a:ext cx="4894564" cy="12193546"/>
          </a:xfrm>
          <a:prstGeom prst="rect">
            <a:avLst/>
          </a:prstGeom>
          <a:gradFill>
            <a:gsLst>
              <a:gs pos="0">
                <a:schemeClr val="accent5">
                  <a:lumMod val="60000"/>
                  <a:lumOff val="40000"/>
                  <a:alpha val="0"/>
                </a:schemeClr>
              </a:gs>
              <a:gs pos="100000">
                <a:srgbClr val="000000">
                  <a:alpha val="46000"/>
                </a:srgbClr>
              </a:gs>
            </a:gsLst>
            <a:lin ang="1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A4A2E84-D0B9-6257-2377-07AE3BB0F2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609600"/>
            <a:ext cx="11277600" cy="563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97163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2EE069-9C24-8502-529B-9C632841F6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Glacier Security and Disaster Recovery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E18BAF1-B53F-92AC-1DA7-85CDBD5B5C7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4134181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15469397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5E7F21-2FAB-E772-D6A2-03C1A8D152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Amazon EBS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5C915AB6-CD43-AF5A-835E-CB530166810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50711796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67755694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B41AAF4-0921-2D59-AFC0-344F56F40E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How Amazon EBS Works</a:t>
            </a:r>
          </a:p>
        </p:txBody>
      </p:sp>
      <p:graphicFrame>
        <p:nvGraphicFramePr>
          <p:cNvPr id="18" name="Text Placeholder 2">
            <a:extLst>
              <a:ext uri="{FF2B5EF4-FFF2-40B4-BE49-F238E27FC236}">
                <a16:creationId xmlns:a16="http://schemas.microsoft.com/office/drawing/2014/main" id="{3067B95A-D8A1-7BB3-758E-DDE66932DB2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7974077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89194382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E51BA4DF-2BD4-4EC2-B1DB-B27C8AC718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B93B4E1-785F-F0E0-DB8E-5642FC9CB0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53733" y="548464"/>
            <a:ext cx="6798541" cy="1675623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/>
            <a:r>
              <a:rPr lang="en-US" sz="4000" b="1" i="0" u="none" strike="noStrike" baseline="0"/>
              <a:t>EBS Volume Types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E5E3486-B3E3-C146-638E-324E8CB6923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4178" r="24977" b="-1"/>
          <a:stretch>
            <a:fillRect/>
          </a:stretch>
        </p:blipFill>
        <p:spPr>
          <a:xfrm>
            <a:off x="1" y="10"/>
            <a:ext cx="4196496" cy="6857990"/>
          </a:xfrm>
          <a:prstGeom prst="rect">
            <a:avLst/>
          </a:prstGeom>
          <a:effectLst/>
        </p:spPr>
      </p:pic>
      <p:graphicFrame>
        <p:nvGraphicFramePr>
          <p:cNvPr id="31" name="Text Placeholder 2">
            <a:extLst>
              <a:ext uri="{FF2B5EF4-FFF2-40B4-BE49-F238E27FC236}">
                <a16:creationId xmlns:a16="http://schemas.microsoft.com/office/drawing/2014/main" id="{F8E3C0E2-0170-5C95-6214-0FA20AB83FF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82709870"/>
              </p:ext>
            </p:extLst>
          </p:nvPr>
        </p:nvGraphicFramePr>
        <p:xfrm>
          <a:off x="4553734" y="2409830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93599293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588DA8-065E-4F6F-8EFD-43104AB2E0C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4285719-470E-454C-AF62-8323075F1F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9FE4EF-C4D8-49A0-B2FF-81D8DB7D8A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4300840D-0A0B-4512-BACA-B439D5B9C57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2B78728-A580-49A7-84F9-6EF6F583AD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38FAA1A1-D861-433F-88FA-1E9D6FD31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8D71EDA1-87BF-4D5D-AB79-F346FD192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3" y="1399943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77519C-5A25-3E79-CA42-E487339FAB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6722" y="586855"/>
            <a:ext cx="3201366" cy="3387497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Choosing an EBS Volume Type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5A8AE9-5020-DE07-0EBB-FAE5485F14F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810259" y="649480"/>
            <a:ext cx="6555347" cy="554604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sz="2000" b="1" i="0" u="none" strike="noStrike" baseline="0"/>
              <a:t>Workload Selection</a:t>
            </a:r>
          </a:p>
          <a:p>
            <a:pPr marR="0" lvl="1"/>
            <a:r>
              <a:rPr lang="en-US" sz="2000" b="0" i="0" u="none" strike="noStrike" baseline="0"/>
              <a:t>General applications → gp3</a:t>
            </a:r>
          </a:p>
          <a:p>
            <a:pPr marR="0" lvl="1"/>
            <a:r>
              <a:rPr lang="en-US" sz="2000" b="0" i="0" u="none" strike="noStrike" baseline="0"/>
              <a:t>Operating system disk → gp3</a:t>
            </a:r>
          </a:p>
          <a:p>
            <a:pPr marR="0" lvl="1"/>
            <a:r>
              <a:rPr lang="en-US" sz="2000" b="0" i="0" u="none" strike="noStrike" baseline="0"/>
              <a:t>High-performance transactional database → io2</a:t>
            </a:r>
          </a:p>
          <a:p>
            <a:pPr marR="0" lvl="1"/>
            <a:r>
              <a:rPr lang="en-US" sz="2000" b="0" i="0" u="none" strike="noStrike" baseline="0"/>
              <a:t>Large sequential data processing → st1</a:t>
            </a:r>
          </a:p>
          <a:p>
            <a:pPr marR="0" lvl="1"/>
            <a:r>
              <a:rPr lang="en-US" sz="2000" b="0" i="0" u="none" strike="noStrike" baseline="0"/>
              <a:t>Low-performance persistent data → sc1</a:t>
            </a:r>
          </a:p>
        </p:txBody>
      </p:sp>
    </p:spTree>
    <p:extLst>
      <p:ext uri="{BB962C8B-B14F-4D97-AF65-F5344CB8AC3E}">
        <p14:creationId xmlns:p14="http://schemas.microsoft.com/office/powerpoint/2010/main" val="19863125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B61C50F-E186-0871-734F-F7474D0942C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7582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296FFA1-6F1C-7895-91B7-14326362B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baseline="0"/>
              <a:t>Amazon EBS Snapshots</a:t>
            </a:r>
          </a:p>
        </p:txBody>
      </p:sp>
      <p:graphicFrame>
        <p:nvGraphicFramePr>
          <p:cNvPr id="36" name="Text Placeholder 2">
            <a:extLst>
              <a:ext uri="{FF2B5EF4-FFF2-40B4-BE49-F238E27FC236}">
                <a16:creationId xmlns:a16="http://schemas.microsoft.com/office/drawing/2014/main" id="{2293AEA5-4B5A-4C79-0BBD-79BB7740CBE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61168210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68060153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D9A966E-C126-550E-C125-6EE6D4F07836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2256" b="3157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871EB45-A3CC-059E-637A-217BE65B55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baseline="0"/>
              <a:t>EBS Snapshot Recovery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1A9344DF-F00C-E588-E814-5AEB036ECA0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9638276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7100258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DA8886A6-5426-494B-96D8-D962D2BA08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3ED336-C09E-46E8-9774-B977D15FC5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2347"/>
            <a:ext cx="12191999" cy="6105653"/>
          </a:xfrm>
          <a:custGeom>
            <a:avLst/>
            <a:gdLst>
              <a:gd name="connsiteX0" fmla="*/ 7538181 w 12191999"/>
              <a:gd name="connsiteY0" fmla="*/ 484 h 6105653"/>
              <a:gd name="connsiteX1" fmla="*/ 7569993 w 12191999"/>
              <a:gd name="connsiteY1" fmla="*/ 5527 h 6105653"/>
              <a:gd name="connsiteX2" fmla="*/ 7587853 w 12191999"/>
              <a:gd name="connsiteY2" fmla="*/ 84028 h 6105653"/>
              <a:gd name="connsiteX3" fmla="*/ 7559278 w 12191999"/>
              <a:gd name="connsiteY3" fmla="*/ 325347 h 6105653"/>
              <a:gd name="connsiteX4" fmla="*/ 7795021 w 12191999"/>
              <a:gd name="connsiteY4" fmla="*/ 25878 h 6105653"/>
              <a:gd name="connsiteX5" fmla="*/ 7759302 w 12191999"/>
              <a:gd name="connsiteY5" fmla="*/ 249752 h 6105653"/>
              <a:gd name="connsiteX6" fmla="*/ 7852171 w 12191999"/>
              <a:gd name="connsiteY6" fmla="*/ 313717 h 6105653"/>
              <a:gd name="connsiteX7" fmla="*/ 8002190 w 12191999"/>
              <a:gd name="connsiteY7" fmla="*/ 418385 h 6105653"/>
              <a:gd name="connsiteX8" fmla="*/ 8084343 w 12191999"/>
              <a:gd name="connsiteY8" fmla="*/ 491072 h 6105653"/>
              <a:gd name="connsiteX9" fmla="*/ 8348662 w 12191999"/>
              <a:gd name="connsiteY9" fmla="*/ 520146 h 6105653"/>
              <a:gd name="connsiteX10" fmla="*/ 8637984 w 12191999"/>
              <a:gd name="connsiteY10" fmla="*/ 459090 h 6105653"/>
              <a:gd name="connsiteX11" fmla="*/ 8784431 w 12191999"/>
              <a:gd name="connsiteY11" fmla="*/ 290457 h 6105653"/>
              <a:gd name="connsiteX12" fmla="*/ 8948737 w 12191999"/>
              <a:gd name="connsiteY12" fmla="*/ 339884 h 6105653"/>
              <a:gd name="connsiteX13" fmla="*/ 8848725 w 12191999"/>
              <a:gd name="connsiteY13" fmla="*/ 697501 h 6105653"/>
              <a:gd name="connsiteX14" fmla="*/ 9238059 w 12191999"/>
              <a:gd name="connsiteY14" fmla="*/ 165437 h 6105653"/>
              <a:gd name="connsiteX15" fmla="*/ 9255919 w 12191999"/>
              <a:gd name="connsiteY15" fmla="*/ 255567 h 6105653"/>
              <a:gd name="connsiteX16" fmla="*/ 9477374 w 12191999"/>
              <a:gd name="connsiteY16" fmla="*/ 578295 h 6105653"/>
              <a:gd name="connsiteX17" fmla="*/ 9488091 w 12191999"/>
              <a:gd name="connsiteY17" fmla="*/ 595740 h 6105653"/>
              <a:gd name="connsiteX18" fmla="*/ 9627393 w 12191999"/>
              <a:gd name="connsiteY18" fmla="*/ 650981 h 6105653"/>
              <a:gd name="connsiteX19" fmla="*/ 9648824 w 12191999"/>
              <a:gd name="connsiteY19" fmla="*/ 825429 h 6105653"/>
              <a:gd name="connsiteX20" fmla="*/ 9616678 w 12191999"/>
              <a:gd name="connsiteY20" fmla="*/ 970802 h 6105653"/>
              <a:gd name="connsiteX21" fmla="*/ 9655968 w 12191999"/>
              <a:gd name="connsiteY21" fmla="*/ 1127805 h 6105653"/>
              <a:gd name="connsiteX22" fmla="*/ 9638109 w 12191999"/>
              <a:gd name="connsiteY22" fmla="*/ 1267362 h 6105653"/>
              <a:gd name="connsiteX23" fmla="*/ 9663111 w 12191999"/>
              <a:gd name="connsiteY23" fmla="*/ 1386568 h 6105653"/>
              <a:gd name="connsiteX24" fmla="*/ 9780984 w 12191999"/>
              <a:gd name="connsiteY24" fmla="*/ 1270269 h 6105653"/>
              <a:gd name="connsiteX25" fmla="*/ 9780984 w 12191999"/>
              <a:gd name="connsiteY25" fmla="*/ 1107452 h 6105653"/>
              <a:gd name="connsiteX26" fmla="*/ 9855993 w 12191999"/>
              <a:gd name="connsiteY26" fmla="*/ 991154 h 6105653"/>
              <a:gd name="connsiteX27" fmla="*/ 9991724 w 12191999"/>
              <a:gd name="connsiteY27" fmla="*/ 880670 h 6105653"/>
              <a:gd name="connsiteX28" fmla="*/ 10209609 w 12191999"/>
              <a:gd name="connsiteY28" fmla="*/ 491071 h 6105653"/>
              <a:gd name="connsiteX29" fmla="*/ 10291762 w 12191999"/>
              <a:gd name="connsiteY29" fmla="*/ 421292 h 6105653"/>
              <a:gd name="connsiteX30" fmla="*/ 9973865 w 12191999"/>
              <a:gd name="connsiteY30" fmla="*/ 1531941 h 6105653"/>
              <a:gd name="connsiteX31" fmla="*/ 10106024 w 12191999"/>
              <a:gd name="connsiteY31" fmla="*/ 1188861 h 6105653"/>
              <a:gd name="connsiteX32" fmla="*/ 10081022 w 12191999"/>
              <a:gd name="connsiteY32" fmla="*/ 1421458 h 6105653"/>
              <a:gd name="connsiteX33" fmla="*/ 10170318 w 12191999"/>
              <a:gd name="connsiteY33" fmla="*/ 1549385 h 6105653"/>
              <a:gd name="connsiteX34" fmla="*/ 10198893 w 12191999"/>
              <a:gd name="connsiteY34" fmla="*/ 1549385 h 6105653"/>
              <a:gd name="connsiteX35" fmla="*/ 10281046 w 12191999"/>
              <a:gd name="connsiteY35" fmla="*/ 1453439 h 6105653"/>
              <a:gd name="connsiteX36" fmla="*/ 10334625 w 12191999"/>
              <a:gd name="connsiteY36" fmla="*/ 1398198 h 6105653"/>
              <a:gd name="connsiteX37" fmla="*/ 10527506 w 12191999"/>
              <a:gd name="connsiteY37" fmla="*/ 1247010 h 6105653"/>
              <a:gd name="connsiteX38" fmla="*/ 10548937 w 12191999"/>
              <a:gd name="connsiteY38" fmla="*/ 1354586 h 6105653"/>
              <a:gd name="connsiteX39" fmla="*/ 10588228 w 12191999"/>
              <a:gd name="connsiteY39" fmla="*/ 1395290 h 6105653"/>
              <a:gd name="connsiteX40" fmla="*/ 10645378 w 12191999"/>
              <a:gd name="connsiteY40" fmla="*/ 1366216 h 6105653"/>
              <a:gd name="connsiteX41" fmla="*/ 10820400 w 12191999"/>
              <a:gd name="connsiteY41" fmla="*/ 1031858 h 6105653"/>
              <a:gd name="connsiteX42" fmla="*/ 10956131 w 12191999"/>
              <a:gd name="connsiteY42" fmla="*/ 1005691 h 6105653"/>
              <a:gd name="connsiteX43" fmla="*/ 10977562 w 12191999"/>
              <a:gd name="connsiteY43" fmla="*/ 1069655 h 6105653"/>
              <a:gd name="connsiteX44" fmla="*/ 10966847 w 12191999"/>
              <a:gd name="connsiteY44" fmla="*/ 1142341 h 6105653"/>
              <a:gd name="connsiteX45" fmla="*/ 11074003 w 12191999"/>
              <a:gd name="connsiteY45" fmla="*/ 1084192 h 6105653"/>
              <a:gd name="connsiteX46" fmla="*/ 11181159 w 12191999"/>
              <a:gd name="connsiteY46" fmla="*/ 848688 h 6105653"/>
              <a:gd name="connsiteX47" fmla="*/ 11238309 w 12191999"/>
              <a:gd name="connsiteY47" fmla="*/ 805077 h 6105653"/>
              <a:gd name="connsiteX48" fmla="*/ 11266884 w 12191999"/>
              <a:gd name="connsiteY48" fmla="*/ 863226 h 6105653"/>
              <a:gd name="connsiteX49" fmla="*/ 11277600 w 12191999"/>
              <a:gd name="connsiteY49" fmla="*/ 906838 h 6105653"/>
              <a:gd name="connsiteX50" fmla="*/ 11724084 w 12191999"/>
              <a:gd name="connsiteY50" fmla="*/ 5527 h 6105653"/>
              <a:gd name="connsiteX51" fmla="*/ 11727656 w 12191999"/>
              <a:gd name="connsiteY51" fmla="*/ 209048 h 6105653"/>
              <a:gd name="connsiteX52" fmla="*/ 11656218 w 12191999"/>
              <a:gd name="connsiteY52" fmla="*/ 409663 h 6105653"/>
              <a:gd name="connsiteX53" fmla="*/ 11666934 w 12191999"/>
              <a:gd name="connsiteY53" fmla="*/ 621907 h 6105653"/>
              <a:gd name="connsiteX54" fmla="*/ 11631215 w 12191999"/>
              <a:gd name="connsiteY54" fmla="*/ 822521 h 6105653"/>
              <a:gd name="connsiteX55" fmla="*/ 11631215 w 12191999"/>
              <a:gd name="connsiteY55" fmla="*/ 996969 h 6105653"/>
              <a:gd name="connsiteX56" fmla="*/ 11684793 w 12191999"/>
              <a:gd name="connsiteY56" fmla="*/ 834151 h 6105653"/>
              <a:gd name="connsiteX57" fmla="*/ 11774090 w 12191999"/>
              <a:gd name="connsiteY57" fmla="*/ 773095 h 6105653"/>
              <a:gd name="connsiteX58" fmla="*/ 11856243 w 12191999"/>
              <a:gd name="connsiteY58" fmla="*/ 793447 h 6105653"/>
              <a:gd name="connsiteX59" fmla="*/ 11831240 w 12191999"/>
              <a:gd name="connsiteY59" fmla="*/ 860319 h 6105653"/>
              <a:gd name="connsiteX60" fmla="*/ 11738371 w 12191999"/>
              <a:gd name="connsiteY60" fmla="*/ 938820 h 6105653"/>
              <a:gd name="connsiteX61" fmla="*/ 11795521 w 12191999"/>
              <a:gd name="connsiteY61" fmla="*/ 956264 h 6105653"/>
              <a:gd name="connsiteX62" fmla="*/ 11838384 w 12191999"/>
              <a:gd name="connsiteY62" fmla="*/ 1002784 h 6105653"/>
              <a:gd name="connsiteX63" fmla="*/ 11816952 w 12191999"/>
              <a:gd name="connsiteY63" fmla="*/ 1270269 h 6105653"/>
              <a:gd name="connsiteX64" fmla="*/ 11999118 w 12191999"/>
              <a:gd name="connsiteY64" fmla="*/ 1092915 h 6105653"/>
              <a:gd name="connsiteX65" fmla="*/ 12027693 w 12191999"/>
              <a:gd name="connsiteY65" fmla="*/ 979524 h 6105653"/>
              <a:gd name="connsiteX66" fmla="*/ 12102703 w 12191999"/>
              <a:gd name="connsiteY66" fmla="*/ 953357 h 6105653"/>
              <a:gd name="connsiteX67" fmla="*/ 12120562 w 12191999"/>
              <a:gd name="connsiteY67" fmla="*/ 1005691 h 6105653"/>
              <a:gd name="connsiteX68" fmla="*/ 12056268 w 12191999"/>
              <a:gd name="connsiteY68" fmla="*/ 1267362 h 6105653"/>
              <a:gd name="connsiteX69" fmla="*/ 12081272 w 12191999"/>
              <a:gd name="connsiteY69" fmla="*/ 1310974 h 6105653"/>
              <a:gd name="connsiteX70" fmla="*/ 12191999 w 12191999"/>
              <a:gd name="connsiteY70" fmla="*/ 1008598 h 6105653"/>
              <a:gd name="connsiteX71" fmla="*/ 12191999 w 12191999"/>
              <a:gd name="connsiteY71" fmla="*/ 6105653 h 6105653"/>
              <a:gd name="connsiteX72" fmla="*/ 0 w 12191999"/>
              <a:gd name="connsiteY72" fmla="*/ 6105653 h 6105653"/>
              <a:gd name="connsiteX73" fmla="*/ 0 w 12191999"/>
              <a:gd name="connsiteY73" fmla="*/ 927116 h 6105653"/>
              <a:gd name="connsiteX74" fmla="*/ 61930 w 12191999"/>
              <a:gd name="connsiteY74" fmla="*/ 902578 h 6105653"/>
              <a:gd name="connsiteX75" fmla="*/ 155971 w 12191999"/>
              <a:gd name="connsiteY75" fmla="*/ 883588 h 6105653"/>
              <a:gd name="connsiteX76" fmla="*/ 277414 w 12191999"/>
              <a:gd name="connsiteY76" fmla="*/ 802179 h 6105653"/>
              <a:gd name="connsiteX77" fmla="*/ 638174 w 12191999"/>
              <a:gd name="connsiteY77" fmla="*/ 430025 h 6105653"/>
              <a:gd name="connsiteX78" fmla="*/ 477440 w 12191999"/>
              <a:gd name="connsiteY78" fmla="*/ 784735 h 6105653"/>
              <a:gd name="connsiteX79" fmla="*/ 827483 w 12191999"/>
              <a:gd name="connsiteY79" fmla="*/ 418395 h 6105653"/>
              <a:gd name="connsiteX80" fmla="*/ 956071 w 12191999"/>
              <a:gd name="connsiteY80" fmla="*/ 241040 h 6105653"/>
              <a:gd name="connsiteX81" fmla="*/ 999268 w 12191999"/>
              <a:gd name="connsiteY81" fmla="*/ 192386 h 6105653"/>
              <a:gd name="connsiteX82" fmla="*/ 1031080 w 12191999"/>
              <a:gd name="connsiteY82" fmla="*/ 197429 h 6105653"/>
              <a:gd name="connsiteX83" fmla="*/ 1048940 w 12191999"/>
              <a:gd name="connsiteY83" fmla="*/ 275930 h 6105653"/>
              <a:gd name="connsiteX84" fmla="*/ 1020365 w 12191999"/>
              <a:gd name="connsiteY84" fmla="*/ 517249 h 6105653"/>
              <a:gd name="connsiteX85" fmla="*/ 1256108 w 12191999"/>
              <a:gd name="connsiteY85" fmla="*/ 217780 h 6105653"/>
              <a:gd name="connsiteX86" fmla="*/ 1220389 w 12191999"/>
              <a:gd name="connsiteY86" fmla="*/ 441654 h 6105653"/>
              <a:gd name="connsiteX87" fmla="*/ 1313258 w 12191999"/>
              <a:gd name="connsiteY87" fmla="*/ 505619 h 6105653"/>
              <a:gd name="connsiteX88" fmla="*/ 1463277 w 12191999"/>
              <a:gd name="connsiteY88" fmla="*/ 610287 h 6105653"/>
              <a:gd name="connsiteX89" fmla="*/ 1545430 w 12191999"/>
              <a:gd name="connsiteY89" fmla="*/ 682974 h 6105653"/>
              <a:gd name="connsiteX90" fmla="*/ 1809749 w 12191999"/>
              <a:gd name="connsiteY90" fmla="*/ 712048 h 6105653"/>
              <a:gd name="connsiteX91" fmla="*/ 2099071 w 12191999"/>
              <a:gd name="connsiteY91" fmla="*/ 650992 h 6105653"/>
              <a:gd name="connsiteX92" fmla="*/ 2245518 w 12191999"/>
              <a:gd name="connsiteY92" fmla="*/ 482359 h 6105653"/>
              <a:gd name="connsiteX93" fmla="*/ 2409824 w 12191999"/>
              <a:gd name="connsiteY93" fmla="*/ 531786 h 6105653"/>
              <a:gd name="connsiteX94" fmla="*/ 2309812 w 12191999"/>
              <a:gd name="connsiteY94" fmla="*/ 889403 h 6105653"/>
              <a:gd name="connsiteX95" fmla="*/ 2699146 w 12191999"/>
              <a:gd name="connsiteY95" fmla="*/ 357339 h 6105653"/>
              <a:gd name="connsiteX96" fmla="*/ 2717006 w 12191999"/>
              <a:gd name="connsiteY96" fmla="*/ 447469 h 6105653"/>
              <a:gd name="connsiteX97" fmla="*/ 2938461 w 12191999"/>
              <a:gd name="connsiteY97" fmla="*/ 770197 h 6105653"/>
              <a:gd name="connsiteX98" fmla="*/ 2949178 w 12191999"/>
              <a:gd name="connsiteY98" fmla="*/ 787642 h 6105653"/>
              <a:gd name="connsiteX99" fmla="*/ 3088480 w 12191999"/>
              <a:gd name="connsiteY99" fmla="*/ 842883 h 6105653"/>
              <a:gd name="connsiteX100" fmla="*/ 3109911 w 12191999"/>
              <a:gd name="connsiteY100" fmla="*/ 1017331 h 6105653"/>
              <a:gd name="connsiteX101" fmla="*/ 3077765 w 12191999"/>
              <a:gd name="connsiteY101" fmla="*/ 1162704 h 6105653"/>
              <a:gd name="connsiteX102" fmla="*/ 3117055 w 12191999"/>
              <a:gd name="connsiteY102" fmla="*/ 1319707 h 6105653"/>
              <a:gd name="connsiteX103" fmla="*/ 3099196 w 12191999"/>
              <a:gd name="connsiteY103" fmla="*/ 1459264 h 6105653"/>
              <a:gd name="connsiteX104" fmla="*/ 3124198 w 12191999"/>
              <a:gd name="connsiteY104" fmla="*/ 1578470 h 6105653"/>
              <a:gd name="connsiteX105" fmla="*/ 3242071 w 12191999"/>
              <a:gd name="connsiteY105" fmla="*/ 1462171 h 6105653"/>
              <a:gd name="connsiteX106" fmla="*/ 3242071 w 12191999"/>
              <a:gd name="connsiteY106" fmla="*/ 1299354 h 6105653"/>
              <a:gd name="connsiteX107" fmla="*/ 3317080 w 12191999"/>
              <a:gd name="connsiteY107" fmla="*/ 1183056 h 6105653"/>
              <a:gd name="connsiteX108" fmla="*/ 3452811 w 12191999"/>
              <a:gd name="connsiteY108" fmla="*/ 1072572 h 6105653"/>
              <a:gd name="connsiteX109" fmla="*/ 3670696 w 12191999"/>
              <a:gd name="connsiteY109" fmla="*/ 682973 h 6105653"/>
              <a:gd name="connsiteX110" fmla="*/ 3752849 w 12191999"/>
              <a:gd name="connsiteY110" fmla="*/ 613194 h 6105653"/>
              <a:gd name="connsiteX111" fmla="*/ 3434952 w 12191999"/>
              <a:gd name="connsiteY111" fmla="*/ 1723843 h 6105653"/>
              <a:gd name="connsiteX112" fmla="*/ 3567111 w 12191999"/>
              <a:gd name="connsiteY112" fmla="*/ 1380763 h 6105653"/>
              <a:gd name="connsiteX113" fmla="*/ 3542109 w 12191999"/>
              <a:gd name="connsiteY113" fmla="*/ 1613360 h 6105653"/>
              <a:gd name="connsiteX114" fmla="*/ 3631405 w 12191999"/>
              <a:gd name="connsiteY114" fmla="*/ 1741287 h 6105653"/>
              <a:gd name="connsiteX115" fmla="*/ 3659980 w 12191999"/>
              <a:gd name="connsiteY115" fmla="*/ 1741287 h 6105653"/>
              <a:gd name="connsiteX116" fmla="*/ 3742133 w 12191999"/>
              <a:gd name="connsiteY116" fmla="*/ 1645341 h 6105653"/>
              <a:gd name="connsiteX117" fmla="*/ 3795712 w 12191999"/>
              <a:gd name="connsiteY117" fmla="*/ 1590100 h 6105653"/>
              <a:gd name="connsiteX118" fmla="*/ 3988593 w 12191999"/>
              <a:gd name="connsiteY118" fmla="*/ 1438912 h 6105653"/>
              <a:gd name="connsiteX119" fmla="*/ 4010024 w 12191999"/>
              <a:gd name="connsiteY119" fmla="*/ 1546488 h 6105653"/>
              <a:gd name="connsiteX120" fmla="*/ 4049315 w 12191999"/>
              <a:gd name="connsiteY120" fmla="*/ 1587192 h 6105653"/>
              <a:gd name="connsiteX121" fmla="*/ 4106465 w 12191999"/>
              <a:gd name="connsiteY121" fmla="*/ 1558118 h 6105653"/>
              <a:gd name="connsiteX122" fmla="*/ 4281487 w 12191999"/>
              <a:gd name="connsiteY122" fmla="*/ 1223760 h 6105653"/>
              <a:gd name="connsiteX123" fmla="*/ 4417219 w 12191999"/>
              <a:gd name="connsiteY123" fmla="*/ 1197593 h 6105653"/>
              <a:gd name="connsiteX124" fmla="*/ 4438649 w 12191999"/>
              <a:gd name="connsiteY124" fmla="*/ 1261557 h 6105653"/>
              <a:gd name="connsiteX125" fmla="*/ 4427935 w 12191999"/>
              <a:gd name="connsiteY125" fmla="*/ 1334243 h 6105653"/>
              <a:gd name="connsiteX126" fmla="*/ 4535090 w 12191999"/>
              <a:gd name="connsiteY126" fmla="*/ 1276094 h 6105653"/>
              <a:gd name="connsiteX127" fmla="*/ 4642246 w 12191999"/>
              <a:gd name="connsiteY127" fmla="*/ 1040590 h 6105653"/>
              <a:gd name="connsiteX128" fmla="*/ 4699396 w 12191999"/>
              <a:gd name="connsiteY128" fmla="*/ 996979 h 6105653"/>
              <a:gd name="connsiteX129" fmla="*/ 4727971 w 12191999"/>
              <a:gd name="connsiteY129" fmla="*/ 1055128 h 6105653"/>
              <a:gd name="connsiteX130" fmla="*/ 4738688 w 12191999"/>
              <a:gd name="connsiteY130" fmla="*/ 1098740 h 6105653"/>
              <a:gd name="connsiteX131" fmla="*/ 5185172 w 12191999"/>
              <a:gd name="connsiteY131" fmla="*/ 197429 h 6105653"/>
              <a:gd name="connsiteX132" fmla="*/ 5188744 w 12191999"/>
              <a:gd name="connsiteY132" fmla="*/ 400950 h 6105653"/>
              <a:gd name="connsiteX133" fmla="*/ 5117306 w 12191999"/>
              <a:gd name="connsiteY133" fmla="*/ 601565 h 6105653"/>
              <a:gd name="connsiteX134" fmla="*/ 5128021 w 12191999"/>
              <a:gd name="connsiteY134" fmla="*/ 813809 h 6105653"/>
              <a:gd name="connsiteX135" fmla="*/ 5092302 w 12191999"/>
              <a:gd name="connsiteY135" fmla="*/ 1014423 h 6105653"/>
              <a:gd name="connsiteX136" fmla="*/ 5092302 w 12191999"/>
              <a:gd name="connsiteY136" fmla="*/ 1188871 h 6105653"/>
              <a:gd name="connsiteX137" fmla="*/ 5145880 w 12191999"/>
              <a:gd name="connsiteY137" fmla="*/ 1026053 h 6105653"/>
              <a:gd name="connsiteX138" fmla="*/ 5235177 w 12191999"/>
              <a:gd name="connsiteY138" fmla="*/ 964997 h 6105653"/>
              <a:gd name="connsiteX139" fmla="*/ 5317331 w 12191999"/>
              <a:gd name="connsiteY139" fmla="*/ 985349 h 6105653"/>
              <a:gd name="connsiteX140" fmla="*/ 5292327 w 12191999"/>
              <a:gd name="connsiteY140" fmla="*/ 1052221 h 6105653"/>
              <a:gd name="connsiteX141" fmla="*/ 5199458 w 12191999"/>
              <a:gd name="connsiteY141" fmla="*/ 1130722 h 6105653"/>
              <a:gd name="connsiteX142" fmla="*/ 5256608 w 12191999"/>
              <a:gd name="connsiteY142" fmla="*/ 1148166 h 6105653"/>
              <a:gd name="connsiteX143" fmla="*/ 5299471 w 12191999"/>
              <a:gd name="connsiteY143" fmla="*/ 1194686 h 6105653"/>
              <a:gd name="connsiteX144" fmla="*/ 5278039 w 12191999"/>
              <a:gd name="connsiteY144" fmla="*/ 1462171 h 6105653"/>
              <a:gd name="connsiteX145" fmla="*/ 5460205 w 12191999"/>
              <a:gd name="connsiteY145" fmla="*/ 1284817 h 6105653"/>
              <a:gd name="connsiteX146" fmla="*/ 5488780 w 12191999"/>
              <a:gd name="connsiteY146" fmla="*/ 1171426 h 6105653"/>
              <a:gd name="connsiteX147" fmla="*/ 5539513 w 12191999"/>
              <a:gd name="connsiteY147" fmla="*/ 1140353 h 6105653"/>
              <a:gd name="connsiteX148" fmla="*/ 5552720 w 12191999"/>
              <a:gd name="connsiteY148" fmla="*/ 1143022 h 6105653"/>
              <a:gd name="connsiteX149" fmla="*/ 5574208 w 12191999"/>
              <a:gd name="connsiteY149" fmla="*/ 1115811 h 6105653"/>
              <a:gd name="connsiteX150" fmla="*/ 5734050 w 12191999"/>
              <a:gd name="connsiteY150" fmla="*/ 1075470 h 6105653"/>
              <a:gd name="connsiteX151" fmla="*/ 5798343 w 12191999"/>
              <a:gd name="connsiteY151" fmla="*/ 1020228 h 6105653"/>
              <a:gd name="connsiteX152" fmla="*/ 5884068 w 12191999"/>
              <a:gd name="connsiteY152" fmla="*/ 883578 h 6105653"/>
              <a:gd name="connsiteX153" fmla="*/ 6066234 w 12191999"/>
              <a:gd name="connsiteY153" fmla="*/ 645166 h 6105653"/>
              <a:gd name="connsiteX154" fmla="*/ 6109096 w 12191999"/>
              <a:gd name="connsiteY154" fmla="*/ 732391 h 6105653"/>
              <a:gd name="connsiteX155" fmla="*/ 5998368 w 12191999"/>
              <a:gd name="connsiteY155" fmla="*/ 985338 h 6105653"/>
              <a:gd name="connsiteX156" fmla="*/ 5969793 w 12191999"/>
              <a:gd name="connsiteY156" fmla="*/ 1168509 h 6105653"/>
              <a:gd name="connsiteX157" fmla="*/ 6162674 w 12191999"/>
              <a:gd name="connsiteY157" fmla="*/ 909745 h 6105653"/>
              <a:gd name="connsiteX158" fmla="*/ 6412705 w 12191999"/>
              <a:gd name="connsiteY158" fmla="*/ 659704 h 6105653"/>
              <a:gd name="connsiteX159" fmla="*/ 6366271 w 12191999"/>
              <a:gd name="connsiteY159" fmla="*/ 851596 h 6105653"/>
              <a:gd name="connsiteX160" fmla="*/ 6398418 w 12191999"/>
              <a:gd name="connsiteY160" fmla="*/ 860319 h 6105653"/>
              <a:gd name="connsiteX161" fmla="*/ 6694884 w 12191999"/>
              <a:gd name="connsiteY161" fmla="*/ 691686 h 6105653"/>
              <a:gd name="connsiteX162" fmla="*/ 6816327 w 12191999"/>
              <a:gd name="connsiteY162" fmla="*/ 610277 h 6105653"/>
              <a:gd name="connsiteX163" fmla="*/ 7177087 w 12191999"/>
              <a:gd name="connsiteY163" fmla="*/ 238123 h 6105653"/>
              <a:gd name="connsiteX164" fmla="*/ 7016353 w 12191999"/>
              <a:gd name="connsiteY164" fmla="*/ 592833 h 6105653"/>
              <a:gd name="connsiteX165" fmla="*/ 7366396 w 12191999"/>
              <a:gd name="connsiteY165" fmla="*/ 226493 h 6105653"/>
              <a:gd name="connsiteX166" fmla="*/ 7494984 w 12191999"/>
              <a:gd name="connsiteY166" fmla="*/ 49138 h 6105653"/>
              <a:gd name="connsiteX167" fmla="*/ 7538181 w 12191999"/>
              <a:gd name="connsiteY167" fmla="*/ 484 h 61056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</a:cxnLst>
            <a:rect l="l" t="t" r="r" b="b"/>
            <a:pathLst>
              <a:path w="12191999" h="6105653">
                <a:moveTo>
                  <a:pt x="7538181" y="484"/>
                </a:moveTo>
                <a:cubicBezTo>
                  <a:pt x="7546999" y="-833"/>
                  <a:pt x="7557492" y="439"/>
                  <a:pt x="7569993" y="5527"/>
                </a:cubicBezTo>
                <a:cubicBezTo>
                  <a:pt x="7612855" y="22971"/>
                  <a:pt x="7598567" y="54953"/>
                  <a:pt x="7587853" y="84028"/>
                </a:cubicBezTo>
                <a:cubicBezTo>
                  <a:pt x="7559278" y="153806"/>
                  <a:pt x="7559278" y="229401"/>
                  <a:pt x="7559278" y="325347"/>
                </a:cubicBezTo>
                <a:cubicBezTo>
                  <a:pt x="7695009" y="243938"/>
                  <a:pt x="7652146" y="95658"/>
                  <a:pt x="7795021" y="25878"/>
                </a:cubicBezTo>
                <a:cubicBezTo>
                  <a:pt x="7820024" y="113102"/>
                  <a:pt x="7770018" y="179974"/>
                  <a:pt x="7759302" y="249752"/>
                </a:cubicBezTo>
                <a:cubicBezTo>
                  <a:pt x="7748587" y="313717"/>
                  <a:pt x="7773590" y="328254"/>
                  <a:pt x="7852171" y="313717"/>
                </a:cubicBezTo>
                <a:cubicBezTo>
                  <a:pt x="7973615" y="290457"/>
                  <a:pt x="8034337" y="325347"/>
                  <a:pt x="8002190" y="418385"/>
                </a:cubicBezTo>
                <a:cubicBezTo>
                  <a:pt x="7970043" y="505609"/>
                  <a:pt x="8016478" y="514331"/>
                  <a:pt x="8084343" y="491072"/>
                </a:cubicBezTo>
                <a:cubicBezTo>
                  <a:pt x="8184355" y="456182"/>
                  <a:pt x="8262937" y="493979"/>
                  <a:pt x="8348662" y="520146"/>
                </a:cubicBezTo>
                <a:cubicBezTo>
                  <a:pt x="8477249" y="560851"/>
                  <a:pt x="8541543" y="543406"/>
                  <a:pt x="8637984" y="459090"/>
                </a:cubicBezTo>
                <a:cubicBezTo>
                  <a:pt x="8691561" y="409663"/>
                  <a:pt x="8737996" y="360236"/>
                  <a:pt x="8784431" y="290457"/>
                </a:cubicBezTo>
                <a:cubicBezTo>
                  <a:pt x="8809434" y="450367"/>
                  <a:pt x="8895158" y="284642"/>
                  <a:pt x="8948737" y="339884"/>
                </a:cubicBezTo>
                <a:cubicBezTo>
                  <a:pt x="8970168" y="453274"/>
                  <a:pt x="8798717" y="543406"/>
                  <a:pt x="8848725" y="697501"/>
                </a:cubicBezTo>
                <a:cubicBezTo>
                  <a:pt x="8995171" y="511424"/>
                  <a:pt x="9041606" y="302087"/>
                  <a:pt x="9238059" y="165437"/>
                </a:cubicBezTo>
                <a:cubicBezTo>
                  <a:pt x="9280921" y="197419"/>
                  <a:pt x="9238059" y="229401"/>
                  <a:pt x="9255919" y="255567"/>
                </a:cubicBezTo>
                <a:cubicBezTo>
                  <a:pt x="9266634" y="255567"/>
                  <a:pt x="9198767" y="560851"/>
                  <a:pt x="9477374" y="578295"/>
                </a:cubicBezTo>
                <a:cubicBezTo>
                  <a:pt x="9477374" y="584110"/>
                  <a:pt x="9477374" y="589925"/>
                  <a:pt x="9488091" y="595740"/>
                </a:cubicBezTo>
                <a:cubicBezTo>
                  <a:pt x="9527380" y="627722"/>
                  <a:pt x="9620249" y="598648"/>
                  <a:pt x="9627393" y="650981"/>
                </a:cubicBezTo>
                <a:cubicBezTo>
                  <a:pt x="9634537" y="709131"/>
                  <a:pt x="9666684" y="764373"/>
                  <a:pt x="9648824" y="825429"/>
                </a:cubicBezTo>
                <a:cubicBezTo>
                  <a:pt x="9634537" y="871948"/>
                  <a:pt x="9616678" y="921374"/>
                  <a:pt x="9616678" y="970802"/>
                </a:cubicBezTo>
                <a:cubicBezTo>
                  <a:pt x="9616678" y="1023136"/>
                  <a:pt x="9495233" y="1095822"/>
                  <a:pt x="9655968" y="1127805"/>
                </a:cubicBezTo>
                <a:cubicBezTo>
                  <a:pt x="9663111" y="1127805"/>
                  <a:pt x="9645252" y="1217935"/>
                  <a:pt x="9638109" y="1267362"/>
                </a:cubicBezTo>
                <a:cubicBezTo>
                  <a:pt x="9630965" y="1308066"/>
                  <a:pt x="9598818" y="1357494"/>
                  <a:pt x="9663111" y="1386568"/>
                </a:cubicBezTo>
                <a:cubicBezTo>
                  <a:pt x="9702403" y="1401105"/>
                  <a:pt x="9773840" y="1331326"/>
                  <a:pt x="9780984" y="1270269"/>
                </a:cubicBezTo>
                <a:cubicBezTo>
                  <a:pt x="9788127" y="1215028"/>
                  <a:pt x="9795271" y="1159787"/>
                  <a:pt x="9780984" y="1107452"/>
                </a:cubicBezTo>
                <a:cubicBezTo>
                  <a:pt x="9763125" y="1043488"/>
                  <a:pt x="9791699" y="1008598"/>
                  <a:pt x="9855993" y="991154"/>
                </a:cubicBezTo>
                <a:cubicBezTo>
                  <a:pt x="9923858" y="970802"/>
                  <a:pt x="9959577" y="933005"/>
                  <a:pt x="9991724" y="880670"/>
                </a:cubicBezTo>
                <a:cubicBezTo>
                  <a:pt x="10070305" y="752742"/>
                  <a:pt x="10163174" y="630630"/>
                  <a:pt x="10209609" y="491071"/>
                </a:cubicBezTo>
                <a:cubicBezTo>
                  <a:pt x="10216753" y="464905"/>
                  <a:pt x="10231040" y="432923"/>
                  <a:pt x="10291762" y="421292"/>
                </a:cubicBezTo>
                <a:cubicBezTo>
                  <a:pt x="10198893" y="799262"/>
                  <a:pt x="9959577" y="1142341"/>
                  <a:pt x="9973865" y="1531941"/>
                </a:cubicBezTo>
                <a:cubicBezTo>
                  <a:pt x="10048874" y="1427272"/>
                  <a:pt x="10052446" y="1302252"/>
                  <a:pt x="10106024" y="1188861"/>
                </a:cubicBezTo>
                <a:cubicBezTo>
                  <a:pt x="10145315" y="1270269"/>
                  <a:pt x="10102453" y="1345863"/>
                  <a:pt x="10081022" y="1421458"/>
                </a:cubicBezTo>
                <a:cubicBezTo>
                  <a:pt x="10063162" y="1485421"/>
                  <a:pt x="10059590" y="1543570"/>
                  <a:pt x="10170318" y="1549385"/>
                </a:cubicBezTo>
                <a:cubicBezTo>
                  <a:pt x="10181034" y="1549385"/>
                  <a:pt x="10188178" y="1549385"/>
                  <a:pt x="10198893" y="1549385"/>
                </a:cubicBezTo>
                <a:cubicBezTo>
                  <a:pt x="10245327" y="1526126"/>
                  <a:pt x="10266759" y="1494144"/>
                  <a:pt x="10281046" y="1453439"/>
                </a:cubicBezTo>
                <a:cubicBezTo>
                  <a:pt x="10288190" y="1430180"/>
                  <a:pt x="10302477" y="1398198"/>
                  <a:pt x="10334625" y="1398198"/>
                </a:cubicBezTo>
                <a:cubicBezTo>
                  <a:pt x="10456068" y="1401105"/>
                  <a:pt x="10491787" y="1322604"/>
                  <a:pt x="10527506" y="1247010"/>
                </a:cubicBezTo>
                <a:cubicBezTo>
                  <a:pt x="10588228" y="1287714"/>
                  <a:pt x="10545365" y="1322604"/>
                  <a:pt x="10548937" y="1354586"/>
                </a:cubicBezTo>
                <a:cubicBezTo>
                  <a:pt x="10552509" y="1374938"/>
                  <a:pt x="10556080" y="1395290"/>
                  <a:pt x="10588228" y="1395290"/>
                </a:cubicBezTo>
                <a:cubicBezTo>
                  <a:pt x="10613230" y="1395290"/>
                  <a:pt x="10645378" y="1386568"/>
                  <a:pt x="10645378" y="1366216"/>
                </a:cubicBezTo>
                <a:cubicBezTo>
                  <a:pt x="10648949" y="1238288"/>
                  <a:pt x="10820400" y="1165601"/>
                  <a:pt x="10820400" y="1031858"/>
                </a:cubicBezTo>
                <a:cubicBezTo>
                  <a:pt x="10820400" y="950449"/>
                  <a:pt x="10916840" y="1072563"/>
                  <a:pt x="10956131" y="1005691"/>
                </a:cubicBezTo>
                <a:cubicBezTo>
                  <a:pt x="10966847" y="991154"/>
                  <a:pt x="10981133" y="1046395"/>
                  <a:pt x="10977562" y="1069655"/>
                </a:cubicBezTo>
                <a:cubicBezTo>
                  <a:pt x="10973991" y="1092915"/>
                  <a:pt x="10948987" y="1113267"/>
                  <a:pt x="10966847" y="1142341"/>
                </a:cubicBezTo>
                <a:cubicBezTo>
                  <a:pt x="11031140" y="1156879"/>
                  <a:pt x="11056143" y="1119081"/>
                  <a:pt x="11074003" y="1084192"/>
                </a:cubicBezTo>
                <a:cubicBezTo>
                  <a:pt x="11116865" y="1008598"/>
                  <a:pt x="11166871" y="933005"/>
                  <a:pt x="11181159" y="848688"/>
                </a:cubicBezTo>
                <a:cubicBezTo>
                  <a:pt x="11184730" y="819614"/>
                  <a:pt x="11202590" y="802169"/>
                  <a:pt x="11238309" y="805077"/>
                </a:cubicBezTo>
                <a:cubicBezTo>
                  <a:pt x="11284744" y="810891"/>
                  <a:pt x="11270456" y="839966"/>
                  <a:pt x="11266884" y="863226"/>
                </a:cubicBezTo>
                <a:cubicBezTo>
                  <a:pt x="11263312" y="877763"/>
                  <a:pt x="11252596" y="892300"/>
                  <a:pt x="11277600" y="906838"/>
                </a:cubicBezTo>
                <a:cubicBezTo>
                  <a:pt x="11531203" y="566666"/>
                  <a:pt x="11516915" y="386403"/>
                  <a:pt x="11724084" y="5527"/>
                </a:cubicBezTo>
                <a:cubicBezTo>
                  <a:pt x="11763375" y="89842"/>
                  <a:pt x="11734800" y="150899"/>
                  <a:pt x="11727656" y="209048"/>
                </a:cubicBezTo>
                <a:cubicBezTo>
                  <a:pt x="11709796" y="354421"/>
                  <a:pt x="11677649" y="264290"/>
                  <a:pt x="11656218" y="409663"/>
                </a:cubicBezTo>
                <a:cubicBezTo>
                  <a:pt x="11645503" y="479442"/>
                  <a:pt x="11609784" y="543406"/>
                  <a:pt x="11666934" y="621907"/>
                </a:cubicBezTo>
                <a:cubicBezTo>
                  <a:pt x="11706225" y="674241"/>
                  <a:pt x="11663362" y="758557"/>
                  <a:pt x="11631215" y="822521"/>
                </a:cubicBezTo>
                <a:cubicBezTo>
                  <a:pt x="11602640" y="874856"/>
                  <a:pt x="11595497" y="927190"/>
                  <a:pt x="11631215" y="996969"/>
                </a:cubicBezTo>
                <a:cubicBezTo>
                  <a:pt x="11652646" y="933005"/>
                  <a:pt x="11670505" y="883578"/>
                  <a:pt x="11684793" y="834151"/>
                </a:cubicBezTo>
                <a:cubicBezTo>
                  <a:pt x="11695509" y="793447"/>
                  <a:pt x="11720512" y="770187"/>
                  <a:pt x="11774090" y="773095"/>
                </a:cubicBezTo>
                <a:cubicBezTo>
                  <a:pt x="11802665" y="773095"/>
                  <a:pt x="11841956" y="764373"/>
                  <a:pt x="11856243" y="793447"/>
                </a:cubicBezTo>
                <a:cubicBezTo>
                  <a:pt x="11870531" y="816706"/>
                  <a:pt x="11856243" y="848688"/>
                  <a:pt x="11831240" y="860319"/>
                </a:cubicBezTo>
                <a:cubicBezTo>
                  <a:pt x="11784806" y="874856"/>
                  <a:pt x="11741944" y="889393"/>
                  <a:pt x="11738371" y="938820"/>
                </a:cubicBezTo>
                <a:cubicBezTo>
                  <a:pt x="11731228" y="1005691"/>
                  <a:pt x="11759802" y="967894"/>
                  <a:pt x="11795521" y="956264"/>
                </a:cubicBezTo>
                <a:cubicBezTo>
                  <a:pt x="11834812" y="944634"/>
                  <a:pt x="11845527" y="979524"/>
                  <a:pt x="11838384" y="1002784"/>
                </a:cubicBezTo>
                <a:cubicBezTo>
                  <a:pt x="11806237" y="1090007"/>
                  <a:pt x="11863387" y="1180138"/>
                  <a:pt x="11816952" y="1270269"/>
                </a:cubicBezTo>
                <a:cubicBezTo>
                  <a:pt x="11931252" y="1247010"/>
                  <a:pt x="11981259" y="1197583"/>
                  <a:pt x="11999118" y="1092915"/>
                </a:cubicBezTo>
                <a:cubicBezTo>
                  <a:pt x="12002690" y="1055118"/>
                  <a:pt x="11995547" y="1014413"/>
                  <a:pt x="12027693" y="979524"/>
                </a:cubicBezTo>
                <a:cubicBezTo>
                  <a:pt x="12045553" y="959172"/>
                  <a:pt x="12066984" y="938820"/>
                  <a:pt x="12102703" y="953357"/>
                </a:cubicBezTo>
                <a:cubicBezTo>
                  <a:pt x="12127705" y="962080"/>
                  <a:pt x="12127705" y="985338"/>
                  <a:pt x="12120562" y="1005691"/>
                </a:cubicBezTo>
                <a:cubicBezTo>
                  <a:pt x="12081272" y="1090007"/>
                  <a:pt x="12070555" y="1180138"/>
                  <a:pt x="12056268" y="1267362"/>
                </a:cubicBezTo>
                <a:cubicBezTo>
                  <a:pt x="12052697" y="1281899"/>
                  <a:pt x="12045553" y="1296437"/>
                  <a:pt x="12081272" y="1310974"/>
                </a:cubicBezTo>
                <a:cubicBezTo>
                  <a:pt x="12113418" y="1209213"/>
                  <a:pt x="12156280" y="1110359"/>
                  <a:pt x="12191999" y="1008598"/>
                </a:cubicBezTo>
                <a:lnTo>
                  <a:pt x="12191999" y="6105653"/>
                </a:lnTo>
                <a:lnTo>
                  <a:pt x="0" y="6105653"/>
                </a:lnTo>
                <a:lnTo>
                  <a:pt x="0" y="927116"/>
                </a:lnTo>
                <a:lnTo>
                  <a:pt x="61930" y="902578"/>
                </a:lnTo>
                <a:cubicBezTo>
                  <a:pt x="91454" y="894128"/>
                  <a:pt x="122931" y="887949"/>
                  <a:pt x="155971" y="883588"/>
                </a:cubicBezTo>
                <a:cubicBezTo>
                  <a:pt x="223837" y="877773"/>
                  <a:pt x="245268" y="839976"/>
                  <a:pt x="277414" y="802179"/>
                </a:cubicBezTo>
                <a:cubicBezTo>
                  <a:pt x="388143" y="674251"/>
                  <a:pt x="488155" y="537601"/>
                  <a:pt x="638174" y="430025"/>
                </a:cubicBezTo>
                <a:cubicBezTo>
                  <a:pt x="620315" y="555046"/>
                  <a:pt x="520302" y="653899"/>
                  <a:pt x="477440" y="784735"/>
                </a:cubicBezTo>
                <a:cubicBezTo>
                  <a:pt x="641746" y="680066"/>
                  <a:pt x="727471" y="543415"/>
                  <a:pt x="827483" y="418395"/>
                </a:cubicBezTo>
                <a:cubicBezTo>
                  <a:pt x="873917" y="360246"/>
                  <a:pt x="931068" y="307912"/>
                  <a:pt x="956071" y="241040"/>
                </a:cubicBezTo>
                <a:cubicBezTo>
                  <a:pt x="961429" y="223595"/>
                  <a:pt x="972814" y="196338"/>
                  <a:pt x="999268" y="192386"/>
                </a:cubicBezTo>
                <a:cubicBezTo>
                  <a:pt x="1008086" y="191069"/>
                  <a:pt x="1018579" y="192341"/>
                  <a:pt x="1031080" y="197429"/>
                </a:cubicBezTo>
                <a:cubicBezTo>
                  <a:pt x="1073942" y="214873"/>
                  <a:pt x="1059654" y="246855"/>
                  <a:pt x="1048940" y="275930"/>
                </a:cubicBezTo>
                <a:cubicBezTo>
                  <a:pt x="1020365" y="345708"/>
                  <a:pt x="1020365" y="421303"/>
                  <a:pt x="1020365" y="517249"/>
                </a:cubicBezTo>
                <a:cubicBezTo>
                  <a:pt x="1156096" y="435840"/>
                  <a:pt x="1113233" y="287560"/>
                  <a:pt x="1256108" y="217780"/>
                </a:cubicBezTo>
                <a:cubicBezTo>
                  <a:pt x="1281111" y="305004"/>
                  <a:pt x="1231105" y="371876"/>
                  <a:pt x="1220389" y="441654"/>
                </a:cubicBezTo>
                <a:cubicBezTo>
                  <a:pt x="1209674" y="505619"/>
                  <a:pt x="1234677" y="520156"/>
                  <a:pt x="1313258" y="505619"/>
                </a:cubicBezTo>
                <a:cubicBezTo>
                  <a:pt x="1434702" y="482359"/>
                  <a:pt x="1495424" y="517249"/>
                  <a:pt x="1463277" y="610287"/>
                </a:cubicBezTo>
                <a:cubicBezTo>
                  <a:pt x="1431130" y="697511"/>
                  <a:pt x="1477565" y="706233"/>
                  <a:pt x="1545430" y="682974"/>
                </a:cubicBezTo>
                <a:cubicBezTo>
                  <a:pt x="1645442" y="648084"/>
                  <a:pt x="1724024" y="685881"/>
                  <a:pt x="1809749" y="712048"/>
                </a:cubicBezTo>
                <a:cubicBezTo>
                  <a:pt x="1938336" y="752753"/>
                  <a:pt x="2002630" y="735308"/>
                  <a:pt x="2099071" y="650992"/>
                </a:cubicBezTo>
                <a:cubicBezTo>
                  <a:pt x="2152648" y="601565"/>
                  <a:pt x="2199083" y="552138"/>
                  <a:pt x="2245518" y="482359"/>
                </a:cubicBezTo>
                <a:cubicBezTo>
                  <a:pt x="2270521" y="642269"/>
                  <a:pt x="2356245" y="476544"/>
                  <a:pt x="2409824" y="531786"/>
                </a:cubicBezTo>
                <a:cubicBezTo>
                  <a:pt x="2431255" y="645176"/>
                  <a:pt x="2259804" y="735308"/>
                  <a:pt x="2309812" y="889403"/>
                </a:cubicBezTo>
                <a:cubicBezTo>
                  <a:pt x="2456258" y="703326"/>
                  <a:pt x="2502693" y="493989"/>
                  <a:pt x="2699146" y="357339"/>
                </a:cubicBezTo>
                <a:cubicBezTo>
                  <a:pt x="2742008" y="389321"/>
                  <a:pt x="2699146" y="421303"/>
                  <a:pt x="2717006" y="447469"/>
                </a:cubicBezTo>
                <a:cubicBezTo>
                  <a:pt x="2727721" y="447469"/>
                  <a:pt x="2659854" y="752753"/>
                  <a:pt x="2938461" y="770197"/>
                </a:cubicBezTo>
                <a:cubicBezTo>
                  <a:pt x="2938461" y="776012"/>
                  <a:pt x="2938461" y="781827"/>
                  <a:pt x="2949178" y="787642"/>
                </a:cubicBezTo>
                <a:cubicBezTo>
                  <a:pt x="2988467" y="819624"/>
                  <a:pt x="3081336" y="790550"/>
                  <a:pt x="3088480" y="842883"/>
                </a:cubicBezTo>
                <a:cubicBezTo>
                  <a:pt x="3095624" y="901033"/>
                  <a:pt x="3127771" y="956275"/>
                  <a:pt x="3109911" y="1017331"/>
                </a:cubicBezTo>
                <a:cubicBezTo>
                  <a:pt x="3095624" y="1063850"/>
                  <a:pt x="3077765" y="1113276"/>
                  <a:pt x="3077765" y="1162704"/>
                </a:cubicBezTo>
                <a:cubicBezTo>
                  <a:pt x="3077765" y="1215038"/>
                  <a:pt x="2956320" y="1287724"/>
                  <a:pt x="3117055" y="1319707"/>
                </a:cubicBezTo>
                <a:cubicBezTo>
                  <a:pt x="3124198" y="1319707"/>
                  <a:pt x="3106339" y="1409837"/>
                  <a:pt x="3099196" y="1459264"/>
                </a:cubicBezTo>
                <a:cubicBezTo>
                  <a:pt x="3092052" y="1499968"/>
                  <a:pt x="3059905" y="1549396"/>
                  <a:pt x="3124198" y="1578470"/>
                </a:cubicBezTo>
                <a:cubicBezTo>
                  <a:pt x="3163490" y="1593007"/>
                  <a:pt x="3234927" y="1523228"/>
                  <a:pt x="3242071" y="1462171"/>
                </a:cubicBezTo>
                <a:cubicBezTo>
                  <a:pt x="3249214" y="1406930"/>
                  <a:pt x="3256358" y="1351689"/>
                  <a:pt x="3242071" y="1299354"/>
                </a:cubicBezTo>
                <a:cubicBezTo>
                  <a:pt x="3224212" y="1235390"/>
                  <a:pt x="3252786" y="1200500"/>
                  <a:pt x="3317080" y="1183056"/>
                </a:cubicBezTo>
                <a:cubicBezTo>
                  <a:pt x="3384945" y="1162704"/>
                  <a:pt x="3420664" y="1124907"/>
                  <a:pt x="3452811" y="1072572"/>
                </a:cubicBezTo>
                <a:cubicBezTo>
                  <a:pt x="3531392" y="944644"/>
                  <a:pt x="3624261" y="822532"/>
                  <a:pt x="3670696" y="682973"/>
                </a:cubicBezTo>
                <a:cubicBezTo>
                  <a:pt x="3677840" y="656807"/>
                  <a:pt x="3692127" y="624825"/>
                  <a:pt x="3752849" y="613194"/>
                </a:cubicBezTo>
                <a:cubicBezTo>
                  <a:pt x="3659980" y="991164"/>
                  <a:pt x="3420664" y="1334243"/>
                  <a:pt x="3434952" y="1723843"/>
                </a:cubicBezTo>
                <a:cubicBezTo>
                  <a:pt x="3509961" y="1619174"/>
                  <a:pt x="3513533" y="1494154"/>
                  <a:pt x="3567111" y="1380763"/>
                </a:cubicBezTo>
                <a:cubicBezTo>
                  <a:pt x="3606402" y="1462171"/>
                  <a:pt x="3563540" y="1537765"/>
                  <a:pt x="3542109" y="1613360"/>
                </a:cubicBezTo>
                <a:cubicBezTo>
                  <a:pt x="3524249" y="1677323"/>
                  <a:pt x="3520677" y="1735472"/>
                  <a:pt x="3631405" y="1741287"/>
                </a:cubicBezTo>
                <a:cubicBezTo>
                  <a:pt x="3642121" y="1741287"/>
                  <a:pt x="3649265" y="1741287"/>
                  <a:pt x="3659980" y="1741287"/>
                </a:cubicBezTo>
                <a:cubicBezTo>
                  <a:pt x="3706414" y="1718028"/>
                  <a:pt x="3727846" y="1686046"/>
                  <a:pt x="3742133" y="1645341"/>
                </a:cubicBezTo>
                <a:cubicBezTo>
                  <a:pt x="3749277" y="1622082"/>
                  <a:pt x="3763564" y="1590100"/>
                  <a:pt x="3795712" y="1590100"/>
                </a:cubicBezTo>
                <a:cubicBezTo>
                  <a:pt x="3917155" y="1593007"/>
                  <a:pt x="3952874" y="1514506"/>
                  <a:pt x="3988593" y="1438912"/>
                </a:cubicBezTo>
                <a:cubicBezTo>
                  <a:pt x="4049315" y="1479616"/>
                  <a:pt x="4006452" y="1514506"/>
                  <a:pt x="4010024" y="1546488"/>
                </a:cubicBezTo>
                <a:cubicBezTo>
                  <a:pt x="4013596" y="1566840"/>
                  <a:pt x="4017167" y="1587192"/>
                  <a:pt x="4049315" y="1587192"/>
                </a:cubicBezTo>
                <a:cubicBezTo>
                  <a:pt x="4074317" y="1587192"/>
                  <a:pt x="4106465" y="1578470"/>
                  <a:pt x="4106465" y="1558118"/>
                </a:cubicBezTo>
                <a:cubicBezTo>
                  <a:pt x="4110036" y="1430190"/>
                  <a:pt x="4281487" y="1357503"/>
                  <a:pt x="4281487" y="1223760"/>
                </a:cubicBezTo>
                <a:cubicBezTo>
                  <a:pt x="4281487" y="1142351"/>
                  <a:pt x="4377927" y="1264465"/>
                  <a:pt x="4417219" y="1197593"/>
                </a:cubicBezTo>
                <a:cubicBezTo>
                  <a:pt x="4427935" y="1183056"/>
                  <a:pt x="4442220" y="1238297"/>
                  <a:pt x="4438649" y="1261557"/>
                </a:cubicBezTo>
                <a:cubicBezTo>
                  <a:pt x="4435078" y="1284817"/>
                  <a:pt x="4410074" y="1305169"/>
                  <a:pt x="4427935" y="1334243"/>
                </a:cubicBezTo>
                <a:cubicBezTo>
                  <a:pt x="4492228" y="1348781"/>
                  <a:pt x="4517230" y="1310983"/>
                  <a:pt x="4535090" y="1276094"/>
                </a:cubicBezTo>
                <a:cubicBezTo>
                  <a:pt x="4577952" y="1200500"/>
                  <a:pt x="4627958" y="1124907"/>
                  <a:pt x="4642246" y="1040590"/>
                </a:cubicBezTo>
                <a:cubicBezTo>
                  <a:pt x="4645817" y="1011516"/>
                  <a:pt x="4663677" y="994071"/>
                  <a:pt x="4699396" y="996979"/>
                </a:cubicBezTo>
                <a:cubicBezTo>
                  <a:pt x="4745832" y="1002793"/>
                  <a:pt x="4731544" y="1031868"/>
                  <a:pt x="4727971" y="1055128"/>
                </a:cubicBezTo>
                <a:cubicBezTo>
                  <a:pt x="4724399" y="1069665"/>
                  <a:pt x="4713683" y="1084202"/>
                  <a:pt x="4738688" y="1098740"/>
                </a:cubicBezTo>
                <a:cubicBezTo>
                  <a:pt x="4992291" y="758568"/>
                  <a:pt x="4978002" y="578305"/>
                  <a:pt x="5185172" y="197429"/>
                </a:cubicBezTo>
                <a:cubicBezTo>
                  <a:pt x="5224462" y="281744"/>
                  <a:pt x="5195887" y="342801"/>
                  <a:pt x="5188744" y="400950"/>
                </a:cubicBezTo>
                <a:cubicBezTo>
                  <a:pt x="5170883" y="546323"/>
                  <a:pt x="5138736" y="456192"/>
                  <a:pt x="5117306" y="601565"/>
                </a:cubicBezTo>
                <a:cubicBezTo>
                  <a:pt x="5106590" y="671344"/>
                  <a:pt x="5070871" y="735308"/>
                  <a:pt x="5128021" y="813809"/>
                </a:cubicBezTo>
                <a:cubicBezTo>
                  <a:pt x="5167312" y="866143"/>
                  <a:pt x="5124450" y="950459"/>
                  <a:pt x="5092302" y="1014423"/>
                </a:cubicBezTo>
                <a:cubicBezTo>
                  <a:pt x="5063727" y="1066758"/>
                  <a:pt x="5056585" y="1119092"/>
                  <a:pt x="5092302" y="1188871"/>
                </a:cubicBezTo>
                <a:cubicBezTo>
                  <a:pt x="5113734" y="1124907"/>
                  <a:pt x="5131592" y="1075480"/>
                  <a:pt x="5145880" y="1026053"/>
                </a:cubicBezTo>
                <a:cubicBezTo>
                  <a:pt x="5156596" y="985349"/>
                  <a:pt x="5181600" y="962089"/>
                  <a:pt x="5235177" y="964997"/>
                </a:cubicBezTo>
                <a:cubicBezTo>
                  <a:pt x="5263752" y="964997"/>
                  <a:pt x="5303044" y="956275"/>
                  <a:pt x="5317331" y="985349"/>
                </a:cubicBezTo>
                <a:cubicBezTo>
                  <a:pt x="5331618" y="1008608"/>
                  <a:pt x="5317331" y="1040590"/>
                  <a:pt x="5292327" y="1052221"/>
                </a:cubicBezTo>
                <a:cubicBezTo>
                  <a:pt x="5245894" y="1066758"/>
                  <a:pt x="5203031" y="1081295"/>
                  <a:pt x="5199458" y="1130722"/>
                </a:cubicBezTo>
                <a:cubicBezTo>
                  <a:pt x="5192315" y="1197593"/>
                  <a:pt x="5220889" y="1159796"/>
                  <a:pt x="5256608" y="1148166"/>
                </a:cubicBezTo>
                <a:cubicBezTo>
                  <a:pt x="5295899" y="1136536"/>
                  <a:pt x="5306616" y="1171426"/>
                  <a:pt x="5299471" y="1194686"/>
                </a:cubicBezTo>
                <a:cubicBezTo>
                  <a:pt x="5267324" y="1281909"/>
                  <a:pt x="5324474" y="1372040"/>
                  <a:pt x="5278039" y="1462171"/>
                </a:cubicBezTo>
                <a:cubicBezTo>
                  <a:pt x="5392339" y="1438912"/>
                  <a:pt x="5442347" y="1389485"/>
                  <a:pt x="5460205" y="1284817"/>
                </a:cubicBezTo>
                <a:cubicBezTo>
                  <a:pt x="5463777" y="1247020"/>
                  <a:pt x="5456634" y="1206315"/>
                  <a:pt x="5488780" y="1171426"/>
                </a:cubicBezTo>
                <a:cubicBezTo>
                  <a:pt x="5502175" y="1156162"/>
                  <a:pt x="5517579" y="1140898"/>
                  <a:pt x="5539513" y="1140353"/>
                </a:cubicBezTo>
                <a:lnTo>
                  <a:pt x="5552720" y="1143022"/>
                </a:lnTo>
                <a:lnTo>
                  <a:pt x="5574208" y="1115811"/>
                </a:lnTo>
                <a:cubicBezTo>
                  <a:pt x="5609034" y="1085646"/>
                  <a:pt x="5659040" y="1068202"/>
                  <a:pt x="5734050" y="1075470"/>
                </a:cubicBezTo>
                <a:cubicBezTo>
                  <a:pt x="5776912" y="1078377"/>
                  <a:pt x="5809058" y="1055118"/>
                  <a:pt x="5798343" y="1020228"/>
                </a:cubicBezTo>
                <a:cubicBezTo>
                  <a:pt x="5776912" y="953357"/>
                  <a:pt x="5837634" y="921375"/>
                  <a:pt x="5884068" y="883578"/>
                </a:cubicBezTo>
                <a:cubicBezTo>
                  <a:pt x="5966221" y="816706"/>
                  <a:pt x="6051947" y="752742"/>
                  <a:pt x="6066234" y="645166"/>
                </a:cubicBezTo>
                <a:cubicBezTo>
                  <a:pt x="6130528" y="665519"/>
                  <a:pt x="6123384" y="700408"/>
                  <a:pt x="6109096" y="732391"/>
                </a:cubicBezTo>
                <a:cubicBezTo>
                  <a:pt x="6073377" y="816706"/>
                  <a:pt x="6034087" y="901023"/>
                  <a:pt x="5998368" y="985338"/>
                </a:cubicBezTo>
                <a:cubicBezTo>
                  <a:pt x="5976937" y="1040581"/>
                  <a:pt x="5944790" y="1095822"/>
                  <a:pt x="5969793" y="1168509"/>
                </a:cubicBezTo>
                <a:cubicBezTo>
                  <a:pt x="6098380" y="1104545"/>
                  <a:pt x="6123384" y="996969"/>
                  <a:pt x="6162674" y="909745"/>
                </a:cubicBezTo>
                <a:cubicBezTo>
                  <a:pt x="6212681" y="802169"/>
                  <a:pt x="6305549" y="738205"/>
                  <a:pt x="6412705" y="659704"/>
                </a:cubicBezTo>
                <a:cubicBezTo>
                  <a:pt x="6441280" y="738205"/>
                  <a:pt x="6362699" y="787632"/>
                  <a:pt x="6366271" y="851596"/>
                </a:cubicBezTo>
                <a:cubicBezTo>
                  <a:pt x="6376987" y="854503"/>
                  <a:pt x="6398418" y="860319"/>
                  <a:pt x="6398418" y="860319"/>
                </a:cubicBezTo>
                <a:cubicBezTo>
                  <a:pt x="6455568" y="755650"/>
                  <a:pt x="6562724" y="709131"/>
                  <a:pt x="6694884" y="691686"/>
                </a:cubicBezTo>
                <a:cubicBezTo>
                  <a:pt x="6762750" y="685871"/>
                  <a:pt x="6784181" y="648074"/>
                  <a:pt x="6816327" y="610277"/>
                </a:cubicBezTo>
                <a:cubicBezTo>
                  <a:pt x="6927056" y="482349"/>
                  <a:pt x="7027068" y="345699"/>
                  <a:pt x="7177087" y="238123"/>
                </a:cubicBezTo>
                <a:cubicBezTo>
                  <a:pt x="7159228" y="363144"/>
                  <a:pt x="7059215" y="461997"/>
                  <a:pt x="7016353" y="592833"/>
                </a:cubicBezTo>
                <a:cubicBezTo>
                  <a:pt x="7180659" y="488164"/>
                  <a:pt x="7266384" y="351513"/>
                  <a:pt x="7366396" y="226493"/>
                </a:cubicBezTo>
                <a:cubicBezTo>
                  <a:pt x="7412830" y="168344"/>
                  <a:pt x="7469981" y="116010"/>
                  <a:pt x="7494984" y="49138"/>
                </a:cubicBezTo>
                <a:cubicBezTo>
                  <a:pt x="7500342" y="31693"/>
                  <a:pt x="7511727" y="4436"/>
                  <a:pt x="7538181" y="484"/>
                </a:cubicBezTo>
                <a:close/>
              </a:path>
            </a:pathLst>
          </a:custGeom>
          <a:solidFill>
            <a:schemeClr val="bg2">
              <a:alpha val="50000"/>
            </a:schemeClr>
          </a:solidFill>
          <a:ln w="32707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FBC22E8-4F84-F81B-FA2F-5DF57E8639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EBS Encryption and Security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2A46DC75-30B3-D1A2-EA15-3BCB69E7BF9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8110337"/>
              </p:ext>
            </p:extLst>
          </p:nvPr>
        </p:nvGraphicFramePr>
        <p:xfrm>
          <a:off x="838200" y="2001902"/>
          <a:ext cx="10515600" cy="41608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25134233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A834FA-922D-5EC5-A3D3-71C805FB65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Amazon EFS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58EC7E7-23A8-175B-56F0-40B2BC465DB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234688360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77203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734BD25B-22E2-C74F-E56E-A66C376F51EC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b="15730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9F75BD-08F0-40A4-5F77-157B4BD091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baseline="0"/>
              <a:t>How Amazon EFS Works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B67D33A8-FF13-BF38-1337-DD5149CCAD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465569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96284304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EF8DC87-A1E7-1BB7-0DBA-E053D6FD40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EFS Key Features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4FF17E-026B-BF82-E37C-5C80A3E80B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200" b="1" i="0" u="none" strike="noStrike" baseline="0"/>
              <a:t>Features</a:t>
            </a:r>
          </a:p>
          <a:p>
            <a:pPr marR="0" lvl="1"/>
            <a:r>
              <a:rPr lang="en-US" sz="2200" b="0" i="0" u="none" strike="noStrike" baseline="0"/>
              <a:t>Fully managed file storage</a:t>
            </a:r>
          </a:p>
          <a:p>
            <a:pPr marR="0" lvl="1"/>
            <a:r>
              <a:rPr lang="en-US" sz="2200" b="0" i="0" u="none" strike="noStrike" baseline="0"/>
              <a:t>Automatic scalability</a:t>
            </a:r>
          </a:p>
          <a:p>
            <a:pPr marR="0" lvl="1"/>
            <a:r>
              <a:rPr lang="en-US" sz="2200" b="0" i="0" u="none" strike="noStrike" baseline="0"/>
              <a:t>Shared file access</a:t>
            </a:r>
          </a:p>
          <a:p>
            <a:pPr marR="0" lvl="1"/>
            <a:r>
              <a:rPr lang="en-US" sz="2200" b="0" i="0" u="none" strike="noStrike" baseline="0"/>
              <a:t>High availability across multiple Availability Zones</a:t>
            </a:r>
          </a:p>
          <a:p>
            <a:pPr marR="0" lvl="1"/>
            <a:r>
              <a:rPr lang="en-US" sz="2200" b="0" i="0" u="none" strike="noStrike" baseline="0"/>
              <a:t>Encryption support</a:t>
            </a:r>
          </a:p>
          <a:p>
            <a:pPr marR="0" lvl="1"/>
            <a:r>
              <a:rPr lang="en-US" sz="2200" b="0" i="0" u="none" strike="noStrike" baseline="0"/>
              <a:t>Lifecycle management</a:t>
            </a:r>
          </a:p>
        </p:txBody>
      </p:sp>
    </p:spTree>
    <p:extLst>
      <p:ext uri="{BB962C8B-B14F-4D97-AF65-F5344CB8AC3E}">
        <p14:creationId xmlns:p14="http://schemas.microsoft.com/office/powerpoint/2010/main" val="141073758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00EDD19-6802-4EC3-95CE-CFFAB042CF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B4E8A3-3D46-4A23-C80E-7BB64C114F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5400" b="1" i="0" u="none" strike="noStrike" kern="1200" baseline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EFS Performance Modes</a:t>
            </a:r>
          </a:p>
        </p:txBody>
      </p:sp>
      <p:sp>
        <p:nvSpPr>
          <p:cNvPr id="10" name="sketch line">
            <a:extLst>
              <a:ext uri="{FF2B5EF4-FFF2-40B4-BE49-F238E27FC236}">
                <a16:creationId xmlns:a16="http://schemas.microsoft.com/office/drawing/2014/main" id="{DB17E863-922E-4C26-BD64-E8FD41D2866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9036" y="1677373"/>
            <a:ext cx="10853928" cy="18288"/>
          </a:xfrm>
          <a:custGeom>
            <a:avLst/>
            <a:gdLst>
              <a:gd name="csX0" fmla="*/ 0 w 10853928"/>
              <a:gd name="csY0" fmla="*/ 0 h 18288"/>
              <a:gd name="csX1" fmla="*/ 461292 w 10853928"/>
              <a:gd name="csY1" fmla="*/ 0 h 18288"/>
              <a:gd name="csX2" fmla="*/ 1139662 w 10853928"/>
              <a:gd name="csY2" fmla="*/ 0 h 18288"/>
              <a:gd name="csX3" fmla="*/ 1926572 w 10853928"/>
              <a:gd name="csY3" fmla="*/ 0 h 18288"/>
              <a:gd name="csX4" fmla="*/ 2279325 w 10853928"/>
              <a:gd name="csY4" fmla="*/ 0 h 18288"/>
              <a:gd name="csX5" fmla="*/ 2632078 w 10853928"/>
              <a:gd name="csY5" fmla="*/ 0 h 18288"/>
              <a:gd name="csX6" fmla="*/ 3527527 w 10853928"/>
              <a:gd name="csY6" fmla="*/ 0 h 18288"/>
              <a:gd name="csX7" fmla="*/ 4205897 w 10853928"/>
              <a:gd name="csY7" fmla="*/ 0 h 18288"/>
              <a:gd name="csX8" fmla="*/ 4558650 w 10853928"/>
              <a:gd name="csY8" fmla="*/ 0 h 18288"/>
              <a:gd name="csX9" fmla="*/ 5237020 w 10853928"/>
              <a:gd name="csY9" fmla="*/ 0 h 18288"/>
              <a:gd name="csX10" fmla="*/ 6132469 w 10853928"/>
              <a:gd name="csY10" fmla="*/ 0 h 18288"/>
              <a:gd name="csX11" fmla="*/ 6702301 w 10853928"/>
              <a:gd name="csY11" fmla="*/ 0 h 18288"/>
              <a:gd name="csX12" fmla="*/ 7272132 w 10853928"/>
              <a:gd name="csY12" fmla="*/ 0 h 18288"/>
              <a:gd name="csX13" fmla="*/ 7950502 w 10853928"/>
              <a:gd name="csY13" fmla="*/ 0 h 18288"/>
              <a:gd name="csX14" fmla="*/ 8737412 w 10853928"/>
              <a:gd name="csY14" fmla="*/ 0 h 18288"/>
              <a:gd name="csX15" fmla="*/ 9524322 w 10853928"/>
              <a:gd name="csY15" fmla="*/ 0 h 18288"/>
              <a:gd name="csX16" fmla="*/ 10853928 w 10853928"/>
              <a:gd name="csY16" fmla="*/ 0 h 18288"/>
              <a:gd name="csX17" fmla="*/ 10853928 w 10853928"/>
              <a:gd name="csY17" fmla="*/ 18288 h 18288"/>
              <a:gd name="csX18" fmla="*/ 10392636 w 10853928"/>
              <a:gd name="csY18" fmla="*/ 18288 h 18288"/>
              <a:gd name="csX19" fmla="*/ 9497187 w 10853928"/>
              <a:gd name="csY19" fmla="*/ 18288 h 18288"/>
              <a:gd name="csX20" fmla="*/ 8818817 w 10853928"/>
              <a:gd name="csY20" fmla="*/ 18288 h 18288"/>
              <a:gd name="csX21" fmla="*/ 8466064 w 10853928"/>
              <a:gd name="csY21" fmla="*/ 18288 h 18288"/>
              <a:gd name="csX22" fmla="*/ 7787693 w 10853928"/>
              <a:gd name="csY22" fmla="*/ 18288 h 18288"/>
              <a:gd name="csX23" fmla="*/ 7217862 w 10853928"/>
              <a:gd name="csY23" fmla="*/ 18288 h 18288"/>
              <a:gd name="csX24" fmla="*/ 6648031 w 10853928"/>
              <a:gd name="csY24" fmla="*/ 18288 h 18288"/>
              <a:gd name="csX25" fmla="*/ 6078200 w 10853928"/>
              <a:gd name="csY25" fmla="*/ 18288 h 18288"/>
              <a:gd name="csX26" fmla="*/ 5508368 w 10853928"/>
              <a:gd name="csY26" fmla="*/ 18288 h 18288"/>
              <a:gd name="csX27" fmla="*/ 4721459 w 10853928"/>
              <a:gd name="csY27" fmla="*/ 18288 h 18288"/>
              <a:gd name="csX28" fmla="*/ 4043088 w 10853928"/>
              <a:gd name="csY28" fmla="*/ 18288 h 18288"/>
              <a:gd name="csX29" fmla="*/ 3690336 w 10853928"/>
              <a:gd name="csY29" fmla="*/ 18288 h 18288"/>
              <a:gd name="csX30" fmla="*/ 3120504 w 10853928"/>
              <a:gd name="csY30" fmla="*/ 18288 h 18288"/>
              <a:gd name="csX31" fmla="*/ 2333595 w 10853928"/>
              <a:gd name="csY31" fmla="*/ 18288 h 18288"/>
              <a:gd name="csX32" fmla="*/ 1872303 w 10853928"/>
              <a:gd name="csY32" fmla="*/ 18288 h 18288"/>
              <a:gd name="csX33" fmla="*/ 976854 w 10853928"/>
              <a:gd name="csY33" fmla="*/ 18288 h 18288"/>
              <a:gd name="csX34" fmla="*/ 0 w 10853928"/>
              <a:gd name="csY34" fmla="*/ 18288 h 18288"/>
              <a:gd name="csX35" fmla="*/ 0 w 10853928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853928" h="18288" fill="none" extrusionOk="0">
                <a:moveTo>
                  <a:pt x="0" y="0"/>
                </a:moveTo>
                <a:cubicBezTo>
                  <a:pt x="146993" y="-19076"/>
                  <a:pt x="347684" y="-4790"/>
                  <a:pt x="461292" y="0"/>
                </a:cubicBezTo>
                <a:cubicBezTo>
                  <a:pt x="574900" y="4790"/>
                  <a:pt x="808367" y="19821"/>
                  <a:pt x="1139662" y="0"/>
                </a:cubicBezTo>
                <a:cubicBezTo>
                  <a:pt x="1470957" y="-19821"/>
                  <a:pt x="1627405" y="5721"/>
                  <a:pt x="1926572" y="0"/>
                </a:cubicBezTo>
                <a:cubicBezTo>
                  <a:pt x="2225739" y="-5721"/>
                  <a:pt x="2137730" y="-3235"/>
                  <a:pt x="2279325" y="0"/>
                </a:cubicBezTo>
                <a:cubicBezTo>
                  <a:pt x="2420920" y="3235"/>
                  <a:pt x="2456518" y="9685"/>
                  <a:pt x="2632078" y="0"/>
                </a:cubicBezTo>
                <a:cubicBezTo>
                  <a:pt x="2807638" y="-9685"/>
                  <a:pt x="3211516" y="-43007"/>
                  <a:pt x="3527527" y="0"/>
                </a:cubicBezTo>
                <a:cubicBezTo>
                  <a:pt x="3843538" y="43007"/>
                  <a:pt x="4058833" y="22042"/>
                  <a:pt x="4205897" y="0"/>
                </a:cubicBezTo>
                <a:cubicBezTo>
                  <a:pt x="4352961" y="-22042"/>
                  <a:pt x="4474805" y="-11846"/>
                  <a:pt x="4558650" y="0"/>
                </a:cubicBezTo>
                <a:cubicBezTo>
                  <a:pt x="4642495" y="11846"/>
                  <a:pt x="5041928" y="-6069"/>
                  <a:pt x="5237020" y="0"/>
                </a:cubicBezTo>
                <a:cubicBezTo>
                  <a:pt x="5432112" y="6069"/>
                  <a:pt x="5943266" y="-17479"/>
                  <a:pt x="6132469" y="0"/>
                </a:cubicBezTo>
                <a:cubicBezTo>
                  <a:pt x="6321672" y="17479"/>
                  <a:pt x="6483872" y="26234"/>
                  <a:pt x="6702301" y="0"/>
                </a:cubicBezTo>
                <a:cubicBezTo>
                  <a:pt x="6920730" y="-26234"/>
                  <a:pt x="6991194" y="-15156"/>
                  <a:pt x="7272132" y="0"/>
                </a:cubicBezTo>
                <a:cubicBezTo>
                  <a:pt x="7553070" y="15156"/>
                  <a:pt x="7684444" y="-32961"/>
                  <a:pt x="7950502" y="0"/>
                </a:cubicBezTo>
                <a:cubicBezTo>
                  <a:pt x="8216560" y="32961"/>
                  <a:pt x="8493290" y="-10491"/>
                  <a:pt x="8737412" y="0"/>
                </a:cubicBezTo>
                <a:cubicBezTo>
                  <a:pt x="8981534" y="10491"/>
                  <a:pt x="9191586" y="-13899"/>
                  <a:pt x="9524322" y="0"/>
                </a:cubicBezTo>
                <a:cubicBezTo>
                  <a:pt x="9857058" y="13899"/>
                  <a:pt x="10297509" y="7485"/>
                  <a:pt x="10853928" y="0"/>
                </a:cubicBezTo>
                <a:cubicBezTo>
                  <a:pt x="10854574" y="4451"/>
                  <a:pt x="10854418" y="9226"/>
                  <a:pt x="10853928" y="18288"/>
                </a:cubicBezTo>
                <a:cubicBezTo>
                  <a:pt x="10691638" y="28522"/>
                  <a:pt x="10574319" y="29578"/>
                  <a:pt x="10392636" y="18288"/>
                </a:cubicBezTo>
                <a:cubicBezTo>
                  <a:pt x="10210953" y="6998"/>
                  <a:pt x="9836277" y="-16742"/>
                  <a:pt x="9497187" y="18288"/>
                </a:cubicBezTo>
                <a:cubicBezTo>
                  <a:pt x="9158097" y="53318"/>
                  <a:pt x="9119479" y="30714"/>
                  <a:pt x="8818817" y="18288"/>
                </a:cubicBezTo>
                <a:cubicBezTo>
                  <a:pt x="8518155" y="5863"/>
                  <a:pt x="8640037" y="6483"/>
                  <a:pt x="8466064" y="18288"/>
                </a:cubicBezTo>
                <a:cubicBezTo>
                  <a:pt x="8292091" y="30093"/>
                  <a:pt x="7997656" y="18914"/>
                  <a:pt x="7787693" y="18288"/>
                </a:cubicBezTo>
                <a:cubicBezTo>
                  <a:pt x="7577730" y="17662"/>
                  <a:pt x="7412468" y="21416"/>
                  <a:pt x="7217862" y="18288"/>
                </a:cubicBezTo>
                <a:cubicBezTo>
                  <a:pt x="7023256" y="15160"/>
                  <a:pt x="6898018" y="14824"/>
                  <a:pt x="6648031" y="18288"/>
                </a:cubicBezTo>
                <a:cubicBezTo>
                  <a:pt x="6398044" y="21752"/>
                  <a:pt x="6254402" y="38625"/>
                  <a:pt x="6078200" y="18288"/>
                </a:cubicBezTo>
                <a:cubicBezTo>
                  <a:pt x="5901998" y="-2049"/>
                  <a:pt x="5622886" y="3213"/>
                  <a:pt x="5508368" y="18288"/>
                </a:cubicBezTo>
                <a:cubicBezTo>
                  <a:pt x="5393850" y="33363"/>
                  <a:pt x="5036260" y="26830"/>
                  <a:pt x="4721459" y="18288"/>
                </a:cubicBezTo>
                <a:cubicBezTo>
                  <a:pt x="4406658" y="9746"/>
                  <a:pt x="4239221" y="41551"/>
                  <a:pt x="4043088" y="18288"/>
                </a:cubicBezTo>
                <a:cubicBezTo>
                  <a:pt x="3846955" y="-4975"/>
                  <a:pt x="3818802" y="34658"/>
                  <a:pt x="3690336" y="18288"/>
                </a:cubicBezTo>
                <a:cubicBezTo>
                  <a:pt x="3561870" y="1918"/>
                  <a:pt x="3265491" y="42194"/>
                  <a:pt x="3120504" y="18288"/>
                </a:cubicBezTo>
                <a:cubicBezTo>
                  <a:pt x="2975517" y="-5618"/>
                  <a:pt x="2720254" y="36673"/>
                  <a:pt x="2333595" y="18288"/>
                </a:cubicBezTo>
                <a:cubicBezTo>
                  <a:pt x="1946936" y="-97"/>
                  <a:pt x="2097241" y="5776"/>
                  <a:pt x="1872303" y="18288"/>
                </a:cubicBezTo>
                <a:cubicBezTo>
                  <a:pt x="1647365" y="30800"/>
                  <a:pt x="1282708" y="45380"/>
                  <a:pt x="976854" y="18288"/>
                </a:cubicBezTo>
                <a:cubicBezTo>
                  <a:pt x="671000" y="-8804"/>
                  <a:pt x="408401" y="-12775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853928" h="18288" stroke="0" extrusionOk="0">
                <a:moveTo>
                  <a:pt x="0" y="0"/>
                </a:moveTo>
                <a:cubicBezTo>
                  <a:pt x="267322" y="15284"/>
                  <a:pt x="415388" y="-21048"/>
                  <a:pt x="569831" y="0"/>
                </a:cubicBezTo>
                <a:cubicBezTo>
                  <a:pt x="724274" y="21048"/>
                  <a:pt x="769333" y="-2353"/>
                  <a:pt x="922584" y="0"/>
                </a:cubicBezTo>
                <a:cubicBezTo>
                  <a:pt x="1075835" y="2353"/>
                  <a:pt x="1399490" y="-145"/>
                  <a:pt x="1818033" y="0"/>
                </a:cubicBezTo>
                <a:cubicBezTo>
                  <a:pt x="2236576" y="145"/>
                  <a:pt x="2145330" y="5482"/>
                  <a:pt x="2387864" y="0"/>
                </a:cubicBezTo>
                <a:cubicBezTo>
                  <a:pt x="2630398" y="-5482"/>
                  <a:pt x="2793207" y="18487"/>
                  <a:pt x="2957695" y="0"/>
                </a:cubicBezTo>
                <a:cubicBezTo>
                  <a:pt x="3122183" y="-18487"/>
                  <a:pt x="3579141" y="19003"/>
                  <a:pt x="3853144" y="0"/>
                </a:cubicBezTo>
                <a:cubicBezTo>
                  <a:pt x="4127147" y="-19003"/>
                  <a:pt x="4209857" y="12211"/>
                  <a:pt x="4314436" y="0"/>
                </a:cubicBezTo>
                <a:cubicBezTo>
                  <a:pt x="4419015" y="-12211"/>
                  <a:pt x="4762459" y="-17220"/>
                  <a:pt x="5209885" y="0"/>
                </a:cubicBezTo>
                <a:cubicBezTo>
                  <a:pt x="5657311" y="17220"/>
                  <a:pt x="5692663" y="-3290"/>
                  <a:pt x="6105335" y="0"/>
                </a:cubicBezTo>
                <a:cubicBezTo>
                  <a:pt x="6518007" y="3290"/>
                  <a:pt x="6455516" y="-5124"/>
                  <a:pt x="6783705" y="0"/>
                </a:cubicBezTo>
                <a:cubicBezTo>
                  <a:pt x="7111894" y="5124"/>
                  <a:pt x="7441941" y="-17829"/>
                  <a:pt x="7679154" y="0"/>
                </a:cubicBezTo>
                <a:cubicBezTo>
                  <a:pt x="7916367" y="17829"/>
                  <a:pt x="8102967" y="-24363"/>
                  <a:pt x="8248985" y="0"/>
                </a:cubicBezTo>
                <a:cubicBezTo>
                  <a:pt x="8395003" y="24363"/>
                  <a:pt x="8552393" y="25505"/>
                  <a:pt x="8818817" y="0"/>
                </a:cubicBezTo>
                <a:cubicBezTo>
                  <a:pt x="9085241" y="-25505"/>
                  <a:pt x="9411308" y="38000"/>
                  <a:pt x="9605726" y="0"/>
                </a:cubicBezTo>
                <a:cubicBezTo>
                  <a:pt x="9800144" y="-38000"/>
                  <a:pt x="10006468" y="-25741"/>
                  <a:pt x="10175558" y="0"/>
                </a:cubicBezTo>
                <a:cubicBezTo>
                  <a:pt x="10344648" y="25741"/>
                  <a:pt x="10696282" y="695"/>
                  <a:pt x="10853928" y="0"/>
                </a:cubicBezTo>
                <a:cubicBezTo>
                  <a:pt x="10853521" y="8690"/>
                  <a:pt x="10853774" y="14141"/>
                  <a:pt x="10853928" y="18288"/>
                </a:cubicBezTo>
                <a:cubicBezTo>
                  <a:pt x="10608124" y="24255"/>
                  <a:pt x="10343415" y="22307"/>
                  <a:pt x="10067018" y="18288"/>
                </a:cubicBezTo>
                <a:cubicBezTo>
                  <a:pt x="9790621" y="14270"/>
                  <a:pt x="9843266" y="3564"/>
                  <a:pt x="9714266" y="18288"/>
                </a:cubicBezTo>
                <a:cubicBezTo>
                  <a:pt x="9585266" y="33012"/>
                  <a:pt x="9379484" y="1875"/>
                  <a:pt x="9252974" y="18288"/>
                </a:cubicBezTo>
                <a:cubicBezTo>
                  <a:pt x="9126464" y="34701"/>
                  <a:pt x="8580678" y="-4904"/>
                  <a:pt x="8357525" y="18288"/>
                </a:cubicBezTo>
                <a:cubicBezTo>
                  <a:pt x="8134372" y="41480"/>
                  <a:pt x="7903199" y="26458"/>
                  <a:pt x="7679154" y="18288"/>
                </a:cubicBezTo>
                <a:cubicBezTo>
                  <a:pt x="7455109" y="10118"/>
                  <a:pt x="7435944" y="27109"/>
                  <a:pt x="7217862" y="18288"/>
                </a:cubicBezTo>
                <a:cubicBezTo>
                  <a:pt x="6999780" y="9467"/>
                  <a:pt x="6680409" y="18985"/>
                  <a:pt x="6539492" y="18288"/>
                </a:cubicBezTo>
                <a:cubicBezTo>
                  <a:pt x="6398575" y="17592"/>
                  <a:pt x="6312077" y="33018"/>
                  <a:pt x="6186739" y="18288"/>
                </a:cubicBezTo>
                <a:cubicBezTo>
                  <a:pt x="6061401" y="3558"/>
                  <a:pt x="5947033" y="12075"/>
                  <a:pt x="5833986" y="18288"/>
                </a:cubicBezTo>
                <a:cubicBezTo>
                  <a:pt x="5720939" y="24501"/>
                  <a:pt x="5482226" y="8586"/>
                  <a:pt x="5155616" y="18288"/>
                </a:cubicBezTo>
                <a:cubicBezTo>
                  <a:pt x="4829006" y="27991"/>
                  <a:pt x="4841274" y="29316"/>
                  <a:pt x="4694324" y="18288"/>
                </a:cubicBezTo>
                <a:cubicBezTo>
                  <a:pt x="4547374" y="7260"/>
                  <a:pt x="4077675" y="7013"/>
                  <a:pt x="3907414" y="18288"/>
                </a:cubicBezTo>
                <a:cubicBezTo>
                  <a:pt x="3737153" y="29564"/>
                  <a:pt x="3538393" y="21630"/>
                  <a:pt x="3446122" y="18288"/>
                </a:cubicBezTo>
                <a:cubicBezTo>
                  <a:pt x="3353851" y="14946"/>
                  <a:pt x="2990320" y="-8091"/>
                  <a:pt x="2659212" y="18288"/>
                </a:cubicBezTo>
                <a:cubicBezTo>
                  <a:pt x="2328104" y="44667"/>
                  <a:pt x="2427653" y="9607"/>
                  <a:pt x="2306460" y="18288"/>
                </a:cubicBezTo>
                <a:cubicBezTo>
                  <a:pt x="2185267" y="26969"/>
                  <a:pt x="1719763" y="3717"/>
                  <a:pt x="1519550" y="18288"/>
                </a:cubicBezTo>
                <a:cubicBezTo>
                  <a:pt x="1319337" y="32860"/>
                  <a:pt x="1167371" y="17040"/>
                  <a:pt x="1058258" y="18288"/>
                </a:cubicBezTo>
                <a:cubicBezTo>
                  <a:pt x="949145" y="19536"/>
                  <a:pt x="780234" y="31447"/>
                  <a:pt x="705505" y="18288"/>
                </a:cubicBezTo>
                <a:cubicBezTo>
                  <a:pt x="630776" y="5129"/>
                  <a:pt x="215796" y="30056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9DE080-DA26-29A2-F16A-3984837270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929384"/>
            <a:ext cx="10515600" cy="4251960"/>
          </a:xfrm>
        </p:spPr>
        <p:txBody>
          <a:bodyPr vert="horz" lIns="91440" tIns="45720" rIns="91440" bIns="45720" rtlCol="0">
            <a:normAutofit/>
          </a:bodyPr>
          <a:lstStyle/>
          <a:p>
            <a:pPr marR="0" lvl="0"/>
            <a:r>
              <a:rPr lang="en-US" sz="2200" b="1" i="0" u="none" strike="noStrike" baseline="0"/>
              <a:t>General Purpose</a:t>
            </a:r>
          </a:p>
          <a:p>
            <a:pPr marR="0" lvl="1"/>
            <a:r>
              <a:rPr lang="en-US" sz="2200" b="0" i="0" u="none" strike="noStrike" baseline="0"/>
              <a:t>Default choice for most workloads</a:t>
            </a:r>
          </a:p>
          <a:p>
            <a:pPr marR="0" lvl="1"/>
            <a:r>
              <a:rPr lang="en-US" sz="2200" b="0" i="0" u="none" strike="noStrike" baseline="0"/>
              <a:t>Low latency</a:t>
            </a:r>
          </a:p>
          <a:p>
            <a:pPr marR="0" lvl="1"/>
            <a:r>
              <a:rPr lang="en-US" sz="2200" b="0" i="0" u="none" strike="noStrike" baseline="0"/>
              <a:t>Suitable for web applications, content management systems, and business applications</a:t>
            </a:r>
          </a:p>
          <a:p>
            <a:pPr marR="0" lvl="0"/>
            <a:r>
              <a:rPr lang="en-US" sz="2200" b="1" i="0" u="none" strike="noStrike" baseline="0"/>
              <a:t>Max I/O</a:t>
            </a:r>
          </a:p>
          <a:p>
            <a:pPr marR="0" lvl="1"/>
            <a:r>
              <a:rPr lang="en-US" sz="2200" b="0" i="0" u="none" strike="noStrike" baseline="0"/>
              <a:t>Designed for high levels of concurrent access</a:t>
            </a:r>
          </a:p>
          <a:p>
            <a:pPr marR="0" lvl="1"/>
            <a:r>
              <a:rPr lang="en-US" sz="2200" b="0" i="0" u="none" strike="noStrike" baseline="0"/>
              <a:t>Suitable for large distributed workloads</a:t>
            </a:r>
          </a:p>
          <a:p>
            <a:pPr marR="0" lvl="1"/>
            <a:r>
              <a:rPr lang="en-US" sz="2200" b="0" i="0" u="none" strike="noStrike" baseline="0"/>
              <a:t>Can have higher latency than General Purpose</a:t>
            </a:r>
          </a:p>
        </p:txBody>
      </p:sp>
    </p:spTree>
    <p:extLst>
      <p:ext uri="{BB962C8B-B14F-4D97-AF65-F5344CB8AC3E}">
        <p14:creationId xmlns:p14="http://schemas.microsoft.com/office/powerpoint/2010/main" val="40561347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A8D924-6655-EDEF-5E62-960AD6B3D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EFS Throughput Modes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CF5E74B2-C503-502B-931D-C30D97EA59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7492491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1280558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ED77A7-6DF4-6891-8346-B61957C0EF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EFS Storage Classes and Lifecycle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1B7FA36-E329-2616-548B-2C583E3AE0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20155707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09044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04D1554-8F2B-453B-6629-F34792786BA3}"/>
              </a:ext>
            </a:extLst>
          </p:cNvPr>
          <p:cNvPicPr>
            <a:picLocks noChangeAspect="1"/>
          </p:cNvPicPr>
          <p:nvPr/>
        </p:nvPicPr>
        <p:blipFill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t="15413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50AB553-2A96-4A92-96F2-93548E0969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10000">
                <a:schemeClr val="bg2">
                  <a:alpha val="68000"/>
                </a:schemeClr>
              </a:gs>
              <a:gs pos="85000">
                <a:schemeClr val="bg2">
                  <a:alpha val="97000"/>
                </a:schemeClr>
              </a:gs>
            </a:gsLst>
            <a:path path="circle">
              <a:fillToRect l="50000" t="50000" r="50000" b="50000"/>
            </a:path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94AEF02-8D6C-0842-9FCB-73F585495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baseline="0"/>
              <a:t>EFS Security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AF4EB1A3-EC05-5243-1DD5-41298C72E36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35011268"/>
              </p:ext>
            </p:extLst>
          </p:nvPr>
        </p:nvGraphicFramePr>
        <p:xfrm>
          <a:off x="838200" y="1825625"/>
          <a:ext cx="105156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22185010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8856559-71FF-762F-EA9B-AEAFEE61BF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S3 vs Glacier vs EBS vs EFS</a:t>
            </a:r>
          </a:p>
        </p:txBody>
      </p:sp>
      <p:graphicFrame>
        <p:nvGraphicFramePr>
          <p:cNvPr id="27" name="Text Placeholder 2">
            <a:extLst>
              <a:ext uri="{FF2B5EF4-FFF2-40B4-BE49-F238E27FC236}">
                <a16:creationId xmlns:a16="http://schemas.microsoft.com/office/drawing/2014/main" id="{F3EA2015-330C-7690-13DC-AA8C762F03C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98451393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3095721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07E5CF-6339-0411-4587-72BFE9F55C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vert="horz" lIns="91440" tIns="45720" rIns="91440" bIns="45720" rtlCol="0" anchor="b">
            <a:normAutofit/>
          </a:bodyPr>
          <a:lstStyle/>
          <a:p>
            <a:pPr marR="0" algn="r"/>
            <a:r>
              <a:rPr lang="en-US" sz="4000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Real-World AWS Storage Architecture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91880159-C5A1-F68F-B494-DC276B8CB2B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19960742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2761112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2F9500C-BECA-7ED5-FF9E-E5C44C2B6F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Key Takeaways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C9903B-57A6-FB6A-AE32-A678078B2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b="1" i="0" u="none" strike="noStrike" baseline="0"/>
              <a:t>Remember</a:t>
            </a:r>
          </a:p>
          <a:p>
            <a:pPr marR="0" lvl="1"/>
            <a:r>
              <a:rPr lang="en-US" b="0" i="0" u="none" strike="noStrike" baseline="0"/>
              <a:t>S3 stores objects inside buckets</a:t>
            </a:r>
          </a:p>
          <a:p>
            <a:pPr marR="0" lvl="1"/>
            <a:r>
              <a:rPr lang="en-US" b="0" i="0" u="none" strike="noStrike" baseline="0"/>
              <a:t>S3 Lifecycle automates storage transitions and deletion</a:t>
            </a:r>
          </a:p>
          <a:p>
            <a:pPr marR="0" lvl="1"/>
            <a:r>
              <a:rPr lang="en-US" b="0" i="0" u="none" strike="noStrike" baseline="0"/>
              <a:t>S3 Versioning protects against accidental changes and deletion</a:t>
            </a:r>
          </a:p>
          <a:p>
            <a:pPr marR="0" lvl="1"/>
            <a:r>
              <a:rPr lang="en-US" b="0" i="0" u="none" strike="noStrike" baseline="0"/>
              <a:t>S3 Replication supports disaster recovery and geographic distribution</a:t>
            </a:r>
          </a:p>
          <a:p>
            <a:pPr marR="0" lvl="1"/>
            <a:r>
              <a:rPr lang="en-US" b="0" i="0" u="none" strike="noStrike" baseline="0"/>
              <a:t>Glacier provides low-cost long-term archival</a:t>
            </a:r>
          </a:p>
          <a:p>
            <a:pPr marR="0" lvl="1"/>
            <a:r>
              <a:rPr lang="en-US" b="0" i="0" u="none" strike="noStrike" baseline="0"/>
              <a:t>EBS provides persistent block storage for EC2</a:t>
            </a:r>
          </a:p>
          <a:p>
            <a:pPr marR="0" lvl="1"/>
            <a:r>
              <a:rPr lang="en-US" b="0" i="0" u="none" strike="noStrike" baseline="0"/>
              <a:t>EBS Snapshots provide point-in-time backups</a:t>
            </a:r>
          </a:p>
          <a:p>
            <a:pPr marR="0" lvl="1"/>
            <a:r>
              <a:rPr lang="en-US" b="0" i="0" u="none" strike="noStrike" baseline="0"/>
              <a:t>EFS provides shared file storage for multiple EC2 instances</a:t>
            </a:r>
          </a:p>
        </p:txBody>
      </p:sp>
    </p:spTree>
    <p:extLst>
      <p:ext uri="{BB962C8B-B14F-4D97-AF65-F5344CB8AC3E}">
        <p14:creationId xmlns:p14="http://schemas.microsoft.com/office/powerpoint/2010/main" val="6481145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13">
            <a:extLst>
              <a:ext uri="{FF2B5EF4-FFF2-40B4-BE49-F238E27FC236}">
                <a16:creationId xmlns:a16="http://schemas.microsoft.com/office/drawing/2014/main" id="{389575E1-3389-451A-A5F7-27854C25C5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4293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3CCC5C-D88E-40FB-B30B-23DCDBD01D3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"/>
            <a:ext cx="4167268" cy="685800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866DA25-3AC6-757F-3C00-D9E1007796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591344"/>
            <a:ext cx="3200400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/>
            <a:r>
              <a:rPr lang="en-US" b="1" i="0" u="none" strike="noStrike" kern="1200" baseline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Quick Student Check</a:t>
            </a:r>
          </a:p>
        </p:txBody>
      </p:sp>
      <p:sp>
        <p:nvSpPr>
          <p:cNvPr id="16" name="Arc 15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45A948-BE8C-B335-9EFF-C8A05E7C16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7308" y="591344"/>
            <a:ext cx="6906491" cy="5585619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R="0" lvl="0"/>
            <a:r>
              <a:rPr lang="en-US" b="1" i="0" u="none" strike="noStrike" baseline="0"/>
              <a:t>Questions</a:t>
            </a:r>
          </a:p>
          <a:p>
            <a:pPr marR="0" lvl="1"/>
            <a:r>
              <a:rPr lang="en-US" b="0" i="0" u="none" strike="noStrike" baseline="0"/>
              <a:t>Which service should you use for storing images and videos?</a:t>
            </a:r>
          </a:p>
          <a:p>
            <a:pPr marR="0" lvl="1"/>
            <a:r>
              <a:rPr lang="en-US" b="0" i="0" u="none" strike="noStrike" baseline="0"/>
              <a:t>Which service behaves like a virtual hard disk?</a:t>
            </a:r>
          </a:p>
          <a:p>
            <a:pPr marR="0" lvl="1"/>
            <a:r>
              <a:rPr lang="en-US" b="0" i="0" u="none" strike="noStrike" baseline="0"/>
              <a:t>Which service allows multiple EC2 instances to access the same file system?</a:t>
            </a:r>
          </a:p>
          <a:p>
            <a:pPr marR="0" lvl="1"/>
            <a:r>
              <a:rPr lang="en-US" b="0" i="0" u="none" strike="noStrike" baseline="0"/>
              <a:t>Which storage is suitable for data retained for many years but rarely accessed?</a:t>
            </a:r>
          </a:p>
          <a:p>
            <a:pPr marR="0" lvl="1"/>
            <a:r>
              <a:rPr lang="en-US" b="0" i="0" u="none" strike="noStrike" baseline="0"/>
              <a:t>What is the difference between an EBS volume and an EBS snapshot?</a:t>
            </a:r>
          </a:p>
          <a:p>
            <a:pPr marR="0" lvl="1"/>
            <a:r>
              <a:rPr lang="en-US" b="0" i="0" u="none" strike="noStrike" baseline="0"/>
              <a:t>What does an S3 Lifecycle policy do?</a:t>
            </a:r>
          </a:p>
          <a:p>
            <a:pPr marR="0" lvl="1"/>
            <a:r>
              <a:rPr lang="en-US" b="0" i="0" u="none" strike="noStrike" baseline="0"/>
              <a:t>What is the difference between S3, EBS, and EFS?</a:t>
            </a:r>
          </a:p>
        </p:txBody>
      </p:sp>
    </p:spTree>
    <p:extLst>
      <p:ext uri="{BB962C8B-B14F-4D97-AF65-F5344CB8AC3E}">
        <p14:creationId xmlns:p14="http://schemas.microsoft.com/office/powerpoint/2010/main" val="3182124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1302</TotalTime>
  <Words>1993</Words>
  <Application>Microsoft Office PowerPoint</Application>
  <PresentationFormat>Widescreen</PresentationFormat>
  <Paragraphs>326</Paragraphs>
  <Slides>36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Aptos</vt:lpstr>
      <vt:lpstr>Aptos Display</vt:lpstr>
      <vt:lpstr>Arial</vt:lpstr>
      <vt:lpstr>Office Theme</vt:lpstr>
      <vt:lpstr>AWS Storage Services</vt:lpstr>
      <vt:lpstr>Why Do We Need Different Storage Types?</vt:lpstr>
      <vt:lpstr>Amazon S3</vt:lpstr>
      <vt:lpstr>PowerPoint Presentation</vt:lpstr>
      <vt:lpstr>S3 Storage Classes</vt:lpstr>
      <vt:lpstr>PowerPoint Presentation</vt:lpstr>
      <vt:lpstr>S3 Classes: Cost and Availability as Access Changes</vt:lpstr>
      <vt:lpstr>S3 Lifecycle Management</vt:lpstr>
      <vt:lpstr>PowerPoint Presentation</vt:lpstr>
      <vt:lpstr>S3 Versioning</vt:lpstr>
      <vt:lpstr>S3 Replication</vt:lpstr>
      <vt:lpstr>Versioning and Replication:</vt:lpstr>
      <vt:lpstr>S3 Glacier</vt:lpstr>
      <vt:lpstr>Glacier Storage Classes</vt:lpstr>
      <vt:lpstr>Glacier Retrieval Options</vt:lpstr>
      <vt:lpstr>Glacier Lifecycle Management</vt:lpstr>
      <vt:lpstr>PowerPoint Presentation</vt:lpstr>
      <vt:lpstr>Glacier Security and Disaster Recovery</vt:lpstr>
      <vt:lpstr>Amazon EBS</vt:lpstr>
      <vt:lpstr>How Amazon EBS Works</vt:lpstr>
      <vt:lpstr>EBS Volume Types</vt:lpstr>
      <vt:lpstr>Choosing an EBS Volume Type</vt:lpstr>
      <vt:lpstr>Amazon EBS Snapshots</vt:lpstr>
      <vt:lpstr>EBS Snapshot Recovery</vt:lpstr>
      <vt:lpstr>EBS Encryption and Security</vt:lpstr>
      <vt:lpstr>Amazon EFS</vt:lpstr>
      <vt:lpstr>How Amazon EFS Works</vt:lpstr>
      <vt:lpstr>EFS Key Features</vt:lpstr>
      <vt:lpstr>EFS Performance Modes</vt:lpstr>
      <vt:lpstr>EFS Throughput Modes</vt:lpstr>
      <vt:lpstr>EFS Storage Classes and Lifecycle</vt:lpstr>
      <vt:lpstr>EFS Security</vt:lpstr>
      <vt:lpstr>S3 vs Glacier vs EBS vs EFS</vt:lpstr>
      <vt:lpstr>Real-World AWS Storage Architecture</vt:lpstr>
      <vt:lpstr>Key Takeaways</vt:lpstr>
      <vt:lpstr>Quick Student Check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Hari Krishan Goyal</dc:creator>
  <cp:lastModifiedBy>Hari Krishan Goyal</cp:lastModifiedBy>
  <cp:revision>4</cp:revision>
  <dcterms:created xsi:type="dcterms:W3CDTF">2026-08-18T07:40:41Z</dcterms:created>
  <dcterms:modified xsi:type="dcterms:W3CDTF">2026-10-24T06:52:08Z</dcterms:modified>
</cp:coreProperties>
</file>