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84" r:id="rId13"/>
    <p:sldId id="285" r:id="rId14"/>
    <p:sldId id="290" r:id="rId15"/>
    <p:sldId id="291" r:id="rId16"/>
    <p:sldId id="268" r:id="rId17"/>
    <p:sldId id="288" r:id="rId18"/>
    <p:sldId id="269" r:id="rId19"/>
    <p:sldId id="286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image" Target="../media/image29.svg"/><Relationship Id="rId4" Type="http://schemas.openxmlformats.org/officeDocument/2006/relationships/image" Target="../media/image32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svg"/><Relationship Id="rId1" Type="http://schemas.openxmlformats.org/officeDocument/2006/relationships/image" Target="../media/image34.svg"/><Relationship Id="rId4" Type="http://schemas.openxmlformats.org/officeDocument/2006/relationships/image" Target="../media/image37.sv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9.svg"/><Relationship Id="rId1" Type="http://schemas.openxmlformats.org/officeDocument/2006/relationships/image" Target="../media/image38.svg"/><Relationship Id="rId6" Type="http://schemas.openxmlformats.org/officeDocument/2006/relationships/image" Target="../media/image42.svg"/><Relationship Id="rId5" Type="http://schemas.openxmlformats.org/officeDocument/2006/relationships/image" Target="../media/image41.svg"/><Relationship Id="rId4" Type="http://schemas.openxmlformats.org/officeDocument/2006/relationships/image" Target="../media/image4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image" Target="../media/image29.svg"/><Relationship Id="rId4" Type="http://schemas.openxmlformats.org/officeDocument/2006/relationships/image" Target="../media/image32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svg"/><Relationship Id="rId1" Type="http://schemas.openxmlformats.org/officeDocument/2006/relationships/image" Target="../media/image34.svg"/><Relationship Id="rId4" Type="http://schemas.openxmlformats.org/officeDocument/2006/relationships/image" Target="../media/image37.sv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9.svg"/><Relationship Id="rId1" Type="http://schemas.openxmlformats.org/officeDocument/2006/relationships/image" Target="../media/image38.svg"/><Relationship Id="rId6" Type="http://schemas.openxmlformats.org/officeDocument/2006/relationships/image" Target="../media/image42.svg"/><Relationship Id="rId5" Type="http://schemas.openxmlformats.org/officeDocument/2006/relationships/image" Target="../media/image41.svg"/><Relationship Id="rId4" Type="http://schemas.openxmlformats.org/officeDocument/2006/relationships/image" Target="../media/image4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#1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#2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#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#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#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#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460EA0-B347-495E-AE43-F0DE96DD35E1}" type="doc">
      <dgm:prSet loTypeId="urn:microsoft.com/office/officeart/2018/2/layout/IconVerticalSolidList" loCatId="icon" qsTypeId="urn:microsoft.com/office/officeart/2005/8/quickstyle/simple1#1" qsCatId="simple" csTypeId="urn:microsoft.com/office/officeart/2018/5/colors/Iconchunking_neutralicontext_accent2_2" csCatId="accent2" phldr="1"/>
      <dgm:spPr/>
      <dgm:t>
        <a:bodyPr/>
        <a:lstStyle/>
        <a:p>
          <a:endParaRPr lang="en-US"/>
        </a:p>
      </dgm:t>
    </dgm:pt>
    <dgm:pt modelId="{11BF7428-7AA5-465B-A1F9-37F68CEF8A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Amazon EC2 — virtual servers</a:t>
          </a:r>
          <a:endParaRPr lang="en-US"/>
        </a:p>
      </dgm:t>
    </dgm:pt>
    <dgm:pt modelId="{E4939AF9-EA45-40CA-A1AF-5405BACC31B8}" type="parTrans" cxnId="{9E62F895-FB5D-495E-AAA1-5A57FF567CCD}">
      <dgm:prSet/>
      <dgm:spPr/>
      <dgm:t>
        <a:bodyPr/>
        <a:lstStyle/>
        <a:p>
          <a:endParaRPr lang="en-US"/>
        </a:p>
      </dgm:t>
    </dgm:pt>
    <dgm:pt modelId="{96B3D2F7-E30B-4F11-97E5-7D1A6115AD18}" type="sibTrans" cxnId="{9E62F895-FB5D-495E-AAA1-5A57FF567CCD}">
      <dgm:prSet/>
      <dgm:spPr/>
      <dgm:t>
        <a:bodyPr/>
        <a:lstStyle/>
        <a:p>
          <a:endParaRPr lang="en-US"/>
        </a:p>
      </dgm:t>
    </dgm:pt>
    <dgm:pt modelId="{A89F73B8-3811-46EF-AE1A-5A15EF50DB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Elastic Beanstalk — managed application platform</a:t>
          </a:r>
          <a:endParaRPr lang="en-US"/>
        </a:p>
      </dgm:t>
    </dgm:pt>
    <dgm:pt modelId="{1BEDDC0C-BA12-465C-A330-EA383792E761}" type="parTrans" cxnId="{D76E49C7-CFD8-4FDE-90BA-D20D4FD1621C}">
      <dgm:prSet/>
      <dgm:spPr/>
      <dgm:t>
        <a:bodyPr/>
        <a:lstStyle/>
        <a:p>
          <a:endParaRPr lang="en-US"/>
        </a:p>
      </dgm:t>
    </dgm:pt>
    <dgm:pt modelId="{88FC7CC4-8ABC-4089-AB7D-D3721174054F}" type="sibTrans" cxnId="{D76E49C7-CFD8-4FDE-90BA-D20D4FD1621C}">
      <dgm:prSet/>
      <dgm:spPr/>
      <dgm:t>
        <a:bodyPr/>
        <a:lstStyle/>
        <a:p>
          <a:endParaRPr lang="en-US"/>
        </a:p>
      </dgm:t>
    </dgm:pt>
    <dgm:pt modelId="{79E86A2D-4ED6-48F6-A17F-FE27943B62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Amazon Lightsail — simple cloud servers</a:t>
          </a:r>
          <a:endParaRPr lang="en-US"/>
        </a:p>
      </dgm:t>
    </dgm:pt>
    <dgm:pt modelId="{57F0E1B8-47C6-4BDB-A2CB-962A5DECED47}" type="parTrans" cxnId="{D2EF2C79-AA90-4715-AEF4-96D8F1EC366D}">
      <dgm:prSet/>
      <dgm:spPr/>
      <dgm:t>
        <a:bodyPr/>
        <a:lstStyle/>
        <a:p>
          <a:endParaRPr lang="en-US"/>
        </a:p>
      </dgm:t>
    </dgm:pt>
    <dgm:pt modelId="{6EA1E873-7D13-41CE-946E-DEEA2F71838F}" type="sibTrans" cxnId="{D2EF2C79-AA90-4715-AEF4-96D8F1EC366D}">
      <dgm:prSet/>
      <dgm:spPr/>
      <dgm:t>
        <a:bodyPr/>
        <a:lstStyle/>
        <a:p>
          <a:endParaRPr lang="en-US"/>
        </a:p>
      </dgm:t>
    </dgm:pt>
    <dgm:pt modelId="{024D0232-B42C-4342-A7E1-E57328A53C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AWS Lambda — serverless computing</a:t>
          </a:r>
          <a:endParaRPr lang="en-US"/>
        </a:p>
      </dgm:t>
    </dgm:pt>
    <dgm:pt modelId="{0D518F65-18F8-4D86-9C8D-17178D9FC65E}" type="parTrans" cxnId="{7B0791DE-0BE5-43EB-9670-4475C0288165}">
      <dgm:prSet/>
      <dgm:spPr/>
      <dgm:t>
        <a:bodyPr/>
        <a:lstStyle/>
        <a:p>
          <a:endParaRPr lang="en-US"/>
        </a:p>
      </dgm:t>
    </dgm:pt>
    <dgm:pt modelId="{14DAC1C2-E62F-4266-892A-00F338F5204D}" type="sibTrans" cxnId="{7B0791DE-0BE5-43EB-9670-4475C0288165}">
      <dgm:prSet/>
      <dgm:spPr/>
      <dgm:t>
        <a:bodyPr/>
        <a:lstStyle/>
        <a:p>
          <a:endParaRPr lang="en-US"/>
        </a:p>
      </dgm:t>
    </dgm:pt>
    <dgm:pt modelId="{5566BE99-99E1-4E2B-8754-52357B34A438}" type="pres">
      <dgm:prSet presAssocID="{29460EA0-B347-495E-AE43-F0DE96DD35E1}" presName="root" presStyleCnt="0">
        <dgm:presLayoutVars>
          <dgm:dir/>
          <dgm:resizeHandles val="exact"/>
        </dgm:presLayoutVars>
      </dgm:prSet>
      <dgm:spPr/>
    </dgm:pt>
    <dgm:pt modelId="{56D7D081-E768-4AD7-ABBC-19AD38E13016}" type="pres">
      <dgm:prSet presAssocID="{11BF7428-7AA5-465B-A1F9-37F68CEF8A81}" presName="compNode" presStyleCnt="0"/>
      <dgm:spPr/>
    </dgm:pt>
    <dgm:pt modelId="{615FEE40-7F27-4D59-AC73-4645DF836E74}" type="pres">
      <dgm:prSet presAssocID="{11BF7428-7AA5-465B-A1F9-37F68CEF8A81}" presName="bgRect" presStyleLbl="bgShp" presStyleIdx="0" presStyleCnt="4"/>
      <dgm:spPr/>
    </dgm:pt>
    <dgm:pt modelId="{F240B876-039D-4EA9-AA6D-8BD9801A80C2}" type="pres">
      <dgm:prSet presAssocID="{11BF7428-7AA5-465B-A1F9-37F68CEF8A8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617A082E-4DAA-42B6-92B5-FA24A27E4715}" type="pres">
      <dgm:prSet presAssocID="{11BF7428-7AA5-465B-A1F9-37F68CEF8A81}" presName="spaceRect" presStyleCnt="0"/>
      <dgm:spPr/>
    </dgm:pt>
    <dgm:pt modelId="{D6A82F6E-2412-45DE-A3F8-1A146C3AB60D}" type="pres">
      <dgm:prSet presAssocID="{11BF7428-7AA5-465B-A1F9-37F68CEF8A81}" presName="parTx" presStyleLbl="revTx" presStyleIdx="0" presStyleCnt="4">
        <dgm:presLayoutVars>
          <dgm:chMax val="0"/>
          <dgm:chPref val="0"/>
        </dgm:presLayoutVars>
      </dgm:prSet>
      <dgm:spPr/>
    </dgm:pt>
    <dgm:pt modelId="{01E7DE29-1B11-4805-98C8-C8F07F10586E}" type="pres">
      <dgm:prSet presAssocID="{96B3D2F7-E30B-4F11-97E5-7D1A6115AD18}" presName="sibTrans" presStyleCnt="0"/>
      <dgm:spPr/>
    </dgm:pt>
    <dgm:pt modelId="{745FF08F-EFF8-439C-AD3B-8F7658A18244}" type="pres">
      <dgm:prSet presAssocID="{A89F73B8-3811-46EF-AE1A-5A15EF50DBF5}" presName="compNode" presStyleCnt="0"/>
      <dgm:spPr/>
    </dgm:pt>
    <dgm:pt modelId="{D92C7EF0-A389-4ED1-95E6-4E4D8EE2CE10}" type="pres">
      <dgm:prSet presAssocID="{A89F73B8-3811-46EF-AE1A-5A15EF50DBF5}" presName="bgRect" presStyleLbl="bgShp" presStyleIdx="1" presStyleCnt="4"/>
      <dgm:spPr/>
    </dgm:pt>
    <dgm:pt modelId="{3B856769-2DF0-4F31-BDB0-A94D3E73EC6B}" type="pres">
      <dgm:prSet presAssocID="{A89F73B8-3811-46EF-AE1A-5A15EF50DBF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C27C997C-F8A3-4EE4-9C47-B4F6C7A1E52D}" type="pres">
      <dgm:prSet presAssocID="{A89F73B8-3811-46EF-AE1A-5A15EF50DBF5}" presName="spaceRect" presStyleCnt="0"/>
      <dgm:spPr/>
    </dgm:pt>
    <dgm:pt modelId="{19C5A2D3-EDF7-4D57-9970-5BC9A8120F78}" type="pres">
      <dgm:prSet presAssocID="{A89F73B8-3811-46EF-AE1A-5A15EF50DBF5}" presName="parTx" presStyleLbl="revTx" presStyleIdx="1" presStyleCnt="4">
        <dgm:presLayoutVars>
          <dgm:chMax val="0"/>
          <dgm:chPref val="0"/>
        </dgm:presLayoutVars>
      </dgm:prSet>
      <dgm:spPr/>
    </dgm:pt>
    <dgm:pt modelId="{9F19F3B5-C587-4CF1-81EA-96B53C58D62B}" type="pres">
      <dgm:prSet presAssocID="{88FC7CC4-8ABC-4089-AB7D-D3721174054F}" presName="sibTrans" presStyleCnt="0"/>
      <dgm:spPr/>
    </dgm:pt>
    <dgm:pt modelId="{C3189642-47A0-4AA2-8FF9-9CE596D902F2}" type="pres">
      <dgm:prSet presAssocID="{79E86A2D-4ED6-48F6-A17F-FE27943B62A9}" presName="compNode" presStyleCnt="0"/>
      <dgm:spPr/>
    </dgm:pt>
    <dgm:pt modelId="{F3D04D49-A2C7-41E6-9750-251A8CC567A3}" type="pres">
      <dgm:prSet presAssocID="{79E86A2D-4ED6-48F6-A17F-FE27943B62A9}" presName="bgRect" presStyleLbl="bgShp" presStyleIdx="2" presStyleCnt="4"/>
      <dgm:spPr/>
    </dgm:pt>
    <dgm:pt modelId="{A9BDF9CE-5DB6-42F7-BFBB-40C8BD2481F5}" type="pres">
      <dgm:prSet presAssocID="{79E86A2D-4ED6-48F6-A17F-FE27943B62A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 from cloud"/>
        </a:ext>
      </dgm:extLst>
    </dgm:pt>
    <dgm:pt modelId="{9829855A-A789-41D4-8C5F-2367899D56C5}" type="pres">
      <dgm:prSet presAssocID="{79E86A2D-4ED6-48F6-A17F-FE27943B62A9}" presName="spaceRect" presStyleCnt="0"/>
      <dgm:spPr/>
    </dgm:pt>
    <dgm:pt modelId="{652917C1-EBA3-489C-880F-3630727C14EA}" type="pres">
      <dgm:prSet presAssocID="{79E86A2D-4ED6-48F6-A17F-FE27943B62A9}" presName="parTx" presStyleLbl="revTx" presStyleIdx="2" presStyleCnt="4">
        <dgm:presLayoutVars>
          <dgm:chMax val="0"/>
          <dgm:chPref val="0"/>
        </dgm:presLayoutVars>
      </dgm:prSet>
      <dgm:spPr/>
    </dgm:pt>
    <dgm:pt modelId="{22A0E185-53E3-4CBB-995D-7AEE795AC639}" type="pres">
      <dgm:prSet presAssocID="{6EA1E873-7D13-41CE-946E-DEEA2F71838F}" presName="sibTrans" presStyleCnt="0"/>
      <dgm:spPr/>
    </dgm:pt>
    <dgm:pt modelId="{809B4C80-9AD0-4A39-913F-4520442002AC}" type="pres">
      <dgm:prSet presAssocID="{024D0232-B42C-4342-A7E1-E57328A53CE8}" presName="compNode" presStyleCnt="0"/>
      <dgm:spPr/>
    </dgm:pt>
    <dgm:pt modelId="{B0A9031C-2F8A-481C-9D56-673156188A13}" type="pres">
      <dgm:prSet presAssocID="{024D0232-B42C-4342-A7E1-E57328A53CE8}" presName="bgRect" presStyleLbl="bgShp" presStyleIdx="3" presStyleCnt="4"/>
      <dgm:spPr/>
    </dgm:pt>
    <dgm:pt modelId="{B653B92E-8791-4EBB-B432-F89790DB4E60}" type="pres">
      <dgm:prSet presAssocID="{024D0232-B42C-4342-A7E1-E57328A53CE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69D46E14-268B-4C0D-9E40-98659EDD6499}" type="pres">
      <dgm:prSet presAssocID="{024D0232-B42C-4342-A7E1-E57328A53CE8}" presName="spaceRect" presStyleCnt="0"/>
      <dgm:spPr/>
    </dgm:pt>
    <dgm:pt modelId="{264D8D52-6AF6-4F7F-9845-73D77A1283B2}" type="pres">
      <dgm:prSet presAssocID="{024D0232-B42C-4342-A7E1-E57328A53CE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94C6204-996C-4D98-974F-120155BF7CF2}" type="presOf" srcId="{79E86A2D-4ED6-48F6-A17F-FE27943B62A9}" destId="{652917C1-EBA3-489C-880F-3630727C14EA}" srcOrd="0" destOrd="0" presId="urn:microsoft.com/office/officeart/2018/2/layout/IconVerticalSolidList"/>
    <dgm:cxn modelId="{EEBAF746-5EDD-4795-821E-49EDE46A9AB1}" type="presOf" srcId="{29460EA0-B347-495E-AE43-F0DE96DD35E1}" destId="{5566BE99-99E1-4E2B-8754-52357B34A438}" srcOrd="0" destOrd="0" presId="urn:microsoft.com/office/officeart/2018/2/layout/IconVerticalSolidList"/>
    <dgm:cxn modelId="{2035ED48-385B-4CFF-82AF-E48A1B0E79B1}" type="presOf" srcId="{A89F73B8-3811-46EF-AE1A-5A15EF50DBF5}" destId="{19C5A2D3-EDF7-4D57-9970-5BC9A8120F78}" srcOrd="0" destOrd="0" presId="urn:microsoft.com/office/officeart/2018/2/layout/IconVerticalSolidList"/>
    <dgm:cxn modelId="{D1C17D4B-B4FB-4E27-9F52-D7146002A4BC}" type="presOf" srcId="{11BF7428-7AA5-465B-A1F9-37F68CEF8A81}" destId="{D6A82F6E-2412-45DE-A3F8-1A146C3AB60D}" srcOrd="0" destOrd="0" presId="urn:microsoft.com/office/officeart/2018/2/layout/IconVerticalSolidList"/>
    <dgm:cxn modelId="{D2EF2C79-AA90-4715-AEF4-96D8F1EC366D}" srcId="{29460EA0-B347-495E-AE43-F0DE96DD35E1}" destId="{79E86A2D-4ED6-48F6-A17F-FE27943B62A9}" srcOrd="2" destOrd="0" parTransId="{57F0E1B8-47C6-4BDB-A2CB-962A5DECED47}" sibTransId="{6EA1E873-7D13-41CE-946E-DEEA2F71838F}"/>
    <dgm:cxn modelId="{9E62F895-FB5D-495E-AAA1-5A57FF567CCD}" srcId="{29460EA0-B347-495E-AE43-F0DE96DD35E1}" destId="{11BF7428-7AA5-465B-A1F9-37F68CEF8A81}" srcOrd="0" destOrd="0" parTransId="{E4939AF9-EA45-40CA-A1AF-5405BACC31B8}" sibTransId="{96B3D2F7-E30B-4F11-97E5-7D1A6115AD18}"/>
    <dgm:cxn modelId="{DF7933AE-DD58-4493-A975-88B01F8A0BA2}" type="presOf" srcId="{024D0232-B42C-4342-A7E1-E57328A53CE8}" destId="{264D8D52-6AF6-4F7F-9845-73D77A1283B2}" srcOrd="0" destOrd="0" presId="urn:microsoft.com/office/officeart/2018/2/layout/IconVerticalSolidList"/>
    <dgm:cxn modelId="{D76E49C7-CFD8-4FDE-90BA-D20D4FD1621C}" srcId="{29460EA0-B347-495E-AE43-F0DE96DD35E1}" destId="{A89F73B8-3811-46EF-AE1A-5A15EF50DBF5}" srcOrd="1" destOrd="0" parTransId="{1BEDDC0C-BA12-465C-A330-EA383792E761}" sibTransId="{88FC7CC4-8ABC-4089-AB7D-D3721174054F}"/>
    <dgm:cxn modelId="{7B0791DE-0BE5-43EB-9670-4475C0288165}" srcId="{29460EA0-B347-495E-AE43-F0DE96DD35E1}" destId="{024D0232-B42C-4342-A7E1-E57328A53CE8}" srcOrd="3" destOrd="0" parTransId="{0D518F65-18F8-4D86-9C8D-17178D9FC65E}" sibTransId="{14DAC1C2-E62F-4266-892A-00F338F5204D}"/>
    <dgm:cxn modelId="{A71AF98D-AEF8-4F45-B909-0A954E767A9B}" type="presParOf" srcId="{5566BE99-99E1-4E2B-8754-52357B34A438}" destId="{56D7D081-E768-4AD7-ABBC-19AD38E13016}" srcOrd="0" destOrd="0" presId="urn:microsoft.com/office/officeart/2018/2/layout/IconVerticalSolidList"/>
    <dgm:cxn modelId="{98969952-975D-4AD2-AEF3-F9EE204403B3}" type="presParOf" srcId="{56D7D081-E768-4AD7-ABBC-19AD38E13016}" destId="{615FEE40-7F27-4D59-AC73-4645DF836E74}" srcOrd="0" destOrd="0" presId="urn:microsoft.com/office/officeart/2018/2/layout/IconVerticalSolidList"/>
    <dgm:cxn modelId="{3CDC1515-271A-4FD9-AF66-2E0517B66591}" type="presParOf" srcId="{56D7D081-E768-4AD7-ABBC-19AD38E13016}" destId="{F240B876-039D-4EA9-AA6D-8BD9801A80C2}" srcOrd="1" destOrd="0" presId="urn:microsoft.com/office/officeart/2018/2/layout/IconVerticalSolidList"/>
    <dgm:cxn modelId="{FCE68B77-290C-4457-AB73-97B1377DA87C}" type="presParOf" srcId="{56D7D081-E768-4AD7-ABBC-19AD38E13016}" destId="{617A082E-4DAA-42B6-92B5-FA24A27E4715}" srcOrd="2" destOrd="0" presId="urn:microsoft.com/office/officeart/2018/2/layout/IconVerticalSolidList"/>
    <dgm:cxn modelId="{1B67D319-B244-4DBF-B7CB-F512EE53C9F0}" type="presParOf" srcId="{56D7D081-E768-4AD7-ABBC-19AD38E13016}" destId="{D6A82F6E-2412-45DE-A3F8-1A146C3AB60D}" srcOrd="3" destOrd="0" presId="urn:microsoft.com/office/officeart/2018/2/layout/IconVerticalSolidList"/>
    <dgm:cxn modelId="{4576CDAC-6B2C-4A56-8AEA-95D569A51B94}" type="presParOf" srcId="{5566BE99-99E1-4E2B-8754-52357B34A438}" destId="{01E7DE29-1B11-4805-98C8-C8F07F10586E}" srcOrd="1" destOrd="0" presId="urn:microsoft.com/office/officeart/2018/2/layout/IconVerticalSolidList"/>
    <dgm:cxn modelId="{297FF0FE-0301-42F1-AA5C-9C39BD39C8DA}" type="presParOf" srcId="{5566BE99-99E1-4E2B-8754-52357B34A438}" destId="{745FF08F-EFF8-439C-AD3B-8F7658A18244}" srcOrd="2" destOrd="0" presId="urn:microsoft.com/office/officeart/2018/2/layout/IconVerticalSolidList"/>
    <dgm:cxn modelId="{C06ECDF2-E9ED-4988-8D1E-A03A27F5F2DC}" type="presParOf" srcId="{745FF08F-EFF8-439C-AD3B-8F7658A18244}" destId="{D92C7EF0-A389-4ED1-95E6-4E4D8EE2CE10}" srcOrd="0" destOrd="0" presId="urn:microsoft.com/office/officeart/2018/2/layout/IconVerticalSolidList"/>
    <dgm:cxn modelId="{9C20A3F6-94B6-4CFE-B59E-8307AACECD22}" type="presParOf" srcId="{745FF08F-EFF8-439C-AD3B-8F7658A18244}" destId="{3B856769-2DF0-4F31-BDB0-A94D3E73EC6B}" srcOrd="1" destOrd="0" presId="urn:microsoft.com/office/officeart/2018/2/layout/IconVerticalSolidList"/>
    <dgm:cxn modelId="{47B9DAE4-8983-41C4-AF8D-AA8C075DEC5F}" type="presParOf" srcId="{745FF08F-EFF8-439C-AD3B-8F7658A18244}" destId="{C27C997C-F8A3-4EE4-9C47-B4F6C7A1E52D}" srcOrd="2" destOrd="0" presId="urn:microsoft.com/office/officeart/2018/2/layout/IconVerticalSolidList"/>
    <dgm:cxn modelId="{BC854D6A-1CF4-4975-92F6-FA3BB4BD1BA1}" type="presParOf" srcId="{745FF08F-EFF8-439C-AD3B-8F7658A18244}" destId="{19C5A2D3-EDF7-4D57-9970-5BC9A8120F78}" srcOrd="3" destOrd="0" presId="urn:microsoft.com/office/officeart/2018/2/layout/IconVerticalSolidList"/>
    <dgm:cxn modelId="{524192ED-EE05-476A-AE39-EEC774CFC3F8}" type="presParOf" srcId="{5566BE99-99E1-4E2B-8754-52357B34A438}" destId="{9F19F3B5-C587-4CF1-81EA-96B53C58D62B}" srcOrd="3" destOrd="0" presId="urn:microsoft.com/office/officeart/2018/2/layout/IconVerticalSolidList"/>
    <dgm:cxn modelId="{805828AA-97D0-435A-B6CD-CA683D7E2FC3}" type="presParOf" srcId="{5566BE99-99E1-4E2B-8754-52357B34A438}" destId="{C3189642-47A0-4AA2-8FF9-9CE596D902F2}" srcOrd="4" destOrd="0" presId="urn:microsoft.com/office/officeart/2018/2/layout/IconVerticalSolidList"/>
    <dgm:cxn modelId="{34871E08-83E9-4A6F-AF9E-9C848E734018}" type="presParOf" srcId="{C3189642-47A0-4AA2-8FF9-9CE596D902F2}" destId="{F3D04D49-A2C7-41E6-9750-251A8CC567A3}" srcOrd="0" destOrd="0" presId="urn:microsoft.com/office/officeart/2018/2/layout/IconVerticalSolidList"/>
    <dgm:cxn modelId="{2BDD4716-B699-4C97-8366-E40D24119351}" type="presParOf" srcId="{C3189642-47A0-4AA2-8FF9-9CE596D902F2}" destId="{A9BDF9CE-5DB6-42F7-BFBB-40C8BD2481F5}" srcOrd="1" destOrd="0" presId="urn:microsoft.com/office/officeart/2018/2/layout/IconVerticalSolidList"/>
    <dgm:cxn modelId="{92286969-E280-4A4B-96D9-3BAD33568B23}" type="presParOf" srcId="{C3189642-47A0-4AA2-8FF9-9CE596D902F2}" destId="{9829855A-A789-41D4-8C5F-2367899D56C5}" srcOrd="2" destOrd="0" presId="urn:microsoft.com/office/officeart/2018/2/layout/IconVerticalSolidList"/>
    <dgm:cxn modelId="{308EE01B-F590-4FFB-ADE7-D96CD89534D8}" type="presParOf" srcId="{C3189642-47A0-4AA2-8FF9-9CE596D902F2}" destId="{652917C1-EBA3-489C-880F-3630727C14EA}" srcOrd="3" destOrd="0" presId="urn:microsoft.com/office/officeart/2018/2/layout/IconVerticalSolidList"/>
    <dgm:cxn modelId="{658E9043-A2BB-4CE0-B3C9-5591E26DD4B6}" type="presParOf" srcId="{5566BE99-99E1-4E2B-8754-52357B34A438}" destId="{22A0E185-53E3-4CBB-995D-7AEE795AC639}" srcOrd="5" destOrd="0" presId="urn:microsoft.com/office/officeart/2018/2/layout/IconVerticalSolidList"/>
    <dgm:cxn modelId="{17DB58D3-0D12-4003-BAB6-57E09BF42B5A}" type="presParOf" srcId="{5566BE99-99E1-4E2B-8754-52357B34A438}" destId="{809B4C80-9AD0-4A39-913F-4520442002AC}" srcOrd="6" destOrd="0" presId="urn:microsoft.com/office/officeart/2018/2/layout/IconVerticalSolidList"/>
    <dgm:cxn modelId="{8B7BB42E-81BD-4D6F-8893-CC2A033B36BF}" type="presParOf" srcId="{809B4C80-9AD0-4A39-913F-4520442002AC}" destId="{B0A9031C-2F8A-481C-9D56-673156188A13}" srcOrd="0" destOrd="0" presId="urn:microsoft.com/office/officeart/2018/2/layout/IconVerticalSolidList"/>
    <dgm:cxn modelId="{D7256319-B442-4F8A-866B-18D96EB5A3E1}" type="presParOf" srcId="{809B4C80-9AD0-4A39-913F-4520442002AC}" destId="{B653B92E-8791-4EBB-B432-F89790DB4E60}" srcOrd="1" destOrd="0" presId="urn:microsoft.com/office/officeart/2018/2/layout/IconVerticalSolidList"/>
    <dgm:cxn modelId="{D0E306AD-B6DC-4DCE-89BF-9D6242018733}" type="presParOf" srcId="{809B4C80-9AD0-4A39-913F-4520442002AC}" destId="{69D46E14-268B-4C0D-9E40-98659EDD6499}" srcOrd="2" destOrd="0" presId="urn:microsoft.com/office/officeart/2018/2/layout/IconVerticalSolidList"/>
    <dgm:cxn modelId="{8D2F63EB-90B7-43A1-A192-52AB9E222703}" type="presParOf" srcId="{809B4C80-9AD0-4A39-913F-4520442002AC}" destId="{264D8D52-6AF6-4F7F-9845-73D77A1283B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1FCE0FD-478E-441E-9B6B-C841BC7CC290}" type="doc">
      <dgm:prSet loTypeId="urn:microsoft.com/office/officeart/2005/8/layout/vList2" loCatId="list" qsTypeId="urn:microsoft.com/office/officeart/2005/8/quickstyle/simple1#2" qsCatId="simple" csTypeId="urn:microsoft.com/office/officeart/2005/8/colors/colorful5#1" csCatId="colorful"/>
      <dgm:spPr/>
      <dgm:t>
        <a:bodyPr/>
        <a:lstStyle/>
        <a:p>
          <a:endParaRPr lang="en-US"/>
        </a:p>
      </dgm:t>
    </dgm:pt>
    <dgm:pt modelId="{74B0D7D3-CD6D-4BF8-94D8-D61BE2D49AEB}">
      <dgm:prSet/>
      <dgm:spPr/>
      <dgm:t>
        <a:bodyPr/>
        <a:lstStyle/>
        <a:p>
          <a:r>
            <a:rPr lang="en-US" b="0" i="0" baseline="0"/>
            <a:t>Computing resources available on demand</a:t>
          </a:r>
          <a:endParaRPr lang="en-US"/>
        </a:p>
      </dgm:t>
    </dgm:pt>
    <dgm:pt modelId="{87271F51-8FEE-4C16-9687-72E4FFBFAC15}" type="parTrans" cxnId="{F93E3759-1C50-4DB6-AF04-19A14B909970}">
      <dgm:prSet/>
      <dgm:spPr/>
      <dgm:t>
        <a:bodyPr/>
        <a:lstStyle/>
        <a:p>
          <a:endParaRPr lang="en-US"/>
        </a:p>
      </dgm:t>
    </dgm:pt>
    <dgm:pt modelId="{2ADDE0FA-C55A-4C79-BCC0-670869AD6551}" type="sibTrans" cxnId="{F93E3759-1C50-4DB6-AF04-19A14B909970}">
      <dgm:prSet/>
      <dgm:spPr/>
      <dgm:t>
        <a:bodyPr/>
        <a:lstStyle/>
        <a:p>
          <a:endParaRPr lang="en-US"/>
        </a:p>
      </dgm:t>
    </dgm:pt>
    <dgm:pt modelId="{3139F444-9264-4033-B957-D226C9B4E321}">
      <dgm:prSet/>
      <dgm:spPr/>
      <dgm:t>
        <a:bodyPr/>
        <a:lstStyle/>
        <a:p>
          <a:r>
            <a:rPr lang="en-US" b="0" i="0" baseline="0"/>
            <a:t>Traditional: Buy → Install → Configure → Maintain</a:t>
          </a:r>
          <a:endParaRPr lang="en-US"/>
        </a:p>
      </dgm:t>
    </dgm:pt>
    <dgm:pt modelId="{64FFE10A-FABB-4F7B-B5F0-F3B18CCF21E2}" type="parTrans" cxnId="{0BE0602A-25F9-40C5-B0C1-E42F008375F2}">
      <dgm:prSet/>
      <dgm:spPr/>
      <dgm:t>
        <a:bodyPr/>
        <a:lstStyle/>
        <a:p>
          <a:endParaRPr lang="en-US"/>
        </a:p>
      </dgm:t>
    </dgm:pt>
    <dgm:pt modelId="{A5B34213-8E0D-4148-AAA4-C18D99F838C1}" type="sibTrans" cxnId="{0BE0602A-25F9-40C5-B0C1-E42F008375F2}">
      <dgm:prSet/>
      <dgm:spPr/>
      <dgm:t>
        <a:bodyPr/>
        <a:lstStyle/>
        <a:p>
          <a:endParaRPr lang="en-US"/>
        </a:p>
      </dgm:t>
    </dgm:pt>
    <dgm:pt modelId="{4CC2B382-C11E-4A9F-9EDF-6C609B05E6AB}">
      <dgm:prSet/>
      <dgm:spPr/>
      <dgm:t>
        <a:bodyPr/>
        <a:lstStyle/>
        <a:p>
          <a:r>
            <a:rPr lang="en-US" b="0" i="0" baseline="0"/>
            <a:t>AWS: Choose resources → Launch → Deploy → Scale</a:t>
          </a:r>
          <a:endParaRPr lang="en-US"/>
        </a:p>
      </dgm:t>
    </dgm:pt>
    <dgm:pt modelId="{8DF97DB9-991C-4E57-9309-E2D9F89819A2}" type="parTrans" cxnId="{4ED93A02-762D-475E-9659-FDCFF83B5C5D}">
      <dgm:prSet/>
      <dgm:spPr/>
      <dgm:t>
        <a:bodyPr/>
        <a:lstStyle/>
        <a:p>
          <a:endParaRPr lang="en-US"/>
        </a:p>
      </dgm:t>
    </dgm:pt>
    <dgm:pt modelId="{0A792C8B-A562-4735-842D-A8AF6D8DC934}" type="sibTrans" cxnId="{4ED93A02-762D-475E-9659-FDCFF83B5C5D}">
      <dgm:prSet/>
      <dgm:spPr/>
      <dgm:t>
        <a:bodyPr/>
        <a:lstStyle/>
        <a:p>
          <a:endParaRPr lang="en-US"/>
        </a:p>
      </dgm:t>
    </dgm:pt>
    <dgm:pt modelId="{46F3E7E9-AB7F-44FF-A322-11ED7203AAA4}">
      <dgm:prSet/>
      <dgm:spPr/>
      <dgm:t>
        <a:bodyPr/>
        <a:lstStyle/>
        <a:p>
          <a:r>
            <a:rPr lang="en-US" b="0" i="0" baseline="0"/>
            <a:t>Resources include CPU, memory, storage and networking</a:t>
          </a:r>
          <a:endParaRPr lang="en-US"/>
        </a:p>
      </dgm:t>
    </dgm:pt>
    <dgm:pt modelId="{70C8BC98-06E4-4DE5-8693-000A31D693A5}" type="parTrans" cxnId="{FA8A9B5E-B92C-444A-A880-6CB3E49CD087}">
      <dgm:prSet/>
      <dgm:spPr/>
      <dgm:t>
        <a:bodyPr/>
        <a:lstStyle/>
        <a:p>
          <a:endParaRPr lang="en-US"/>
        </a:p>
      </dgm:t>
    </dgm:pt>
    <dgm:pt modelId="{239C04B5-0585-4896-B30A-FC6C649EE999}" type="sibTrans" cxnId="{FA8A9B5E-B92C-444A-A880-6CB3E49CD087}">
      <dgm:prSet/>
      <dgm:spPr/>
      <dgm:t>
        <a:bodyPr/>
        <a:lstStyle/>
        <a:p>
          <a:endParaRPr lang="en-US"/>
        </a:p>
      </dgm:t>
    </dgm:pt>
    <dgm:pt modelId="{676742C3-B894-4B7D-8464-595EC2B890CC}">
      <dgm:prSet/>
      <dgm:spPr/>
      <dgm:t>
        <a:bodyPr/>
        <a:lstStyle/>
        <a:p>
          <a:r>
            <a:rPr lang="en-US" b="0" i="0" baseline="0"/>
            <a:t>Main benefit: pay for resources as needed</a:t>
          </a:r>
          <a:endParaRPr lang="en-US"/>
        </a:p>
      </dgm:t>
    </dgm:pt>
    <dgm:pt modelId="{BE4E4203-0BF8-475F-B11D-2FC70EA6B590}" type="parTrans" cxnId="{F6C1134B-DB30-4CD4-BD9C-2BBC00C1B4A0}">
      <dgm:prSet/>
      <dgm:spPr/>
      <dgm:t>
        <a:bodyPr/>
        <a:lstStyle/>
        <a:p>
          <a:endParaRPr lang="en-US"/>
        </a:p>
      </dgm:t>
    </dgm:pt>
    <dgm:pt modelId="{C925145A-8F57-462D-AB03-13A53FC9C9FA}" type="sibTrans" cxnId="{F6C1134B-DB30-4CD4-BD9C-2BBC00C1B4A0}">
      <dgm:prSet/>
      <dgm:spPr/>
      <dgm:t>
        <a:bodyPr/>
        <a:lstStyle/>
        <a:p>
          <a:endParaRPr lang="en-US"/>
        </a:p>
      </dgm:t>
    </dgm:pt>
    <dgm:pt modelId="{8397F5FA-C937-4041-A23A-893465FDA96B}" type="pres">
      <dgm:prSet presAssocID="{C1FCE0FD-478E-441E-9B6B-C841BC7CC290}" presName="linear" presStyleCnt="0">
        <dgm:presLayoutVars>
          <dgm:animLvl val="lvl"/>
          <dgm:resizeHandles val="exact"/>
        </dgm:presLayoutVars>
      </dgm:prSet>
      <dgm:spPr/>
    </dgm:pt>
    <dgm:pt modelId="{63141623-E1CD-42AC-AFFA-90303E523807}" type="pres">
      <dgm:prSet presAssocID="{74B0D7D3-CD6D-4BF8-94D8-D61BE2D49AE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481161A-8F9A-47B7-AB65-2CAF81AE4E0F}" type="pres">
      <dgm:prSet presAssocID="{2ADDE0FA-C55A-4C79-BCC0-670869AD6551}" presName="spacer" presStyleCnt="0"/>
      <dgm:spPr/>
    </dgm:pt>
    <dgm:pt modelId="{11BE0AAC-33B7-4FA6-B146-7D96A614EBB5}" type="pres">
      <dgm:prSet presAssocID="{3139F444-9264-4033-B957-D226C9B4E32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FF6FE56-300D-4C62-AE16-51B15AD7B6A4}" type="pres">
      <dgm:prSet presAssocID="{A5B34213-8E0D-4148-AAA4-C18D99F838C1}" presName="spacer" presStyleCnt="0"/>
      <dgm:spPr/>
    </dgm:pt>
    <dgm:pt modelId="{A47F67D9-87A8-4CF4-A099-62D7B5B7ED74}" type="pres">
      <dgm:prSet presAssocID="{4CC2B382-C11E-4A9F-9EDF-6C609B05E6A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48B5208-8D95-4614-B612-A5C075A9D25C}" type="pres">
      <dgm:prSet presAssocID="{0A792C8B-A562-4735-842D-A8AF6D8DC934}" presName="spacer" presStyleCnt="0"/>
      <dgm:spPr/>
    </dgm:pt>
    <dgm:pt modelId="{2F0C6FD5-55F9-4A35-A953-D71A8AAB1DC2}" type="pres">
      <dgm:prSet presAssocID="{46F3E7E9-AB7F-44FF-A322-11ED7203AAA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93B1C0F-3EE8-4D33-AD51-E8830CE3AC60}" type="pres">
      <dgm:prSet presAssocID="{239C04B5-0585-4896-B30A-FC6C649EE999}" presName="spacer" presStyleCnt="0"/>
      <dgm:spPr/>
    </dgm:pt>
    <dgm:pt modelId="{FF7832AD-4F98-4879-BC74-8CF1505F5491}" type="pres">
      <dgm:prSet presAssocID="{676742C3-B894-4B7D-8464-595EC2B890C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ED93A02-762D-475E-9659-FDCFF83B5C5D}" srcId="{C1FCE0FD-478E-441E-9B6B-C841BC7CC290}" destId="{4CC2B382-C11E-4A9F-9EDF-6C609B05E6AB}" srcOrd="2" destOrd="0" parTransId="{8DF97DB9-991C-4E57-9309-E2D9F89819A2}" sibTransId="{0A792C8B-A562-4735-842D-A8AF6D8DC934}"/>
    <dgm:cxn modelId="{0BE0602A-25F9-40C5-B0C1-E42F008375F2}" srcId="{C1FCE0FD-478E-441E-9B6B-C841BC7CC290}" destId="{3139F444-9264-4033-B957-D226C9B4E321}" srcOrd="1" destOrd="0" parTransId="{64FFE10A-FABB-4F7B-B5F0-F3B18CCF21E2}" sibTransId="{A5B34213-8E0D-4148-AAA4-C18D99F838C1}"/>
    <dgm:cxn modelId="{FA8A9B5E-B92C-444A-A880-6CB3E49CD087}" srcId="{C1FCE0FD-478E-441E-9B6B-C841BC7CC290}" destId="{46F3E7E9-AB7F-44FF-A322-11ED7203AAA4}" srcOrd="3" destOrd="0" parTransId="{70C8BC98-06E4-4DE5-8693-000A31D693A5}" sibTransId="{239C04B5-0585-4896-B30A-FC6C649EE999}"/>
    <dgm:cxn modelId="{A31F7145-B620-4256-A04C-D7BE24AEDB1B}" type="presOf" srcId="{C1FCE0FD-478E-441E-9B6B-C841BC7CC290}" destId="{8397F5FA-C937-4041-A23A-893465FDA96B}" srcOrd="0" destOrd="0" presId="urn:microsoft.com/office/officeart/2005/8/layout/vList2"/>
    <dgm:cxn modelId="{F6C1134B-DB30-4CD4-BD9C-2BBC00C1B4A0}" srcId="{C1FCE0FD-478E-441E-9B6B-C841BC7CC290}" destId="{676742C3-B894-4B7D-8464-595EC2B890CC}" srcOrd="4" destOrd="0" parTransId="{BE4E4203-0BF8-475F-B11D-2FC70EA6B590}" sibTransId="{C925145A-8F57-462D-AB03-13A53FC9C9FA}"/>
    <dgm:cxn modelId="{F93E3759-1C50-4DB6-AF04-19A14B909970}" srcId="{C1FCE0FD-478E-441E-9B6B-C841BC7CC290}" destId="{74B0D7D3-CD6D-4BF8-94D8-D61BE2D49AEB}" srcOrd="0" destOrd="0" parTransId="{87271F51-8FEE-4C16-9687-72E4FFBFAC15}" sibTransId="{2ADDE0FA-C55A-4C79-BCC0-670869AD6551}"/>
    <dgm:cxn modelId="{4A471F80-26C8-488F-A7FB-3453A736398D}" type="presOf" srcId="{676742C3-B894-4B7D-8464-595EC2B890CC}" destId="{FF7832AD-4F98-4879-BC74-8CF1505F5491}" srcOrd="0" destOrd="0" presId="urn:microsoft.com/office/officeart/2005/8/layout/vList2"/>
    <dgm:cxn modelId="{7A22AE8B-75C8-4C09-8640-3F25AC9F97A3}" type="presOf" srcId="{3139F444-9264-4033-B957-D226C9B4E321}" destId="{11BE0AAC-33B7-4FA6-B146-7D96A614EBB5}" srcOrd="0" destOrd="0" presId="urn:microsoft.com/office/officeart/2005/8/layout/vList2"/>
    <dgm:cxn modelId="{BA7C70AF-C60D-4AE1-A347-47B74EE61E76}" type="presOf" srcId="{46F3E7E9-AB7F-44FF-A322-11ED7203AAA4}" destId="{2F0C6FD5-55F9-4A35-A953-D71A8AAB1DC2}" srcOrd="0" destOrd="0" presId="urn:microsoft.com/office/officeart/2005/8/layout/vList2"/>
    <dgm:cxn modelId="{2749DFD6-000B-4153-BB99-8FD76AF18454}" type="presOf" srcId="{4CC2B382-C11E-4A9F-9EDF-6C609B05E6AB}" destId="{A47F67D9-87A8-4CF4-A099-62D7B5B7ED74}" srcOrd="0" destOrd="0" presId="urn:microsoft.com/office/officeart/2005/8/layout/vList2"/>
    <dgm:cxn modelId="{CF90FCDE-3F44-437F-9388-C6DC8013DC2D}" type="presOf" srcId="{74B0D7D3-CD6D-4BF8-94D8-D61BE2D49AEB}" destId="{63141623-E1CD-42AC-AFFA-90303E523807}" srcOrd="0" destOrd="0" presId="urn:microsoft.com/office/officeart/2005/8/layout/vList2"/>
    <dgm:cxn modelId="{91E50F20-4E75-4D72-B29C-C56B06506E8C}" type="presParOf" srcId="{8397F5FA-C937-4041-A23A-893465FDA96B}" destId="{63141623-E1CD-42AC-AFFA-90303E523807}" srcOrd="0" destOrd="0" presId="urn:microsoft.com/office/officeart/2005/8/layout/vList2"/>
    <dgm:cxn modelId="{F55AFA9B-FDCF-4DB8-ADB5-2F7D67961ABE}" type="presParOf" srcId="{8397F5FA-C937-4041-A23A-893465FDA96B}" destId="{0481161A-8F9A-47B7-AB65-2CAF81AE4E0F}" srcOrd="1" destOrd="0" presId="urn:microsoft.com/office/officeart/2005/8/layout/vList2"/>
    <dgm:cxn modelId="{CC0BBC43-5152-479F-9946-CDA88A9D1FB5}" type="presParOf" srcId="{8397F5FA-C937-4041-A23A-893465FDA96B}" destId="{11BE0AAC-33B7-4FA6-B146-7D96A614EBB5}" srcOrd="2" destOrd="0" presId="urn:microsoft.com/office/officeart/2005/8/layout/vList2"/>
    <dgm:cxn modelId="{4D2576CF-4289-4995-AC72-D58E51B77915}" type="presParOf" srcId="{8397F5FA-C937-4041-A23A-893465FDA96B}" destId="{9FF6FE56-300D-4C62-AE16-51B15AD7B6A4}" srcOrd="3" destOrd="0" presId="urn:microsoft.com/office/officeart/2005/8/layout/vList2"/>
    <dgm:cxn modelId="{4265C131-94BE-4C8B-B6FF-CB40C86765B4}" type="presParOf" srcId="{8397F5FA-C937-4041-A23A-893465FDA96B}" destId="{A47F67D9-87A8-4CF4-A099-62D7B5B7ED74}" srcOrd="4" destOrd="0" presId="urn:microsoft.com/office/officeart/2005/8/layout/vList2"/>
    <dgm:cxn modelId="{E65054D1-1FAC-4483-9431-093A7C868864}" type="presParOf" srcId="{8397F5FA-C937-4041-A23A-893465FDA96B}" destId="{048B5208-8D95-4614-B612-A5C075A9D25C}" srcOrd="5" destOrd="0" presId="urn:microsoft.com/office/officeart/2005/8/layout/vList2"/>
    <dgm:cxn modelId="{F72ED5DD-8342-4FC6-8BC4-D7511124BC3F}" type="presParOf" srcId="{8397F5FA-C937-4041-A23A-893465FDA96B}" destId="{2F0C6FD5-55F9-4A35-A953-D71A8AAB1DC2}" srcOrd="6" destOrd="0" presId="urn:microsoft.com/office/officeart/2005/8/layout/vList2"/>
    <dgm:cxn modelId="{8B831030-A147-47F8-8D5A-9F1F5A30D2D8}" type="presParOf" srcId="{8397F5FA-C937-4041-A23A-893465FDA96B}" destId="{693B1C0F-3EE8-4D33-AD51-E8830CE3AC60}" srcOrd="7" destOrd="0" presId="urn:microsoft.com/office/officeart/2005/8/layout/vList2"/>
    <dgm:cxn modelId="{5F6B542E-BE83-449F-8FBA-3FC439CA6825}" type="presParOf" srcId="{8397F5FA-C937-4041-A23A-893465FDA96B}" destId="{FF7832AD-4F98-4879-BC74-8CF1505F549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E7F28E5-AC35-4ACA-A4A0-F23D6EB82796}" type="doc">
      <dgm:prSet loTypeId="urn:microsoft.com/office/officeart/2008/layout/LinedList" loCatId="list" qsTypeId="urn:microsoft.com/office/officeart/2005/8/quickstyle/simple1#3" qsCatId="simple" csTypeId="urn:microsoft.com/office/officeart/2005/8/colors/accent0_3#1" csCatId="mainScheme"/>
      <dgm:spPr/>
      <dgm:t>
        <a:bodyPr/>
        <a:lstStyle/>
        <a:p>
          <a:endParaRPr lang="en-US"/>
        </a:p>
      </dgm:t>
    </dgm:pt>
    <dgm:pt modelId="{E14D973F-B020-47C0-AF0A-16067463C864}">
      <dgm:prSet/>
      <dgm:spPr/>
      <dgm:t>
        <a:bodyPr/>
        <a:lstStyle/>
        <a:p>
          <a:r>
            <a:rPr lang="en-US" b="0" i="0" baseline="0"/>
            <a:t>General Purpose — balanced CPU and memory</a:t>
          </a:r>
          <a:endParaRPr lang="en-US"/>
        </a:p>
      </dgm:t>
    </dgm:pt>
    <dgm:pt modelId="{FA51F25B-BF55-490C-9CB3-3D9963281F7D}" type="parTrans" cxnId="{056F5D2E-E927-481B-9CDF-DF8BC875F135}">
      <dgm:prSet/>
      <dgm:spPr/>
      <dgm:t>
        <a:bodyPr/>
        <a:lstStyle/>
        <a:p>
          <a:endParaRPr lang="en-US"/>
        </a:p>
      </dgm:t>
    </dgm:pt>
    <dgm:pt modelId="{4F1D1DB1-9955-472B-B956-BF29055532FE}" type="sibTrans" cxnId="{056F5D2E-E927-481B-9CDF-DF8BC875F135}">
      <dgm:prSet/>
      <dgm:spPr/>
      <dgm:t>
        <a:bodyPr/>
        <a:lstStyle/>
        <a:p>
          <a:endParaRPr lang="en-US"/>
        </a:p>
      </dgm:t>
    </dgm:pt>
    <dgm:pt modelId="{6B27DA59-302E-46F8-9C2B-BCB3733CB824}">
      <dgm:prSet/>
      <dgm:spPr/>
      <dgm:t>
        <a:bodyPr/>
        <a:lstStyle/>
        <a:p>
          <a:r>
            <a:rPr lang="en-US" b="0" i="0" baseline="0"/>
            <a:t>Compute Optimized — CPU-intensive workloads</a:t>
          </a:r>
          <a:endParaRPr lang="en-US"/>
        </a:p>
      </dgm:t>
    </dgm:pt>
    <dgm:pt modelId="{545F79C1-9BAC-40B2-A307-DDA7E9DF8BB2}" type="parTrans" cxnId="{612CB585-039D-4609-AB7C-CADA251E21E1}">
      <dgm:prSet/>
      <dgm:spPr/>
      <dgm:t>
        <a:bodyPr/>
        <a:lstStyle/>
        <a:p>
          <a:endParaRPr lang="en-US"/>
        </a:p>
      </dgm:t>
    </dgm:pt>
    <dgm:pt modelId="{F4FF4C97-6DD2-4C84-B1BA-F45DB7765A26}" type="sibTrans" cxnId="{612CB585-039D-4609-AB7C-CADA251E21E1}">
      <dgm:prSet/>
      <dgm:spPr/>
      <dgm:t>
        <a:bodyPr/>
        <a:lstStyle/>
        <a:p>
          <a:endParaRPr lang="en-US"/>
        </a:p>
      </dgm:t>
    </dgm:pt>
    <dgm:pt modelId="{73AF6967-0EF0-4023-8E8D-0B10F8AB2264}">
      <dgm:prSet/>
      <dgm:spPr/>
      <dgm:t>
        <a:bodyPr/>
        <a:lstStyle/>
        <a:p>
          <a:r>
            <a:rPr lang="en-US" b="0" i="0" baseline="0"/>
            <a:t>Memory Optimized — memory-intensive workloads</a:t>
          </a:r>
          <a:endParaRPr lang="en-US"/>
        </a:p>
      </dgm:t>
    </dgm:pt>
    <dgm:pt modelId="{164CEF20-3736-405A-93E5-E47238DE23EC}" type="parTrans" cxnId="{9148767F-181C-4DA1-8A33-43A0799C0D96}">
      <dgm:prSet/>
      <dgm:spPr/>
      <dgm:t>
        <a:bodyPr/>
        <a:lstStyle/>
        <a:p>
          <a:endParaRPr lang="en-US"/>
        </a:p>
      </dgm:t>
    </dgm:pt>
    <dgm:pt modelId="{6D579198-9AC0-4165-9B7F-B88189D805C5}" type="sibTrans" cxnId="{9148767F-181C-4DA1-8A33-43A0799C0D96}">
      <dgm:prSet/>
      <dgm:spPr/>
      <dgm:t>
        <a:bodyPr/>
        <a:lstStyle/>
        <a:p>
          <a:endParaRPr lang="en-US"/>
        </a:p>
      </dgm:t>
    </dgm:pt>
    <dgm:pt modelId="{3E3F3045-A86A-405F-BD19-B2E7523E39EB}">
      <dgm:prSet/>
      <dgm:spPr/>
      <dgm:t>
        <a:bodyPr/>
        <a:lstStyle/>
        <a:p>
          <a:r>
            <a:rPr lang="en-US" b="0" i="0" baseline="0"/>
            <a:t>Storage Optimized — high-performance storage workloads</a:t>
          </a:r>
          <a:endParaRPr lang="en-US"/>
        </a:p>
      </dgm:t>
    </dgm:pt>
    <dgm:pt modelId="{1FB37368-28B9-439B-9419-7FA06945DC00}" type="parTrans" cxnId="{808A9C24-8F4F-4D84-A711-9FFE4BC33952}">
      <dgm:prSet/>
      <dgm:spPr/>
      <dgm:t>
        <a:bodyPr/>
        <a:lstStyle/>
        <a:p>
          <a:endParaRPr lang="en-US"/>
        </a:p>
      </dgm:t>
    </dgm:pt>
    <dgm:pt modelId="{3ED6C82C-FB31-4694-A631-AAA52243CE08}" type="sibTrans" cxnId="{808A9C24-8F4F-4D84-A711-9FFE4BC33952}">
      <dgm:prSet/>
      <dgm:spPr/>
      <dgm:t>
        <a:bodyPr/>
        <a:lstStyle/>
        <a:p>
          <a:endParaRPr lang="en-US"/>
        </a:p>
      </dgm:t>
    </dgm:pt>
    <dgm:pt modelId="{2BEA58D7-E9FD-4FB0-939C-792B55282456}">
      <dgm:prSet/>
      <dgm:spPr/>
      <dgm:t>
        <a:bodyPr/>
        <a:lstStyle/>
        <a:p>
          <a:r>
            <a:rPr lang="en-US" b="0" i="0" baseline="0"/>
            <a:t>Accelerated Computing — GPU/accelerator workloads</a:t>
          </a:r>
          <a:endParaRPr lang="en-US"/>
        </a:p>
      </dgm:t>
    </dgm:pt>
    <dgm:pt modelId="{CADB9B3A-CCB7-4B97-B087-8D82646DE775}" type="parTrans" cxnId="{74316533-8498-4B91-9EED-39B09CC4D6F2}">
      <dgm:prSet/>
      <dgm:spPr/>
      <dgm:t>
        <a:bodyPr/>
        <a:lstStyle/>
        <a:p>
          <a:endParaRPr lang="en-US"/>
        </a:p>
      </dgm:t>
    </dgm:pt>
    <dgm:pt modelId="{E1677A8D-5B09-4C3D-B900-F43930FFEEDB}" type="sibTrans" cxnId="{74316533-8498-4B91-9EED-39B09CC4D6F2}">
      <dgm:prSet/>
      <dgm:spPr/>
      <dgm:t>
        <a:bodyPr/>
        <a:lstStyle/>
        <a:p>
          <a:endParaRPr lang="en-US"/>
        </a:p>
      </dgm:t>
    </dgm:pt>
    <dgm:pt modelId="{1EE9A5A6-A1B5-46FE-9529-6AD141466FF2}" type="pres">
      <dgm:prSet presAssocID="{BE7F28E5-AC35-4ACA-A4A0-F23D6EB82796}" presName="vert0" presStyleCnt="0">
        <dgm:presLayoutVars>
          <dgm:dir/>
          <dgm:animOne val="branch"/>
          <dgm:animLvl val="lvl"/>
        </dgm:presLayoutVars>
      </dgm:prSet>
      <dgm:spPr/>
    </dgm:pt>
    <dgm:pt modelId="{8CA29F06-1E4A-4692-BDDA-50E3B8549FE0}" type="pres">
      <dgm:prSet presAssocID="{E14D973F-B020-47C0-AF0A-16067463C864}" presName="thickLine" presStyleLbl="alignNode1" presStyleIdx="0" presStyleCnt="5"/>
      <dgm:spPr/>
    </dgm:pt>
    <dgm:pt modelId="{1186AA3C-F0F6-4037-A41B-28C2971077CD}" type="pres">
      <dgm:prSet presAssocID="{E14D973F-B020-47C0-AF0A-16067463C864}" presName="horz1" presStyleCnt="0"/>
      <dgm:spPr/>
    </dgm:pt>
    <dgm:pt modelId="{E290B863-EE13-45D3-AE35-3E0005361825}" type="pres">
      <dgm:prSet presAssocID="{E14D973F-B020-47C0-AF0A-16067463C864}" presName="tx1" presStyleLbl="revTx" presStyleIdx="0" presStyleCnt="5"/>
      <dgm:spPr/>
    </dgm:pt>
    <dgm:pt modelId="{89011CD1-CBCD-4D5C-9C07-9B5878D66046}" type="pres">
      <dgm:prSet presAssocID="{E14D973F-B020-47C0-AF0A-16067463C864}" presName="vert1" presStyleCnt="0"/>
      <dgm:spPr/>
    </dgm:pt>
    <dgm:pt modelId="{98E3B2C2-7845-421D-8A3A-67C0AAE6D2D9}" type="pres">
      <dgm:prSet presAssocID="{6B27DA59-302E-46F8-9C2B-BCB3733CB824}" presName="thickLine" presStyleLbl="alignNode1" presStyleIdx="1" presStyleCnt="5"/>
      <dgm:spPr/>
    </dgm:pt>
    <dgm:pt modelId="{208C1B46-A962-4995-9849-982CED106C42}" type="pres">
      <dgm:prSet presAssocID="{6B27DA59-302E-46F8-9C2B-BCB3733CB824}" presName="horz1" presStyleCnt="0"/>
      <dgm:spPr/>
    </dgm:pt>
    <dgm:pt modelId="{73597F36-7EE2-44FB-A04D-9D6DFD01352A}" type="pres">
      <dgm:prSet presAssocID="{6B27DA59-302E-46F8-9C2B-BCB3733CB824}" presName="tx1" presStyleLbl="revTx" presStyleIdx="1" presStyleCnt="5"/>
      <dgm:spPr/>
    </dgm:pt>
    <dgm:pt modelId="{0A52BFCD-3423-44EF-8018-4703FF4929F8}" type="pres">
      <dgm:prSet presAssocID="{6B27DA59-302E-46F8-9C2B-BCB3733CB824}" presName="vert1" presStyleCnt="0"/>
      <dgm:spPr/>
    </dgm:pt>
    <dgm:pt modelId="{29BA467B-5264-49DE-87C1-D11F8872AB71}" type="pres">
      <dgm:prSet presAssocID="{73AF6967-0EF0-4023-8E8D-0B10F8AB2264}" presName="thickLine" presStyleLbl="alignNode1" presStyleIdx="2" presStyleCnt="5"/>
      <dgm:spPr/>
    </dgm:pt>
    <dgm:pt modelId="{43417AD4-6DE3-4A11-8021-2173B3B789E0}" type="pres">
      <dgm:prSet presAssocID="{73AF6967-0EF0-4023-8E8D-0B10F8AB2264}" presName="horz1" presStyleCnt="0"/>
      <dgm:spPr/>
    </dgm:pt>
    <dgm:pt modelId="{E779234E-682C-4673-B24B-7C4F1AD187AE}" type="pres">
      <dgm:prSet presAssocID="{73AF6967-0EF0-4023-8E8D-0B10F8AB2264}" presName="tx1" presStyleLbl="revTx" presStyleIdx="2" presStyleCnt="5"/>
      <dgm:spPr/>
    </dgm:pt>
    <dgm:pt modelId="{6CC97ED0-75A1-4EE6-9301-95E5AD25B3D4}" type="pres">
      <dgm:prSet presAssocID="{73AF6967-0EF0-4023-8E8D-0B10F8AB2264}" presName="vert1" presStyleCnt="0"/>
      <dgm:spPr/>
    </dgm:pt>
    <dgm:pt modelId="{C9144E83-1306-4AE6-A0DA-A900DC3754D3}" type="pres">
      <dgm:prSet presAssocID="{3E3F3045-A86A-405F-BD19-B2E7523E39EB}" presName="thickLine" presStyleLbl="alignNode1" presStyleIdx="3" presStyleCnt="5"/>
      <dgm:spPr/>
    </dgm:pt>
    <dgm:pt modelId="{8DF510C3-490F-4BCC-856A-9CF035067E0C}" type="pres">
      <dgm:prSet presAssocID="{3E3F3045-A86A-405F-BD19-B2E7523E39EB}" presName="horz1" presStyleCnt="0"/>
      <dgm:spPr/>
    </dgm:pt>
    <dgm:pt modelId="{81400FEC-9BC2-414F-A91C-C06DA3A7BC27}" type="pres">
      <dgm:prSet presAssocID="{3E3F3045-A86A-405F-BD19-B2E7523E39EB}" presName="tx1" presStyleLbl="revTx" presStyleIdx="3" presStyleCnt="5"/>
      <dgm:spPr/>
    </dgm:pt>
    <dgm:pt modelId="{34658A17-DB6B-4DD4-B200-6CF3D8641E81}" type="pres">
      <dgm:prSet presAssocID="{3E3F3045-A86A-405F-BD19-B2E7523E39EB}" presName="vert1" presStyleCnt="0"/>
      <dgm:spPr/>
    </dgm:pt>
    <dgm:pt modelId="{A9DEECAA-CA33-4962-BD18-787D1577EAE4}" type="pres">
      <dgm:prSet presAssocID="{2BEA58D7-E9FD-4FB0-939C-792B55282456}" presName="thickLine" presStyleLbl="alignNode1" presStyleIdx="4" presStyleCnt="5"/>
      <dgm:spPr/>
    </dgm:pt>
    <dgm:pt modelId="{0FE843B0-A6BF-4CE6-ABEB-B401914EEA10}" type="pres">
      <dgm:prSet presAssocID="{2BEA58D7-E9FD-4FB0-939C-792B55282456}" presName="horz1" presStyleCnt="0"/>
      <dgm:spPr/>
    </dgm:pt>
    <dgm:pt modelId="{D471EC56-C180-4586-836A-B69CAB3906BD}" type="pres">
      <dgm:prSet presAssocID="{2BEA58D7-E9FD-4FB0-939C-792B55282456}" presName="tx1" presStyleLbl="revTx" presStyleIdx="4" presStyleCnt="5"/>
      <dgm:spPr/>
    </dgm:pt>
    <dgm:pt modelId="{FB163A6A-4E2D-4F62-9984-292D60E86969}" type="pres">
      <dgm:prSet presAssocID="{2BEA58D7-E9FD-4FB0-939C-792B55282456}" presName="vert1" presStyleCnt="0"/>
      <dgm:spPr/>
    </dgm:pt>
  </dgm:ptLst>
  <dgm:cxnLst>
    <dgm:cxn modelId="{808A9C24-8F4F-4D84-A711-9FFE4BC33952}" srcId="{BE7F28E5-AC35-4ACA-A4A0-F23D6EB82796}" destId="{3E3F3045-A86A-405F-BD19-B2E7523E39EB}" srcOrd="3" destOrd="0" parTransId="{1FB37368-28B9-439B-9419-7FA06945DC00}" sibTransId="{3ED6C82C-FB31-4694-A631-AAA52243CE08}"/>
    <dgm:cxn modelId="{056F5D2E-E927-481B-9CDF-DF8BC875F135}" srcId="{BE7F28E5-AC35-4ACA-A4A0-F23D6EB82796}" destId="{E14D973F-B020-47C0-AF0A-16067463C864}" srcOrd="0" destOrd="0" parTransId="{FA51F25B-BF55-490C-9CB3-3D9963281F7D}" sibTransId="{4F1D1DB1-9955-472B-B956-BF29055532FE}"/>
    <dgm:cxn modelId="{90BD902F-AB0D-4831-849F-ABF7AE30F250}" type="presOf" srcId="{73AF6967-0EF0-4023-8E8D-0B10F8AB2264}" destId="{E779234E-682C-4673-B24B-7C4F1AD187AE}" srcOrd="0" destOrd="0" presId="urn:microsoft.com/office/officeart/2008/layout/LinedList"/>
    <dgm:cxn modelId="{74316533-8498-4B91-9EED-39B09CC4D6F2}" srcId="{BE7F28E5-AC35-4ACA-A4A0-F23D6EB82796}" destId="{2BEA58D7-E9FD-4FB0-939C-792B55282456}" srcOrd="4" destOrd="0" parTransId="{CADB9B3A-CCB7-4B97-B087-8D82646DE775}" sibTransId="{E1677A8D-5B09-4C3D-B900-F43930FFEEDB}"/>
    <dgm:cxn modelId="{18D06869-B6D5-454D-957D-700040AF8766}" type="presOf" srcId="{6B27DA59-302E-46F8-9C2B-BCB3733CB824}" destId="{73597F36-7EE2-44FB-A04D-9D6DFD01352A}" srcOrd="0" destOrd="0" presId="urn:microsoft.com/office/officeart/2008/layout/LinedList"/>
    <dgm:cxn modelId="{4324614A-A3C8-4550-9A18-2595EA8EA74B}" type="presOf" srcId="{BE7F28E5-AC35-4ACA-A4A0-F23D6EB82796}" destId="{1EE9A5A6-A1B5-46FE-9529-6AD141466FF2}" srcOrd="0" destOrd="0" presId="urn:microsoft.com/office/officeart/2008/layout/LinedList"/>
    <dgm:cxn modelId="{9148767F-181C-4DA1-8A33-43A0799C0D96}" srcId="{BE7F28E5-AC35-4ACA-A4A0-F23D6EB82796}" destId="{73AF6967-0EF0-4023-8E8D-0B10F8AB2264}" srcOrd="2" destOrd="0" parTransId="{164CEF20-3736-405A-93E5-E47238DE23EC}" sibTransId="{6D579198-9AC0-4165-9B7F-B88189D805C5}"/>
    <dgm:cxn modelId="{612CB585-039D-4609-AB7C-CADA251E21E1}" srcId="{BE7F28E5-AC35-4ACA-A4A0-F23D6EB82796}" destId="{6B27DA59-302E-46F8-9C2B-BCB3733CB824}" srcOrd="1" destOrd="0" parTransId="{545F79C1-9BAC-40B2-A307-DDA7E9DF8BB2}" sibTransId="{F4FF4C97-6DD2-4C84-B1BA-F45DB7765A26}"/>
    <dgm:cxn modelId="{F2191695-0927-41A8-BD58-CE5E6A6A1E84}" type="presOf" srcId="{3E3F3045-A86A-405F-BD19-B2E7523E39EB}" destId="{81400FEC-9BC2-414F-A91C-C06DA3A7BC27}" srcOrd="0" destOrd="0" presId="urn:microsoft.com/office/officeart/2008/layout/LinedList"/>
    <dgm:cxn modelId="{99176A99-A674-4A6A-B58E-1306F43A8684}" type="presOf" srcId="{E14D973F-B020-47C0-AF0A-16067463C864}" destId="{E290B863-EE13-45D3-AE35-3E0005361825}" srcOrd="0" destOrd="0" presId="urn:microsoft.com/office/officeart/2008/layout/LinedList"/>
    <dgm:cxn modelId="{6FD39BEA-122D-48A9-A59A-3662631CFEFD}" type="presOf" srcId="{2BEA58D7-E9FD-4FB0-939C-792B55282456}" destId="{D471EC56-C180-4586-836A-B69CAB3906BD}" srcOrd="0" destOrd="0" presId="urn:microsoft.com/office/officeart/2008/layout/LinedList"/>
    <dgm:cxn modelId="{DF271C7C-AB37-4142-BD8F-F7B2B806EA60}" type="presParOf" srcId="{1EE9A5A6-A1B5-46FE-9529-6AD141466FF2}" destId="{8CA29F06-1E4A-4692-BDDA-50E3B8549FE0}" srcOrd="0" destOrd="0" presId="urn:microsoft.com/office/officeart/2008/layout/LinedList"/>
    <dgm:cxn modelId="{4649D3AD-98B9-4F94-9E2B-0003602A77A2}" type="presParOf" srcId="{1EE9A5A6-A1B5-46FE-9529-6AD141466FF2}" destId="{1186AA3C-F0F6-4037-A41B-28C2971077CD}" srcOrd="1" destOrd="0" presId="urn:microsoft.com/office/officeart/2008/layout/LinedList"/>
    <dgm:cxn modelId="{2135100A-51E8-469C-B497-F3490A3023CC}" type="presParOf" srcId="{1186AA3C-F0F6-4037-A41B-28C2971077CD}" destId="{E290B863-EE13-45D3-AE35-3E0005361825}" srcOrd="0" destOrd="0" presId="urn:microsoft.com/office/officeart/2008/layout/LinedList"/>
    <dgm:cxn modelId="{8F788216-AB20-41DE-9568-7EE2EB26E4CB}" type="presParOf" srcId="{1186AA3C-F0F6-4037-A41B-28C2971077CD}" destId="{89011CD1-CBCD-4D5C-9C07-9B5878D66046}" srcOrd="1" destOrd="0" presId="urn:microsoft.com/office/officeart/2008/layout/LinedList"/>
    <dgm:cxn modelId="{22875BF4-5024-43BB-9537-FC3077BED117}" type="presParOf" srcId="{1EE9A5A6-A1B5-46FE-9529-6AD141466FF2}" destId="{98E3B2C2-7845-421D-8A3A-67C0AAE6D2D9}" srcOrd="2" destOrd="0" presId="urn:microsoft.com/office/officeart/2008/layout/LinedList"/>
    <dgm:cxn modelId="{A336630E-0286-48E0-A48F-E7313FD648D4}" type="presParOf" srcId="{1EE9A5A6-A1B5-46FE-9529-6AD141466FF2}" destId="{208C1B46-A962-4995-9849-982CED106C42}" srcOrd="3" destOrd="0" presId="urn:microsoft.com/office/officeart/2008/layout/LinedList"/>
    <dgm:cxn modelId="{EA7811CE-001C-47CD-B2FC-37B58C02DC32}" type="presParOf" srcId="{208C1B46-A962-4995-9849-982CED106C42}" destId="{73597F36-7EE2-44FB-A04D-9D6DFD01352A}" srcOrd="0" destOrd="0" presId="urn:microsoft.com/office/officeart/2008/layout/LinedList"/>
    <dgm:cxn modelId="{947F60E1-A986-4B35-A375-B62883D84930}" type="presParOf" srcId="{208C1B46-A962-4995-9849-982CED106C42}" destId="{0A52BFCD-3423-44EF-8018-4703FF4929F8}" srcOrd="1" destOrd="0" presId="urn:microsoft.com/office/officeart/2008/layout/LinedList"/>
    <dgm:cxn modelId="{2357D857-36E5-4055-917E-5676C346EFB4}" type="presParOf" srcId="{1EE9A5A6-A1B5-46FE-9529-6AD141466FF2}" destId="{29BA467B-5264-49DE-87C1-D11F8872AB71}" srcOrd="4" destOrd="0" presId="urn:microsoft.com/office/officeart/2008/layout/LinedList"/>
    <dgm:cxn modelId="{E86163AD-021F-4273-86C7-36C48FCC8D03}" type="presParOf" srcId="{1EE9A5A6-A1B5-46FE-9529-6AD141466FF2}" destId="{43417AD4-6DE3-4A11-8021-2173B3B789E0}" srcOrd="5" destOrd="0" presId="urn:microsoft.com/office/officeart/2008/layout/LinedList"/>
    <dgm:cxn modelId="{686F7EB6-DAE3-45A7-B2DB-E206EDED42F8}" type="presParOf" srcId="{43417AD4-6DE3-4A11-8021-2173B3B789E0}" destId="{E779234E-682C-4673-B24B-7C4F1AD187AE}" srcOrd="0" destOrd="0" presId="urn:microsoft.com/office/officeart/2008/layout/LinedList"/>
    <dgm:cxn modelId="{4B96A288-7DCA-450D-915B-7C5022104D62}" type="presParOf" srcId="{43417AD4-6DE3-4A11-8021-2173B3B789E0}" destId="{6CC97ED0-75A1-4EE6-9301-95E5AD25B3D4}" srcOrd="1" destOrd="0" presId="urn:microsoft.com/office/officeart/2008/layout/LinedList"/>
    <dgm:cxn modelId="{C63EFED8-BC1F-4A91-99B6-35C3BA639A9B}" type="presParOf" srcId="{1EE9A5A6-A1B5-46FE-9529-6AD141466FF2}" destId="{C9144E83-1306-4AE6-A0DA-A900DC3754D3}" srcOrd="6" destOrd="0" presId="urn:microsoft.com/office/officeart/2008/layout/LinedList"/>
    <dgm:cxn modelId="{D44B295B-5826-4A29-87E6-987F4115C972}" type="presParOf" srcId="{1EE9A5A6-A1B5-46FE-9529-6AD141466FF2}" destId="{8DF510C3-490F-4BCC-856A-9CF035067E0C}" srcOrd="7" destOrd="0" presId="urn:microsoft.com/office/officeart/2008/layout/LinedList"/>
    <dgm:cxn modelId="{17A725CB-8011-4E49-B9FC-D4D2CC95C45F}" type="presParOf" srcId="{8DF510C3-490F-4BCC-856A-9CF035067E0C}" destId="{81400FEC-9BC2-414F-A91C-C06DA3A7BC27}" srcOrd="0" destOrd="0" presId="urn:microsoft.com/office/officeart/2008/layout/LinedList"/>
    <dgm:cxn modelId="{D51FA656-0BDC-4BF8-A727-80D8B2A487E6}" type="presParOf" srcId="{8DF510C3-490F-4BCC-856A-9CF035067E0C}" destId="{34658A17-DB6B-4DD4-B200-6CF3D8641E81}" srcOrd="1" destOrd="0" presId="urn:microsoft.com/office/officeart/2008/layout/LinedList"/>
    <dgm:cxn modelId="{917D3309-B37F-49C3-AC5A-B2C09BE9A4D6}" type="presParOf" srcId="{1EE9A5A6-A1B5-46FE-9529-6AD141466FF2}" destId="{A9DEECAA-CA33-4962-BD18-787D1577EAE4}" srcOrd="8" destOrd="0" presId="urn:microsoft.com/office/officeart/2008/layout/LinedList"/>
    <dgm:cxn modelId="{6DCDB594-DCCF-4BE8-BABD-3639ABE27380}" type="presParOf" srcId="{1EE9A5A6-A1B5-46FE-9529-6AD141466FF2}" destId="{0FE843B0-A6BF-4CE6-ABEB-B401914EEA10}" srcOrd="9" destOrd="0" presId="urn:microsoft.com/office/officeart/2008/layout/LinedList"/>
    <dgm:cxn modelId="{96390DC4-5944-4E9B-A346-B502BE8464C6}" type="presParOf" srcId="{0FE843B0-A6BF-4CE6-ABEB-B401914EEA10}" destId="{D471EC56-C180-4586-836A-B69CAB3906BD}" srcOrd="0" destOrd="0" presId="urn:microsoft.com/office/officeart/2008/layout/LinedList"/>
    <dgm:cxn modelId="{7A351B41-59B3-4729-B8EE-B6F0CD0B6B94}" type="presParOf" srcId="{0FE843B0-A6BF-4CE6-ABEB-B401914EEA10}" destId="{FB163A6A-4E2D-4F62-9984-292D60E8696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B7AF19E-4542-4B91-A6FF-23CE34618F21}" type="doc">
      <dgm:prSet loTypeId="urn:microsoft.com/office/officeart/2018/2/layout/IconVerticalSolidList" loCatId="icon" qsTypeId="urn:microsoft.com/office/officeart/2005/8/quickstyle/simple1#4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98364B3-D263-4C2A-8B64-E093994336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AMI is a template used to create EC2 instances</a:t>
          </a:r>
          <a:endParaRPr lang="en-US"/>
        </a:p>
      </dgm:t>
    </dgm:pt>
    <dgm:pt modelId="{CA77ACEF-EB3D-4B22-94A4-09B957983485}" type="parTrans" cxnId="{99B21987-5959-4917-BD2F-8D8E7E5AA2AC}">
      <dgm:prSet/>
      <dgm:spPr/>
      <dgm:t>
        <a:bodyPr/>
        <a:lstStyle/>
        <a:p>
          <a:endParaRPr lang="en-US"/>
        </a:p>
      </dgm:t>
    </dgm:pt>
    <dgm:pt modelId="{52F55339-D8CB-4720-B38F-00B633CFBB4C}" type="sibTrans" cxnId="{99B21987-5959-4917-BD2F-8D8E7E5AA2AC}">
      <dgm:prSet/>
      <dgm:spPr/>
      <dgm:t>
        <a:bodyPr/>
        <a:lstStyle/>
        <a:p>
          <a:endParaRPr lang="en-US"/>
        </a:p>
      </dgm:t>
    </dgm:pt>
    <dgm:pt modelId="{C4657D92-02A7-4B17-AAD6-CAB731B854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Can contain OS, applications and configuration</a:t>
          </a:r>
          <a:endParaRPr lang="en-US"/>
        </a:p>
      </dgm:t>
    </dgm:pt>
    <dgm:pt modelId="{D1BFEBF1-C57D-48E3-AEF2-DDC63AC0A9FD}" type="parTrans" cxnId="{2884CA51-F217-4614-ADAD-9FEAEB029375}">
      <dgm:prSet/>
      <dgm:spPr/>
      <dgm:t>
        <a:bodyPr/>
        <a:lstStyle/>
        <a:p>
          <a:endParaRPr lang="en-US"/>
        </a:p>
      </dgm:t>
    </dgm:pt>
    <dgm:pt modelId="{529F4D6C-C8FF-4767-B22F-7B5C8003D902}" type="sibTrans" cxnId="{2884CA51-F217-4614-ADAD-9FEAEB029375}">
      <dgm:prSet/>
      <dgm:spPr/>
      <dgm:t>
        <a:bodyPr/>
        <a:lstStyle/>
        <a:p>
          <a:endParaRPr lang="en-US"/>
        </a:p>
      </dgm:t>
    </dgm:pt>
    <dgm:pt modelId="{F698EAB3-248D-4AF9-AF9D-0E36BC5C3A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One AMI can launch multiple similar EC2 instances</a:t>
          </a:r>
          <a:endParaRPr lang="en-US"/>
        </a:p>
      </dgm:t>
    </dgm:pt>
    <dgm:pt modelId="{B4643E6F-3738-4F86-90E7-B7E135AAC296}" type="parTrans" cxnId="{4E0716EB-4938-4749-A3D2-E967B9D56241}">
      <dgm:prSet/>
      <dgm:spPr/>
      <dgm:t>
        <a:bodyPr/>
        <a:lstStyle/>
        <a:p>
          <a:endParaRPr lang="en-US"/>
        </a:p>
      </dgm:t>
    </dgm:pt>
    <dgm:pt modelId="{3BA2EEE5-76C6-4F42-B6AC-9497933B411D}" type="sibTrans" cxnId="{4E0716EB-4938-4749-A3D2-E967B9D56241}">
      <dgm:prSet/>
      <dgm:spPr/>
      <dgm:t>
        <a:bodyPr/>
        <a:lstStyle/>
        <a:p>
          <a:endParaRPr lang="en-US"/>
        </a:p>
      </dgm:t>
    </dgm:pt>
    <dgm:pt modelId="{C165FBAF-0A3A-4AE1-B979-CDE234F897F6}" type="pres">
      <dgm:prSet presAssocID="{4B7AF19E-4542-4B91-A6FF-23CE34618F21}" presName="root" presStyleCnt="0">
        <dgm:presLayoutVars>
          <dgm:dir/>
          <dgm:resizeHandles val="exact"/>
        </dgm:presLayoutVars>
      </dgm:prSet>
      <dgm:spPr/>
    </dgm:pt>
    <dgm:pt modelId="{BDE3D884-BE11-4A5A-8629-BAA5A02F82C3}" type="pres">
      <dgm:prSet presAssocID="{B98364B3-D263-4C2A-8B64-E093994336CF}" presName="compNode" presStyleCnt="0"/>
      <dgm:spPr/>
    </dgm:pt>
    <dgm:pt modelId="{98351F3E-F66D-4785-A7B0-C352C51271F5}" type="pres">
      <dgm:prSet presAssocID="{B98364B3-D263-4C2A-8B64-E093994336CF}" presName="bgRect" presStyleLbl="bgShp" presStyleIdx="0" presStyleCnt="3"/>
      <dgm:spPr/>
    </dgm:pt>
    <dgm:pt modelId="{3958D105-F663-41B1-A740-71A0F986174B}" type="pres">
      <dgm:prSet presAssocID="{B98364B3-D263-4C2A-8B64-E093994336C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ABE2D63-2389-4E7D-9350-08D87D986BAE}" type="pres">
      <dgm:prSet presAssocID="{B98364B3-D263-4C2A-8B64-E093994336CF}" presName="spaceRect" presStyleCnt="0"/>
      <dgm:spPr/>
    </dgm:pt>
    <dgm:pt modelId="{1389BF53-896C-48DD-B072-39EFC646C7B0}" type="pres">
      <dgm:prSet presAssocID="{B98364B3-D263-4C2A-8B64-E093994336CF}" presName="parTx" presStyleLbl="revTx" presStyleIdx="0" presStyleCnt="3">
        <dgm:presLayoutVars>
          <dgm:chMax val="0"/>
          <dgm:chPref val="0"/>
        </dgm:presLayoutVars>
      </dgm:prSet>
      <dgm:spPr/>
    </dgm:pt>
    <dgm:pt modelId="{DF7D724D-2419-4EFA-8397-DA14B2AACA62}" type="pres">
      <dgm:prSet presAssocID="{52F55339-D8CB-4720-B38F-00B633CFBB4C}" presName="sibTrans" presStyleCnt="0"/>
      <dgm:spPr/>
    </dgm:pt>
    <dgm:pt modelId="{BEDE6B9B-FF78-4F72-9C08-BA08309B00E4}" type="pres">
      <dgm:prSet presAssocID="{C4657D92-02A7-4B17-AAD6-CAB731B85433}" presName="compNode" presStyleCnt="0"/>
      <dgm:spPr/>
    </dgm:pt>
    <dgm:pt modelId="{7F440CEA-8615-45F7-AB15-29F18B4C0771}" type="pres">
      <dgm:prSet presAssocID="{C4657D92-02A7-4B17-AAD6-CAB731B85433}" presName="bgRect" presStyleLbl="bgShp" presStyleIdx="1" presStyleCnt="3"/>
      <dgm:spPr/>
    </dgm:pt>
    <dgm:pt modelId="{6D04EA04-23B0-428E-AEDC-A3A6D12F1BA2}" type="pres">
      <dgm:prSet presAssocID="{C4657D92-02A7-4B17-AAD6-CAB731B8543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510D290-22A9-4613-84D2-CD549D0BAAB9}" type="pres">
      <dgm:prSet presAssocID="{C4657D92-02A7-4B17-AAD6-CAB731B85433}" presName="spaceRect" presStyleCnt="0"/>
      <dgm:spPr/>
    </dgm:pt>
    <dgm:pt modelId="{6AF5D7D6-D314-4FD6-BB30-437F2C119DF1}" type="pres">
      <dgm:prSet presAssocID="{C4657D92-02A7-4B17-AAD6-CAB731B85433}" presName="parTx" presStyleLbl="revTx" presStyleIdx="1" presStyleCnt="3">
        <dgm:presLayoutVars>
          <dgm:chMax val="0"/>
          <dgm:chPref val="0"/>
        </dgm:presLayoutVars>
      </dgm:prSet>
      <dgm:spPr/>
    </dgm:pt>
    <dgm:pt modelId="{8DABFA4A-F8EA-47DF-9AA8-88CC4FBCA208}" type="pres">
      <dgm:prSet presAssocID="{529F4D6C-C8FF-4767-B22F-7B5C8003D902}" presName="sibTrans" presStyleCnt="0"/>
      <dgm:spPr/>
    </dgm:pt>
    <dgm:pt modelId="{B830BEB4-3FEA-4778-BCA2-ADE21FF8AEE6}" type="pres">
      <dgm:prSet presAssocID="{F698EAB3-248D-4AF9-AF9D-0E36BC5C3A62}" presName="compNode" presStyleCnt="0"/>
      <dgm:spPr/>
    </dgm:pt>
    <dgm:pt modelId="{5AA02A2C-B4CC-4CF3-A78F-D4078860E037}" type="pres">
      <dgm:prSet presAssocID="{F698EAB3-248D-4AF9-AF9D-0E36BC5C3A62}" presName="bgRect" presStyleLbl="bgShp" presStyleIdx="2" presStyleCnt="3"/>
      <dgm:spPr/>
    </dgm:pt>
    <dgm:pt modelId="{FD219B9C-55D5-4332-B1AF-B7606AA12937}" type="pres">
      <dgm:prSet presAssocID="{F698EAB3-248D-4AF9-AF9D-0E36BC5C3A6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F366D17-CD09-437A-9CA5-B3DD8B5FBA2D}" type="pres">
      <dgm:prSet presAssocID="{F698EAB3-248D-4AF9-AF9D-0E36BC5C3A62}" presName="spaceRect" presStyleCnt="0"/>
      <dgm:spPr/>
    </dgm:pt>
    <dgm:pt modelId="{673AB06B-2606-4E4E-889B-2425487544B7}" type="pres">
      <dgm:prSet presAssocID="{F698EAB3-248D-4AF9-AF9D-0E36BC5C3A6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CA9C33E-8E62-45A5-AA49-2E5EE1EBDFAD}" type="presOf" srcId="{B98364B3-D263-4C2A-8B64-E093994336CF}" destId="{1389BF53-896C-48DD-B072-39EFC646C7B0}" srcOrd="0" destOrd="0" presId="urn:microsoft.com/office/officeart/2018/2/layout/IconVerticalSolidList"/>
    <dgm:cxn modelId="{40CBF25D-87A4-432A-A670-60502E9621E1}" type="presOf" srcId="{4B7AF19E-4542-4B91-A6FF-23CE34618F21}" destId="{C165FBAF-0A3A-4AE1-B979-CDE234F897F6}" srcOrd="0" destOrd="0" presId="urn:microsoft.com/office/officeart/2018/2/layout/IconVerticalSolidList"/>
    <dgm:cxn modelId="{2884CA51-F217-4614-ADAD-9FEAEB029375}" srcId="{4B7AF19E-4542-4B91-A6FF-23CE34618F21}" destId="{C4657D92-02A7-4B17-AAD6-CAB731B85433}" srcOrd="1" destOrd="0" parTransId="{D1BFEBF1-C57D-48E3-AEF2-DDC63AC0A9FD}" sibTransId="{529F4D6C-C8FF-4767-B22F-7B5C8003D902}"/>
    <dgm:cxn modelId="{99B21987-5959-4917-BD2F-8D8E7E5AA2AC}" srcId="{4B7AF19E-4542-4B91-A6FF-23CE34618F21}" destId="{B98364B3-D263-4C2A-8B64-E093994336CF}" srcOrd="0" destOrd="0" parTransId="{CA77ACEF-EB3D-4B22-94A4-09B957983485}" sibTransId="{52F55339-D8CB-4720-B38F-00B633CFBB4C}"/>
    <dgm:cxn modelId="{268703C8-6472-4B4D-AB41-7A35AB883B1F}" type="presOf" srcId="{F698EAB3-248D-4AF9-AF9D-0E36BC5C3A62}" destId="{673AB06B-2606-4E4E-889B-2425487544B7}" srcOrd="0" destOrd="0" presId="urn:microsoft.com/office/officeart/2018/2/layout/IconVerticalSolidList"/>
    <dgm:cxn modelId="{396A5AC8-BEBA-4726-895B-869625927183}" type="presOf" srcId="{C4657D92-02A7-4B17-AAD6-CAB731B85433}" destId="{6AF5D7D6-D314-4FD6-BB30-437F2C119DF1}" srcOrd="0" destOrd="0" presId="urn:microsoft.com/office/officeart/2018/2/layout/IconVerticalSolidList"/>
    <dgm:cxn modelId="{4E0716EB-4938-4749-A3D2-E967B9D56241}" srcId="{4B7AF19E-4542-4B91-A6FF-23CE34618F21}" destId="{F698EAB3-248D-4AF9-AF9D-0E36BC5C3A62}" srcOrd="2" destOrd="0" parTransId="{B4643E6F-3738-4F86-90E7-B7E135AAC296}" sibTransId="{3BA2EEE5-76C6-4F42-B6AC-9497933B411D}"/>
    <dgm:cxn modelId="{FD906C4C-A20C-4009-90C1-9A30AC215515}" type="presParOf" srcId="{C165FBAF-0A3A-4AE1-B979-CDE234F897F6}" destId="{BDE3D884-BE11-4A5A-8629-BAA5A02F82C3}" srcOrd="0" destOrd="0" presId="urn:microsoft.com/office/officeart/2018/2/layout/IconVerticalSolidList"/>
    <dgm:cxn modelId="{4B926719-D9AC-498A-BB67-282FC1DDB485}" type="presParOf" srcId="{BDE3D884-BE11-4A5A-8629-BAA5A02F82C3}" destId="{98351F3E-F66D-4785-A7B0-C352C51271F5}" srcOrd="0" destOrd="0" presId="urn:microsoft.com/office/officeart/2018/2/layout/IconVerticalSolidList"/>
    <dgm:cxn modelId="{CD3F26D2-7100-49C2-9D6A-FB38B317C5AF}" type="presParOf" srcId="{BDE3D884-BE11-4A5A-8629-BAA5A02F82C3}" destId="{3958D105-F663-41B1-A740-71A0F986174B}" srcOrd="1" destOrd="0" presId="urn:microsoft.com/office/officeart/2018/2/layout/IconVerticalSolidList"/>
    <dgm:cxn modelId="{ED622631-8ABC-41EF-B0E6-F13A25A4D84D}" type="presParOf" srcId="{BDE3D884-BE11-4A5A-8629-BAA5A02F82C3}" destId="{5ABE2D63-2389-4E7D-9350-08D87D986BAE}" srcOrd="2" destOrd="0" presId="urn:microsoft.com/office/officeart/2018/2/layout/IconVerticalSolidList"/>
    <dgm:cxn modelId="{32584EC8-B099-499C-902F-8F57A339C60F}" type="presParOf" srcId="{BDE3D884-BE11-4A5A-8629-BAA5A02F82C3}" destId="{1389BF53-896C-48DD-B072-39EFC646C7B0}" srcOrd="3" destOrd="0" presId="urn:microsoft.com/office/officeart/2018/2/layout/IconVerticalSolidList"/>
    <dgm:cxn modelId="{DB264EA3-006D-4677-96C9-042A57E24A56}" type="presParOf" srcId="{C165FBAF-0A3A-4AE1-B979-CDE234F897F6}" destId="{DF7D724D-2419-4EFA-8397-DA14B2AACA62}" srcOrd="1" destOrd="0" presId="urn:microsoft.com/office/officeart/2018/2/layout/IconVerticalSolidList"/>
    <dgm:cxn modelId="{EEDE739D-2182-4D55-8E73-AA4C5E368F48}" type="presParOf" srcId="{C165FBAF-0A3A-4AE1-B979-CDE234F897F6}" destId="{BEDE6B9B-FF78-4F72-9C08-BA08309B00E4}" srcOrd="2" destOrd="0" presId="urn:microsoft.com/office/officeart/2018/2/layout/IconVerticalSolidList"/>
    <dgm:cxn modelId="{DC416442-0343-44EB-B6F1-1A14902AB9D8}" type="presParOf" srcId="{BEDE6B9B-FF78-4F72-9C08-BA08309B00E4}" destId="{7F440CEA-8615-45F7-AB15-29F18B4C0771}" srcOrd="0" destOrd="0" presId="urn:microsoft.com/office/officeart/2018/2/layout/IconVerticalSolidList"/>
    <dgm:cxn modelId="{E94DB148-50AA-45B6-AC2A-149C274CE797}" type="presParOf" srcId="{BEDE6B9B-FF78-4F72-9C08-BA08309B00E4}" destId="{6D04EA04-23B0-428E-AEDC-A3A6D12F1BA2}" srcOrd="1" destOrd="0" presId="urn:microsoft.com/office/officeart/2018/2/layout/IconVerticalSolidList"/>
    <dgm:cxn modelId="{4934CB75-9023-494C-B5D3-40FB7511BACA}" type="presParOf" srcId="{BEDE6B9B-FF78-4F72-9C08-BA08309B00E4}" destId="{F510D290-22A9-4613-84D2-CD549D0BAAB9}" srcOrd="2" destOrd="0" presId="urn:microsoft.com/office/officeart/2018/2/layout/IconVerticalSolidList"/>
    <dgm:cxn modelId="{9AB01F91-8BD5-41A5-87F7-E42866152057}" type="presParOf" srcId="{BEDE6B9B-FF78-4F72-9C08-BA08309B00E4}" destId="{6AF5D7D6-D314-4FD6-BB30-437F2C119DF1}" srcOrd="3" destOrd="0" presId="urn:microsoft.com/office/officeart/2018/2/layout/IconVerticalSolidList"/>
    <dgm:cxn modelId="{6E1F2AEA-C62E-4CBE-9865-7F997783962B}" type="presParOf" srcId="{C165FBAF-0A3A-4AE1-B979-CDE234F897F6}" destId="{8DABFA4A-F8EA-47DF-9AA8-88CC4FBCA208}" srcOrd="3" destOrd="0" presId="urn:microsoft.com/office/officeart/2018/2/layout/IconVerticalSolidList"/>
    <dgm:cxn modelId="{A5883BE6-07FC-4809-9529-21FAFB7B9448}" type="presParOf" srcId="{C165FBAF-0A3A-4AE1-B979-CDE234F897F6}" destId="{B830BEB4-3FEA-4778-BCA2-ADE21FF8AEE6}" srcOrd="4" destOrd="0" presId="urn:microsoft.com/office/officeart/2018/2/layout/IconVerticalSolidList"/>
    <dgm:cxn modelId="{B6983058-5DCB-4143-865E-E14755994AC1}" type="presParOf" srcId="{B830BEB4-3FEA-4778-BCA2-ADE21FF8AEE6}" destId="{5AA02A2C-B4CC-4CF3-A78F-D4078860E037}" srcOrd="0" destOrd="0" presId="urn:microsoft.com/office/officeart/2018/2/layout/IconVerticalSolidList"/>
    <dgm:cxn modelId="{739792F5-2E30-4A51-A7B4-06EDD3623198}" type="presParOf" srcId="{B830BEB4-3FEA-4778-BCA2-ADE21FF8AEE6}" destId="{FD219B9C-55D5-4332-B1AF-B7606AA12937}" srcOrd="1" destOrd="0" presId="urn:microsoft.com/office/officeart/2018/2/layout/IconVerticalSolidList"/>
    <dgm:cxn modelId="{0160EAFE-E0F7-49CA-95E2-A399BCD08B3E}" type="presParOf" srcId="{B830BEB4-3FEA-4778-BCA2-ADE21FF8AEE6}" destId="{5F366D17-CD09-437A-9CA5-B3DD8B5FBA2D}" srcOrd="2" destOrd="0" presId="urn:microsoft.com/office/officeart/2018/2/layout/IconVerticalSolidList"/>
    <dgm:cxn modelId="{190F5B53-81B1-4C97-B2E0-AD1B56FAB8D8}" type="presParOf" srcId="{B830BEB4-3FEA-4778-BCA2-ADE21FF8AEE6}" destId="{673AB06B-2606-4E4E-889B-2425487544B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B814E94-D1A0-4162-9A5D-C0F490D0DE5D}" type="doc">
      <dgm:prSet loTypeId="urn:microsoft.com/office/officeart/2018/2/layout/IconVerticalSolidList" loCatId="icon" qsTypeId="urn:microsoft.com/office/officeart/2005/8/quickstyle/simple1#5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0752F5D3-8FD6-43E1-8ECA-F980ADD933D2}">
      <dgm:prSet/>
      <dgm:spPr/>
      <dgm:t>
        <a:bodyPr/>
        <a:lstStyle/>
        <a:p>
          <a:r>
            <a:rPr lang="en-US" b="0" i="0" baseline="0"/>
            <a:t>On-Demand — flexible, pay as you use</a:t>
          </a:r>
          <a:endParaRPr lang="en-US"/>
        </a:p>
      </dgm:t>
    </dgm:pt>
    <dgm:pt modelId="{812FEC90-E48B-4146-B726-FD18B1B358A1}" type="parTrans" cxnId="{B4356719-C3FC-4C11-9A71-FA74D460F9C7}">
      <dgm:prSet/>
      <dgm:spPr/>
      <dgm:t>
        <a:bodyPr/>
        <a:lstStyle/>
        <a:p>
          <a:endParaRPr lang="en-US"/>
        </a:p>
      </dgm:t>
    </dgm:pt>
    <dgm:pt modelId="{70FADF6E-DEEC-44FE-BD82-8C3041EC8840}" type="sibTrans" cxnId="{B4356719-C3FC-4C11-9A71-FA74D460F9C7}">
      <dgm:prSet/>
      <dgm:spPr/>
      <dgm:t>
        <a:bodyPr/>
        <a:lstStyle/>
        <a:p>
          <a:endParaRPr lang="en-US"/>
        </a:p>
      </dgm:t>
    </dgm:pt>
    <dgm:pt modelId="{F32DFF85-46BC-4393-8636-807099E6869C}">
      <dgm:prSet/>
      <dgm:spPr/>
      <dgm:t>
        <a:bodyPr/>
        <a:lstStyle/>
        <a:p>
          <a:r>
            <a:rPr lang="en-US" b="0" i="0" baseline="0"/>
            <a:t>Reserved/Savings Plans — commitment for lower cost</a:t>
          </a:r>
          <a:endParaRPr lang="en-US"/>
        </a:p>
      </dgm:t>
    </dgm:pt>
    <dgm:pt modelId="{E42143C1-870E-4B6A-BE3D-5AF466C15891}" type="parTrans" cxnId="{F0E61EF2-5848-49B0-867A-2CFC72DD1845}">
      <dgm:prSet/>
      <dgm:spPr/>
      <dgm:t>
        <a:bodyPr/>
        <a:lstStyle/>
        <a:p>
          <a:endParaRPr lang="en-US"/>
        </a:p>
      </dgm:t>
    </dgm:pt>
    <dgm:pt modelId="{7DC44D70-CF97-4AAA-A4B5-332A76DD6068}" type="sibTrans" cxnId="{F0E61EF2-5848-49B0-867A-2CFC72DD1845}">
      <dgm:prSet/>
      <dgm:spPr/>
      <dgm:t>
        <a:bodyPr/>
        <a:lstStyle/>
        <a:p>
          <a:endParaRPr lang="en-US"/>
        </a:p>
      </dgm:t>
    </dgm:pt>
    <dgm:pt modelId="{F2A74153-4733-4A8E-A88F-F18834FABAE8}">
      <dgm:prSet/>
      <dgm:spPr/>
      <dgm:t>
        <a:bodyPr/>
        <a:lstStyle/>
        <a:p>
          <a:r>
            <a:rPr lang="en-US" b="0" i="0" baseline="0"/>
            <a:t>Spot Instances — lower-cost spare capacity; may be interrupted</a:t>
          </a:r>
          <a:endParaRPr lang="en-US"/>
        </a:p>
      </dgm:t>
    </dgm:pt>
    <dgm:pt modelId="{750C1BC1-7C6E-45B3-B242-C434507B9B9D}" type="parTrans" cxnId="{16DE3916-E5A5-461A-A54B-A067C57AF115}">
      <dgm:prSet/>
      <dgm:spPr/>
      <dgm:t>
        <a:bodyPr/>
        <a:lstStyle/>
        <a:p>
          <a:endParaRPr lang="en-US"/>
        </a:p>
      </dgm:t>
    </dgm:pt>
    <dgm:pt modelId="{6998CCCD-8244-4AD2-9658-6263D0A9B046}" type="sibTrans" cxnId="{16DE3916-E5A5-461A-A54B-A067C57AF115}">
      <dgm:prSet/>
      <dgm:spPr/>
      <dgm:t>
        <a:bodyPr/>
        <a:lstStyle/>
        <a:p>
          <a:endParaRPr lang="en-US"/>
        </a:p>
      </dgm:t>
    </dgm:pt>
    <dgm:pt modelId="{2B147E2C-8716-4F78-8589-7858A2C273B9}">
      <dgm:prSet/>
      <dgm:spPr/>
      <dgm:t>
        <a:bodyPr/>
        <a:lstStyle/>
        <a:p>
          <a:r>
            <a:rPr lang="en-US" b="0" i="0" baseline="0"/>
            <a:t>Dedicated options — dedicated physical resources for specific requirements</a:t>
          </a:r>
          <a:endParaRPr lang="en-US"/>
        </a:p>
      </dgm:t>
    </dgm:pt>
    <dgm:pt modelId="{9899ED99-7FB3-45DB-A390-24E895AF74E9}" type="parTrans" cxnId="{A7AA2D04-CA93-48ED-BF36-235A647E1227}">
      <dgm:prSet/>
      <dgm:spPr/>
      <dgm:t>
        <a:bodyPr/>
        <a:lstStyle/>
        <a:p>
          <a:endParaRPr lang="en-US"/>
        </a:p>
      </dgm:t>
    </dgm:pt>
    <dgm:pt modelId="{75407E07-3E5E-49F4-B10A-8F43ECEDC80D}" type="sibTrans" cxnId="{A7AA2D04-CA93-48ED-BF36-235A647E1227}">
      <dgm:prSet/>
      <dgm:spPr/>
      <dgm:t>
        <a:bodyPr/>
        <a:lstStyle/>
        <a:p>
          <a:endParaRPr lang="en-US"/>
        </a:p>
      </dgm:t>
    </dgm:pt>
    <dgm:pt modelId="{AB63BCE9-63B9-4FD1-96D1-AAD324BFAF2B}" type="pres">
      <dgm:prSet presAssocID="{4B814E94-D1A0-4162-9A5D-C0F490D0DE5D}" presName="root" presStyleCnt="0">
        <dgm:presLayoutVars>
          <dgm:dir/>
          <dgm:resizeHandles val="exact"/>
        </dgm:presLayoutVars>
      </dgm:prSet>
      <dgm:spPr/>
    </dgm:pt>
    <dgm:pt modelId="{4C265CA5-2139-4E29-8C51-43A883FBA3D2}" type="pres">
      <dgm:prSet presAssocID="{0752F5D3-8FD6-43E1-8ECA-F980ADD933D2}" presName="compNode" presStyleCnt="0"/>
      <dgm:spPr/>
    </dgm:pt>
    <dgm:pt modelId="{504B05C5-47E0-4F80-9F33-9FB610E4A465}" type="pres">
      <dgm:prSet presAssocID="{0752F5D3-8FD6-43E1-8ECA-F980ADD933D2}" presName="bgRect" presStyleLbl="bgShp" presStyleIdx="0" presStyleCnt="4"/>
      <dgm:spPr/>
    </dgm:pt>
    <dgm:pt modelId="{2491056C-B713-4D7F-99D9-937729BDDAF6}" type="pres">
      <dgm:prSet presAssocID="{0752F5D3-8FD6-43E1-8ECA-F980ADD933D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9FEE7FEF-2AC9-4CDE-9CCB-23C702140693}" type="pres">
      <dgm:prSet presAssocID="{0752F5D3-8FD6-43E1-8ECA-F980ADD933D2}" presName="spaceRect" presStyleCnt="0"/>
      <dgm:spPr/>
    </dgm:pt>
    <dgm:pt modelId="{08462E9F-75E2-47A3-B2D1-725702C4666F}" type="pres">
      <dgm:prSet presAssocID="{0752F5D3-8FD6-43E1-8ECA-F980ADD933D2}" presName="parTx" presStyleLbl="revTx" presStyleIdx="0" presStyleCnt="4">
        <dgm:presLayoutVars>
          <dgm:chMax val="0"/>
          <dgm:chPref val="0"/>
        </dgm:presLayoutVars>
      </dgm:prSet>
      <dgm:spPr/>
    </dgm:pt>
    <dgm:pt modelId="{F1220671-14FA-468D-9638-31B1B0BFD5E7}" type="pres">
      <dgm:prSet presAssocID="{70FADF6E-DEEC-44FE-BD82-8C3041EC8840}" presName="sibTrans" presStyleCnt="0"/>
      <dgm:spPr/>
    </dgm:pt>
    <dgm:pt modelId="{1C72827A-6404-4B64-AD5A-192E6D33E2BE}" type="pres">
      <dgm:prSet presAssocID="{F32DFF85-46BC-4393-8636-807099E6869C}" presName="compNode" presStyleCnt="0"/>
      <dgm:spPr/>
    </dgm:pt>
    <dgm:pt modelId="{267A5CB5-2989-4CA0-8D25-702DC7EA4317}" type="pres">
      <dgm:prSet presAssocID="{F32DFF85-46BC-4393-8636-807099E6869C}" presName="bgRect" presStyleLbl="bgShp" presStyleIdx="1" presStyleCnt="4"/>
      <dgm:spPr/>
    </dgm:pt>
    <dgm:pt modelId="{C54437C8-8F91-4446-8C77-68F29B13888B}" type="pres">
      <dgm:prSet presAssocID="{F32DFF85-46BC-4393-8636-807099E6869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E208F648-3958-409C-8698-0DF64B69AEEB}" type="pres">
      <dgm:prSet presAssocID="{F32DFF85-46BC-4393-8636-807099E6869C}" presName="spaceRect" presStyleCnt="0"/>
      <dgm:spPr/>
    </dgm:pt>
    <dgm:pt modelId="{F0CD24A7-2C9A-4414-BF12-6F0B43826C03}" type="pres">
      <dgm:prSet presAssocID="{F32DFF85-46BC-4393-8636-807099E6869C}" presName="parTx" presStyleLbl="revTx" presStyleIdx="1" presStyleCnt="4">
        <dgm:presLayoutVars>
          <dgm:chMax val="0"/>
          <dgm:chPref val="0"/>
        </dgm:presLayoutVars>
      </dgm:prSet>
      <dgm:spPr/>
    </dgm:pt>
    <dgm:pt modelId="{2BCA8EC9-233A-488A-BB37-2434584BF062}" type="pres">
      <dgm:prSet presAssocID="{7DC44D70-CF97-4AAA-A4B5-332A76DD6068}" presName="sibTrans" presStyleCnt="0"/>
      <dgm:spPr/>
    </dgm:pt>
    <dgm:pt modelId="{CADE3792-0203-4C9D-B462-D0A9124F5912}" type="pres">
      <dgm:prSet presAssocID="{F2A74153-4733-4A8E-A88F-F18834FABAE8}" presName="compNode" presStyleCnt="0"/>
      <dgm:spPr/>
    </dgm:pt>
    <dgm:pt modelId="{21333542-AEC5-47D9-A1F2-EE61EFAD6D00}" type="pres">
      <dgm:prSet presAssocID="{F2A74153-4733-4A8E-A88F-F18834FABAE8}" presName="bgRect" presStyleLbl="bgShp" presStyleIdx="2" presStyleCnt="4"/>
      <dgm:spPr/>
    </dgm:pt>
    <dgm:pt modelId="{3974A5F5-54A5-49FA-ADAF-4A6E4677DB89}" type="pres">
      <dgm:prSet presAssocID="{F2A74153-4733-4A8E-A88F-F18834FABAE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pee"/>
        </a:ext>
      </dgm:extLst>
    </dgm:pt>
    <dgm:pt modelId="{68D9C761-3DA7-4A38-96B9-7F52501C4CB1}" type="pres">
      <dgm:prSet presAssocID="{F2A74153-4733-4A8E-A88F-F18834FABAE8}" presName="spaceRect" presStyleCnt="0"/>
      <dgm:spPr/>
    </dgm:pt>
    <dgm:pt modelId="{0438A3D8-367D-4E8E-A541-E20AC1D9A070}" type="pres">
      <dgm:prSet presAssocID="{F2A74153-4733-4A8E-A88F-F18834FABAE8}" presName="parTx" presStyleLbl="revTx" presStyleIdx="2" presStyleCnt="4">
        <dgm:presLayoutVars>
          <dgm:chMax val="0"/>
          <dgm:chPref val="0"/>
        </dgm:presLayoutVars>
      </dgm:prSet>
      <dgm:spPr/>
    </dgm:pt>
    <dgm:pt modelId="{89391C14-0610-49EC-A48A-18C22843BFDF}" type="pres">
      <dgm:prSet presAssocID="{6998CCCD-8244-4AD2-9658-6263D0A9B046}" presName="sibTrans" presStyleCnt="0"/>
      <dgm:spPr/>
    </dgm:pt>
    <dgm:pt modelId="{BF5EC000-127D-4F35-A453-5D032834D7CC}" type="pres">
      <dgm:prSet presAssocID="{2B147E2C-8716-4F78-8589-7858A2C273B9}" presName="compNode" presStyleCnt="0"/>
      <dgm:spPr/>
    </dgm:pt>
    <dgm:pt modelId="{2A4E95A9-1B2A-4AFC-B184-C87101C9B3B0}" type="pres">
      <dgm:prSet presAssocID="{2B147E2C-8716-4F78-8589-7858A2C273B9}" presName="bgRect" presStyleLbl="bgShp" presStyleIdx="3" presStyleCnt="4"/>
      <dgm:spPr/>
    </dgm:pt>
    <dgm:pt modelId="{91ABF034-710E-41A3-AB33-12217464DFD9}" type="pres">
      <dgm:prSet presAssocID="{2B147E2C-8716-4F78-8589-7858A2C273B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ot"/>
        </a:ext>
      </dgm:extLst>
    </dgm:pt>
    <dgm:pt modelId="{E352D2FC-E51B-4A3F-B048-CBF42B6B962B}" type="pres">
      <dgm:prSet presAssocID="{2B147E2C-8716-4F78-8589-7858A2C273B9}" presName="spaceRect" presStyleCnt="0"/>
      <dgm:spPr/>
    </dgm:pt>
    <dgm:pt modelId="{CBB58B4E-257D-4920-ACC5-09AF5F68C18D}" type="pres">
      <dgm:prSet presAssocID="{2B147E2C-8716-4F78-8589-7858A2C273B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7AA2D04-CA93-48ED-BF36-235A647E1227}" srcId="{4B814E94-D1A0-4162-9A5D-C0F490D0DE5D}" destId="{2B147E2C-8716-4F78-8589-7858A2C273B9}" srcOrd="3" destOrd="0" parTransId="{9899ED99-7FB3-45DB-A390-24E895AF74E9}" sibTransId="{75407E07-3E5E-49F4-B10A-8F43ECEDC80D}"/>
    <dgm:cxn modelId="{3CEA6A0D-7FD9-43CE-B0D6-CC3C72C39FB1}" type="presOf" srcId="{F2A74153-4733-4A8E-A88F-F18834FABAE8}" destId="{0438A3D8-367D-4E8E-A541-E20AC1D9A070}" srcOrd="0" destOrd="0" presId="urn:microsoft.com/office/officeart/2018/2/layout/IconVerticalSolidList"/>
    <dgm:cxn modelId="{16DE3916-E5A5-461A-A54B-A067C57AF115}" srcId="{4B814E94-D1A0-4162-9A5D-C0F490D0DE5D}" destId="{F2A74153-4733-4A8E-A88F-F18834FABAE8}" srcOrd="2" destOrd="0" parTransId="{750C1BC1-7C6E-45B3-B242-C434507B9B9D}" sibTransId="{6998CCCD-8244-4AD2-9658-6263D0A9B046}"/>
    <dgm:cxn modelId="{B4356719-C3FC-4C11-9A71-FA74D460F9C7}" srcId="{4B814E94-D1A0-4162-9A5D-C0F490D0DE5D}" destId="{0752F5D3-8FD6-43E1-8ECA-F980ADD933D2}" srcOrd="0" destOrd="0" parTransId="{812FEC90-E48B-4146-B726-FD18B1B358A1}" sibTransId="{70FADF6E-DEEC-44FE-BD82-8C3041EC8840}"/>
    <dgm:cxn modelId="{D5AD937F-D2A5-4103-9F78-D63B6E97C6F5}" type="presOf" srcId="{0752F5D3-8FD6-43E1-8ECA-F980ADD933D2}" destId="{08462E9F-75E2-47A3-B2D1-725702C4666F}" srcOrd="0" destOrd="0" presId="urn:microsoft.com/office/officeart/2018/2/layout/IconVerticalSolidList"/>
    <dgm:cxn modelId="{8ADD44C6-1BF1-49AA-8C40-B0082C8810A0}" type="presOf" srcId="{2B147E2C-8716-4F78-8589-7858A2C273B9}" destId="{CBB58B4E-257D-4920-ACC5-09AF5F68C18D}" srcOrd="0" destOrd="0" presId="urn:microsoft.com/office/officeart/2018/2/layout/IconVerticalSolidList"/>
    <dgm:cxn modelId="{85A126C9-05EA-4ABB-AC96-D79458A52BA8}" type="presOf" srcId="{F32DFF85-46BC-4393-8636-807099E6869C}" destId="{F0CD24A7-2C9A-4414-BF12-6F0B43826C03}" srcOrd="0" destOrd="0" presId="urn:microsoft.com/office/officeart/2018/2/layout/IconVerticalSolidList"/>
    <dgm:cxn modelId="{CF6581F1-A2D9-43EB-B375-8A8CB83DD08B}" type="presOf" srcId="{4B814E94-D1A0-4162-9A5D-C0F490D0DE5D}" destId="{AB63BCE9-63B9-4FD1-96D1-AAD324BFAF2B}" srcOrd="0" destOrd="0" presId="urn:microsoft.com/office/officeart/2018/2/layout/IconVerticalSolidList"/>
    <dgm:cxn modelId="{F0E61EF2-5848-49B0-867A-2CFC72DD1845}" srcId="{4B814E94-D1A0-4162-9A5D-C0F490D0DE5D}" destId="{F32DFF85-46BC-4393-8636-807099E6869C}" srcOrd="1" destOrd="0" parTransId="{E42143C1-870E-4B6A-BE3D-5AF466C15891}" sibTransId="{7DC44D70-CF97-4AAA-A4B5-332A76DD6068}"/>
    <dgm:cxn modelId="{F59B694B-980A-420C-B5E5-297D0C5EB985}" type="presParOf" srcId="{AB63BCE9-63B9-4FD1-96D1-AAD324BFAF2B}" destId="{4C265CA5-2139-4E29-8C51-43A883FBA3D2}" srcOrd="0" destOrd="0" presId="urn:microsoft.com/office/officeart/2018/2/layout/IconVerticalSolidList"/>
    <dgm:cxn modelId="{3CF3864A-8E21-4B8E-A494-2A9D08DE01B1}" type="presParOf" srcId="{4C265CA5-2139-4E29-8C51-43A883FBA3D2}" destId="{504B05C5-47E0-4F80-9F33-9FB610E4A465}" srcOrd="0" destOrd="0" presId="urn:microsoft.com/office/officeart/2018/2/layout/IconVerticalSolidList"/>
    <dgm:cxn modelId="{7FFA592F-E48B-49A8-A744-AF374E26824B}" type="presParOf" srcId="{4C265CA5-2139-4E29-8C51-43A883FBA3D2}" destId="{2491056C-B713-4D7F-99D9-937729BDDAF6}" srcOrd="1" destOrd="0" presId="urn:microsoft.com/office/officeart/2018/2/layout/IconVerticalSolidList"/>
    <dgm:cxn modelId="{E36D18E2-3753-4450-BE9D-1A6141358D56}" type="presParOf" srcId="{4C265CA5-2139-4E29-8C51-43A883FBA3D2}" destId="{9FEE7FEF-2AC9-4CDE-9CCB-23C702140693}" srcOrd="2" destOrd="0" presId="urn:microsoft.com/office/officeart/2018/2/layout/IconVerticalSolidList"/>
    <dgm:cxn modelId="{DD33023F-EAED-48A2-AFDE-5800ACA0F76D}" type="presParOf" srcId="{4C265CA5-2139-4E29-8C51-43A883FBA3D2}" destId="{08462E9F-75E2-47A3-B2D1-725702C4666F}" srcOrd="3" destOrd="0" presId="urn:microsoft.com/office/officeart/2018/2/layout/IconVerticalSolidList"/>
    <dgm:cxn modelId="{1D3AA4F7-C0E8-4A95-A2A3-86B732DE5D87}" type="presParOf" srcId="{AB63BCE9-63B9-4FD1-96D1-AAD324BFAF2B}" destId="{F1220671-14FA-468D-9638-31B1B0BFD5E7}" srcOrd="1" destOrd="0" presId="urn:microsoft.com/office/officeart/2018/2/layout/IconVerticalSolidList"/>
    <dgm:cxn modelId="{7FDA6F96-F620-4843-8E10-B0B87110D88E}" type="presParOf" srcId="{AB63BCE9-63B9-4FD1-96D1-AAD324BFAF2B}" destId="{1C72827A-6404-4B64-AD5A-192E6D33E2BE}" srcOrd="2" destOrd="0" presId="urn:microsoft.com/office/officeart/2018/2/layout/IconVerticalSolidList"/>
    <dgm:cxn modelId="{E15A21C9-6EDE-483D-90E5-756484A0453B}" type="presParOf" srcId="{1C72827A-6404-4B64-AD5A-192E6D33E2BE}" destId="{267A5CB5-2989-4CA0-8D25-702DC7EA4317}" srcOrd="0" destOrd="0" presId="urn:microsoft.com/office/officeart/2018/2/layout/IconVerticalSolidList"/>
    <dgm:cxn modelId="{9AFE1D9E-44D2-4E0F-BF61-4E62E5E4DD2A}" type="presParOf" srcId="{1C72827A-6404-4B64-AD5A-192E6D33E2BE}" destId="{C54437C8-8F91-4446-8C77-68F29B13888B}" srcOrd="1" destOrd="0" presId="urn:microsoft.com/office/officeart/2018/2/layout/IconVerticalSolidList"/>
    <dgm:cxn modelId="{20BB936C-7BBA-467C-907F-5FF4B2D4E030}" type="presParOf" srcId="{1C72827A-6404-4B64-AD5A-192E6D33E2BE}" destId="{E208F648-3958-409C-8698-0DF64B69AEEB}" srcOrd="2" destOrd="0" presId="urn:microsoft.com/office/officeart/2018/2/layout/IconVerticalSolidList"/>
    <dgm:cxn modelId="{9DDCA6DA-2FFD-4AA7-804F-F9A6531F22F4}" type="presParOf" srcId="{1C72827A-6404-4B64-AD5A-192E6D33E2BE}" destId="{F0CD24A7-2C9A-4414-BF12-6F0B43826C03}" srcOrd="3" destOrd="0" presId="urn:microsoft.com/office/officeart/2018/2/layout/IconVerticalSolidList"/>
    <dgm:cxn modelId="{899F1AA5-381C-4116-93A0-3AC703F99FCB}" type="presParOf" srcId="{AB63BCE9-63B9-4FD1-96D1-AAD324BFAF2B}" destId="{2BCA8EC9-233A-488A-BB37-2434584BF062}" srcOrd="3" destOrd="0" presId="urn:microsoft.com/office/officeart/2018/2/layout/IconVerticalSolidList"/>
    <dgm:cxn modelId="{6DF0FC56-FA65-472A-9CD6-758E6BC692E6}" type="presParOf" srcId="{AB63BCE9-63B9-4FD1-96D1-AAD324BFAF2B}" destId="{CADE3792-0203-4C9D-B462-D0A9124F5912}" srcOrd="4" destOrd="0" presId="urn:microsoft.com/office/officeart/2018/2/layout/IconVerticalSolidList"/>
    <dgm:cxn modelId="{280CF5D3-889C-4462-A32F-19C36524846D}" type="presParOf" srcId="{CADE3792-0203-4C9D-B462-D0A9124F5912}" destId="{21333542-AEC5-47D9-A1F2-EE61EFAD6D00}" srcOrd="0" destOrd="0" presId="urn:microsoft.com/office/officeart/2018/2/layout/IconVerticalSolidList"/>
    <dgm:cxn modelId="{D0B8DCBD-9909-4D41-998D-B38DADA09923}" type="presParOf" srcId="{CADE3792-0203-4C9D-B462-D0A9124F5912}" destId="{3974A5F5-54A5-49FA-ADAF-4A6E4677DB89}" srcOrd="1" destOrd="0" presId="urn:microsoft.com/office/officeart/2018/2/layout/IconVerticalSolidList"/>
    <dgm:cxn modelId="{9899A190-F6BB-4438-97A8-199AD04B3A64}" type="presParOf" srcId="{CADE3792-0203-4C9D-B462-D0A9124F5912}" destId="{68D9C761-3DA7-4A38-96B9-7F52501C4CB1}" srcOrd="2" destOrd="0" presId="urn:microsoft.com/office/officeart/2018/2/layout/IconVerticalSolidList"/>
    <dgm:cxn modelId="{F5D3E19A-9407-4416-9667-30B0E29AC132}" type="presParOf" srcId="{CADE3792-0203-4C9D-B462-D0A9124F5912}" destId="{0438A3D8-367D-4E8E-A541-E20AC1D9A070}" srcOrd="3" destOrd="0" presId="urn:microsoft.com/office/officeart/2018/2/layout/IconVerticalSolidList"/>
    <dgm:cxn modelId="{18962A0B-FBE5-4F13-9D9F-BFB2394A6A19}" type="presParOf" srcId="{AB63BCE9-63B9-4FD1-96D1-AAD324BFAF2B}" destId="{89391C14-0610-49EC-A48A-18C22843BFDF}" srcOrd="5" destOrd="0" presId="urn:microsoft.com/office/officeart/2018/2/layout/IconVerticalSolidList"/>
    <dgm:cxn modelId="{C52A0580-5CD6-4310-A090-D7E7D263245A}" type="presParOf" srcId="{AB63BCE9-63B9-4FD1-96D1-AAD324BFAF2B}" destId="{BF5EC000-127D-4F35-A453-5D032834D7CC}" srcOrd="6" destOrd="0" presId="urn:microsoft.com/office/officeart/2018/2/layout/IconVerticalSolidList"/>
    <dgm:cxn modelId="{7DEA3354-21F0-4AD5-8541-EDDD5B2AA067}" type="presParOf" srcId="{BF5EC000-127D-4F35-A453-5D032834D7CC}" destId="{2A4E95A9-1B2A-4AFC-B184-C87101C9B3B0}" srcOrd="0" destOrd="0" presId="urn:microsoft.com/office/officeart/2018/2/layout/IconVerticalSolidList"/>
    <dgm:cxn modelId="{15FF3B52-B754-4E53-9454-801F987B9FC6}" type="presParOf" srcId="{BF5EC000-127D-4F35-A453-5D032834D7CC}" destId="{91ABF034-710E-41A3-AB33-12217464DFD9}" srcOrd="1" destOrd="0" presId="urn:microsoft.com/office/officeart/2018/2/layout/IconVerticalSolidList"/>
    <dgm:cxn modelId="{BB19B5F3-1B89-46EF-A362-FDA3268817E7}" type="presParOf" srcId="{BF5EC000-127D-4F35-A453-5D032834D7CC}" destId="{E352D2FC-E51B-4A3F-B048-CBF42B6B962B}" srcOrd="2" destOrd="0" presId="urn:microsoft.com/office/officeart/2018/2/layout/IconVerticalSolidList"/>
    <dgm:cxn modelId="{87D39A34-31D8-410D-A83E-2E1D29838121}" type="presParOf" srcId="{BF5EC000-127D-4F35-A453-5D032834D7CC}" destId="{CBB58B4E-257D-4920-ACC5-09AF5F68C18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8E95C1D-5D4D-4E78-A2A7-835D9D77C776}" type="doc">
      <dgm:prSet loTypeId="urn:microsoft.com/office/officeart/2008/layout/LinedList" loCatId="list" qsTypeId="urn:microsoft.com/office/officeart/2005/8/quickstyle/simple1#6" qsCatId="simple" csTypeId="urn:microsoft.com/office/officeart/2005/8/colors/accent1_2#1" csCatId="accent1"/>
      <dgm:spPr/>
      <dgm:t>
        <a:bodyPr/>
        <a:lstStyle/>
        <a:p>
          <a:endParaRPr lang="en-US"/>
        </a:p>
      </dgm:t>
    </dgm:pt>
    <dgm:pt modelId="{46D7F477-38E2-44E9-97CB-05F5A3D636D3}">
      <dgm:prSet/>
      <dgm:spPr/>
      <dgm:t>
        <a:bodyPr/>
        <a:lstStyle/>
        <a:p>
          <a:r>
            <a:rPr lang="en-US" b="0" i="0" baseline="0"/>
            <a:t>Key pair consists of public key and private key</a:t>
          </a:r>
          <a:endParaRPr lang="en-US"/>
        </a:p>
      </dgm:t>
    </dgm:pt>
    <dgm:pt modelId="{DA074746-2EF4-498B-B411-708DFF534366}" type="parTrans" cxnId="{D795F9C6-3E70-4631-9458-67756BF5A891}">
      <dgm:prSet/>
      <dgm:spPr/>
      <dgm:t>
        <a:bodyPr/>
        <a:lstStyle/>
        <a:p>
          <a:endParaRPr lang="en-US"/>
        </a:p>
      </dgm:t>
    </dgm:pt>
    <dgm:pt modelId="{554271C1-DA52-4BB4-9265-7AB6E8A63BD3}" type="sibTrans" cxnId="{D795F9C6-3E70-4631-9458-67756BF5A891}">
      <dgm:prSet/>
      <dgm:spPr/>
      <dgm:t>
        <a:bodyPr/>
        <a:lstStyle/>
        <a:p>
          <a:endParaRPr lang="en-US"/>
        </a:p>
      </dgm:t>
    </dgm:pt>
    <dgm:pt modelId="{B4B31629-857F-4AE7-88F7-F53D5C68F0F9}">
      <dgm:prSet/>
      <dgm:spPr/>
      <dgm:t>
        <a:bodyPr/>
        <a:lstStyle/>
        <a:p>
          <a:r>
            <a:rPr lang="en-US" b="0" i="0" baseline="0"/>
            <a:t>Used for secure EC2 access</a:t>
          </a:r>
          <a:endParaRPr lang="en-US"/>
        </a:p>
      </dgm:t>
    </dgm:pt>
    <dgm:pt modelId="{48FA906D-9BBC-4D20-BBC0-43788BA4DDD9}" type="parTrans" cxnId="{63F9C027-6A62-4867-9732-3043F80F50F4}">
      <dgm:prSet/>
      <dgm:spPr/>
      <dgm:t>
        <a:bodyPr/>
        <a:lstStyle/>
        <a:p>
          <a:endParaRPr lang="en-US"/>
        </a:p>
      </dgm:t>
    </dgm:pt>
    <dgm:pt modelId="{8375C5C7-5217-4B0F-8AF1-9BA7A0EFA661}" type="sibTrans" cxnId="{63F9C027-6A62-4867-9732-3043F80F50F4}">
      <dgm:prSet/>
      <dgm:spPr/>
      <dgm:t>
        <a:bodyPr/>
        <a:lstStyle/>
        <a:p>
          <a:endParaRPr lang="en-US"/>
        </a:p>
      </dgm:t>
    </dgm:pt>
    <dgm:pt modelId="{9416E307-8293-47E5-818B-90BF88BDEE56}">
      <dgm:prSet/>
      <dgm:spPr/>
      <dgm:t>
        <a:bodyPr/>
        <a:lstStyle/>
        <a:p>
          <a:r>
            <a:rPr lang="en-US" b="0" i="0" baseline="0"/>
            <a:t>Linux: commonly used with SSH</a:t>
          </a:r>
          <a:endParaRPr lang="en-US"/>
        </a:p>
      </dgm:t>
    </dgm:pt>
    <dgm:pt modelId="{F3F010F1-5B70-429D-8D3E-9317740FB338}" type="parTrans" cxnId="{6D506449-E46A-4F2F-B851-BBD2BA6FC54B}">
      <dgm:prSet/>
      <dgm:spPr/>
      <dgm:t>
        <a:bodyPr/>
        <a:lstStyle/>
        <a:p>
          <a:endParaRPr lang="en-US"/>
        </a:p>
      </dgm:t>
    </dgm:pt>
    <dgm:pt modelId="{82C17D36-D4A5-4AE8-B3C8-E54779D54A25}" type="sibTrans" cxnId="{6D506449-E46A-4F2F-B851-BBD2BA6FC54B}">
      <dgm:prSet/>
      <dgm:spPr/>
      <dgm:t>
        <a:bodyPr/>
        <a:lstStyle/>
        <a:p>
          <a:endParaRPr lang="en-US"/>
        </a:p>
      </dgm:t>
    </dgm:pt>
    <dgm:pt modelId="{6542F28B-D547-485F-9EAA-6C52025EA970}">
      <dgm:prSet/>
      <dgm:spPr/>
      <dgm:t>
        <a:bodyPr/>
        <a:lstStyle/>
        <a:p>
          <a:r>
            <a:rPr lang="en-US" b="0" i="0" baseline="0"/>
            <a:t>Windows: can be used to retrieve/decrypt administrator password</a:t>
          </a:r>
          <a:endParaRPr lang="en-US"/>
        </a:p>
      </dgm:t>
    </dgm:pt>
    <dgm:pt modelId="{842DD7D3-A22C-441A-8BFB-392989044999}" type="parTrans" cxnId="{BE95619A-1589-4595-81B5-C32E0E2793A6}">
      <dgm:prSet/>
      <dgm:spPr/>
      <dgm:t>
        <a:bodyPr/>
        <a:lstStyle/>
        <a:p>
          <a:endParaRPr lang="en-US"/>
        </a:p>
      </dgm:t>
    </dgm:pt>
    <dgm:pt modelId="{175C7AD2-0A11-44B2-BC4A-D422D1B66574}" type="sibTrans" cxnId="{BE95619A-1589-4595-81B5-C32E0E2793A6}">
      <dgm:prSet/>
      <dgm:spPr/>
      <dgm:t>
        <a:bodyPr/>
        <a:lstStyle/>
        <a:p>
          <a:endParaRPr lang="en-US"/>
        </a:p>
      </dgm:t>
    </dgm:pt>
    <dgm:pt modelId="{373DE833-C183-4ECF-9BF0-1D141671B599}">
      <dgm:prSet/>
      <dgm:spPr/>
      <dgm:t>
        <a:bodyPr/>
        <a:lstStyle/>
        <a:p>
          <a:r>
            <a:rPr lang="en-US" b="0" i="0" baseline="0"/>
            <a:t>Never share or expose the private key</a:t>
          </a:r>
          <a:endParaRPr lang="en-US"/>
        </a:p>
      </dgm:t>
    </dgm:pt>
    <dgm:pt modelId="{3CD5C4DB-CC85-48F7-A41F-2F3798D8AAE8}" type="parTrans" cxnId="{99EEC80F-5FCF-4AE1-8CC0-6887591018D7}">
      <dgm:prSet/>
      <dgm:spPr/>
      <dgm:t>
        <a:bodyPr/>
        <a:lstStyle/>
        <a:p>
          <a:endParaRPr lang="en-US"/>
        </a:p>
      </dgm:t>
    </dgm:pt>
    <dgm:pt modelId="{8F4668DC-03A4-47A0-BAE8-D9934719E0D3}" type="sibTrans" cxnId="{99EEC80F-5FCF-4AE1-8CC0-6887591018D7}">
      <dgm:prSet/>
      <dgm:spPr/>
      <dgm:t>
        <a:bodyPr/>
        <a:lstStyle/>
        <a:p>
          <a:endParaRPr lang="en-US"/>
        </a:p>
      </dgm:t>
    </dgm:pt>
    <dgm:pt modelId="{7DAD9073-508D-4AF0-BE50-7B5E10D5CE22}" type="pres">
      <dgm:prSet presAssocID="{48E95C1D-5D4D-4E78-A2A7-835D9D77C776}" presName="vert0" presStyleCnt="0">
        <dgm:presLayoutVars>
          <dgm:dir/>
          <dgm:animOne val="branch"/>
          <dgm:animLvl val="lvl"/>
        </dgm:presLayoutVars>
      </dgm:prSet>
      <dgm:spPr/>
    </dgm:pt>
    <dgm:pt modelId="{9A3D20AE-0AF4-4A10-9382-FB0BF09A73B3}" type="pres">
      <dgm:prSet presAssocID="{46D7F477-38E2-44E9-97CB-05F5A3D636D3}" presName="thickLine" presStyleLbl="alignNode1" presStyleIdx="0" presStyleCnt="5"/>
      <dgm:spPr/>
    </dgm:pt>
    <dgm:pt modelId="{80625905-3964-452D-9B4E-8F142362F915}" type="pres">
      <dgm:prSet presAssocID="{46D7F477-38E2-44E9-97CB-05F5A3D636D3}" presName="horz1" presStyleCnt="0"/>
      <dgm:spPr/>
    </dgm:pt>
    <dgm:pt modelId="{612DB481-6637-4536-9B0F-8DC17783B311}" type="pres">
      <dgm:prSet presAssocID="{46D7F477-38E2-44E9-97CB-05F5A3D636D3}" presName="tx1" presStyleLbl="revTx" presStyleIdx="0" presStyleCnt="5"/>
      <dgm:spPr/>
    </dgm:pt>
    <dgm:pt modelId="{B804DBB7-E0BB-47EE-A58E-F223B561CD22}" type="pres">
      <dgm:prSet presAssocID="{46D7F477-38E2-44E9-97CB-05F5A3D636D3}" presName="vert1" presStyleCnt="0"/>
      <dgm:spPr/>
    </dgm:pt>
    <dgm:pt modelId="{444A089D-2529-4D79-A9CD-186F71217143}" type="pres">
      <dgm:prSet presAssocID="{B4B31629-857F-4AE7-88F7-F53D5C68F0F9}" presName="thickLine" presStyleLbl="alignNode1" presStyleIdx="1" presStyleCnt="5"/>
      <dgm:spPr/>
    </dgm:pt>
    <dgm:pt modelId="{9246F992-1A69-42C5-9982-98285A6BCFA3}" type="pres">
      <dgm:prSet presAssocID="{B4B31629-857F-4AE7-88F7-F53D5C68F0F9}" presName="horz1" presStyleCnt="0"/>
      <dgm:spPr/>
    </dgm:pt>
    <dgm:pt modelId="{BC1666D4-B2F5-44E6-AC8E-148C2F92F9C2}" type="pres">
      <dgm:prSet presAssocID="{B4B31629-857F-4AE7-88F7-F53D5C68F0F9}" presName="tx1" presStyleLbl="revTx" presStyleIdx="1" presStyleCnt="5"/>
      <dgm:spPr/>
    </dgm:pt>
    <dgm:pt modelId="{C4253724-13D1-4D4F-8035-AD42D6A2B2EF}" type="pres">
      <dgm:prSet presAssocID="{B4B31629-857F-4AE7-88F7-F53D5C68F0F9}" presName="vert1" presStyleCnt="0"/>
      <dgm:spPr/>
    </dgm:pt>
    <dgm:pt modelId="{B2CF6B37-E10F-4837-9C84-EFEFF6AE8C7E}" type="pres">
      <dgm:prSet presAssocID="{9416E307-8293-47E5-818B-90BF88BDEE56}" presName="thickLine" presStyleLbl="alignNode1" presStyleIdx="2" presStyleCnt="5"/>
      <dgm:spPr/>
    </dgm:pt>
    <dgm:pt modelId="{CF48B63C-1768-4B1C-982F-A25BF0394870}" type="pres">
      <dgm:prSet presAssocID="{9416E307-8293-47E5-818B-90BF88BDEE56}" presName="horz1" presStyleCnt="0"/>
      <dgm:spPr/>
    </dgm:pt>
    <dgm:pt modelId="{C6B80E0B-5944-43BE-B555-9C8B337A7D46}" type="pres">
      <dgm:prSet presAssocID="{9416E307-8293-47E5-818B-90BF88BDEE56}" presName="tx1" presStyleLbl="revTx" presStyleIdx="2" presStyleCnt="5"/>
      <dgm:spPr/>
    </dgm:pt>
    <dgm:pt modelId="{51558EC8-02FA-40A0-B85E-D9626944816A}" type="pres">
      <dgm:prSet presAssocID="{9416E307-8293-47E5-818B-90BF88BDEE56}" presName="vert1" presStyleCnt="0"/>
      <dgm:spPr/>
    </dgm:pt>
    <dgm:pt modelId="{6117C345-CF75-4DD5-B777-2DE73F0D3956}" type="pres">
      <dgm:prSet presAssocID="{6542F28B-D547-485F-9EAA-6C52025EA970}" presName="thickLine" presStyleLbl="alignNode1" presStyleIdx="3" presStyleCnt="5"/>
      <dgm:spPr/>
    </dgm:pt>
    <dgm:pt modelId="{48673F77-B850-4926-ACE4-F92B4886F2A8}" type="pres">
      <dgm:prSet presAssocID="{6542F28B-D547-485F-9EAA-6C52025EA970}" presName="horz1" presStyleCnt="0"/>
      <dgm:spPr/>
    </dgm:pt>
    <dgm:pt modelId="{25DD979E-970A-49DC-B889-1909170CE98F}" type="pres">
      <dgm:prSet presAssocID="{6542F28B-D547-485F-9EAA-6C52025EA970}" presName="tx1" presStyleLbl="revTx" presStyleIdx="3" presStyleCnt="5"/>
      <dgm:spPr/>
    </dgm:pt>
    <dgm:pt modelId="{74E01140-E19F-42C1-A82E-ACF18C160903}" type="pres">
      <dgm:prSet presAssocID="{6542F28B-D547-485F-9EAA-6C52025EA970}" presName="vert1" presStyleCnt="0"/>
      <dgm:spPr/>
    </dgm:pt>
    <dgm:pt modelId="{F8A9A5F8-F95D-401F-8422-E10B558E46F0}" type="pres">
      <dgm:prSet presAssocID="{373DE833-C183-4ECF-9BF0-1D141671B599}" presName="thickLine" presStyleLbl="alignNode1" presStyleIdx="4" presStyleCnt="5"/>
      <dgm:spPr/>
    </dgm:pt>
    <dgm:pt modelId="{A5798839-FACE-49D9-A880-D4E96B901238}" type="pres">
      <dgm:prSet presAssocID="{373DE833-C183-4ECF-9BF0-1D141671B599}" presName="horz1" presStyleCnt="0"/>
      <dgm:spPr/>
    </dgm:pt>
    <dgm:pt modelId="{297F0EBF-25F8-41D3-861D-50552E289379}" type="pres">
      <dgm:prSet presAssocID="{373DE833-C183-4ECF-9BF0-1D141671B599}" presName="tx1" presStyleLbl="revTx" presStyleIdx="4" presStyleCnt="5"/>
      <dgm:spPr/>
    </dgm:pt>
    <dgm:pt modelId="{04EC0720-897D-49B3-8D7B-C81F0510B2D8}" type="pres">
      <dgm:prSet presAssocID="{373DE833-C183-4ECF-9BF0-1D141671B599}" presName="vert1" presStyleCnt="0"/>
      <dgm:spPr/>
    </dgm:pt>
  </dgm:ptLst>
  <dgm:cxnLst>
    <dgm:cxn modelId="{99EEC80F-5FCF-4AE1-8CC0-6887591018D7}" srcId="{48E95C1D-5D4D-4E78-A2A7-835D9D77C776}" destId="{373DE833-C183-4ECF-9BF0-1D141671B599}" srcOrd="4" destOrd="0" parTransId="{3CD5C4DB-CC85-48F7-A41F-2F3798D8AAE8}" sibTransId="{8F4668DC-03A4-47A0-BAE8-D9934719E0D3}"/>
    <dgm:cxn modelId="{1787D01E-AAAF-40CF-A529-E6976EC11D83}" type="presOf" srcId="{6542F28B-D547-485F-9EAA-6C52025EA970}" destId="{25DD979E-970A-49DC-B889-1909170CE98F}" srcOrd="0" destOrd="0" presId="urn:microsoft.com/office/officeart/2008/layout/LinedList"/>
    <dgm:cxn modelId="{63F9C027-6A62-4867-9732-3043F80F50F4}" srcId="{48E95C1D-5D4D-4E78-A2A7-835D9D77C776}" destId="{B4B31629-857F-4AE7-88F7-F53D5C68F0F9}" srcOrd="1" destOrd="0" parTransId="{48FA906D-9BBC-4D20-BBC0-43788BA4DDD9}" sibTransId="{8375C5C7-5217-4B0F-8AF1-9BA7A0EFA661}"/>
    <dgm:cxn modelId="{1E1C1C28-6BD4-4DF8-9F98-A878479E36DE}" type="presOf" srcId="{48E95C1D-5D4D-4E78-A2A7-835D9D77C776}" destId="{7DAD9073-508D-4AF0-BE50-7B5E10D5CE22}" srcOrd="0" destOrd="0" presId="urn:microsoft.com/office/officeart/2008/layout/LinedList"/>
    <dgm:cxn modelId="{6D506449-E46A-4F2F-B851-BBD2BA6FC54B}" srcId="{48E95C1D-5D4D-4E78-A2A7-835D9D77C776}" destId="{9416E307-8293-47E5-818B-90BF88BDEE56}" srcOrd="2" destOrd="0" parTransId="{F3F010F1-5B70-429D-8D3E-9317740FB338}" sibTransId="{82C17D36-D4A5-4AE8-B3C8-E54779D54A25}"/>
    <dgm:cxn modelId="{5752864D-F7FF-4FA5-BD64-4592F8D4E280}" type="presOf" srcId="{B4B31629-857F-4AE7-88F7-F53D5C68F0F9}" destId="{BC1666D4-B2F5-44E6-AC8E-148C2F92F9C2}" srcOrd="0" destOrd="0" presId="urn:microsoft.com/office/officeart/2008/layout/LinedList"/>
    <dgm:cxn modelId="{1F512D9A-52F9-41AC-8C63-9FC5D0491DD4}" type="presOf" srcId="{46D7F477-38E2-44E9-97CB-05F5A3D636D3}" destId="{612DB481-6637-4536-9B0F-8DC17783B311}" srcOrd="0" destOrd="0" presId="urn:microsoft.com/office/officeart/2008/layout/LinedList"/>
    <dgm:cxn modelId="{BE95619A-1589-4595-81B5-C32E0E2793A6}" srcId="{48E95C1D-5D4D-4E78-A2A7-835D9D77C776}" destId="{6542F28B-D547-485F-9EAA-6C52025EA970}" srcOrd="3" destOrd="0" parTransId="{842DD7D3-A22C-441A-8BFB-392989044999}" sibTransId="{175C7AD2-0A11-44B2-BC4A-D422D1B66574}"/>
    <dgm:cxn modelId="{D795F9C6-3E70-4631-9458-67756BF5A891}" srcId="{48E95C1D-5D4D-4E78-A2A7-835D9D77C776}" destId="{46D7F477-38E2-44E9-97CB-05F5A3D636D3}" srcOrd="0" destOrd="0" parTransId="{DA074746-2EF4-498B-B411-708DFF534366}" sibTransId="{554271C1-DA52-4BB4-9265-7AB6E8A63BD3}"/>
    <dgm:cxn modelId="{C7BA76F5-575A-4501-8E34-A3373BB785AD}" type="presOf" srcId="{9416E307-8293-47E5-818B-90BF88BDEE56}" destId="{C6B80E0B-5944-43BE-B555-9C8B337A7D46}" srcOrd="0" destOrd="0" presId="urn:microsoft.com/office/officeart/2008/layout/LinedList"/>
    <dgm:cxn modelId="{F4947DFB-4C2D-4930-BA2C-E7E778A2C25B}" type="presOf" srcId="{373DE833-C183-4ECF-9BF0-1D141671B599}" destId="{297F0EBF-25F8-41D3-861D-50552E289379}" srcOrd="0" destOrd="0" presId="urn:microsoft.com/office/officeart/2008/layout/LinedList"/>
    <dgm:cxn modelId="{B812B575-C969-401D-AA1D-E047780CA287}" type="presParOf" srcId="{7DAD9073-508D-4AF0-BE50-7B5E10D5CE22}" destId="{9A3D20AE-0AF4-4A10-9382-FB0BF09A73B3}" srcOrd="0" destOrd="0" presId="urn:microsoft.com/office/officeart/2008/layout/LinedList"/>
    <dgm:cxn modelId="{45AB21A2-3B68-400B-9B6D-35DAF3B5E052}" type="presParOf" srcId="{7DAD9073-508D-4AF0-BE50-7B5E10D5CE22}" destId="{80625905-3964-452D-9B4E-8F142362F915}" srcOrd="1" destOrd="0" presId="urn:microsoft.com/office/officeart/2008/layout/LinedList"/>
    <dgm:cxn modelId="{A9A78647-A58E-4DDC-84F9-85873DB8EE40}" type="presParOf" srcId="{80625905-3964-452D-9B4E-8F142362F915}" destId="{612DB481-6637-4536-9B0F-8DC17783B311}" srcOrd="0" destOrd="0" presId="urn:microsoft.com/office/officeart/2008/layout/LinedList"/>
    <dgm:cxn modelId="{5F896C6D-BFAC-43E2-B10D-927F6A555F35}" type="presParOf" srcId="{80625905-3964-452D-9B4E-8F142362F915}" destId="{B804DBB7-E0BB-47EE-A58E-F223B561CD22}" srcOrd="1" destOrd="0" presId="urn:microsoft.com/office/officeart/2008/layout/LinedList"/>
    <dgm:cxn modelId="{28B99A02-B9F6-42CD-82F4-2B93EC0BEF96}" type="presParOf" srcId="{7DAD9073-508D-4AF0-BE50-7B5E10D5CE22}" destId="{444A089D-2529-4D79-A9CD-186F71217143}" srcOrd="2" destOrd="0" presId="urn:microsoft.com/office/officeart/2008/layout/LinedList"/>
    <dgm:cxn modelId="{18A055B1-A14B-4AEC-A54E-B5E6DE350F36}" type="presParOf" srcId="{7DAD9073-508D-4AF0-BE50-7B5E10D5CE22}" destId="{9246F992-1A69-42C5-9982-98285A6BCFA3}" srcOrd="3" destOrd="0" presId="urn:microsoft.com/office/officeart/2008/layout/LinedList"/>
    <dgm:cxn modelId="{82703419-B8C1-4906-B26F-4EC353567C30}" type="presParOf" srcId="{9246F992-1A69-42C5-9982-98285A6BCFA3}" destId="{BC1666D4-B2F5-44E6-AC8E-148C2F92F9C2}" srcOrd="0" destOrd="0" presId="urn:microsoft.com/office/officeart/2008/layout/LinedList"/>
    <dgm:cxn modelId="{A550D8CC-ECF0-4CD7-BE8F-B43168E86A90}" type="presParOf" srcId="{9246F992-1A69-42C5-9982-98285A6BCFA3}" destId="{C4253724-13D1-4D4F-8035-AD42D6A2B2EF}" srcOrd="1" destOrd="0" presId="urn:microsoft.com/office/officeart/2008/layout/LinedList"/>
    <dgm:cxn modelId="{A89C607A-78E1-4827-87C4-48C5A7C68AC5}" type="presParOf" srcId="{7DAD9073-508D-4AF0-BE50-7B5E10D5CE22}" destId="{B2CF6B37-E10F-4837-9C84-EFEFF6AE8C7E}" srcOrd="4" destOrd="0" presId="urn:microsoft.com/office/officeart/2008/layout/LinedList"/>
    <dgm:cxn modelId="{5560E9A0-727B-4789-BC63-7C97178C881A}" type="presParOf" srcId="{7DAD9073-508D-4AF0-BE50-7B5E10D5CE22}" destId="{CF48B63C-1768-4B1C-982F-A25BF0394870}" srcOrd="5" destOrd="0" presId="urn:microsoft.com/office/officeart/2008/layout/LinedList"/>
    <dgm:cxn modelId="{EB2C49D6-908C-459C-A15B-4465E7B82B1F}" type="presParOf" srcId="{CF48B63C-1768-4B1C-982F-A25BF0394870}" destId="{C6B80E0B-5944-43BE-B555-9C8B337A7D46}" srcOrd="0" destOrd="0" presId="urn:microsoft.com/office/officeart/2008/layout/LinedList"/>
    <dgm:cxn modelId="{E2BB545A-EA3A-4B4D-8262-F3EFD98EFE13}" type="presParOf" srcId="{CF48B63C-1768-4B1C-982F-A25BF0394870}" destId="{51558EC8-02FA-40A0-B85E-D9626944816A}" srcOrd="1" destOrd="0" presId="urn:microsoft.com/office/officeart/2008/layout/LinedList"/>
    <dgm:cxn modelId="{CB1993D7-A634-4A95-8435-17CBFA7F9755}" type="presParOf" srcId="{7DAD9073-508D-4AF0-BE50-7B5E10D5CE22}" destId="{6117C345-CF75-4DD5-B777-2DE73F0D3956}" srcOrd="6" destOrd="0" presId="urn:microsoft.com/office/officeart/2008/layout/LinedList"/>
    <dgm:cxn modelId="{65AE8AC1-E1D4-48E3-BD35-6A9B801310A5}" type="presParOf" srcId="{7DAD9073-508D-4AF0-BE50-7B5E10D5CE22}" destId="{48673F77-B850-4926-ACE4-F92B4886F2A8}" srcOrd="7" destOrd="0" presId="urn:microsoft.com/office/officeart/2008/layout/LinedList"/>
    <dgm:cxn modelId="{B2582EE8-70ED-4467-A696-6A77FA8541FC}" type="presParOf" srcId="{48673F77-B850-4926-ACE4-F92B4886F2A8}" destId="{25DD979E-970A-49DC-B889-1909170CE98F}" srcOrd="0" destOrd="0" presId="urn:microsoft.com/office/officeart/2008/layout/LinedList"/>
    <dgm:cxn modelId="{12B9B9BB-7FE3-4DC2-AD96-C8515C856784}" type="presParOf" srcId="{48673F77-B850-4926-ACE4-F92B4886F2A8}" destId="{74E01140-E19F-42C1-A82E-ACF18C160903}" srcOrd="1" destOrd="0" presId="urn:microsoft.com/office/officeart/2008/layout/LinedList"/>
    <dgm:cxn modelId="{9A8E19BA-D9B3-4D8A-BAB3-9DC5D38E27E0}" type="presParOf" srcId="{7DAD9073-508D-4AF0-BE50-7B5E10D5CE22}" destId="{F8A9A5F8-F95D-401F-8422-E10B558E46F0}" srcOrd="8" destOrd="0" presId="urn:microsoft.com/office/officeart/2008/layout/LinedList"/>
    <dgm:cxn modelId="{C8605B47-6FF4-4C78-9C59-EB6F9BD07E0C}" type="presParOf" srcId="{7DAD9073-508D-4AF0-BE50-7B5E10D5CE22}" destId="{A5798839-FACE-49D9-A880-D4E96B901238}" srcOrd="9" destOrd="0" presId="urn:microsoft.com/office/officeart/2008/layout/LinedList"/>
    <dgm:cxn modelId="{E8321291-6B4D-4165-AA23-0048949F92AC}" type="presParOf" srcId="{A5798839-FACE-49D9-A880-D4E96B901238}" destId="{297F0EBF-25F8-41D3-861D-50552E289379}" srcOrd="0" destOrd="0" presId="urn:microsoft.com/office/officeart/2008/layout/LinedList"/>
    <dgm:cxn modelId="{90BFBF13-C0CF-495A-8F99-BB648E93D292}" type="presParOf" srcId="{A5798839-FACE-49D9-A880-D4E96B901238}" destId="{04EC0720-897D-49B3-8D7B-C81F0510B2D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FBB2395-F07C-440B-8528-C1AAC7C28560}" type="doc">
      <dgm:prSet loTypeId="urn:microsoft.com/office/officeart/2008/layout/LinedList" loCatId="list" qsTypeId="urn:microsoft.com/office/officeart/2005/8/quickstyle/simple1#7" qsCatId="simple" csTypeId="urn:microsoft.com/office/officeart/2005/8/colors/accent0_3#2" csCatId="mainScheme"/>
      <dgm:spPr/>
      <dgm:t>
        <a:bodyPr/>
        <a:lstStyle/>
        <a:p>
          <a:endParaRPr lang="en-US"/>
        </a:p>
      </dgm:t>
    </dgm:pt>
    <dgm:pt modelId="{DD4A29A5-C820-4018-B5A7-7A3FBE8CF38F}">
      <dgm:prSet/>
      <dgm:spPr/>
      <dgm:t>
        <a:bodyPr/>
        <a:lstStyle/>
        <a:p>
          <a:r>
            <a:rPr lang="en-US" b="0" i="0" baseline="0"/>
            <a:t>Default/shared tenancy — standard option</a:t>
          </a:r>
          <a:endParaRPr lang="en-US"/>
        </a:p>
      </dgm:t>
    </dgm:pt>
    <dgm:pt modelId="{C8E9F12B-A747-45A5-B638-614D8A4EB7BB}" type="parTrans" cxnId="{9F8EC6A6-5495-469A-AD3A-3278A90B610E}">
      <dgm:prSet/>
      <dgm:spPr/>
      <dgm:t>
        <a:bodyPr/>
        <a:lstStyle/>
        <a:p>
          <a:endParaRPr lang="en-US"/>
        </a:p>
      </dgm:t>
    </dgm:pt>
    <dgm:pt modelId="{973A2F1D-9D0A-4806-A39F-8042EBDC73DB}" type="sibTrans" cxnId="{9F8EC6A6-5495-469A-AD3A-3278A90B610E}">
      <dgm:prSet/>
      <dgm:spPr/>
      <dgm:t>
        <a:bodyPr/>
        <a:lstStyle/>
        <a:p>
          <a:endParaRPr lang="en-US"/>
        </a:p>
      </dgm:t>
    </dgm:pt>
    <dgm:pt modelId="{B9642185-EF42-4753-8D66-A54596766EE6}">
      <dgm:prSet/>
      <dgm:spPr/>
      <dgm:t>
        <a:bodyPr/>
        <a:lstStyle/>
        <a:p>
          <a:r>
            <a:rPr lang="en-US" b="0" i="0" baseline="0"/>
            <a:t>Dedicated Instance — hardware dedicated to a customer</a:t>
          </a:r>
          <a:endParaRPr lang="en-US"/>
        </a:p>
      </dgm:t>
    </dgm:pt>
    <dgm:pt modelId="{D3FCCFE5-FB9C-4C91-B54B-EBF522C1D37C}" type="parTrans" cxnId="{CBEFC8FD-75E3-421E-8249-55E9FBEE0E8D}">
      <dgm:prSet/>
      <dgm:spPr/>
      <dgm:t>
        <a:bodyPr/>
        <a:lstStyle/>
        <a:p>
          <a:endParaRPr lang="en-US"/>
        </a:p>
      </dgm:t>
    </dgm:pt>
    <dgm:pt modelId="{DB626B21-E133-453F-A954-56E30F72C8D5}" type="sibTrans" cxnId="{CBEFC8FD-75E3-421E-8249-55E9FBEE0E8D}">
      <dgm:prSet/>
      <dgm:spPr/>
      <dgm:t>
        <a:bodyPr/>
        <a:lstStyle/>
        <a:p>
          <a:endParaRPr lang="en-US"/>
        </a:p>
      </dgm:t>
    </dgm:pt>
    <dgm:pt modelId="{BF2335DC-CBB5-4D72-BFA9-9B484990D131}">
      <dgm:prSet/>
      <dgm:spPr/>
      <dgm:t>
        <a:bodyPr/>
        <a:lstStyle/>
        <a:p>
          <a:r>
            <a:rPr lang="en-US" b="0" i="0" baseline="0"/>
            <a:t>Dedicated Host — entire physical host dedicated to a customer</a:t>
          </a:r>
          <a:endParaRPr lang="en-US"/>
        </a:p>
      </dgm:t>
    </dgm:pt>
    <dgm:pt modelId="{CBCF8507-EA1A-4216-87C8-00A20C453974}" type="parTrans" cxnId="{7B98DD01-C34E-41F7-B4A0-123FF66976F7}">
      <dgm:prSet/>
      <dgm:spPr/>
      <dgm:t>
        <a:bodyPr/>
        <a:lstStyle/>
        <a:p>
          <a:endParaRPr lang="en-US"/>
        </a:p>
      </dgm:t>
    </dgm:pt>
    <dgm:pt modelId="{F28A427C-4F09-44A1-9162-90EA1111BF36}" type="sibTrans" cxnId="{7B98DD01-C34E-41F7-B4A0-123FF66976F7}">
      <dgm:prSet/>
      <dgm:spPr/>
      <dgm:t>
        <a:bodyPr/>
        <a:lstStyle/>
        <a:p>
          <a:endParaRPr lang="en-US"/>
        </a:p>
      </dgm:t>
    </dgm:pt>
    <dgm:pt modelId="{840B9E96-3755-45B7-86D1-A397EAFFB774}">
      <dgm:prSet/>
      <dgm:spPr/>
      <dgm:t>
        <a:bodyPr/>
        <a:lstStyle/>
        <a:p>
          <a:r>
            <a:rPr lang="en-US" b="0" i="0" baseline="0"/>
            <a:t>Choose based on compliance, licensing and isolation requirements</a:t>
          </a:r>
          <a:endParaRPr lang="en-US"/>
        </a:p>
      </dgm:t>
    </dgm:pt>
    <dgm:pt modelId="{80ABF394-1A23-4530-BDB7-33A78E05206C}" type="parTrans" cxnId="{8DED00DD-AB87-4B26-B60D-83BFA21E8343}">
      <dgm:prSet/>
      <dgm:spPr/>
      <dgm:t>
        <a:bodyPr/>
        <a:lstStyle/>
        <a:p>
          <a:endParaRPr lang="en-US"/>
        </a:p>
      </dgm:t>
    </dgm:pt>
    <dgm:pt modelId="{33267268-9B89-4DFD-A000-4095E3C2B6E2}" type="sibTrans" cxnId="{8DED00DD-AB87-4B26-B60D-83BFA21E8343}">
      <dgm:prSet/>
      <dgm:spPr/>
      <dgm:t>
        <a:bodyPr/>
        <a:lstStyle/>
        <a:p>
          <a:endParaRPr lang="en-US"/>
        </a:p>
      </dgm:t>
    </dgm:pt>
    <dgm:pt modelId="{0AE5B3C1-0081-4F32-B412-9C70E7B9A903}" type="pres">
      <dgm:prSet presAssocID="{BFBB2395-F07C-440B-8528-C1AAC7C28560}" presName="vert0" presStyleCnt="0">
        <dgm:presLayoutVars>
          <dgm:dir/>
          <dgm:animOne val="branch"/>
          <dgm:animLvl val="lvl"/>
        </dgm:presLayoutVars>
      </dgm:prSet>
      <dgm:spPr/>
    </dgm:pt>
    <dgm:pt modelId="{1B3C3984-C152-4D94-A450-BDACA869B95D}" type="pres">
      <dgm:prSet presAssocID="{DD4A29A5-C820-4018-B5A7-7A3FBE8CF38F}" presName="thickLine" presStyleLbl="alignNode1" presStyleIdx="0" presStyleCnt="4"/>
      <dgm:spPr/>
    </dgm:pt>
    <dgm:pt modelId="{CAB8B3C4-8CD4-4F7D-843D-07FBB7248FD5}" type="pres">
      <dgm:prSet presAssocID="{DD4A29A5-C820-4018-B5A7-7A3FBE8CF38F}" presName="horz1" presStyleCnt="0"/>
      <dgm:spPr/>
    </dgm:pt>
    <dgm:pt modelId="{984F26EE-F0DC-42A1-9B45-F479CBFEB6AE}" type="pres">
      <dgm:prSet presAssocID="{DD4A29A5-C820-4018-B5A7-7A3FBE8CF38F}" presName="tx1" presStyleLbl="revTx" presStyleIdx="0" presStyleCnt="4"/>
      <dgm:spPr/>
    </dgm:pt>
    <dgm:pt modelId="{A50D93A2-BAF9-402A-BE97-4342BA2D0BE0}" type="pres">
      <dgm:prSet presAssocID="{DD4A29A5-C820-4018-B5A7-7A3FBE8CF38F}" presName="vert1" presStyleCnt="0"/>
      <dgm:spPr/>
    </dgm:pt>
    <dgm:pt modelId="{C47D8825-D607-4AE8-850C-0DC6D8FE0FF4}" type="pres">
      <dgm:prSet presAssocID="{B9642185-EF42-4753-8D66-A54596766EE6}" presName="thickLine" presStyleLbl="alignNode1" presStyleIdx="1" presStyleCnt="4"/>
      <dgm:spPr/>
    </dgm:pt>
    <dgm:pt modelId="{E9E73928-BC86-4B60-90E0-AE7FC2A84B80}" type="pres">
      <dgm:prSet presAssocID="{B9642185-EF42-4753-8D66-A54596766EE6}" presName="horz1" presStyleCnt="0"/>
      <dgm:spPr/>
    </dgm:pt>
    <dgm:pt modelId="{325C3EA4-2BA0-45E1-814E-4BBA8A1598BD}" type="pres">
      <dgm:prSet presAssocID="{B9642185-EF42-4753-8D66-A54596766EE6}" presName="tx1" presStyleLbl="revTx" presStyleIdx="1" presStyleCnt="4"/>
      <dgm:spPr/>
    </dgm:pt>
    <dgm:pt modelId="{E6F836CD-F4BD-4686-AC47-C537869A0905}" type="pres">
      <dgm:prSet presAssocID="{B9642185-EF42-4753-8D66-A54596766EE6}" presName="vert1" presStyleCnt="0"/>
      <dgm:spPr/>
    </dgm:pt>
    <dgm:pt modelId="{268ED8AE-7441-42BA-9EF3-9E028E47F764}" type="pres">
      <dgm:prSet presAssocID="{BF2335DC-CBB5-4D72-BFA9-9B484990D131}" presName="thickLine" presStyleLbl="alignNode1" presStyleIdx="2" presStyleCnt="4"/>
      <dgm:spPr/>
    </dgm:pt>
    <dgm:pt modelId="{821C7D94-DE6C-4B57-B282-6D9D1F951314}" type="pres">
      <dgm:prSet presAssocID="{BF2335DC-CBB5-4D72-BFA9-9B484990D131}" presName="horz1" presStyleCnt="0"/>
      <dgm:spPr/>
    </dgm:pt>
    <dgm:pt modelId="{DEBA07D7-C270-42D7-AA78-55C1646A4951}" type="pres">
      <dgm:prSet presAssocID="{BF2335DC-CBB5-4D72-BFA9-9B484990D131}" presName="tx1" presStyleLbl="revTx" presStyleIdx="2" presStyleCnt="4"/>
      <dgm:spPr/>
    </dgm:pt>
    <dgm:pt modelId="{AFAB1E3D-63E4-4299-A589-7A83A647913F}" type="pres">
      <dgm:prSet presAssocID="{BF2335DC-CBB5-4D72-BFA9-9B484990D131}" presName="vert1" presStyleCnt="0"/>
      <dgm:spPr/>
    </dgm:pt>
    <dgm:pt modelId="{EB391FE7-5F9D-4CE5-9BE2-A9E6D8C17E47}" type="pres">
      <dgm:prSet presAssocID="{840B9E96-3755-45B7-86D1-A397EAFFB774}" presName="thickLine" presStyleLbl="alignNode1" presStyleIdx="3" presStyleCnt="4"/>
      <dgm:spPr/>
    </dgm:pt>
    <dgm:pt modelId="{A52AD354-4522-4F1B-9035-8F2FC66D8E2A}" type="pres">
      <dgm:prSet presAssocID="{840B9E96-3755-45B7-86D1-A397EAFFB774}" presName="horz1" presStyleCnt="0"/>
      <dgm:spPr/>
    </dgm:pt>
    <dgm:pt modelId="{E09334FC-79DA-4CDF-8E14-ADBD385971E8}" type="pres">
      <dgm:prSet presAssocID="{840B9E96-3755-45B7-86D1-A397EAFFB774}" presName="tx1" presStyleLbl="revTx" presStyleIdx="3" presStyleCnt="4"/>
      <dgm:spPr/>
    </dgm:pt>
    <dgm:pt modelId="{E9D76C14-D7C9-4DC3-A3CE-1F2DDC9A5D8B}" type="pres">
      <dgm:prSet presAssocID="{840B9E96-3755-45B7-86D1-A397EAFFB774}" presName="vert1" presStyleCnt="0"/>
      <dgm:spPr/>
    </dgm:pt>
  </dgm:ptLst>
  <dgm:cxnLst>
    <dgm:cxn modelId="{7B98DD01-C34E-41F7-B4A0-123FF66976F7}" srcId="{BFBB2395-F07C-440B-8528-C1AAC7C28560}" destId="{BF2335DC-CBB5-4D72-BFA9-9B484990D131}" srcOrd="2" destOrd="0" parTransId="{CBCF8507-EA1A-4216-87C8-00A20C453974}" sibTransId="{F28A427C-4F09-44A1-9162-90EA1111BF36}"/>
    <dgm:cxn modelId="{1258FE67-5976-4B04-8363-C75CEB065C6B}" type="presOf" srcId="{840B9E96-3755-45B7-86D1-A397EAFFB774}" destId="{E09334FC-79DA-4CDF-8E14-ADBD385971E8}" srcOrd="0" destOrd="0" presId="urn:microsoft.com/office/officeart/2008/layout/LinedList"/>
    <dgm:cxn modelId="{CC675F4E-5187-4EC8-9EC1-33F196E17232}" type="presOf" srcId="{B9642185-EF42-4753-8D66-A54596766EE6}" destId="{325C3EA4-2BA0-45E1-814E-4BBA8A1598BD}" srcOrd="0" destOrd="0" presId="urn:microsoft.com/office/officeart/2008/layout/LinedList"/>
    <dgm:cxn modelId="{FCA66F7E-8DF8-4F00-B836-A689322CC186}" type="presOf" srcId="{DD4A29A5-C820-4018-B5A7-7A3FBE8CF38F}" destId="{984F26EE-F0DC-42A1-9B45-F479CBFEB6AE}" srcOrd="0" destOrd="0" presId="urn:microsoft.com/office/officeart/2008/layout/LinedList"/>
    <dgm:cxn modelId="{4FF1D793-18B4-4A90-A51C-22F6527DD265}" type="presOf" srcId="{BFBB2395-F07C-440B-8528-C1AAC7C28560}" destId="{0AE5B3C1-0081-4F32-B412-9C70E7B9A903}" srcOrd="0" destOrd="0" presId="urn:microsoft.com/office/officeart/2008/layout/LinedList"/>
    <dgm:cxn modelId="{9F8EC6A6-5495-469A-AD3A-3278A90B610E}" srcId="{BFBB2395-F07C-440B-8528-C1AAC7C28560}" destId="{DD4A29A5-C820-4018-B5A7-7A3FBE8CF38F}" srcOrd="0" destOrd="0" parTransId="{C8E9F12B-A747-45A5-B638-614D8A4EB7BB}" sibTransId="{973A2F1D-9D0A-4806-A39F-8042EBDC73DB}"/>
    <dgm:cxn modelId="{5546CED5-FEC2-45CE-8F87-E3C2EADD1B40}" type="presOf" srcId="{BF2335DC-CBB5-4D72-BFA9-9B484990D131}" destId="{DEBA07D7-C270-42D7-AA78-55C1646A4951}" srcOrd="0" destOrd="0" presId="urn:microsoft.com/office/officeart/2008/layout/LinedList"/>
    <dgm:cxn modelId="{8DED00DD-AB87-4B26-B60D-83BFA21E8343}" srcId="{BFBB2395-F07C-440B-8528-C1AAC7C28560}" destId="{840B9E96-3755-45B7-86D1-A397EAFFB774}" srcOrd="3" destOrd="0" parTransId="{80ABF394-1A23-4530-BDB7-33A78E05206C}" sibTransId="{33267268-9B89-4DFD-A000-4095E3C2B6E2}"/>
    <dgm:cxn modelId="{CBEFC8FD-75E3-421E-8249-55E9FBEE0E8D}" srcId="{BFBB2395-F07C-440B-8528-C1AAC7C28560}" destId="{B9642185-EF42-4753-8D66-A54596766EE6}" srcOrd="1" destOrd="0" parTransId="{D3FCCFE5-FB9C-4C91-B54B-EBF522C1D37C}" sibTransId="{DB626B21-E133-453F-A954-56E30F72C8D5}"/>
    <dgm:cxn modelId="{A63CC4F5-D61C-474B-AE18-E9144C60CD31}" type="presParOf" srcId="{0AE5B3C1-0081-4F32-B412-9C70E7B9A903}" destId="{1B3C3984-C152-4D94-A450-BDACA869B95D}" srcOrd="0" destOrd="0" presId="urn:microsoft.com/office/officeart/2008/layout/LinedList"/>
    <dgm:cxn modelId="{DBEF56A9-2827-4D85-A193-49E6AAD53FD0}" type="presParOf" srcId="{0AE5B3C1-0081-4F32-B412-9C70E7B9A903}" destId="{CAB8B3C4-8CD4-4F7D-843D-07FBB7248FD5}" srcOrd="1" destOrd="0" presId="urn:microsoft.com/office/officeart/2008/layout/LinedList"/>
    <dgm:cxn modelId="{E627A5FD-1912-42DF-8EC0-5867245F691E}" type="presParOf" srcId="{CAB8B3C4-8CD4-4F7D-843D-07FBB7248FD5}" destId="{984F26EE-F0DC-42A1-9B45-F479CBFEB6AE}" srcOrd="0" destOrd="0" presId="urn:microsoft.com/office/officeart/2008/layout/LinedList"/>
    <dgm:cxn modelId="{CC5776A9-E94A-448E-8802-818105897EA1}" type="presParOf" srcId="{CAB8B3C4-8CD4-4F7D-843D-07FBB7248FD5}" destId="{A50D93A2-BAF9-402A-BE97-4342BA2D0BE0}" srcOrd="1" destOrd="0" presId="urn:microsoft.com/office/officeart/2008/layout/LinedList"/>
    <dgm:cxn modelId="{2D51D20E-1389-4CAD-8BC5-DD59EAE4D42F}" type="presParOf" srcId="{0AE5B3C1-0081-4F32-B412-9C70E7B9A903}" destId="{C47D8825-D607-4AE8-850C-0DC6D8FE0FF4}" srcOrd="2" destOrd="0" presId="urn:microsoft.com/office/officeart/2008/layout/LinedList"/>
    <dgm:cxn modelId="{680DCAF7-31ED-405D-9519-4E22D64E16F4}" type="presParOf" srcId="{0AE5B3C1-0081-4F32-B412-9C70E7B9A903}" destId="{E9E73928-BC86-4B60-90E0-AE7FC2A84B80}" srcOrd="3" destOrd="0" presId="urn:microsoft.com/office/officeart/2008/layout/LinedList"/>
    <dgm:cxn modelId="{AFC553AB-D20A-42E7-8BA8-F13BE0B9C143}" type="presParOf" srcId="{E9E73928-BC86-4B60-90E0-AE7FC2A84B80}" destId="{325C3EA4-2BA0-45E1-814E-4BBA8A1598BD}" srcOrd="0" destOrd="0" presId="urn:microsoft.com/office/officeart/2008/layout/LinedList"/>
    <dgm:cxn modelId="{355D1E64-FDE2-42A6-9E8B-30CCD6A8E481}" type="presParOf" srcId="{E9E73928-BC86-4B60-90E0-AE7FC2A84B80}" destId="{E6F836CD-F4BD-4686-AC47-C537869A0905}" srcOrd="1" destOrd="0" presId="urn:microsoft.com/office/officeart/2008/layout/LinedList"/>
    <dgm:cxn modelId="{7DE94DC1-6F8A-45EC-AB5F-28A6AF004F04}" type="presParOf" srcId="{0AE5B3C1-0081-4F32-B412-9C70E7B9A903}" destId="{268ED8AE-7441-42BA-9EF3-9E028E47F764}" srcOrd="4" destOrd="0" presId="urn:microsoft.com/office/officeart/2008/layout/LinedList"/>
    <dgm:cxn modelId="{395048D0-978D-4FD5-9CE3-9EEDDA87E9C2}" type="presParOf" srcId="{0AE5B3C1-0081-4F32-B412-9C70E7B9A903}" destId="{821C7D94-DE6C-4B57-B282-6D9D1F951314}" srcOrd="5" destOrd="0" presId="urn:microsoft.com/office/officeart/2008/layout/LinedList"/>
    <dgm:cxn modelId="{C495D4FC-D039-4A39-8303-7879C9D636C2}" type="presParOf" srcId="{821C7D94-DE6C-4B57-B282-6D9D1F951314}" destId="{DEBA07D7-C270-42D7-AA78-55C1646A4951}" srcOrd="0" destOrd="0" presId="urn:microsoft.com/office/officeart/2008/layout/LinedList"/>
    <dgm:cxn modelId="{B6C14AAF-0565-4BDE-84A8-6251DED52C1C}" type="presParOf" srcId="{821C7D94-DE6C-4B57-B282-6D9D1F951314}" destId="{AFAB1E3D-63E4-4299-A589-7A83A647913F}" srcOrd="1" destOrd="0" presId="urn:microsoft.com/office/officeart/2008/layout/LinedList"/>
    <dgm:cxn modelId="{092C1A76-DBDE-4E79-B7E6-514A31B464F0}" type="presParOf" srcId="{0AE5B3C1-0081-4F32-B412-9C70E7B9A903}" destId="{EB391FE7-5F9D-4CE5-9BE2-A9E6D8C17E47}" srcOrd="6" destOrd="0" presId="urn:microsoft.com/office/officeart/2008/layout/LinedList"/>
    <dgm:cxn modelId="{BAADBD28-AC9C-4E47-A998-3EA7609E3E37}" type="presParOf" srcId="{0AE5B3C1-0081-4F32-B412-9C70E7B9A903}" destId="{A52AD354-4522-4F1B-9035-8F2FC66D8E2A}" srcOrd="7" destOrd="0" presId="urn:microsoft.com/office/officeart/2008/layout/LinedList"/>
    <dgm:cxn modelId="{B95D1569-FC2C-45AF-8E29-EB2B60569896}" type="presParOf" srcId="{A52AD354-4522-4F1B-9035-8F2FC66D8E2A}" destId="{E09334FC-79DA-4CDF-8E14-ADBD385971E8}" srcOrd="0" destOrd="0" presId="urn:microsoft.com/office/officeart/2008/layout/LinedList"/>
    <dgm:cxn modelId="{CFC3C0AB-906A-45E9-BBD2-4A90AB99CA97}" type="presParOf" srcId="{A52AD354-4522-4F1B-9035-8F2FC66D8E2A}" destId="{E9D76C14-D7C9-4DC3-A3CE-1F2DDC9A5D8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B045464-A5B0-4584-A388-52BDE060D60A}" type="doc">
      <dgm:prSet loTypeId="urn:microsoft.com/office/officeart/2005/8/layout/vList2" loCatId="list" qsTypeId="urn:microsoft.com/office/officeart/2005/8/quickstyle/simple1#8" qsCatId="simple" csTypeId="urn:microsoft.com/office/officeart/2005/8/colors/colorful2#1" csCatId="colorful"/>
      <dgm:spPr/>
      <dgm:t>
        <a:bodyPr/>
        <a:lstStyle/>
        <a:p>
          <a:endParaRPr lang="en-US"/>
        </a:p>
      </dgm:t>
    </dgm:pt>
    <dgm:pt modelId="{7869D918-2037-48B3-8EAF-9631F8957603}">
      <dgm:prSet/>
      <dgm:spPr/>
      <dgm:t>
        <a:bodyPr/>
        <a:lstStyle/>
        <a:p>
          <a:r>
            <a:rPr lang="en-US" b="0" i="0" baseline="0"/>
            <a:t>Automatically adjusts compute capacity based on demand</a:t>
          </a:r>
          <a:endParaRPr lang="en-US"/>
        </a:p>
      </dgm:t>
    </dgm:pt>
    <dgm:pt modelId="{810ECB11-A9D4-41EB-9E8B-76FEC0BC0644}" type="parTrans" cxnId="{C9FA0398-DA94-4E38-A930-7EADEFD4D88B}">
      <dgm:prSet/>
      <dgm:spPr/>
      <dgm:t>
        <a:bodyPr/>
        <a:lstStyle/>
        <a:p>
          <a:endParaRPr lang="en-US"/>
        </a:p>
      </dgm:t>
    </dgm:pt>
    <dgm:pt modelId="{97ECE4C8-FBDF-4426-BDC4-CD26737E6CFE}" type="sibTrans" cxnId="{C9FA0398-DA94-4E38-A930-7EADEFD4D88B}">
      <dgm:prSet/>
      <dgm:spPr/>
      <dgm:t>
        <a:bodyPr/>
        <a:lstStyle/>
        <a:p>
          <a:endParaRPr lang="en-US"/>
        </a:p>
      </dgm:t>
    </dgm:pt>
    <dgm:pt modelId="{7E0D1632-2550-4F23-B01F-122E552AD25B}">
      <dgm:prSet/>
      <dgm:spPr/>
      <dgm:t>
        <a:bodyPr/>
        <a:lstStyle/>
        <a:p>
          <a:r>
            <a:rPr lang="en-US" b="0" i="0" baseline="0"/>
            <a:t>Scale Out — add instances</a:t>
          </a:r>
          <a:endParaRPr lang="en-US"/>
        </a:p>
      </dgm:t>
    </dgm:pt>
    <dgm:pt modelId="{02A73483-4A57-4F46-A397-A2486F4598B8}" type="parTrans" cxnId="{3439BCA7-C218-4C2B-9E8E-2AC418664238}">
      <dgm:prSet/>
      <dgm:spPr/>
      <dgm:t>
        <a:bodyPr/>
        <a:lstStyle/>
        <a:p>
          <a:endParaRPr lang="en-US"/>
        </a:p>
      </dgm:t>
    </dgm:pt>
    <dgm:pt modelId="{D72B6129-F787-4599-BD3A-880BF23149BC}" type="sibTrans" cxnId="{3439BCA7-C218-4C2B-9E8E-2AC418664238}">
      <dgm:prSet/>
      <dgm:spPr/>
      <dgm:t>
        <a:bodyPr/>
        <a:lstStyle/>
        <a:p>
          <a:endParaRPr lang="en-US"/>
        </a:p>
      </dgm:t>
    </dgm:pt>
    <dgm:pt modelId="{06C49DC1-6CAF-4338-B2C8-FE7BC8643ABF}">
      <dgm:prSet/>
      <dgm:spPr/>
      <dgm:t>
        <a:bodyPr/>
        <a:lstStyle/>
        <a:p>
          <a:r>
            <a:rPr lang="en-US" b="0" i="0" baseline="0"/>
            <a:t>Scale In — remove instances</a:t>
          </a:r>
          <a:endParaRPr lang="en-US"/>
        </a:p>
      </dgm:t>
    </dgm:pt>
    <dgm:pt modelId="{5873C0F0-94B9-45C6-AA9C-9867B032663D}" type="parTrans" cxnId="{81581BBB-FCBD-4C83-970B-9B996BFD2C6B}">
      <dgm:prSet/>
      <dgm:spPr/>
      <dgm:t>
        <a:bodyPr/>
        <a:lstStyle/>
        <a:p>
          <a:endParaRPr lang="en-US"/>
        </a:p>
      </dgm:t>
    </dgm:pt>
    <dgm:pt modelId="{4AE5D9AF-06A3-4AD9-AA32-BC0E9233D64F}" type="sibTrans" cxnId="{81581BBB-FCBD-4C83-970B-9B996BFD2C6B}">
      <dgm:prSet/>
      <dgm:spPr/>
      <dgm:t>
        <a:bodyPr/>
        <a:lstStyle/>
        <a:p>
          <a:endParaRPr lang="en-US"/>
        </a:p>
      </dgm:t>
    </dgm:pt>
    <dgm:pt modelId="{ABD46B55-3888-48E5-B28F-1AC631EA9CC0}">
      <dgm:prSet/>
      <dgm:spPr/>
      <dgm:t>
        <a:bodyPr/>
        <a:lstStyle/>
        <a:p>
          <a:r>
            <a:rPr lang="en-US" b="0" i="0" baseline="0"/>
            <a:t>Improves performance, availability and cost efficiency</a:t>
          </a:r>
          <a:endParaRPr lang="en-US"/>
        </a:p>
      </dgm:t>
    </dgm:pt>
    <dgm:pt modelId="{A5226AEA-599A-4A9E-8359-48CFA6A2F7E6}" type="parTrans" cxnId="{6684D1FA-5A02-446C-9DAC-0B6DADF638DB}">
      <dgm:prSet/>
      <dgm:spPr/>
      <dgm:t>
        <a:bodyPr/>
        <a:lstStyle/>
        <a:p>
          <a:endParaRPr lang="en-US"/>
        </a:p>
      </dgm:t>
    </dgm:pt>
    <dgm:pt modelId="{C6526A72-DE68-4449-9315-1AA850E22268}" type="sibTrans" cxnId="{6684D1FA-5A02-446C-9DAC-0B6DADF638DB}">
      <dgm:prSet/>
      <dgm:spPr/>
      <dgm:t>
        <a:bodyPr/>
        <a:lstStyle/>
        <a:p>
          <a:endParaRPr lang="en-US"/>
        </a:p>
      </dgm:t>
    </dgm:pt>
    <dgm:pt modelId="{A7614A88-24D0-41F8-AC8F-35EA4F4B754A}" type="pres">
      <dgm:prSet presAssocID="{1B045464-A5B0-4584-A388-52BDE060D60A}" presName="linear" presStyleCnt="0">
        <dgm:presLayoutVars>
          <dgm:animLvl val="lvl"/>
          <dgm:resizeHandles val="exact"/>
        </dgm:presLayoutVars>
      </dgm:prSet>
      <dgm:spPr/>
    </dgm:pt>
    <dgm:pt modelId="{3A7139C2-D13C-4A7E-91D6-42F275E92689}" type="pres">
      <dgm:prSet presAssocID="{7869D918-2037-48B3-8EAF-9631F895760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0512DA4-150B-4491-91D9-E0C535C0D5D2}" type="pres">
      <dgm:prSet presAssocID="{97ECE4C8-FBDF-4426-BDC4-CD26737E6CFE}" presName="spacer" presStyleCnt="0"/>
      <dgm:spPr/>
    </dgm:pt>
    <dgm:pt modelId="{7B312FA5-9A80-42FC-A0EF-7ABFFE6E2696}" type="pres">
      <dgm:prSet presAssocID="{7E0D1632-2550-4F23-B01F-122E552AD25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FC86B0A-D15E-4534-8A6C-B8013544D502}" type="pres">
      <dgm:prSet presAssocID="{D72B6129-F787-4599-BD3A-880BF23149BC}" presName="spacer" presStyleCnt="0"/>
      <dgm:spPr/>
    </dgm:pt>
    <dgm:pt modelId="{FAC41644-3845-42C8-A4A1-174710DBA600}" type="pres">
      <dgm:prSet presAssocID="{06C49DC1-6CAF-4338-B2C8-FE7BC8643AB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A4306CA-E51E-488C-A36E-673620F0F47B}" type="pres">
      <dgm:prSet presAssocID="{4AE5D9AF-06A3-4AD9-AA32-BC0E9233D64F}" presName="spacer" presStyleCnt="0"/>
      <dgm:spPr/>
    </dgm:pt>
    <dgm:pt modelId="{E4E16B81-1FFF-4AB8-AA4D-A5682D9B4203}" type="pres">
      <dgm:prSet presAssocID="{ABD46B55-3888-48E5-B28F-1AC631EA9CC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58EB539-E4FB-4DC7-AFB6-79F1434A7251}" type="presOf" srcId="{06C49DC1-6CAF-4338-B2C8-FE7BC8643ABF}" destId="{FAC41644-3845-42C8-A4A1-174710DBA600}" srcOrd="0" destOrd="0" presId="urn:microsoft.com/office/officeart/2005/8/layout/vList2"/>
    <dgm:cxn modelId="{A636EA3B-AB99-45D7-A69F-CA142F4FB795}" type="presOf" srcId="{ABD46B55-3888-48E5-B28F-1AC631EA9CC0}" destId="{E4E16B81-1FFF-4AB8-AA4D-A5682D9B4203}" srcOrd="0" destOrd="0" presId="urn:microsoft.com/office/officeart/2005/8/layout/vList2"/>
    <dgm:cxn modelId="{E685B76B-98DE-46E2-817E-5CD12B7474D8}" type="presOf" srcId="{1B045464-A5B0-4584-A388-52BDE060D60A}" destId="{A7614A88-24D0-41F8-AC8F-35EA4F4B754A}" srcOrd="0" destOrd="0" presId="urn:microsoft.com/office/officeart/2005/8/layout/vList2"/>
    <dgm:cxn modelId="{81193E71-D3E8-46B5-9DDC-8CC7935C16E0}" type="presOf" srcId="{7869D918-2037-48B3-8EAF-9631F8957603}" destId="{3A7139C2-D13C-4A7E-91D6-42F275E92689}" srcOrd="0" destOrd="0" presId="urn:microsoft.com/office/officeart/2005/8/layout/vList2"/>
    <dgm:cxn modelId="{C9FA0398-DA94-4E38-A930-7EADEFD4D88B}" srcId="{1B045464-A5B0-4584-A388-52BDE060D60A}" destId="{7869D918-2037-48B3-8EAF-9631F8957603}" srcOrd="0" destOrd="0" parTransId="{810ECB11-A9D4-41EB-9E8B-76FEC0BC0644}" sibTransId="{97ECE4C8-FBDF-4426-BDC4-CD26737E6CFE}"/>
    <dgm:cxn modelId="{3439BCA7-C218-4C2B-9E8E-2AC418664238}" srcId="{1B045464-A5B0-4584-A388-52BDE060D60A}" destId="{7E0D1632-2550-4F23-B01F-122E552AD25B}" srcOrd="1" destOrd="0" parTransId="{02A73483-4A57-4F46-A397-A2486F4598B8}" sibTransId="{D72B6129-F787-4599-BD3A-880BF23149BC}"/>
    <dgm:cxn modelId="{19BF4CB8-9EEE-4095-8EBD-58CE79331FF1}" type="presOf" srcId="{7E0D1632-2550-4F23-B01F-122E552AD25B}" destId="{7B312FA5-9A80-42FC-A0EF-7ABFFE6E2696}" srcOrd="0" destOrd="0" presId="urn:microsoft.com/office/officeart/2005/8/layout/vList2"/>
    <dgm:cxn modelId="{81581BBB-FCBD-4C83-970B-9B996BFD2C6B}" srcId="{1B045464-A5B0-4584-A388-52BDE060D60A}" destId="{06C49DC1-6CAF-4338-B2C8-FE7BC8643ABF}" srcOrd="2" destOrd="0" parTransId="{5873C0F0-94B9-45C6-AA9C-9867B032663D}" sibTransId="{4AE5D9AF-06A3-4AD9-AA32-BC0E9233D64F}"/>
    <dgm:cxn modelId="{6684D1FA-5A02-446C-9DAC-0B6DADF638DB}" srcId="{1B045464-A5B0-4584-A388-52BDE060D60A}" destId="{ABD46B55-3888-48E5-B28F-1AC631EA9CC0}" srcOrd="3" destOrd="0" parTransId="{A5226AEA-599A-4A9E-8359-48CFA6A2F7E6}" sibTransId="{C6526A72-DE68-4449-9315-1AA850E22268}"/>
    <dgm:cxn modelId="{B512DC6C-C6E1-496A-9308-7A3849238821}" type="presParOf" srcId="{A7614A88-24D0-41F8-AC8F-35EA4F4B754A}" destId="{3A7139C2-D13C-4A7E-91D6-42F275E92689}" srcOrd="0" destOrd="0" presId="urn:microsoft.com/office/officeart/2005/8/layout/vList2"/>
    <dgm:cxn modelId="{575E7CCA-B1B4-446F-97B9-AF3A6851816A}" type="presParOf" srcId="{A7614A88-24D0-41F8-AC8F-35EA4F4B754A}" destId="{70512DA4-150B-4491-91D9-E0C535C0D5D2}" srcOrd="1" destOrd="0" presId="urn:microsoft.com/office/officeart/2005/8/layout/vList2"/>
    <dgm:cxn modelId="{670BFA42-1585-4323-967A-307B0241C9C0}" type="presParOf" srcId="{A7614A88-24D0-41F8-AC8F-35EA4F4B754A}" destId="{7B312FA5-9A80-42FC-A0EF-7ABFFE6E2696}" srcOrd="2" destOrd="0" presId="urn:microsoft.com/office/officeart/2005/8/layout/vList2"/>
    <dgm:cxn modelId="{EE00BDD1-84C9-43F7-A68C-65A3596E2790}" type="presParOf" srcId="{A7614A88-24D0-41F8-AC8F-35EA4F4B754A}" destId="{7FC86B0A-D15E-4534-8A6C-B8013544D502}" srcOrd="3" destOrd="0" presId="urn:microsoft.com/office/officeart/2005/8/layout/vList2"/>
    <dgm:cxn modelId="{BE248490-B4F8-460D-B386-7B910BCDCE0B}" type="presParOf" srcId="{A7614A88-24D0-41F8-AC8F-35EA4F4B754A}" destId="{FAC41644-3845-42C8-A4A1-174710DBA600}" srcOrd="4" destOrd="0" presId="urn:microsoft.com/office/officeart/2005/8/layout/vList2"/>
    <dgm:cxn modelId="{B7815F30-8632-4F2E-94C8-BC943D5FAB36}" type="presParOf" srcId="{A7614A88-24D0-41F8-AC8F-35EA4F4B754A}" destId="{2A4306CA-E51E-488C-A36E-673620F0F47B}" srcOrd="5" destOrd="0" presId="urn:microsoft.com/office/officeart/2005/8/layout/vList2"/>
    <dgm:cxn modelId="{5B403205-E304-42F6-845D-97C480028E4F}" type="presParOf" srcId="{A7614A88-24D0-41F8-AC8F-35EA4F4B754A}" destId="{E4E16B81-1FFF-4AB8-AA4D-A5682D9B420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4D38EFC-3EFB-4F69-AF0A-2A00C9B2631F}" type="doc">
      <dgm:prSet loTypeId="urn:microsoft.com/office/officeart/2018/2/layout/IconVerticalSolidList" loCatId="icon" qsTypeId="urn:microsoft.com/office/officeart/2005/8/quickstyle/simple1#9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F9C2D64-E3B1-42ED-AA1F-747AAF5DE561}">
      <dgm:prSet/>
      <dgm:spPr/>
      <dgm:t>
        <a:bodyPr/>
        <a:lstStyle/>
        <a:p>
          <a:r>
            <a:rPr lang="en-US" b="0" i="0" baseline="0"/>
            <a:t>Managed application platform</a:t>
          </a:r>
          <a:endParaRPr lang="en-US"/>
        </a:p>
      </dgm:t>
    </dgm:pt>
    <dgm:pt modelId="{292930DC-CB08-4528-AD7D-0C56FC6A7CBB}" type="parTrans" cxnId="{A1D14629-65F7-4B5E-9182-8FB8EA9A27BF}">
      <dgm:prSet/>
      <dgm:spPr/>
      <dgm:t>
        <a:bodyPr/>
        <a:lstStyle/>
        <a:p>
          <a:endParaRPr lang="en-US"/>
        </a:p>
      </dgm:t>
    </dgm:pt>
    <dgm:pt modelId="{F93C021D-AF1D-4556-96E8-4402DD369A8D}" type="sibTrans" cxnId="{A1D14629-65F7-4B5E-9182-8FB8EA9A27BF}">
      <dgm:prSet/>
      <dgm:spPr/>
      <dgm:t>
        <a:bodyPr/>
        <a:lstStyle/>
        <a:p>
          <a:endParaRPr lang="en-US"/>
        </a:p>
      </dgm:t>
    </dgm:pt>
    <dgm:pt modelId="{C3C6667A-5843-47F9-AA30-B78529409E89}">
      <dgm:prSet/>
      <dgm:spPr/>
      <dgm:t>
        <a:bodyPr/>
        <a:lstStyle/>
        <a:p>
          <a:r>
            <a:rPr lang="en-US" b="0" i="0" baseline="0"/>
            <a:t>Developer provides application code</a:t>
          </a:r>
          <a:endParaRPr lang="en-US"/>
        </a:p>
      </dgm:t>
    </dgm:pt>
    <dgm:pt modelId="{D73C2091-2068-4716-A4A0-9AEA58FDE067}" type="parTrans" cxnId="{FE02344B-BD32-4D07-A8B2-53A449C0BED7}">
      <dgm:prSet/>
      <dgm:spPr/>
      <dgm:t>
        <a:bodyPr/>
        <a:lstStyle/>
        <a:p>
          <a:endParaRPr lang="en-US"/>
        </a:p>
      </dgm:t>
    </dgm:pt>
    <dgm:pt modelId="{15AD40FC-C108-4D74-B062-BE1017B74D03}" type="sibTrans" cxnId="{FE02344B-BD32-4D07-A8B2-53A449C0BED7}">
      <dgm:prSet/>
      <dgm:spPr/>
      <dgm:t>
        <a:bodyPr/>
        <a:lstStyle/>
        <a:p>
          <a:endParaRPr lang="en-US"/>
        </a:p>
      </dgm:t>
    </dgm:pt>
    <dgm:pt modelId="{458C1178-76A9-420B-8896-BA1954098C55}">
      <dgm:prSet/>
      <dgm:spPr/>
      <dgm:t>
        <a:bodyPr/>
        <a:lstStyle/>
        <a:p>
          <a:r>
            <a:rPr lang="en-US" b="0" i="0" baseline="0"/>
            <a:t>AWS manages much of the infrastructure</a:t>
          </a:r>
          <a:endParaRPr lang="en-US"/>
        </a:p>
      </dgm:t>
    </dgm:pt>
    <dgm:pt modelId="{C0259F95-E48D-4200-BB8D-AF92BB9A0FD8}" type="parTrans" cxnId="{B8A4E4C8-5094-4E38-B6E0-6F9444295906}">
      <dgm:prSet/>
      <dgm:spPr/>
      <dgm:t>
        <a:bodyPr/>
        <a:lstStyle/>
        <a:p>
          <a:endParaRPr lang="en-US"/>
        </a:p>
      </dgm:t>
    </dgm:pt>
    <dgm:pt modelId="{E0283362-2161-4698-8DB8-1A4B53FD1883}" type="sibTrans" cxnId="{B8A4E4C8-5094-4E38-B6E0-6F9444295906}">
      <dgm:prSet/>
      <dgm:spPr/>
      <dgm:t>
        <a:bodyPr/>
        <a:lstStyle/>
        <a:p>
          <a:endParaRPr lang="en-US"/>
        </a:p>
      </dgm:t>
    </dgm:pt>
    <dgm:pt modelId="{85B6DE3A-357E-4A89-A389-DE75E348A0FF}">
      <dgm:prSet/>
      <dgm:spPr/>
      <dgm:t>
        <a:bodyPr/>
        <a:lstStyle/>
        <a:p>
          <a:r>
            <a:rPr lang="en-US" b="0" i="0" baseline="0"/>
            <a:t>Can provision EC2, load balancing, Auto Scaling and health monitoring</a:t>
          </a:r>
          <a:endParaRPr lang="en-US"/>
        </a:p>
      </dgm:t>
    </dgm:pt>
    <dgm:pt modelId="{EB919D6C-7158-4C35-BFFD-D3B8011E4FCD}" type="parTrans" cxnId="{BD712293-0D19-415E-BDA3-616B8179327D}">
      <dgm:prSet/>
      <dgm:spPr/>
      <dgm:t>
        <a:bodyPr/>
        <a:lstStyle/>
        <a:p>
          <a:endParaRPr lang="en-US"/>
        </a:p>
      </dgm:t>
    </dgm:pt>
    <dgm:pt modelId="{12F4971D-7628-4CF6-8180-880D2654510E}" type="sibTrans" cxnId="{BD712293-0D19-415E-BDA3-616B8179327D}">
      <dgm:prSet/>
      <dgm:spPr/>
      <dgm:t>
        <a:bodyPr/>
        <a:lstStyle/>
        <a:p>
          <a:endParaRPr lang="en-US"/>
        </a:p>
      </dgm:t>
    </dgm:pt>
    <dgm:pt modelId="{E899A5D7-A623-469C-AB06-2D31C9FF9775}">
      <dgm:prSet/>
      <dgm:spPr/>
      <dgm:t>
        <a:bodyPr/>
        <a:lstStyle/>
        <a:p>
          <a:r>
            <a:rPr lang="en-US" b="0" i="0" baseline="0"/>
            <a:t>Useful when developers want simpler deployment</a:t>
          </a:r>
          <a:endParaRPr lang="en-US"/>
        </a:p>
      </dgm:t>
    </dgm:pt>
    <dgm:pt modelId="{0FA063C2-69DC-494D-B81A-C4C9CF7A2F7C}" type="parTrans" cxnId="{218C58C4-D2A7-4833-A897-6EE517C4376D}">
      <dgm:prSet/>
      <dgm:spPr/>
      <dgm:t>
        <a:bodyPr/>
        <a:lstStyle/>
        <a:p>
          <a:endParaRPr lang="en-US"/>
        </a:p>
      </dgm:t>
    </dgm:pt>
    <dgm:pt modelId="{2DDF11CE-F183-4787-AF0E-23E512648E75}" type="sibTrans" cxnId="{218C58C4-D2A7-4833-A897-6EE517C4376D}">
      <dgm:prSet/>
      <dgm:spPr/>
      <dgm:t>
        <a:bodyPr/>
        <a:lstStyle/>
        <a:p>
          <a:endParaRPr lang="en-US"/>
        </a:p>
      </dgm:t>
    </dgm:pt>
    <dgm:pt modelId="{AAE33084-EF1E-45D0-B1DC-53B3338F0545}" type="pres">
      <dgm:prSet presAssocID="{14D38EFC-3EFB-4F69-AF0A-2A00C9B2631F}" presName="root" presStyleCnt="0">
        <dgm:presLayoutVars>
          <dgm:dir/>
          <dgm:resizeHandles val="exact"/>
        </dgm:presLayoutVars>
      </dgm:prSet>
      <dgm:spPr/>
    </dgm:pt>
    <dgm:pt modelId="{54AA8E11-D2B9-4ABE-AD02-CFC5F37F4B02}" type="pres">
      <dgm:prSet presAssocID="{CF9C2D64-E3B1-42ED-AA1F-747AAF5DE561}" presName="compNode" presStyleCnt="0"/>
      <dgm:spPr/>
    </dgm:pt>
    <dgm:pt modelId="{03078BC0-D021-4613-985E-D7944F2ED6D4}" type="pres">
      <dgm:prSet presAssocID="{CF9C2D64-E3B1-42ED-AA1F-747AAF5DE561}" presName="bgRect" presStyleLbl="bgShp" presStyleIdx="0" presStyleCnt="5"/>
      <dgm:spPr/>
    </dgm:pt>
    <dgm:pt modelId="{062E878C-A56A-467F-A51A-3FBF0CBE798E}" type="pres">
      <dgm:prSet presAssocID="{CF9C2D64-E3B1-42ED-AA1F-747AAF5DE561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B7DA610-FD87-4E10-9729-F1878F5FCEC6}" type="pres">
      <dgm:prSet presAssocID="{CF9C2D64-E3B1-42ED-AA1F-747AAF5DE561}" presName="spaceRect" presStyleCnt="0"/>
      <dgm:spPr/>
    </dgm:pt>
    <dgm:pt modelId="{A62D548D-96DC-463A-91A5-D0BB40CD4127}" type="pres">
      <dgm:prSet presAssocID="{CF9C2D64-E3B1-42ED-AA1F-747AAF5DE561}" presName="parTx" presStyleLbl="revTx" presStyleIdx="0" presStyleCnt="5">
        <dgm:presLayoutVars>
          <dgm:chMax val="0"/>
          <dgm:chPref val="0"/>
        </dgm:presLayoutVars>
      </dgm:prSet>
      <dgm:spPr/>
    </dgm:pt>
    <dgm:pt modelId="{D61042D9-813D-48CB-A16B-427EDFDAA9AD}" type="pres">
      <dgm:prSet presAssocID="{F93C021D-AF1D-4556-96E8-4402DD369A8D}" presName="sibTrans" presStyleCnt="0"/>
      <dgm:spPr/>
    </dgm:pt>
    <dgm:pt modelId="{21ED26D2-6D9A-4A0C-840D-B1ABA3A8A1E1}" type="pres">
      <dgm:prSet presAssocID="{C3C6667A-5843-47F9-AA30-B78529409E89}" presName="compNode" presStyleCnt="0"/>
      <dgm:spPr/>
    </dgm:pt>
    <dgm:pt modelId="{719859FE-14ED-43B6-84D4-A711337023DE}" type="pres">
      <dgm:prSet presAssocID="{C3C6667A-5843-47F9-AA30-B78529409E89}" presName="bgRect" presStyleLbl="bgShp" presStyleIdx="1" presStyleCnt="5"/>
      <dgm:spPr/>
    </dgm:pt>
    <dgm:pt modelId="{F6C90CD4-5977-48BF-A5E5-9941E261E6E9}" type="pres">
      <dgm:prSet presAssocID="{C3C6667A-5843-47F9-AA30-B78529409E89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C75A9DFF-0804-4838-AC8E-A9619BBB521B}" type="pres">
      <dgm:prSet presAssocID="{C3C6667A-5843-47F9-AA30-B78529409E89}" presName="spaceRect" presStyleCnt="0"/>
      <dgm:spPr/>
    </dgm:pt>
    <dgm:pt modelId="{CAA27AA9-9FA6-4730-B5FE-C1027E5761B8}" type="pres">
      <dgm:prSet presAssocID="{C3C6667A-5843-47F9-AA30-B78529409E89}" presName="parTx" presStyleLbl="revTx" presStyleIdx="1" presStyleCnt="5">
        <dgm:presLayoutVars>
          <dgm:chMax val="0"/>
          <dgm:chPref val="0"/>
        </dgm:presLayoutVars>
      </dgm:prSet>
      <dgm:spPr/>
    </dgm:pt>
    <dgm:pt modelId="{4DA9233B-B29D-46FF-B174-0944FC3B292B}" type="pres">
      <dgm:prSet presAssocID="{15AD40FC-C108-4D74-B062-BE1017B74D03}" presName="sibTrans" presStyleCnt="0"/>
      <dgm:spPr/>
    </dgm:pt>
    <dgm:pt modelId="{91324035-E1E1-40C9-800E-EF9E0819F21F}" type="pres">
      <dgm:prSet presAssocID="{458C1178-76A9-420B-8896-BA1954098C55}" presName="compNode" presStyleCnt="0"/>
      <dgm:spPr/>
    </dgm:pt>
    <dgm:pt modelId="{531C4FAA-807E-4CE9-9C4D-AA00433ADA0A}" type="pres">
      <dgm:prSet presAssocID="{458C1178-76A9-420B-8896-BA1954098C55}" presName="bgRect" presStyleLbl="bgShp" presStyleIdx="2" presStyleCnt="5"/>
      <dgm:spPr/>
    </dgm:pt>
    <dgm:pt modelId="{B2E259B3-3781-4EF3-B08F-82BD633D682E}" type="pres">
      <dgm:prSet presAssocID="{458C1178-76A9-420B-8896-BA1954098C55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7E520AC7-C2CB-4745-9D40-C06CFDEC8B1E}" type="pres">
      <dgm:prSet presAssocID="{458C1178-76A9-420B-8896-BA1954098C55}" presName="spaceRect" presStyleCnt="0"/>
      <dgm:spPr/>
    </dgm:pt>
    <dgm:pt modelId="{2872B0F1-CD10-49F0-B04B-36341093C053}" type="pres">
      <dgm:prSet presAssocID="{458C1178-76A9-420B-8896-BA1954098C55}" presName="parTx" presStyleLbl="revTx" presStyleIdx="2" presStyleCnt="5">
        <dgm:presLayoutVars>
          <dgm:chMax val="0"/>
          <dgm:chPref val="0"/>
        </dgm:presLayoutVars>
      </dgm:prSet>
      <dgm:spPr/>
    </dgm:pt>
    <dgm:pt modelId="{ACC5B26B-3E42-4778-97ED-85140B42DBD0}" type="pres">
      <dgm:prSet presAssocID="{E0283362-2161-4698-8DB8-1A4B53FD1883}" presName="sibTrans" presStyleCnt="0"/>
      <dgm:spPr/>
    </dgm:pt>
    <dgm:pt modelId="{D5FCD2E0-FF20-4DF5-B904-A4D845CFDA62}" type="pres">
      <dgm:prSet presAssocID="{85B6DE3A-357E-4A89-A389-DE75E348A0FF}" presName="compNode" presStyleCnt="0"/>
      <dgm:spPr/>
    </dgm:pt>
    <dgm:pt modelId="{2F2DADC1-E28A-460F-B64D-F0560F528A1D}" type="pres">
      <dgm:prSet presAssocID="{85B6DE3A-357E-4A89-A389-DE75E348A0FF}" presName="bgRect" presStyleLbl="bgShp" presStyleIdx="3" presStyleCnt="5"/>
      <dgm:spPr/>
    </dgm:pt>
    <dgm:pt modelId="{B5842CC1-E12A-4EEE-B618-58250A427F9D}" type="pres">
      <dgm:prSet presAssocID="{85B6DE3A-357E-4A89-A389-DE75E348A0FF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BAD3AE2-897B-4345-94E3-A256C04DD685}" type="pres">
      <dgm:prSet presAssocID="{85B6DE3A-357E-4A89-A389-DE75E348A0FF}" presName="spaceRect" presStyleCnt="0"/>
      <dgm:spPr/>
    </dgm:pt>
    <dgm:pt modelId="{626B3E42-40BE-4DE7-A63C-2C75CFE88B02}" type="pres">
      <dgm:prSet presAssocID="{85B6DE3A-357E-4A89-A389-DE75E348A0FF}" presName="parTx" presStyleLbl="revTx" presStyleIdx="3" presStyleCnt="5">
        <dgm:presLayoutVars>
          <dgm:chMax val="0"/>
          <dgm:chPref val="0"/>
        </dgm:presLayoutVars>
      </dgm:prSet>
      <dgm:spPr/>
    </dgm:pt>
    <dgm:pt modelId="{4CAF9BFA-59F8-46F2-AB81-33B55B3E5D74}" type="pres">
      <dgm:prSet presAssocID="{12F4971D-7628-4CF6-8180-880D2654510E}" presName="sibTrans" presStyleCnt="0"/>
      <dgm:spPr/>
    </dgm:pt>
    <dgm:pt modelId="{2C59B3DE-4882-4379-B6A3-E4DA248C1C1B}" type="pres">
      <dgm:prSet presAssocID="{E899A5D7-A623-469C-AB06-2D31C9FF9775}" presName="compNode" presStyleCnt="0"/>
      <dgm:spPr/>
    </dgm:pt>
    <dgm:pt modelId="{C2E5377E-3AC6-435E-8447-386D0F6B7E65}" type="pres">
      <dgm:prSet presAssocID="{E899A5D7-A623-469C-AB06-2D31C9FF9775}" presName="bgRect" presStyleLbl="bgShp" presStyleIdx="4" presStyleCnt="5"/>
      <dgm:spPr/>
    </dgm:pt>
    <dgm:pt modelId="{D6E6A941-CE67-431B-919C-0F231FBEF36E}" type="pres">
      <dgm:prSet presAssocID="{E899A5D7-A623-469C-AB06-2D31C9FF9775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C5B005C-65D3-402A-8C2F-842E6D64079A}" type="pres">
      <dgm:prSet presAssocID="{E899A5D7-A623-469C-AB06-2D31C9FF9775}" presName="spaceRect" presStyleCnt="0"/>
      <dgm:spPr/>
    </dgm:pt>
    <dgm:pt modelId="{6D2BD191-64EF-4157-BE82-0A301001FC26}" type="pres">
      <dgm:prSet presAssocID="{E899A5D7-A623-469C-AB06-2D31C9FF977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97FE40A-DA1F-457C-8FAB-DE30C39A378C}" type="presOf" srcId="{C3C6667A-5843-47F9-AA30-B78529409E89}" destId="{CAA27AA9-9FA6-4730-B5FE-C1027E5761B8}" srcOrd="0" destOrd="0" presId="urn:microsoft.com/office/officeart/2018/2/layout/IconVerticalSolidList"/>
    <dgm:cxn modelId="{A1D14629-65F7-4B5E-9182-8FB8EA9A27BF}" srcId="{14D38EFC-3EFB-4F69-AF0A-2A00C9B2631F}" destId="{CF9C2D64-E3B1-42ED-AA1F-747AAF5DE561}" srcOrd="0" destOrd="0" parTransId="{292930DC-CB08-4528-AD7D-0C56FC6A7CBB}" sibTransId="{F93C021D-AF1D-4556-96E8-4402DD369A8D}"/>
    <dgm:cxn modelId="{6B867F64-2BF4-4057-B03E-9DA2EFDECAD7}" type="presOf" srcId="{458C1178-76A9-420B-8896-BA1954098C55}" destId="{2872B0F1-CD10-49F0-B04B-36341093C053}" srcOrd="0" destOrd="0" presId="urn:microsoft.com/office/officeart/2018/2/layout/IconVerticalSolidList"/>
    <dgm:cxn modelId="{0EA2C768-EB1D-4599-803C-D6D608B54230}" type="presOf" srcId="{E899A5D7-A623-469C-AB06-2D31C9FF9775}" destId="{6D2BD191-64EF-4157-BE82-0A301001FC26}" srcOrd="0" destOrd="0" presId="urn:microsoft.com/office/officeart/2018/2/layout/IconVerticalSolidList"/>
    <dgm:cxn modelId="{FE02344B-BD32-4D07-A8B2-53A449C0BED7}" srcId="{14D38EFC-3EFB-4F69-AF0A-2A00C9B2631F}" destId="{C3C6667A-5843-47F9-AA30-B78529409E89}" srcOrd="1" destOrd="0" parTransId="{D73C2091-2068-4716-A4A0-9AEA58FDE067}" sibTransId="{15AD40FC-C108-4D74-B062-BE1017B74D03}"/>
    <dgm:cxn modelId="{42017F8B-BE5C-4057-9877-418D1D3236BE}" type="presOf" srcId="{14D38EFC-3EFB-4F69-AF0A-2A00C9B2631F}" destId="{AAE33084-EF1E-45D0-B1DC-53B3338F0545}" srcOrd="0" destOrd="0" presId="urn:microsoft.com/office/officeart/2018/2/layout/IconVerticalSolidList"/>
    <dgm:cxn modelId="{D6D0938C-305A-4785-9541-9CFFBE433A0A}" type="presOf" srcId="{CF9C2D64-E3B1-42ED-AA1F-747AAF5DE561}" destId="{A62D548D-96DC-463A-91A5-D0BB40CD4127}" srcOrd="0" destOrd="0" presId="urn:microsoft.com/office/officeart/2018/2/layout/IconVerticalSolidList"/>
    <dgm:cxn modelId="{BD712293-0D19-415E-BDA3-616B8179327D}" srcId="{14D38EFC-3EFB-4F69-AF0A-2A00C9B2631F}" destId="{85B6DE3A-357E-4A89-A389-DE75E348A0FF}" srcOrd="3" destOrd="0" parTransId="{EB919D6C-7158-4C35-BFFD-D3B8011E4FCD}" sibTransId="{12F4971D-7628-4CF6-8180-880D2654510E}"/>
    <dgm:cxn modelId="{00D56FB3-4345-41AF-A7A6-03C0BF19D5A7}" type="presOf" srcId="{85B6DE3A-357E-4A89-A389-DE75E348A0FF}" destId="{626B3E42-40BE-4DE7-A63C-2C75CFE88B02}" srcOrd="0" destOrd="0" presId="urn:microsoft.com/office/officeart/2018/2/layout/IconVerticalSolidList"/>
    <dgm:cxn modelId="{218C58C4-D2A7-4833-A897-6EE517C4376D}" srcId="{14D38EFC-3EFB-4F69-AF0A-2A00C9B2631F}" destId="{E899A5D7-A623-469C-AB06-2D31C9FF9775}" srcOrd="4" destOrd="0" parTransId="{0FA063C2-69DC-494D-B81A-C4C9CF7A2F7C}" sibTransId="{2DDF11CE-F183-4787-AF0E-23E512648E75}"/>
    <dgm:cxn modelId="{B8A4E4C8-5094-4E38-B6E0-6F9444295906}" srcId="{14D38EFC-3EFB-4F69-AF0A-2A00C9B2631F}" destId="{458C1178-76A9-420B-8896-BA1954098C55}" srcOrd="2" destOrd="0" parTransId="{C0259F95-E48D-4200-BB8D-AF92BB9A0FD8}" sibTransId="{E0283362-2161-4698-8DB8-1A4B53FD1883}"/>
    <dgm:cxn modelId="{D643E763-1A6D-435E-A193-2DFCBF91585C}" type="presParOf" srcId="{AAE33084-EF1E-45D0-B1DC-53B3338F0545}" destId="{54AA8E11-D2B9-4ABE-AD02-CFC5F37F4B02}" srcOrd="0" destOrd="0" presId="urn:microsoft.com/office/officeart/2018/2/layout/IconVerticalSolidList"/>
    <dgm:cxn modelId="{0DC4587C-46E2-4EB3-8398-7963A4D84213}" type="presParOf" srcId="{54AA8E11-D2B9-4ABE-AD02-CFC5F37F4B02}" destId="{03078BC0-D021-4613-985E-D7944F2ED6D4}" srcOrd="0" destOrd="0" presId="urn:microsoft.com/office/officeart/2018/2/layout/IconVerticalSolidList"/>
    <dgm:cxn modelId="{129C140F-4B00-4599-80BC-6BC13A25B69D}" type="presParOf" srcId="{54AA8E11-D2B9-4ABE-AD02-CFC5F37F4B02}" destId="{062E878C-A56A-467F-A51A-3FBF0CBE798E}" srcOrd="1" destOrd="0" presId="urn:microsoft.com/office/officeart/2018/2/layout/IconVerticalSolidList"/>
    <dgm:cxn modelId="{3C838273-A189-4122-9CB1-212197C41406}" type="presParOf" srcId="{54AA8E11-D2B9-4ABE-AD02-CFC5F37F4B02}" destId="{BB7DA610-FD87-4E10-9729-F1878F5FCEC6}" srcOrd="2" destOrd="0" presId="urn:microsoft.com/office/officeart/2018/2/layout/IconVerticalSolidList"/>
    <dgm:cxn modelId="{01002379-866B-4986-B9EB-2C82839779E7}" type="presParOf" srcId="{54AA8E11-D2B9-4ABE-AD02-CFC5F37F4B02}" destId="{A62D548D-96DC-463A-91A5-D0BB40CD4127}" srcOrd="3" destOrd="0" presId="urn:microsoft.com/office/officeart/2018/2/layout/IconVerticalSolidList"/>
    <dgm:cxn modelId="{29E4331A-80B6-4C47-AE9B-23A805AD52A9}" type="presParOf" srcId="{AAE33084-EF1E-45D0-B1DC-53B3338F0545}" destId="{D61042D9-813D-48CB-A16B-427EDFDAA9AD}" srcOrd="1" destOrd="0" presId="urn:microsoft.com/office/officeart/2018/2/layout/IconVerticalSolidList"/>
    <dgm:cxn modelId="{48F598BB-AB9D-40BB-B14B-77F1407BEBA9}" type="presParOf" srcId="{AAE33084-EF1E-45D0-B1DC-53B3338F0545}" destId="{21ED26D2-6D9A-4A0C-840D-B1ABA3A8A1E1}" srcOrd="2" destOrd="0" presId="urn:microsoft.com/office/officeart/2018/2/layout/IconVerticalSolidList"/>
    <dgm:cxn modelId="{A75429A0-6C9E-4D9E-AB8F-E618EA496A61}" type="presParOf" srcId="{21ED26D2-6D9A-4A0C-840D-B1ABA3A8A1E1}" destId="{719859FE-14ED-43B6-84D4-A711337023DE}" srcOrd="0" destOrd="0" presId="urn:microsoft.com/office/officeart/2018/2/layout/IconVerticalSolidList"/>
    <dgm:cxn modelId="{EB101BBB-9587-49A8-A612-A801FF59E6BF}" type="presParOf" srcId="{21ED26D2-6D9A-4A0C-840D-B1ABA3A8A1E1}" destId="{F6C90CD4-5977-48BF-A5E5-9941E261E6E9}" srcOrd="1" destOrd="0" presId="urn:microsoft.com/office/officeart/2018/2/layout/IconVerticalSolidList"/>
    <dgm:cxn modelId="{460500DB-83E6-45FC-909C-5D4D399B21F9}" type="presParOf" srcId="{21ED26D2-6D9A-4A0C-840D-B1ABA3A8A1E1}" destId="{C75A9DFF-0804-4838-AC8E-A9619BBB521B}" srcOrd="2" destOrd="0" presId="urn:microsoft.com/office/officeart/2018/2/layout/IconVerticalSolidList"/>
    <dgm:cxn modelId="{05C083EE-654D-4C3A-A253-D95DD01CB0DC}" type="presParOf" srcId="{21ED26D2-6D9A-4A0C-840D-B1ABA3A8A1E1}" destId="{CAA27AA9-9FA6-4730-B5FE-C1027E5761B8}" srcOrd="3" destOrd="0" presId="urn:microsoft.com/office/officeart/2018/2/layout/IconVerticalSolidList"/>
    <dgm:cxn modelId="{9FDC8D73-5D81-467E-8EB1-0ACB0CDC6F8D}" type="presParOf" srcId="{AAE33084-EF1E-45D0-B1DC-53B3338F0545}" destId="{4DA9233B-B29D-46FF-B174-0944FC3B292B}" srcOrd="3" destOrd="0" presId="urn:microsoft.com/office/officeart/2018/2/layout/IconVerticalSolidList"/>
    <dgm:cxn modelId="{93885177-5E1E-4A53-8875-30AFA6911796}" type="presParOf" srcId="{AAE33084-EF1E-45D0-B1DC-53B3338F0545}" destId="{91324035-E1E1-40C9-800E-EF9E0819F21F}" srcOrd="4" destOrd="0" presId="urn:microsoft.com/office/officeart/2018/2/layout/IconVerticalSolidList"/>
    <dgm:cxn modelId="{4F65C4FA-E534-44E3-B6AB-0150A84BFF14}" type="presParOf" srcId="{91324035-E1E1-40C9-800E-EF9E0819F21F}" destId="{531C4FAA-807E-4CE9-9C4D-AA00433ADA0A}" srcOrd="0" destOrd="0" presId="urn:microsoft.com/office/officeart/2018/2/layout/IconVerticalSolidList"/>
    <dgm:cxn modelId="{85591BA8-46B9-4A0F-97F9-D0CD61CB6DD7}" type="presParOf" srcId="{91324035-E1E1-40C9-800E-EF9E0819F21F}" destId="{B2E259B3-3781-4EF3-B08F-82BD633D682E}" srcOrd="1" destOrd="0" presId="urn:microsoft.com/office/officeart/2018/2/layout/IconVerticalSolidList"/>
    <dgm:cxn modelId="{1FB3CAAD-3F0C-44BB-BD92-42EC699EF1A7}" type="presParOf" srcId="{91324035-E1E1-40C9-800E-EF9E0819F21F}" destId="{7E520AC7-C2CB-4745-9D40-C06CFDEC8B1E}" srcOrd="2" destOrd="0" presId="urn:microsoft.com/office/officeart/2018/2/layout/IconVerticalSolidList"/>
    <dgm:cxn modelId="{11274E9D-AD35-4579-883D-6E1C23FC2631}" type="presParOf" srcId="{91324035-E1E1-40C9-800E-EF9E0819F21F}" destId="{2872B0F1-CD10-49F0-B04B-36341093C053}" srcOrd="3" destOrd="0" presId="urn:microsoft.com/office/officeart/2018/2/layout/IconVerticalSolidList"/>
    <dgm:cxn modelId="{382C4193-C0D2-4DE7-BF09-FE7B7B00BC85}" type="presParOf" srcId="{AAE33084-EF1E-45D0-B1DC-53B3338F0545}" destId="{ACC5B26B-3E42-4778-97ED-85140B42DBD0}" srcOrd="5" destOrd="0" presId="urn:microsoft.com/office/officeart/2018/2/layout/IconVerticalSolidList"/>
    <dgm:cxn modelId="{C39C2394-FF0A-4450-BB80-914C2E94BBD2}" type="presParOf" srcId="{AAE33084-EF1E-45D0-B1DC-53B3338F0545}" destId="{D5FCD2E0-FF20-4DF5-B904-A4D845CFDA62}" srcOrd="6" destOrd="0" presId="urn:microsoft.com/office/officeart/2018/2/layout/IconVerticalSolidList"/>
    <dgm:cxn modelId="{8FBCA089-10BC-49EC-9FDD-A189EBF6BD55}" type="presParOf" srcId="{D5FCD2E0-FF20-4DF5-B904-A4D845CFDA62}" destId="{2F2DADC1-E28A-460F-B64D-F0560F528A1D}" srcOrd="0" destOrd="0" presId="urn:microsoft.com/office/officeart/2018/2/layout/IconVerticalSolidList"/>
    <dgm:cxn modelId="{3709500D-84FE-4D28-9E18-D9551CE959C7}" type="presParOf" srcId="{D5FCD2E0-FF20-4DF5-B904-A4D845CFDA62}" destId="{B5842CC1-E12A-4EEE-B618-58250A427F9D}" srcOrd="1" destOrd="0" presId="urn:microsoft.com/office/officeart/2018/2/layout/IconVerticalSolidList"/>
    <dgm:cxn modelId="{6D27301D-D0F6-43AE-8008-95590C92C2AC}" type="presParOf" srcId="{D5FCD2E0-FF20-4DF5-B904-A4D845CFDA62}" destId="{9BAD3AE2-897B-4345-94E3-A256C04DD685}" srcOrd="2" destOrd="0" presId="urn:microsoft.com/office/officeart/2018/2/layout/IconVerticalSolidList"/>
    <dgm:cxn modelId="{548A8EB7-4E87-4911-87DB-9B8B3E83ACE7}" type="presParOf" srcId="{D5FCD2E0-FF20-4DF5-B904-A4D845CFDA62}" destId="{626B3E42-40BE-4DE7-A63C-2C75CFE88B02}" srcOrd="3" destOrd="0" presId="urn:microsoft.com/office/officeart/2018/2/layout/IconVerticalSolidList"/>
    <dgm:cxn modelId="{15A5F887-C1E3-4704-B891-E81DB019E164}" type="presParOf" srcId="{AAE33084-EF1E-45D0-B1DC-53B3338F0545}" destId="{4CAF9BFA-59F8-46F2-AB81-33B55B3E5D74}" srcOrd="7" destOrd="0" presId="urn:microsoft.com/office/officeart/2018/2/layout/IconVerticalSolidList"/>
    <dgm:cxn modelId="{C427FAB6-4844-4666-BED6-F1940AA8B085}" type="presParOf" srcId="{AAE33084-EF1E-45D0-B1DC-53B3338F0545}" destId="{2C59B3DE-4882-4379-B6A3-E4DA248C1C1B}" srcOrd="8" destOrd="0" presId="urn:microsoft.com/office/officeart/2018/2/layout/IconVerticalSolidList"/>
    <dgm:cxn modelId="{869F3351-4BC6-45E9-A3C2-DF9219A1474D}" type="presParOf" srcId="{2C59B3DE-4882-4379-B6A3-E4DA248C1C1B}" destId="{C2E5377E-3AC6-435E-8447-386D0F6B7E65}" srcOrd="0" destOrd="0" presId="urn:microsoft.com/office/officeart/2018/2/layout/IconVerticalSolidList"/>
    <dgm:cxn modelId="{E4D26288-47B7-4695-B3F6-CE07E54FB956}" type="presParOf" srcId="{2C59B3DE-4882-4379-B6A3-E4DA248C1C1B}" destId="{D6E6A941-CE67-431B-919C-0F231FBEF36E}" srcOrd="1" destOrd="0" presId="urn:microsoft.com/office/officeart/2018/2/layout/IconVerticalSolidList"/>
    <dgm:cxn modelId="{AFEF5A0B-4EA2-4950-B38D-EFC3A699FFE4}" type="presParOf" srcId="{2C59B3DE-4882-4379-B6A3-E4DA248C1C1B}" destId="{4C5B005C-65D3-402A-8C2F-842E6D64079A}" srcOrd="2" destOrd="0" presId="urn:microsoft.com/office/officeart/2018/2/layout/IconVerticalSolidList"/>
    <dgm:cxn modelId="{B1342CAF-D4A4-442A-A930-A772AE0EF2D9}" type="presParOf" srcId="{2C59B3DE-4882-4379-B6A3-E4DA248C1C1B}" destId="{6D2BD191-64EF-4157-BE82-0A301001FC2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7C3E939-52F4-4D8B-B678-3C0F4959C169}" type="doc">
      <dgm:prSet loTypeId="urn:microsoft.com/office/officeart/2018/2/layout/IconVerticalSolidList" loCatId="icon" qsTypeId="urn:microsoft.com/office/officeart/2005/8/quickstyle/simple1#10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22769BAD-FCC5-43F5-9861-8F69545A7C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Use multiple Availability Zones</a:t>
          </a:r>
          <a:endParaRPr lang="en-US"/>
        </a:p>
      </dgm:t>
    </dgm:pt>
    <dgm:pt modelId="{0E167C90-AA79-4CC0-B41D-ACD714B5AACF}" type="parTrans" cxnId="{5F22B1E6-4B9C-4036-A45D-62B2E3687FFC}">
      <dgm:prSet/>
      <dgm:spPr/>
      <dgm:t>
        <a:bodyPr/>
        <a:lstStyle/>
        <a:p>
          <a:endParaRPr lang="en-US"/>
        </a:p>
      </dgm:t>
    </dgm:pt>
    <dgm:pt modelId="{DD806D65-CA64-41D0-96DD-12161899CF8C}" type="sibTrans" cxnId="{5F22B1E6-4B9C-4036-A45D-62B2E3687FFC}">
      <dgm:prSet/>
      <dgm:spPr/>
      <dgm:t>
        <a:bodyPr/>
        <a:lstStyle/>
        <a:p>
          <a:endParaRPr lang="en-US"/>
        </a:p>
      </dgm:t>
    </dgm:pt>
    <dgm:pt modelId="{820C8EF4-88D3-4DB8-A5C8-AC2D39F70D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Use Auto Scaling</a:t>
          </a:r>
          <a:endParaRPr lang="en-US"/>
        </a:p>
      </dgm:t>
    </dgm:pt>
    <dgm:pt modelId="{00672A20-EF64-4E77-B49B-6BC3B858A5ED}" type="parTrans" cxnId="{E8911649-0F28-4BB2-AE21-6DF1F59A0BD0}">
      <dgm:prSet/>
      <dgm:spPr/>
      <dgm:t>
        <a:bodyPr/>
        <a:lstStyle/>
        <a:p>
          <a:endParaRPr lang="en-US"/>
        </a:p>
      </dgm:t>
    </dgm:pt>
    <dgm:pt modelId="{21F85631-FA1E-4989-86B1-5E0266CFFEBC}" type="sibTrans" cxnId="{E8911649-0F28-4BB2-AE21-6DF1F59A0BD0}">
      <dgm:prSet/>
      <dgm:spPr/>
      <dgm:t>
        <a:bodyPr/>
        <a:lstStyle/>
        <a:p>
          <a:endParaRPr lang="en-US"/>
        </a:p>
      </dgm:t>
    </dgm:pt>
    <dgm:pt modelId="{D1BDB7B6-B8AB-4AEC-A170-941403969E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Use Load Balancers</a:t>
          </a:r>
          <a:endParaRPr lang="en-US"/>
        </a:p>
      </dgm:t>
    </dgm:pt>
    <dgm:pt modelId="{85377854-721D-4E05-B070-CD14FC0E7A68}" type="parTrans" cxnId="{0084F4AA-96EB-4224-AE65-B31C0716BA10}">
      <dgm:prSet/>
      <dgm:spPr/>
      <dgm:t>
        <a:bodyPr/>
        <a:lstStyle/>
        <a:p>
          <a:endParaRPr lang="en-US"/>
        </a:p>
      </dgm:t>
    </dgm:pt>
    <dgm:pt modelId="{FF5CA43D-9435-4C1F-B3B7-6161963C8AFC}" type="sibTrans" cxnId="{0084F4AA-96EB-4224-AE65-B31C0716BA10}">
      <dgm:prSet/>
      <dgm:spPr/>
      <dgm:t>
        <a:bodyPr/>
        <a:lstStyle/>
        <a:p>
          <a:endParaRPr lang="en-US"/>
        </a:p>
      </dgm:t>
    </dgm:pt>
    <dgm:pt modelId="{AF0BF2DC-E0FE-4560-BC20-D83FFDAE0E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Configure health checks</a:t>
          </a:r>
          <a:endParaRPr lang="en-US"/>
        </a:p>
      </dgm:t>
    </dgm:pt>
    <dgm:pt modelId="{928C4E3E-DB77-44CB-A9E9-7E63AD9D2FBD}" type="parTrans" cxnId="{39D370FE-0741-4D0C-8F89-BC466516B794}">
      <dgm:prSet/>
      <dgm:spPr/>
      <dgm:t>
        <a:bodyPr/>
        <a:lstStyle/>
        <a:p>
          <a:endParaRPr lang="en-US"/>
        </a:p>
      </dgm:t>
    </dgm:pt>
    <dgm:pt modelId="{CD660D61-42A0-43FB-BBD2-D0CABAF76875}" type="sibTrans" cxnId="{39D370FE-0741-4D0C-8F89-BC466516B794}">
      <dgm:prSet/>
      <dgm:spPr/>
      <dgm:t>
        <a:bodyPr/>
        <a:lstStyle/>
        <a:p>
          <a:endParaRPr lang="en-US"/>
        </a:p>
      </dgm:t>
    </dgm:pt>
    <dgm:pt modelId="{7822F48C-ABCF-4AFB-9144-2578E0C1E9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Use backup and recovery strategies</a:t>
          </a:r>
          <a:endParaRPr lang="en-US"/>
        </a:p>
      </dgm:t>
    </dgm:pt>
    <dgm:pt modelId="{2AB87E4B-4BFC-4746-9E87-0B2BBC6E3909}" type="parTrans" cxnId="{1F34BA0F-EC11-4E1F-9694-9DDE204EFD5E}">
      <dgm:prSet/>
      <dgm:spPr/>
      <dgm:t>
        <a:bodyPr/>
        <a:lstStyle/>
        <a:p>
          <a:endParaRPr lang="en-US"/>
        </a:p>
      </dgm:t>
    </dgm:pt>
    <dgm:pt modelId="{24B264F7-1843-44C7-B96D-3520E6164FA6}" type="sibTrans" cxnId="{1F34BA0F-EC11-4E1F-9694-9DDE204EFD5E}">
      <dgm:prSet/>
      <dgm:spPr/>
      <dgm:t>
        <a:bodyPr/>
        <a:lstStyle/>
        <a:p>
          <a:endParaRPr lang="en-US"/>
        </a:p>
      </dgm:t>
    </dgm:pt>
    <dgm:pt modelId="{965BD9E5-73EB-44A4-B5E4-5407F2D6A289}" type="pres">
      <dgm:prSet presAssocID="{A7C3E939-52F4-4D8B-B678-3C0F4959C169}" presName="root" presStyleCnt="0">
        <dgm:presLayoutVars>
          <dgm:dir/>
          <dgm:resizeHandles val="exact"/>
        </dgm:presLayoutVars>
      </dgm:prSet>
      <dgm:spPr/>
    </dgm:pt>
    <dgm:pt modelId="{303CF4BC-0406-4AD1-8A61-53AFB9233774}" type="pres">
      <dgm:prSet presAssocID="{22769BAD-FCC5-43F5-9861-8F69545A7CF0}" presName="compNode" presStyleCnt="0"/>
      <dgm:spPr/>
    </dgm:pt>
    <dgm:pt modelId="{5E761B12-830B-43EB-974B-CFB065E3CF03}" type="pres">
      <dgm:prSet presAssocID="{22769BAD-FCC5-43F5-9861-8F69545A7CF0}" presName="bgRect" presStyleLbl="bgShp" presStyleIdx="0" presStyleCnt="5"/>
      <dgm:spPr/>
    </dgm:pt>
    <dgm:pt modelId="{4AFA9B71-6AD7-45DA-8F80-2FBC48D6B5A2}" type="pres">
      <dgm:prSet presAssocID="{22769BAD-FCC5-43F5-9861-8F69545A7CF0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96BAAF05-318A-4B60-A310-C43977508B51}" type="pres">
      <dgm:prSet presAssocID="{22769BAD-FCC5-43F5-9861-8F69545A7CF0}" presName="spaceRect" presStyleCnt="0"/>
      <dgm:spPr/>
    </dgm:pt>
    <dgm:pt modelId="{0F885134-A924-4230-B5C0-FD9AF1FC5489}" type="pres">
      <dgm:prSet presAssocID="{22769BAD-FCC5-43F5-9861-8F69545A7CF0}" presName="parTx" presStyleLbl="revTx" presStyleIdx="0" presStyleCnt="5">
        <dgm:presLayoutVars>
          <dgm:chMax val="0"/>
          <dgm:chPref val="0"/>
        </dgm:presLayoutVars>
      </dgm:prSet>
      <dgm:spPr/>
    </dgm:pt>
    <dgm:pt modelId="{C81575AC-293E-4071-8B64-35B0E64F6E2F}" type="pres">
      <dgm:prSet presAssocID="{DD806D65-CA64-41D0-96DD-12161899CF8C}" presName="sibTrans" presStyleCnt="0"/>
      <dgm:spPr/>
    </dgm:pt>
    <dgm:pt modelId="{F12AEEEE-D803-4A7F-BB54-190524F87975}" type="pres">
      <dgm:prSet presAssocID="{820C8EF4-88D3-4DB8-A5C8-AC2D39F70DE0}" presName="compNode" presStyleCnt="0"/>
      <dgm:spPr/>
    </dgm:pt>
    <dgm:pt modelId="{4C964B69-A88B-4215-A0A4-3E80E1807016}" type="pres">
      <dgm:prSet presAssocID="{820C8EF4-88D3-4DB8-A5C8-AC2D39F70DE0}" presName="bgRect" presStyleLbl="bgShp" presStyleIdx="1" presStyleCnt="5"/>
      <dgm:spPr/>
    </dgm:pt>
    <dgm:pt modelId="{81D1846B-90A6-4869-9297-97FE70FCC1BC}" type="pres">
      <dgm:prSet presAssocID="{820C8EF4-88D3-4DB8-A5C8-AC2D39F70DE0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EC13A06-BD04-42BF-9E61-AF32B41BC56F}" type="pres">
      <dgm:prSet presAssocID="{820C8EF4-88D3-4DB8-A5C8-AC2D39F70DE0}" presName="spaceRect" presStyleCnt="0"/>
      <dgm:spPr/>
    </dgm:pt>
    <dgm:pt modelId="{2C3B90EC-7410-42C2-9678-7861E86E6C6A}" type="pres">
      <dgm:prSet presAssocID="{820C8EF4-88D3-4DB8-A5C8-AC2D39F70DE0}" presName="parTx" presStyleLbl="revTx" presStyleIdx="1" presStyleCnt="5">
        <dgm:presLayoutVars>
          <dgm:chMax val="0"/>
          <dgm:chPref val="0"/>
        </dgm:presLayoutVars>
      </dgm:prSet>
      <dgm:spPr/>
    </dgm:pt>
    <dgm:pt modelId="{C0327762-615A-4D00-8CEC-41641E6B29F1}" type="pres">
      <dgm:prSet presAssocID="{21F85631-FA1E-4989-86B1-5E0266CFFEBC}" presName="sibTrans" presStyleCnt="0"/>
      <dgm:spPr/>
    </dgm:pt>
    <dgm:pt modelId="{121E7729-82C0-4A0E-AB79-45ECFBFF52EB}" type="pres">
      <dgm:prSet presAssocID="{D1BDB7B6-B8AB-4AEC-A170-941403969E11}" presName="compNode" presStyleCnt="0"/>
      <dgm:spPr/>
    </dgm:pt>
    <dgm:pt modelId="{7061334C-1205-495C-B3B6-192649613D5B}" type="pres">
      <dgm:prSet presAssocID="{D1BDB7B6-B8AB-4AEC-A170-941403969E11}" presName="bgRect" presStyleLbl="bgShp" presStyleIdx="2" presStyleCnt="5"/>
      <dgm:spPr/>
    </dgm:pt>
    <dgm:pt modelId="{105F0CC7-8D99-4ABC-9CAD-D4B801CC87C8}" type="pres">
      <dgm:prSet presAssocID="{D1BDB7B6-B8AB-4AEC-A170-941403969E11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B79B0CD7-57E0-405D-8EDA-E578FFD7A78F}" type="pres">
      <dgm:prSet presAssocID="{D1BDB7B6-B8AB-4AEC-A170-941403969E11}" presName="spaceRect" presStyleCnt="0"/>
      <dgm:spPr/>
    </dgm:pt>
    <dgm:pt modelId="{05CCF22A-F8E2-4B45-9973-0C87D1B3BB88}" type="pres">
      <dgm:prSet presAssocID="{D1BDB7B6-B8AB-4AEC-A170-941403969E11}" presName="parTx" presStyleLbl="revTx" presStyleIdx="2" presStyleCnt="5">
        <dgm:presLayoutVars>
          <dgm:chMax val="0"/>
          <dgm:chPref val="0"/>
        </dgm:presLayoutVars>
      </dgm:prSet>
      <dgm:spPr/>
    </dgm:pt>
    <dgm:pt modelId="{47B3850F-98B9-435A-9774-E4D3268AD948}" type="pres">
      <dgm:prSet presAssocID="{FF5CA43D-9435-4C1F-B3B7-6161963C8AFC}" presName="sibTrans" presStyleCnt="0"/>
      <dgm:spPr/>
    </dgm:pt>
    <dgm:pt modelId="{97591156-3135-4C5A-9C08-F4E382A058C5}" type="pres">
      <dgm:prSet presAssocID="{AF0BF2DC-E0FE-4560-BC20-D83FFDAE0E1B}" presName="compNode" presStyleCnt="0"/>
      <dgm:spPr/>
    </dgm:pt>
    <dgm:pt modelId="{AF4D499C-CD9E-4CC2-B655-711DD092F1D0}" type="pres">
      <dgm:prSet presAssocID="{AF0BF2DC-E0FE-4560-BC20-D83FFDAE0E1B}" presName="bgRect" presStyleLbl="bgShp" presStyleIdx="3" presStyleCnt="5"/>
      <dgm:spPr/>
    </dgm:pt>
    <dgm:pt modelId="{6BEB26A6-4EAA-41EB-8CAA-7A39505143AD}" type="pres">
      <dgm:prSet presAssocID="{AF0BF2DC-E0FE-4560-BC20-D83FFDAE0E1B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C8AD8243-8EA7-4188-AF72-C67FC303150D}" type="pres">
      <dgm:prSet presAssocID="{AF0BF2DC-E0FE-4560-BC20-D83FFDAE0E1B}" presName="spaceRect" presStyleCnt="0"/>
      <dgm:spPr/>
    </dgm:pt>
    <dgm:pt modelId="{CB5EBDC1-4AF5-4F44-8752-6C38B91F53C5}" type="pres">
      <dgm:prSet presAssocID="{AF0BF2DC-E0FE-4560-BC20-D83FFDAE0E1B}" presName="parTx" presStyleLbl="revTx" presStyleIdx="3" presStyleCnt="5">
        <dgm:presLayoutVars>
          <dgm:chMax val="0"/>
          <dgm:chPref val="0"/>
        </dgm:presLayoutVars>
      </dgm:prSet>
      <dgm:spPr/>
    </dgm:pt>
    <dgm:pt modelId="{785377E2-C510-4453-B4CA-AD4EF228FD15}" type="pres">
      <dgm:prSet presAssocID="{CD660D61-42A0-43FB-BBD2-D0CABAF76875}" presName="sibTrans" presStyleCnt="0"/>
      <dgm:spPr/>
    </dgm:pt>
    <dgm:pt modelId="{C8C23845-0971-4ECE-8B4A-91F382AF0160}" type="pres">
      <dgm:prSet presAssocID="{7822F48C-ABCF-4AFB-9144-2578E0C1E9B7}" presName="compNode" presStyleCnt="0"/>
      <dgm:spPr/>
    </dgm:pt>
    <dgm:pt modelId="{555D9FD1-4C4F-4CFF-94ED-1E09555D19AC}" type="pres">
      <dgm:prSet presAssocID="{7822F48C-ABCF-4AFB-9144-2578E0C1E9B7}" presName="bgRect" presStyleLbl="bgShp" presStyleIdx="4" presStyleCnt="5"/>
      <dgm:spPr/>
    </dgm:pt>
    <dgm:pt modelId="{2D33E784-9D67-4916-8D67-B587B1365D2F}" type="pres">
      <dgm:prSet presAssocID="{7822F48C-ABCF-4AFB-9144-2578E0C1E9B7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ECB5A7D-EDCF-46EF-A3B6-B73CC6FA2EDE}" type="pres">
      <dgm:prSet presAssocID="{7822F48C-ABCF-4AFB-9144-2578E0C1E9B7}" presName="spaceRect" presStyleCnt="0"/>
      <dgm:spPr/>
    </dgm:pt>
    <dgm:pt modelId="{F7CE7560-1D91-47C7-AABD-D5A52988D2D4}" type="pres">
      <dgm:prSet presAssocID="{7822F48C-ABCF-4AFB-9144-2578E0C1E9B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F34BA0F-EC11-4E1F-9694-9DDE204EFD5E}" srcId="{A7C3E939-52F4-4D8B-B678-3C0F4959C169}" destId="{7822F48C-ABCF-4AFB-9144-2578E0C1E9B7}" srcOrd="4" destOrd="0" parTransId="{2AB87E4B-4BFC-4746-9E87-0B2BBC6E3909}" sibTransId="{24B264F7-1843-44C7-B96D-3520E6164FA6}"/>
    <dgm:cxn modelId="{2ED9C421-89CC-4A0C-BABD-42A6EF91C66F}" type="presOf" srcId="{820C8EF4-88D3-4DB8-A5C8-AC2D39F70DE0}" destId="{2C3B90EC-7410-42C2-9678-7861E86E6C6A}" srcOrd="0" destOrd="0" presId="urn:microsoft.com/office/officeart/2018/2/layout/IconVerticalSolidList"/>
    <dgm:cxn modelId="{52A9C63A-589F-4488-B69C-1DE5FD4A1E79}" type="presOf" srcId="{D1BDB7B6-B8AB-4AEC-A170-941403969E11}" destId="{05CCF22A-F8E2-4B45-9973-0C87D1B3BB88}" srcOrd="0" destOrd="0" presId="urn:microsoft.com/office/officeart/2018/2/layout/IconVerticalSolidList"/>
    <dgm:cxn modelId="{E8911649-0F28-4BB2-AE21-6DF1F59A0BD0}" srcId="{A7C3E939-52F4-4D8B-B678-3C0F4959C169}" destId="{820C8EF4-88D3-4DB8-A5C8-AC2D39F70DE0}" srcOrd="1" destOrd="0" parTransId="{00672A20-EF64-4E77-B49B-6BC3B858A5ED}" sibTransId="{21F85631-FA1E-4989-86B1-5E0266CFFEBC}"/>
    <dgm:cxn modelId="{68099C4E-E2CE-43AA-A511-FFCFF508CA2D}" type="presOf" srcId="{A7C3E939-52F4-4D8B-B678-3C0F4959C169}" destId="{965BD9E5-73EB-44A4-B5E4-5407F2D6A289}" srcOrd="0" destOrd="0" presId="urn:microsoft.com/office/officeart/2018/2/layout/IconVerticalSolidList"/>
    <dgm:cxn modelId="{965D9686-1AA6-4C24-9126-6CF4021E94FC}" type="presOf" srcId="{AF0BF2DC-E0FE-4560-BC20-D83FFDAE0E1B}" destId="{CB5EBDC1-4AF5-4F44-8752-6C38B91F53C5}" srcOrd="0" destOrd="0" presId="urn:microsoft.com/office/officeart/2018/2/layout/IconVerticalSolidList"/>
    <dgm:cxn modelId="{0084F4AA-96EB-4224-AE65-B31C0716BA10}" srcId="{A7C3E939-52F4-4D8B-B678-3C0F4959C169}" destId="{D1BDB7B6-B8AB-4AEC-A170-941403969E11}" srcOrd="2" destOrd="0" parTransId="{85377854-721D-4E05-B070-CD14FC0E7A68}" sibTransId="{FF5CA43D-9435-4C1F-B3B7-6161963C8AFC}"/>
    <dgm:cxn modelId="{05B144D3-F123-4970-839B-493A3B2AB826}" type="presOf" srcId="{22769BAD-FCC5-43F5-9861-8F69545A7CF0}" destId="{0F885134-A924-4230-B5C0-FD9AF1FC5489}" srcOrd="0" destOrd="0" presId="urn:microsoft.com/office/officeart/2018/2/layout/IconVerticalSolidList"/>
    <dgm:cxn modelId="{5F22B1E6-4B9C-4036-A45D-62B2E3687FFC}" srcId="{A7C3E939-52F4-4D8B-B678-3C0F4959C169}" destId="{22769BAD-FCC5-43F5-9861-8F69545A7CF0}" srcOrd="0" destOrd="0" parTransId="{0E167C90-AA79-4CC0-B41D-ACD714B5AACF}" sibTransId="{DD806D65-CA64-41D0-96DD-12161899CF8C}"/>
    <dgm:cxn modelId="{E03F1AF8-0734-4781-9BC7-7637BEBCE90B}" type="presOf" srcId="{7822F48C-ABCF-4AFB-9144-2578E0C1E9B7}" destId="{F7CE7560-1D91-47C7-AABD-D5A52988D2D4}" srcOrd="0" destOrd="0" presId="urn:microsoft.com/office/officeart/2018/2/layout/IconVerticalSolidList"/>
    <dgm:cxn modelId="{39D370FE-0741-4D0C-8F89-BC466516B794}" srcId="{A7C3E939-52F4-4D8B-B678-3C0F4959C169}" destId="{AF0BF2DC-E0FE-4560-BC20-D83FFDAE0E1B}" srcOrd="3" destOrd="0" parTransId="{928C4E3E-DB77-44CB-A9E9-7E63AD9D2FBD}" sibTransId="{CD660D61-42A0-43FB-BBD2-D0CABAF76875}"/>
    <dgm:cxn modelId="{73005FFA-1E66-45E7-A3FD-761DB294DB55}" type="presParOf" srcId="{965BD9E5-73EB-44A4-B5E4-5407F2D6A289}" destId="{303CF4BC-0406-4AD1-8A61-53AFB9233774}" srcOrd="0" destOrd="0" presId="urn:microsoft.com/office/officeart/2018/2/layout/IconVerticalSolidList"/>
    <dgm:cxn modelId="{836E8246-38C8-4B8F-AE3C-A8465DB0E132}" type="presParOf" srcId="{303CF4BC-0406-4AD1-8A61-53AFB9233774}" destId="{5E761B12-830B-43EB-974B-CFB065E3CF03}" srcOrd="0" destOrd="0" presId="urn:microsoft.com/office/officeart/2018/2/layout/IconVerticalSolidList"/>
    <dgm:cxn modelId="{3B0426DA-BE6F-420F-8113-99F3AF56E79E}" type="presParOf" srcId="{303CF4BC-0406-4AD1-8A61-53AFB9233774}" destId="{4AFA9B71-6AD7-45DA-8F80-2FBC48D6B5A2}" srcOrd="1" destOrd="0" presId="urn:microsoft.com/office/officeart/2018/2/layout/IconVerticalSolidList"/>
    <dgm:cxn modelId="{2BA7AA9A-2F30-42E1-A524-6645FE07EC8A}" type="presParOf" srcId="{303CF4BC-0406-4AD1-8A61-53AFB9233774}" destId="{96BAAF05-318A-4B60-A310-C43977508B51}" srcOrd="2" destOrd="0" presId="urn:microsoft.com/office/officeart/2018/2/layout/IconVerticalSolidList"/>
    <dgm:cxn modelId="{DEEA0517-BA7E-4F4D-8587-EF830E3E9A78}" type="presParOf" srcId="{303CF4BC-0406-4AD1-8A61-53AFB9233774}" destId="{0F885134-A924-4230-B5C0-FD9AF1FC5489}" srcOrd="3" destOrd="0" presId="urn:microsoft.com/office/officeart/2018/2/layout/IconVerticalSolidList"/>
    <dgm:cxn modelId="{AACCB505-9284-4F71-8AEF-E66D711EF9D3}" type="presParOf" srcId="{965BD9E5-73EB-44A4-B5E4-5407F2D6A289}" destId="{C81575AC-293E-4071-8B64-35B0E64F6E2F}" srcOrd="1" destOrd="0" presId="urn:microsoft.com/office/officeart/2018/2/layout/IconVerticalSolidList"/>
    <dgm:cxn modelId="{E7294732-48A6-4728-8051-84C97B6007E3}" type="presParOf" srcId="{965BD9E5-73EB-44A4-B5E4-5407F2D6A289}" destId="{F12AEEEE-D803-4A7F-BB54-190524F87975}" srcOrd="2" destOrd="0" presId="urn:microsoft.com/office/officeart/2018/2/layout/IconVerticalSolidList"/>
    <dgm:cxn modelId="{7EA187A6-17A1-4E6C-9D43-EE6B339396A3}" type="presParOf" srcId="{F12AEEEE-D803-4A7F-BB54-190524F87975}" destId="{4C964B69-A88B-4215-A0A4-3E80E1807016}" srcOrd="0" destOrd="0" presId="urn:microsoft.com/office/officeart/2018/2/layout/IconVerticalSolidList"/>
    <dgm:cxn modelId="{00831B52-8C78-45F9-9D28-56967D98BB9D}" type="presParOf" srcId="{F12AEEEE-D803-4A7F-BB54-190524F87975}" destId="{81D1846B-90A6-4869-9297-97FE70FCC1BC}" srcOrd="1" destOrd="0" presId="urn:microsoft.com/office/officeart/2018/2/layout/IconVerticalSolidList"/>
    <dgm:cxn modelId="{3351C448-18E3-4E66-9879-C6FEEAC1B5B5}" type="presParOf" srcId="{F12AEEEE-D803-4A7F-BB54-190524F87975}" destId="{FEC13A06-BD04-42BF-9E61-AF32B41BC56F}" srcOrd="2" destOrd="0" presId="urn:microsoft.com/office/officeart/2018/2/layout/IconVerticalSolidList"/>
    <dgm:cxn modelId="{8D8D43AB-95A5-4733-B531-F8A444982FB0}" type="presParOf" srcId="{F12AEEEE-D803-4A7F-BB54-190524F87975}" destId="{2C3B90EC-7410-42C2-9678-7861E86E6C6A}" srcOrd="3" destOrd="0" presId="urn:microsoft.com/office/officeart/2018/2/layout/IconVerticalSolidList"/>
    <dgm:cxn modelId="{B613AD15-E7F2-42ED-A107-A8856A97CFD1}" type="presParOf" srcId="{965BD9E5-73EB-44A4-B5E4-5407F2D6A289}" destId="{C0327762-615A-4D00-8CEC-41641E6B29F1}" srcOrd="3" destOrd="0" presId="urn:microsoft.com/office/officeart/2018/2/layout/IconVerticalSolidList"/>
    <dgm:cxn modelId="{3955589D-719F-4945-B4F1-D2A0C5727BC5}" type="presParOf" srcId="{965BD9E5-73EB-44A4-B5E4-5407F2D6A289}" destId="{121E7729-82C0-4A0E-AB79-45ECFBFF52EB}" srcOrd="4" destOrd="0" presId="urn:microsoft.com/office/officeart/2018/2/layout/IconVerticalSolidList"/>
    <dgm:cxn modelId="{54AC2813-EBE3-45C3-94B8-F7CE1C6D5BE4}" type="presParOf" srcId="{121E7729-82C0-4A0E-AB79-45ECFBFF52EB}" destId="{7061334C-1205-495C-B3B6-192649613D5B}" srcOrd="0" destOrd="0" presId="urn:microsoft.com/office/officeart/2018/2/layout/IconVerticalSolidList"/>
    <dgm:cxn modelId="{10EA8DD1-ED58-4DFF-94D6-728E89FA616E}" type="presParOf" srcId="{121E7729-82C0-4A0E-AB79-45ECFBFF52EB}" destId="{105F0CC7-8D99-4ABC-9CAD-D4B801CC87C8}" srcOrd="1" destOrd="0" presId="urn:microsoft.com/office/officeart/2018/2/layout/IconVerticalSolidList"/>
    <dgm:cxn modelId="{4FCF5B57-858B-445F-BFDE-68D74C34302A}" type="presParOf" srcId="{121E7729-82C0-4A0E-AB79-45ECFBFF52EB}" destId="{B79B0CD7-57E0-405D-8EDA-E578FFD7A78F}" srcOrd="2" destOrd="0" presId="urn:microsoft.com/office/officeart/2018/2/layout/IconVerticalSolidList"/>
    <dgm:cxn modelId="{31722962-BA81-4243-B057-0D0C87DC3557}" type="presParOf" srcId="{121E7729-82C0-4A0E-AB79-45ECFBFF52EB}" destId="{05CCF22A-F8E2-4B45-9973-0C87D1B3BB88}" srcOrd="3" destOrd="0" presId="urn:microsoft.com/office/officeart/2018/2/layout/IconVerticalSolidList"/>
    <dgm:cxn modelId="{111CB23D-74C6-4616-B57A-57EFC74B2736}" type="presParOf" srcId="{965BD9E5-73EB-44A4-B5E4-5407F2D6A289}" destId="{47B3850F-98B9-435A-9774-E4D3268AD948}" srcOrd="5" destOrd="0" presId="urn:microsoft.com/office/officeart/2018/2/layout/IconVerticalSolidList"/>
    <dgm:cxn modelId="{AC71730F-9932-4C4D-A8B5-B7B78639B30A}" type="presParOf" srcId="{965BD9E5-73EB-44A4-B5E4-5407F2D6A289}" destId="{97591156-3135-4C5A-9C08-F4E382A058C5}" srcOrd="6" destOrd="0" presId="urn:microsoft.com/office/officeart/2018/2/layout/IconVerticalSolidList"/>
    <dgm:cxn modelId="{DA544777-CB5F-4D33-B71F-C42807357F11}" type="presParOf" srcId="{97591156-3135-4C5A-9C08-F4E382A058C5}" destId="{AF4D499C-CD9E-4CC2-B655-711DD092F1D0}" srcOrd="0" destOrd="0" presId="urn:microsoft.com/office/officeart/2018/2/layout/IconVerticalSolidList"/>
    <dgm:cxn modelId="{2DD82934-3954-4B5F-9E02-457B06237CEB}" type="presParOf" srcId="{97591156-3135-4C5A-9C08-F4E382A058C5}" destId="{6BEB26A6-4EAA-41EB-8CAA-7A39505143AD}" srcOrd="1" destOrd="0" presId="urn:microsoft.com/office/officeart/2018/2/layout/IconVerticalSolidList"/>
    <dgm:cxn modelId="{8E331624-13EE-4B64-A961-929B679EECEE}" type="presParOf" srcId="{97591156-3135-4C5A-9C08-F4E382A058C5}" destId="{C8AD8243-8EA7-4188-AF72-C67FC303150D}" srcOrd="2" destOrd="0" presId="urn:microsoft.com/office/officeart/2018/2/layout/IconVerticalSolidList"/>
    <dgm:cxn modelId="{34D32D6F-17E1-4F87-BE7B-C455D45E2346}" type="presParOf" srcId="{97591156-3135-4C5A-9C08-F4E382A058C5}" destId="{CB5EBDC1-4AF5-4F44-8752-6C38B91F53C5}" srcOrd="3" destOrd="0" presId="urn:microsoft.com/office/officeart/2018/2/layout/IconVerticalSolidList"/>
    <dgm:cxn modelId="{62F83149-BC61-4DF2-86B1-5DC260D3BB33}" type="presParOf" srcId="{965BD9E5-73EB-44A4-B5E4-5407F2D6A289}" destId="{785377E2-C510-4453-B4CA-AD4EF228FD15}" srcOrd="7" destOrd="0" presId="urn:microsoft.com/office/officeart/2018/2/layout/IconVerticalSolidList"/>
    <dgm:cxn modelId="{0F6F4B64-1575-4647-9DEF-6713951F845D}" type="presParOf" srcId="{965BD9E5-73EB-44A4-B5E4-5407F2D6A289}" destId="{C8C23845-0971-4ECE-8B4A-91F382AF0160}" srcOrd="8" destOrd="0" presId="urn:microsoft.com/office/officeart/2018/2/layout/IconVerticalSolidList"/>
    <dgm:cxn modelId="{69F42948-A28B-44EB-937A-0428568DFA7D}" type="presParOf" srcId="{C8C23845-0971-4ECE-8B4A-91F382AF0160}" destId="{555D9FD1-4C4F-4CFF-94ED-1E09555D19AC}" srcOrd="0" destOrd="0" presId="urn:microsoft.com/office/officeart/2018/2/layout/IconVerticalSolidList"/>
    <dgm:cxn modelId="{E6DA9929-0A71-4EBC-9CD6-5E2A4CD73244}" type="presParOf" srcId="{C8C23845-0971-4ECE-8B4A-91F382AF0160}" destId="{2D33E784-9D67-4916-8D67-B587B1365D2F}" srcOrd="1" destOrd="0" presId="urn:microsoft.com/office/officeart/2018/2/layout/IconVerticalSolidList"/>
    <dgm:cxn modelId="{544F003C-8619-43DF-AE8E-D33745FC35AE}" type="presParOf" srcId="{C8C23845-0971-4ECE-8B4A-91F382AF0160}" destId="{DECB5A7D-EDCF-46EF-A3B6-B73CC6FA2EDE}" srcOrd="2" destOrd="0" presId="urn:microsoft.com/office/officeart/2018/2/layout/IconVerticalSolidList"/>
    <dgm:cxn modelId="{535A32B0-3402-4BF6-B5F1-2F4C0FE8C086}" type="presParOf" srcId="{C8C23845-0971-4ECE-8B4A-91F382AF0160}" destId="{F7CE7560-1D91-47C7-AABD-D5A52988D2D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3A9370B-9DDD-43B4-9E37-A883BC6B6009}" type="doc">
      <dgm:prSet loTypeId="urn:microsoft.com/office/officeart/2018/2/layout/IconCircleList" loCatId="icon" qsTypeId="urn:microsoft.com/office/officeart/2005/8/quickstyle/simple1#1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5DC9B60-88CE-4254-96B0-DB79DF0FAD14}">
      <dgm:prSet/>
      <dgm:spPr/>
      <dgm:t>
        <a:bodyPr/>
        <a:lstStyle/>
        <a:p>
          <a:r>
            <a:rPr lang="en-US" b="0" i="0" baseline="0"/>
            <a:t>Runs code without managing servers</a:t>
          </a:r>
          <a:endParaRPr lang="en-US"/>
        </a:p>
      </dgm:t>
    </dgm:pt>
    <dgm:pt modelId="{8F49323F-EE8B-4F11-8DB4-443DF647F35B}" type="parTrans" cxnId="{103C8BFC-DDC4-48F9-9E00-4197603B5B8D}">
      <dgm:prSet/>
      <dgm:spPr/>
      <dgm:t>
        <a:bodyPr/>
        <a:lstStyle/>
        <a:p>
          <a:endParaRPr lang="en-US"/>
        </a:p>
      </dgm:t>
    </dgm:pt>
    <dgm:pt modelId="{2702304C-20EF-4EA4-826E-BEDBDB1E2CFE}" type="sibTrans" cxnId="{103C8BFC-DDC4-48F9-9E00-4197603B5B8D}">
      <dgm:prSet/>
      <dgm:spPr/>
      <dgm:t>
        <a:bodyPr/>
        <a:lstStyle/>
        <a:p>
          <a:endParaRPr lang="en-US"/>
        </a:p>
      </dgm:t>
    </dgm:pt>
    <dgm:pt modelId="{5959081E-63BB-4FBE-9F2D-87D460B4162D}">
      <dgm:prSet/>
      <dgm:spPr/>
      <dgm:t>
        <a:bodyPr/>
        <a:lstStyle/>
        <a:p>
          <a:r>
            <a:rPr lang="en-US" b="0" i="0" baseline="0"/>
            <a:t>Triggered by events</a:t>
          </a:r>
          <a:endParaRPr lang="en-US"/>
        </a:p>
      </dgm:t>
    </dgm:pt>
    <dgm:pt modelId="{4841DA85-4CD5-42DF-B4E8-D77E14D94E1A}" type="parTrans" cxnId="{B1DB89E8-E3C9-4A01-84C5-66A29C86A319}">
      <dgm:prSet/>
      <dgm:spPr/>
      <dgm:t>
        <a:bodyPr/>
        <a:lstStyle/>
        <a:p>
          <a:endParaRPr lang="en-US"/>
        </a:p>
      </dgm:t>
    </dgm:pt>
    <dgm:pt modelId="{1E4F9288-DA64-4AF7-ACD7-B8795C3831E6}" type="sibTrans" cxnId="{B1DB89E8-E3C9-4A01-84C5-66A29C86A319}">
      <dgm:prSet/>
      <dgm:spPr/>
      <dgm:t>
        <a:bodyPr/>
        <a:lstStyle/>
        <a:p>
          <a:endParaRPr lang="en-US"/>
        </a:p>
      </dgm:t>
    </dgm:pt>
    <dgm:pt modelId="{0A772A0A-03ED-4230-B1CC-EEB8DE819BBF}">
      <dgm:prSet/>
      <dgm:spPr/>
      <dgm:t>
        <a:bodyPr/>
        <a:lstStyle/>
        <a:p>
          <a:r>
            <a:rPr lang="en-US" b="0" i="0" baseline="0"/>
            <a:t>AWS handles servers, operating system and scaling</a:t>
          </a:r>
          <a:endParaRPr lang="en-US"/>
        </a:p>
      </dgm:t>
    </dgm:pt>
    <dgm:pt modelId="{3B9708D1-6811-4B79-8226-6D20C6461A40}" type="parTrans" cxnId="{D007E2BE-A569-475E-A079-BE5363781F73}">
      <dgm:prSet/>
      <dgm:spPr/>
      <dgm:t>
        <a:bodyPr/>
        <a:lstStyle/>
        <a:p>
          <a:endParaRPr lang="en-US"/>
        </a:p>
      </dgm:t>
    </dgm:pt>
    <dgm:pt modelId="{500EBE81-DE30-475A-9116-24E3C9D9C380}" type="sibTrans" cxnId="{D007E2BE-A569-475E-A079-BE5363781F73}">
      <dgm:prSet/>
      <dgm:spPr/>
      <dgm:t>
        <a:bodyPr/>
        <a:lstStyle/>
        <a:p>
          <a:endParaRPr lang="en-US"/>
        </a:p>
      </dgm:t>
    </dgm:pt>
    <dgm:pt modelId="{AA5AA174-EC51-4BA4-9183-84C82EC4DC05}">
      <dgm:prSet/>
      <dgm:spPr/>
      <dgm:t>
        <a:bodyPr/>
        <a:lstStyle/>
        <a:p>
          <a:r>
            <a:rPr lang="en-US" b="0" i="0" baseline="0"/>
            <a:t>Examples: file processing, APIs, automation and security responses</a:t>
          </a:r>
          <a:endParaRPr lang="en-US"/>
        </a:p>
      </dgm:t>
    </dgm:pt>
    <dgm:pt modelId="{7B5DBEB4-E8F7-4E64-9FA5-E8EEF65047AB}" type="parTrans" cxnId="{E0D9A8C9-1BE7-47DD-B154-EA41F4EBEADF}">
      <dgm:prSet/>
      <dgm:spPr/>
      <dgm:t>
        <a:bodyPr/>
        <a:lstStyle/>
        <a:p>
          <a:endParaRPr lang="en-US"/>
        </a:p>
      </dgm:t>
    </dgm:pt>
    <dgm:pt modelId="{C550FB5A-7DB2-4D45-9DCA-EC40FCCD86C9}" type="sibTrans" cxnId="{E0D9A8C9-1BE7-47DD-B154-EA41F4EBEADF}">
      <dgm:prSet/>
      <dgm:spPr/>
      <dgm:t>
        <a:bodyPr/>
        <a:lstStyle/>
        <a:p>
          <a:endParaRPr lang="en-US"/>
        </a:p>
      </dgm:t>
    </dgm:pt>
    <dgm:pt modelId="{6A4C33AF-12AC-4633-BAEE-9EC895740895}" type="pres">
      <dgm:prSet presAssocID="{C3A9370B-9DDD-43B4-9E37-A883BC6B6009}" presName="root" presStyleCnt="0">
        <dgm:presLayoutVars>
          <dgm:dir/>
          <dgm:resizeHandles val="exact"/>
        </dgm:presLayoutVars>
      </dgm:prSet>
      <dgm:spPr/>
    </dgm:pt>
    <dgm:pt modelId="{8D67DABA-60FD-484B-B274-15EFCB7A9B78}" type="pres">
      <dgm:prSet presAssocID="{C3A9370B-9DDD-43B4-9E37-A883BC6B6009}" presName="container" presStyleCnt="0">
        <dgm:presLayoutVars>
          <dgm:dir/>
          <dgm:resizeHandles val="exact"/>
        </dgm:presLayoutVars>
      </dgm:prSet>
      <dgm:spPr/>
    </dgm:pt>
    <dgm:pt modelId="{D4C4BCD2-5C5C-4F78-B044-279819184364}" type="pres">
      <dgm:prSet presAssocID="{05DC9B60-88CE-4254-96B0-DB79DF0FAD14}" presName="compNode" presStyleCnt="0"/>
      <dgm:spPr/>
    </dgm:pt>
    <dgm:pt modelId="{20B25634-9A36-4E7B-9973-B2AAD8EA1DDF}" type="pres">
      <dgm:prSet presAssocID="{05DC9B60-88CE-4254-96B0-DB79DF0FAD14}" presName="iconBgRect" presStyleLbl="bgShp" presStyleIdx="0" presStyleCnt="4"/>
      <dgm:spPr/>
    </dgm:pt>
    <dgm:pt modelId="{C39EAAB6-5A12-4049-AFE2-C142D0DBD4EF}" type="pres">
      <dgm:prSet presAssocID="{05DC9B60-88CE-4254-96B0-DB79DF0FAD1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9A37AB5-9070-4BD0-9CD0-1FB11D39FF48}" type="pres">
      <dgm:prSet presAssocID="{05DC9B60-88CE-4254-96B0-DB79DF0FAD14}" presName="spaceRect" presStyleCnt="0"/>
      <dgm:spPr/>
    </dgm:pt>
    <dgm:pt modelId="{E9723A07-FBF6-4DBA-8004-F212EFAF2230}" type="pres">
      <dgm:prSet presAssocID="{05DC9B60-88CE-4254-96B0-DB79DF0FAD14}" presName="textRect" presStyleLbl="revTx" presStyleIdx="0" presStyleCnt="4">
        <dgm:presLayoutVars>
          <dgm:chMax val="1"/>
          <dgm:chPref val="1"/>
        </dgm:presLayoutVars>
      </dgm:prSet>
      <dgm:spPr/>
    </dgm:pt>
    <dgm:pt modelId="{D28EA6CF-2EB7-4696-8190-F7700F007C0B}" type="pres">
      <dgm:prSet presAssocID="{2702304C-20EF-4EA4-826E-BEDBDB1E2CFE}" presName="sibTrans" presStyleLbl="sibTrans2D1" presStyleIdx="0" presStyleCnt="0"/>
      <dgm:spPr/>
    </dgm:pt>
    <dgm:pt modelId="{97218169-4E81-4E7F-8107-3B9555172C49}" type="pres">
      <dgm:prSet presAssocID="{5959081E-63BB-4FBE-9F2D-87D460B4162D}" presName="compNode" presStyleCnt="0"/>
      <dgm:spPr/>
    </dgm:pt>
    <dgm:pt modelId="{03DDB104-2635-483E-A3EE-B575B345058E}" type="pres">
      <dgm:prSet presAssocID="{5959081E-63BB-4FBE-9F2D-87D460B4162D}" presName="iconBgRect" presStyleLbl="bgShp" presStyleIdx="1" presStyleCnt="4"/>
      <dgm:spPr/>
    </dgm:pt>
    <dgm:pt modelId="{1C8FC0DE-AFF0-40C0-B41B-1FE79A8D8865}" type="pres">
      <dgm:prSet presAssocID="{5959081E-63BB-4FBE-9F2D-87D460B4162D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078B972-19B2-4792-86E3-AD3D10BAE59E}" type="pres">
      <dgm:prSet presAssocID="{5959081E-63BB-4FBE-9F2D-87D460B4162D}" presName="spaceRect" presStyleCnt="0"/>
      <dgm:spPr/>
    </dgm:pt>
    <dgm:pt modelId="{F5CB0457-20F9-4155-9741-491A2267E442}" type="pres">
      <dgm:prSet presAssocID="{5959081E-63BB-4FBE-9F2D-87D460B4162D}" presName="textRect" presStyleLbl="revTx" presStyleIdx="1" presStyleCnt="4">
        <dgm:presLayoutVars>
          <dgm:chMax val="1"/>
          <dgm:chPref val="1"/>
        </dgm:presLayoutVars>
      </dgm:prSet>
      <dgm:spPr/>
    </dgm:pt>
    <dgm:pt modelId="{734D2534-CBD0-4343-80DA-4E9BE403E23D}" type="pres">
      <dgm:prSet presAssocID="{1E4F9288-DA64-4AF7-ACD7-B8795C3831E6}" presName="sibTrans" presStyleLbl="sibTrans2D1" presStyleIdx="0" presStyleCnt="0"/>
      <dgm:spPr/>
    </dgm:pt>
    <dgm:pt modelId="{9BB7F5E9-A4F8-4ACA-885F-80BD0D71FC64}" type="pres">
      <dgm:prSet presAssocID="{0A772A0A-03ED-4230-B1CC-EEB8DE819BBF}" presName="compNode" presStyleCnt="0"/>
      <dgm:spPr/>
    </dgm:pt>
    <dgm:pt modelId="{BAB31DEF-ADF9-4E5A-A5B4-36CEFE4F9256}" type="pres">
      <dgm:prSet presAssocID="{0A772A0A-03ED-4230-B1CC-EEB8DE819BBF}" presName="iconBgRect" presStyleLbl="bgShp" presStyleIdx="2" presStyleCnt="4"/>
      <dgm:spPr/>
    </dgm:pt>
    <dgm:pt modelId="{C1AB4342-48E7-4EEA-BB75-D84355F79388}" type="pres">
      <dgm:prSet presAssocID="{0A772A0A-03ED-4230-B1CC-EEB8DE819BB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73C2A733-5616-48DC-9450-E8BDC05DD90F}" type="pres">
      <dgm:prSet presAssocID="{0A772A0A-03ED-4230-B1CC-EEB8DE819BBF}" presName="spaceRect" presStyleCnt="0"/>
      <dgm:spPr/>
    </dgm:pt>
    <dgm:pt modelId="{9E23806B-6A85-4959-A216-1115C0C26092}" type="pres">
      <dgm:prSet presAssocID="{0A772A0A-03ED-4230-B1CC-EEB8DE819BBF}" presName="textRect" presStyleLbl="revTx" presStyleIdx="2" presStyleCnt="4">
        <dgm:presLayoutVars>
          <dgm:chMax val="1"/>
          <dgm:chPref val="1"/>
        </dgm:presLayoutVars>
      </dgm:prSet>
      <dgm:spPr/>
    </dgm:pt>
    <dgm:pt modelId="{0DEB3670-32F9-4770-82E3-2180B904C7B3}" type="pres">
      <dgm:prSet presAssocID="{500EBE81-DE30-475A-9116-24E3C9D9C380}" presName="sibTrans" presStyleLbl="sibTrans2D1" presStyleIdx="0" presStyleCnt="0"/>
      <dgm:spPr/>
    </dgm:pt>
    <dgm:pt modelId="{9AC0B379-D379-4613-8AA7-DC9707E0FB28}" type="pres">
      <dgm:prSet presAssocID="{AA5AA174-EC51-4BA4-9183-84C82EC4DC05}" presName="compNode" presStyleCnt="0"/>
      <dgm:spPr/>
    </dgm:pt>
    <dgm:pt modelId="{AE33184C-CE7A-48AE-B918-9D3193DCC55E}" type="pres">
      <dgm:prSet presAssocID="{AA5AA174-EC51-4BA4-9183-84C82EC4DC05}" presName="iconBgRect" presStyleLbl="bgShp" presStyleIdx="3" presStyleCnt="4"/>
      <dgm:spPr/>
    </dgm:pt>
    <dgm:pt modelId="{7EA302E4-F704-42C6-AAFB-4E89B55B8FA1}" type="pres">
      <dgm:prSet presAssocID="{AA5AA174-EC51-4BA4-9183-84C82EC4DC0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0A664C7E-A918-4379-9A84-14F7E009D35C}" type="pres">
      <dgm:prSet presAssocID="{AA5AA174-EC51-4BA4-9183-84C82EC4DC05}" presName="spaceRect" presStyleCnt="0"/>
      <dgm:spPr/>
    </dgm:pt>
    <dgm:pt modelId="{45E288E6-29DC-48CD-A3AA-A107B0EE4A6C}" type="pres">
      <dgm:prSet presAssocID="{AA5AA174-EC51-4BA4-9183-84C82EC4DC0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EF3800F-47DD-4A99-8B24-5EB11E0E26CE}" type="presOf" srcId="{5959081E-63BB-4FBE-9F2D-87D460B4162D}" destId="{F5CB0457-20F9-4155-9741-491A2267E442}" srcOrd="0" destOrd="0" presId="urn:microsoft.com/office/officeart/2018/2/layout/IconCircleList"/>
    <dgm:cxn modelId="{204ED30F-91E2-40DD-8787-C5784E3327C5}" type="presOf" srcId="{500EBE81-DE30-475A-9116-24E3C9D9C380}" destId="{0DEB3670-32F9-4770-82E3-2180B904C7B3}" srcOrd="0" destOrd="0" presId="urn:microsoft.com/office/officeart/2018/2/layout/IconCircleList"/>
    <dgm:cxn modelId="{41C78017-8C01-4A72-B451-BE44D4AC87DE}" type="presOf" srcId="{0A772A0A-03ED-4230-B1CC-EEB8DE819BBF}" destId="{9E23806B-6A85-4959-A216-1115C0C26092}" srcOrd="0" destOrd="0" presId="urn:microsoft.com/office/officeart/2018/2/layout/IconCircleList"/>
    <dgm:cxn modelId="{118B4D27-72B7-4F37-8518-8D74243BDF44}" type="presOf" srcId="{2702304C-20EF-4EA4-826E-BEDBDB1E2CFE}" destId="{D28EA6CF-2EB7-4696-8190-F7700F007C0B}" srcOrd="0" destOrd="0" presId="urn:microsoft.com/office/officeart/2018/2/layout/IconCircleList"/>
    <dgm:cxn modelId="{D40F7B9B-2B05-4A0F-B903-865E9F922AAC}" type="presOf" srcId="{C3A9370B-9DDD-43B4-9E37-A883BC6B6009}" destId="{6A4C33AF-12AC-4633-BAEE-9EC895740895}" srcOrd="0" destOrd="0" presId="urn:microsoft.com/office/officeart/2018/2/layout/IconCircleList"/>
    <dgm:cxn modelId="{84B3F99E-332E-44CB-87A7-A8512136EAE6}" type="presOf" srcId="{AA5AA174-EC51-4BA4-9183-84C82EC4DC05}" destId="{45E288E6-29DC-48CD-A3AA-A107B0EE4A6C}" srcOrd="0" destOrd="0" presId="urn:microsoft.com/office/officeart/2018/2/layout/IconCircleList"/>
    <dgm:cxn modelId="{D007E2BE-A569-475E-A079-BE5363781F73}" srcId="{C3A9370B-9DDD-43B4-9E37-A883BC6B6009}" destId="{0A772A0A-03ED-4230-B1CC-EEB8DE819BBF}" srcOrd="2" destOrd="0" parTransId="{3B9708D1-6811-4B79-8226-6D20C6461A40}" sibTransId="{500EBE81-DE30-475A-9116-24E3C9D9C380}"/>
    <dgm:cxn modelId="{E0D9A8C9-1BE7-47DD-B154-EA41F4EBEADF}" srcId="{C3A9370B-9DDD-43B4-9E37-A883BC6B6009}" destId="{AA5AA174-EC51-4BA4-9183-84C82EC4DC05}" srcOrd="3" destOrd="0" parTransId="{7B5DBEB4-E8F7-4E64-9FA5-E8EEF65047AB}" sibTransId="{C550FB5A-7DB2-4D45-9DCA-EC40FCCD86C9}"/>
    <dgm:cxn modelId="{B1DB89E8-E3C9-4A01-84C5-66A29C86A319}" srcId="{C3A9370B-9DDD-43B4-9E37-A883BC6B6009}" destId="{5959081E-63BB-4FBE-9F2D-87D460B4162D}" srcOrd="1" destOrd="0" parTransId="{4841DA85-4CD5-42DF-B4E8-D77E14D94E1A}" sibTransId="{1E4F9288-DA64-4AF7-ACD7-B8795C3831E6}"/>
    <dgm:cxn modelId="{C361F1F7-EA05-4FFA-9E23-18FF099C49DB}" type="presOf" srcId="{1E4F9288-DA64-4AF7-ACD7-B8795C3831E6}" destId="{734D2534-CBD0-4343-80DA-4E9BE403E23D}" srcOrd="0" destOrd="0" presId="urn:microsoft.com/office/officeart/2018/2/layout/IconCircleList"/>
    <dgm:cxn modelId="{103C8BFC-DDC4-48F9-9E00-4197603B5B8D}" srcId="{C3A9370B-9DDD-43B4-9E37-A883BC6B6009}" destId="{05DC9B60-88CE-4254-96B0-DB79DF0FAD14}" srcOrd="0" destOrd="0" parTransId="{8F49323F-EE8B-4F11-8DB4-443DF647F35B}" sibTransId="{2702304C-20EF-4EA4-826E-BEDBDB1E2CFE}"/>
    <dgm:cxn modelId="{C555E4FC-E154-4096-B105-AEB169D81B2E}" type="presOf" srcId="{05DC9B60-88CE-4254-96B0-DB79DF0FAD14}" destId="{E9723A07-FBF6-4DBA-8004-F212EFAF2230}" srcOrd="0" destOrd="0" presId="urn:microsoft.com/office/officeart/2018/2/layout/IconCircleList"/>
    <dgm:cxn modelId="{6C9ECEB0-E643-444D-89EC-B4B7E0711AE1}" type="presParOf" srcId="{6A4C33AF-12AC-4633-BAEE-9EC895740895}" destId="{8D67DABA-60FD-484B-B274-15EFCB7A9B78}" srcOrd="0" destOrd="0" presId="urn:microsoft.com/office/officeart/2018/2/layout/IconCircleList"/>
    <dgm:cxn modelId="{8FBF2E88-8FDC-4B61-8F5C-569FFDB64B70}" type="presParOf" srcId="{8D67DABA-60FD-484B-B274-15EFCB7A9B78}" destId="{D4C4BCD2-5C5C-4F78-B044-279819184364}" srcOrd="0" destOrd="0" presId="urn:microsoft.com/office/officeart/2018/2/layout/IconCircleList"/>
    <dgm:cxn modelId="{1692F206-1C36-4681-8868-95D5204BA5DF}" type="presParOf" srcId="{D4C4BCD2-5C5C-4F78-B044-279819184364}" destId="{20B25634-9A36-4E7B-9973-B2AAD8EA1DDF}" srcOrd="0" destOrd="0" presId="urn:microsoft.com/office/officeart/2018/2/layout/IconCircleList"/>
    <dgm:cxn modelId="{498074AD-6A05-4504-8ABF-DA08BEB32443}" type="presParOf" srcId="{D4C4BCD2-5C5C-4F78-B044-279819184364}" destId="{C39EAAB6-5A12-4049-AFE2-C142D0DBD4EF}" srcOrd="1" destOrd="0" presId="urn:microsoft.com/office/officeart/2018/2/layout/IconCircleList"/>
    <dgm:cxn modelId="{E2323D95-4A0D-45C8-8ED0-7AF1F38C3171}" type="presParOf" srcId="{D4C4BCD2-5C5C-4F78-B044-279819184364}" destId="{09A37AB5-9070-4BD0-9CD0-1FB11D39FF48}" srcOrd="2" destOrd="0" presId="urn:microsoft.com/office/officeart/2018/2/layout/IconCircleList"/>
    <dgm:cxn modelId="{5F9F42E8-9F48-4316-A185-55FFE9CA985F}" type="presParOf" srcId="{D4C4BCD2-5C5C-4F78-B044-279819184364}" destId="{E9723A07-FBF6-4DBA-8004-F212EFAF2230}" srcOrd="3" destOrd="0" presId="urn:microsoft.com/office/officeart/2018/2/layout/IconCircleList"/>
    <dgm:cxn modelId="{CD59C18A-5B6C-4506-8D04-FDB0E68C52B9}" type="presParOf" srcId="{8D67DABA-60FD-484B-B274-15EFCB7A9B78}" destId="{D28EA6CF-2EB7-4696-8190-F7700F007C0B}" srcOrd="1" destOrd="0" presId="urn:microsoft.com/office/officeart/2018/2/layout/IconCircleList"/>
    <dgm:cxn modelId="{57EA5742-C0C1-4F0F-A91D-238961AAD355}" type="presParOf" srcId="{8D67DABA-60FD-484B-B274-15EFCB7A9B78}" destId="{97218169-4E81-4E7F-8107-3B9555172C49}" srcOrd="2" destOrd="0" presId="urn:microsoft.com/office/officeart/2018/2/layout/IconCircleList"/>
    <dgm:cxn modelId="{D23A1688-C790-4594-852E-EC719119701F}" type="presParOf" srcId="{97218169-4E81-4E7F-8107-3B9555172C49}" destId="{03DDB104-2635-483E-A3EE-B575B345058E}" srcOrd="0" destOrd="0" presId="urn:microsoft.com/office/officeart/2018/2/layout/IconCircleList"/>
    <dgm:cxn modelId="{A872F505-9B3A-4194-9666-0BFA86749A48}" type="presParOf" srcId="{97218169-4E81-4E7F-8107-3B9555172C49}" destId="{1C8FC0DE-AFF0-40C0-B41B-1FE79A8D8865}" srcOrd="1" destOrd="0" presId="urn:microsoft.com/office/officeart/2018/2/layout/IconCircleList"/>
    <dgm:cxn modelId="{59323815-8E07-484B-ADD5-DC8941C20F48}" type="presParOf" srcId="{97218169-4E81-4E7F-8107-3B9555172C49}" destId="{C078B972-19B2-4792-86E3-AD3D10BAE59E}" srcOrd="2" destOrd="0" presId="urn:microsoft.com/office/officeart/2018/2/layout/IconCircleList"/>
    <dgm:cxn modelId="{D73A1ACC-233E-4328-B164-BF88E8384FAB}" type="presParOf" srcId="{97218169-4E81-4E7F-8107-3B9555172C49}" destId="{F5CB0457-20F9-4155-9741-491A2267E442}" srcOrd="3" destOrd="0" presId="urn:microsoft.com/office/officeart/2018/2/layout/IconCircleList"/>
    <dgm:cxn modelId="{13D67F5D-E837-407D-B97E-16BDCB136104}" type="presParOf" srcId="{8D67DABA-60FD-484B-B274-15EFCB7A9B78}" destId="{734D2534-CBD0-4343-80DA-4E9BE403E23D}" srcOrd="3" destOrd="0" presId="urn:microsoft.com/office/officeart/2018/2/layout/IconCircleList"/>
    <dgm:cxn modelId="{E8D4F767-BD74-4A4B-98E1-1E5A826E98D0}" type="presParOf" srcId="{8D67DABA-60FD-484B-B274-15EFCB7A9B78}" destId="{9BB7F5E9-A4F8-4ACA-885F-80BD0D71FC64}" srcOrd="4" destOrd="0" presId="urn:microsoft.com/office/officeart/2018/2/layout/IconCircleList"/>
    <dgm:cxn modelId="{7D587EDA-68A0-46AD-8FFE-3E1C910C4C98}" type="presParOf" srcId="{9BB7F5E9-A4F8-4ACA-885F-80BD0D71FC64}" destId="{BAB31DEF-ADF9-4E5A-A5B4-36CEFE4F9256}" srcOrd="0" destOrd="0" presId="urn:microsoft.com/office/officeart/2018/2/layout/IconCircleList"/>
    <dgm:cxn modelId="{61EA0DA9-2E0B-4C45-AFAB-66F20407CF17}" type="presParOf" srcId="{9BB7F5E9-A4F8-4ACA-885F-80BD0D71FC64}" destId="{C1AB4342-48E7-4EEA-BB75-D84355F79388}" srcOrd="1" destOrd="0" presId="urn:microsoft.com/office/officeart/2018/2/layout/IconCircleList"/>
    <dgm:cxn modelId="{7FCDE458-809C-4424-9B8A-983EFBB604AD}" type="presParOf" srcId="{9BB7F5E9-A4F8-4ACA-885F-80BD0D71FC64}" destId="{73C2A733-5616-48DC-9450-E8BDC05DD90F}" srcOrd="2" destOrd="0" presId="urn:microsoft.com/office/officeart/2018/2/layout/IconCircleList"/>
    <dgm:cxn modelId="{54999A1E-23D7-420E-9AB7-E38F81DD82F8}" type="presParOf" srcId="{9BB7F5E9-A4F8-4ACA-885F-80BD0D71FC64}" destId="{9E23806B-6A85-4959-A216-1115C0C26092}" srcOrd="3" destOrd="0" presId="urn:microsoft.com/office/officeart/2018/2/layout/IconCircleList"/>
    <dgm:cxn modelId="{14E74953-8D24-4B2B-894B-AE98203B7D2C}" type="presParOf" srcId="{8D67DABA-60FD-484B-B274-15EFCB7A9B78}" destId="{0DEB3670-32F9-4770-82E3-2180B904C7B3}" srcOrd="5" destOrd="0" presId="urn:microsoft.com/office/officeart/2018/2/layout/IconCircleList"/>
    <dgm:cxn modelId="{C6D768A2-3E62-4AE6-9DB4-B899A23A2E42}" type="presParOf" srcId="{8D67DABA-60FD-484B-B274-15EFCB7A9B78}" destId="{9AC0B379-D379-4613-8AA7-DC9707E0FB28}" srcOrd="6" destOrd="0" presId="urn:microsoft.com/office/officeart/2018/2/layout/IconCircleList"/>
    <dgm:cxn modelId="{795CFFA5-71A8-46D6-A5C6-BF1DD3941695}" type="presParOf" srcId="{9AC0B379-D379-4613-8AA7-DC9707E0FB28}" destId="{AE33184C-CE7A-48AE-B918-9D3193DCC55E}" srcOrd="0" destOrd="0" presId="urn:microsoft.com/office/officeart/2018/2/layout/IconCircleList"/>
    <dgm:cxn modelId="{92F4C123-88F9-413D-839E-8A0D71209713}" type="presParOf" srcId="{9AC0B379-D379-4613-8AA7-DC9707E0FB28}" destId="{7EA302E4-F704-42C6-AAFB-4E89B55B8FA1}" srcOrd="1" destOrd="0" presId="urn:microsoft.com/office/officeart/2018/2/layout/IconCircleList"/>
    <dgm:cxn modelId="{3912F95E-F2FD-4045-B90F-38C5B48DB530}" type="presParOf" srcId="{9AC0B379-D379-4613-8AA7-DC9707E0FB28}" destId="{0A664C7E-A918-4379-9A84-14F7E009D35C}" srcOrd="2" destOrd="0" presId="urn:microsoft.com/office/officeart/2018/2/layout/IconCircleList"/>
    <dgm:cxn modelId="{7604BDCA-56E0-4D10-82D3-3A7435A84077}" type="presParOf" srcId="{9AC0B379-D379-4613-8AA7-DC9707E0FB28}" destId="{45E288E6-29DC-48CD-A3AA-A107B0EE4A6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115FAAB-259D-4AB1-B28B-320FE8E49E4D}" type="doc">
      <dgm:prSet loTypeId="urn:microsoft.com/office/officeart/2005/8/layout/vProcess5" loCatId="process" qsTypeId="urn:microsoft.com/office/officeart/2005/8/quickstyle/simple1#12" qsCatId="simple" csTypeId="urn:microsoft.com/office/officeart/2005/8/colors/accent1_2#3" csCatId="accent1"/>
      <dgm:spPr/>
      <dgm:t>
        <a:bodyPr/>
        <a:lstStyle/>
        <a:p>
          <a:endParaRPr lang="en-US"/>
        </a:p>
      </dgm:t>
    </dgm:pt>
    <dgm:pt modelId="{130B62F4-44BE-4D65-BB6A-B72F97A22365}">
      <dgm:prSet/>
      <dgm:spPr/>
      <dgm:t>
        <a:bodyPr/>
        <a:lstStyle/>
        <a:p>
          <a:r>
            <a:rPr lang="en-US" b="0" i="0" baseline="0"/>
            <a:t>Event → Lambda Function → Result</a:t>
          </a:r>
          <a:endParaRPr lang="en-US"/>
        </a:p>
      </dgm:t>
    </dgm:pt>
    <dgm:pt modelId="{BDFDF364-6A03-4635-9E25-58369F46C64B}" type="parTrans" cxnId="{6C1E417B-6C2A-406A-86F3-6E57984C50A5}">
      <dgm:prSet/>
      <dgm:spPr/>
      <dgm:t>
        <a:bodyPr/>
        <a:lstStyle/>
        <a:p>
          <a:endParaRPr lang="en-US"/>
        </a:p>
      </dgm:t>
    </dgm:pt>
    <dgm:pt modelId="{B64E6439-49E7-4ED3-92AA-9CC5580A5025}" type="sibTrans" cxnId="{6C1E417B-6C2A-406A-86F3-6E57984C50A5}">
      <dgm:prSet/>
      <dgm:spPr/>
      <dgm:t>
        <a:bodyPr/>
        <a:lstStyle/>
        <a:p>
          <a:endParaRPr lang="en-US"/>
        </a:p>
      </dgm:t>
    </dgm:pt>
    <dgm:pt modelId="{E1F2139C-63F0-4990-9A3D-BB9E1ECCE70E}">
      <dgm:prSet/>
      <dgm:spPr/>
      <dgm:t>
        <a:bodyPr/>
        <a:lstStyle/>
        <a:p>
          <a:r>
            <a:rPr lang="en-US" b="0" i="0" baseline="0"/>
            <a:t>Events can come from S3, APIs, databases, schedules, queues and IoT</a:t>
          </a:r>
          <a:endParaRPr lang="en-US"/>
        </a:p>
      </dgm:t>
    </dgm:pt>
    <dgm:pt modelId="{2C77048B-7921-46C2-B8D5-AB000EA845CA}" type="parTrans" cxnId="{633A5003-849D-4F2D-850D-0D68F1C01235}">
      <dgm:prSet/>
      <dgm:spPr/>
      <dgm:t>
        <a:bodyPr/>
        <a:lstStyle/>
        <a:p>
          <a:endParaRPr lang="en-US"/>
        </a:p>
      </dgm:t>
    </dgm:pt>
    <dgm:pt modelId="{8FADDEB3-6871-4E3B-BB48-48BA0F6D977A}" type="sibTrans" cxnId="{633A5003-849D-4F2D-850D-0D68F1C01235}">
      <dgm:prSet/>
      <dgm:spPr/>
      <dgm:t>
        <a:bodyPr/>
        <a:lstStyle/>
        <a:p>
          <a:endParaRPr lang="en-US"/>
        </a:p>
      </dgm:t>
    </dgm:pt>
    <dgm:pt modelId="{C00DCA94-CDD9-489F-AA6B-755D1E9F4606}">
      <dgm:prSet/>
      <dgm:spPr/>
      <dgm:t>
        <a:bodyPr/>
        <a:lstStyle/>
        <a:p>
          <a:r>
            <a:rPr lang="en-US" b="0" i="0" baseline="0"/>
            <a:t>Example: S3 upload triggers image processing Lambda</a:t>
          </a:r>
          <a:endParaRPr lang="en-US"/>
        </a:p>
      </dgm:t>
    </dgm:pt>
    <dgm:pt modelId="{40EF3EEC-0C84-4013-AA02-78AD8083A30F}" type="parTrans" cxnId="{BD699BAE-343E-4069-BDF4-9215567D9B24}">
      <dgm:prSet/>
      <dgm:spPr/>
      <dgm:t>
        <a:bodyPr/>
        <a:lstStyle/>
        <a:p>
          <a:endParaRPr lang="en-US"/>
        </a:p>
      </dgm:t>
    </dgm:pt>
    <dgm:pt modelId="{FB8FB39F-C5B2-4181-BCDB-5177EF4CDC6B}" type="sibTrans" cxnId="{BD699BAE-343E-4069-BDF4-9215567D9B24}">
      <dgm:prSet/>
      <dgm:spPr/>
      <dgm:t>
        <a:bodyPr/>
        <a:lstStyle/>
        <a:p>
          <a:endParaRPr lang="en-US"/>
        </a:p>
      </dgm:t>
    </dgm:pt>
    <dgm:pt modelId="{0FB72367-B1A8-4288-9497-65CC38048730}" type="pres">
      <dgm:prSet presAssocID="{8115FAAB-259D-4AB1-B28B-320FE8E49E4D}" presName="outerComposite" presStyleCnt="0">
        <dgm:presLayoutVars>
          <dgm:chMax val="5"/>
          <dgm:dir/>
          <dgm:resizeHandles val="exact"/>
        </dgm:presLayoutVars>
      </dgm:prSet>
      <dgm:spPr/>
    </dgm:pt>
    <dgm:pt modelId="{6A48BE81-E75B-40A7-8F83-5E977979667D}" type="pres">
      <dgm:prSet presAssocID="{8115FAAB-259D-4AB1-B28B-320FE8E49E4D}" presName="dummyMaxCanvas" presStyleCnt="0">
        <dgm:presLayoutVars/>
      </dgm:prSet>
      <dgm:spPr/>
    </dgm:pt>
    <dgm:pt modelId="{32625963-4F35-46C2-B7B2-DBF26DC03496}" type="pres">
      <dgm:prSet presAssocID="{8115FAAB-259D-4AB1-B28B-320FE8E49E4D}" presName="ThreeNodes_1" presStyleLbl="node1" presStyleIdx="0" presStyleCnt="3">
        <dgm:presLayoutVars>
          <dgm:bulletEnabled val="1"/>
        </dgm:presLayoutVars>
      </dgm:prSet>
      <dgm:spPr/>
    </dgm:pt>
    <dgm:pt modelId="{FF7C2B63-264C-4CBE-948B-152C30678298}" type="pres">
      <dgm:prSet presAssocID="{8115FAAB-259D-4AB1-B28B-320FE8E49E4D}" presName="ThreeNodes_2" presStyleLbl="node1" presStyleIdx="1" presStyleCnt="3">
        <dgm:presLayoutVars>
          <dgm:bulletEnabled val="1"/>
        </dgm:presLayoutVars>
      </dgm:prSet>
      <dgm:spPr/>
    </dgm:pt>
    <dgm:pt modelId="{833CE6B6-D55A-478D-AE10-CF27549D32AA}" type="pres">
      <dgm:prSet presAssocID="{8115FAAB-259D-4AB1-B28B-320FE8E49E4D}" presName="ThreeNodes_3" presStyleLbl="node1" presStyleIdx="2" presStyleCnt="3">
        <dgm:presLayoutVars>
          <dgm:bulletEnabled val="1"/>
        </dgm:presLayoutVars>
      </dgm:prSet>
      <dgm:spPr/>
    </dgm:pt>
    <dgm:pt modelId="{6CA50E4E-3636-4185-BB80-A0C870E7AA01}" type="pres">
      <dgm:prSet presAssocID="{8115FAAB-259D-4AB1-B28B-320FE8E49E4D}" presName="ThreeConn_1-2" presStyleLbl="fgAccFollowNode1" presStyleIdx="0" presStyleCnt="2">
        <dgm:presLayoutVars>
          <dgm:bulletEnabled val="1"/>
        </dgm:presLayoutVars>
      </dgm:prSet>
      <dgm:spPr/>
    </dgm:pt>
    <dgm:pt modelId="{2879C049-3A0D-4820-8663-7D8A564FBDFA}" type="pres">
      <dgm:prSet presAssocID="{8115FAAB-259D-4AB1-B28B-320FE8E49E4D}" presName="ThreeConn_2-3" presStyleLbl="fgAccFollowNode1" presStyleIdx="1" presStyleCnt="2">
        <dgm:presLayoutVars>
          <dgm:bulletEnabled val="1"/>
        </dgm:presLayoutVars>
      </dgm:prSet>
      <dgm:spPr/>
    </dgm:pt>
    <dgm:pt modelId="{161CAD13-4975-4536-AE6F-478AECA6A918}" type="pres">
      <dgm:prSet presAssocID="{8115FAAB-259D-4AB1-B28B-320FE8E49E4D}" presName="ThreeNodes_1_text" presStyleLbl="node1" presStyleIdx="2" presStyleCnt="3">
        <dgm:presLayoutVars>
          <dgm:bulletEnabled val="1"/>
        </dgm:presLayoutVars>
      </dgm:prSet>
      <dgm:spPr/>
    </dgm:pt>
    <dgm:pt modelId="{7F195E19-AF44-44A1-AF2A-4753C1876086}" type="pres">
      <dgm:prSet presAssocID="{8115FAAB-259D-4AB1-B28B-320FE8E49E4D}" presName="ThreeNodes_2_text" presStyleLbl="node1" presStyleIdx="2" presStyleCnt="3">
        <dgm:presLayoutVars>
          <dgm:bulletEnabled val="1"/>
        </dgm:presLayoutVars>
      </dgm:prSet>
      <dgm:spPr/>
    </dgm:pt>
    <dgm:pt modelId="{F28A19FA-93B3-4E25-97A2-CBAA8D78201B}" type="pres">
      <dgm:prSet presAssocID="{8115FAAB-259D-4AB1-B28B-320FE8E49E4D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633A5003-849D-4F2D-850D-0D68F1C01235}" srcId="{8115FAAB-259D-4AB1-B28B-320FE8E49E4D}" destId="{E1F2139C-63F0-4990-9A3D-BB9E1ECCE70E}" srcOrd="1" destOrd="0" parTransId="{2C77048B-7921-46C2-B8D5-AB000EA845CA}" sibTransId="{8FADDEB3-6871-4E3B-BB48-48BA0F6D977A}"/>
    <dgm:cxn modelId="{5475FB03-2C51-466B-8B8A-C96E03774833}" type="presOf" srcId="{130B62F4-44BE-4D65-BB6A-B72F97A22365}" destId="{161CAD13-4975-4536-AE6F-478AECA6A918}" srcOrd="1" destOrd="0" presId="urn:microsoft.com/office/officeart/2005/8/layout/vProcess5"/>
    <dgm:cxn modelId="{1B47BB61-AE13-4D2B-B838-4A7360ADEAD2}" type="presOf" srcId="{8FADDEB3-6871-4E3B-BB48-48BA0F6D977A}" destId="{2879C049-3A0D-4820-8663-7D8A564FBDFA}" srcOrd="0" destOrd="0" presId="urn:microsoft.com/office/officeart/2005/8/layout/vProcess5"/>
    <dgm:cxn modelId="{7C765872-7530-4C61-99AC-C7BBF056DC5D}" type="presOf" srcId="{C00DCA94-CDD9-489F-AA6B-755D1E9F4606}" destId="{F28A19FA-93B3-4E25-97A2-CBAA8D78201B}" srcOrd="1" destOrd="0" presId="urn:microsoft.com/office/officeart/2005/8/layout/vProcess5"/>
    <dgm:cxn modelId="{29222E73-B0E5-4757-99F4-B9A74D8D64ED}" type="presOf" srcId="{130B62F4-44BE-4D65-BB6A-B72F97A22365}" destId="{32625963-4F35-46C2-B7B2-DBF26DC03496}" srcOrd="0" destOrd="0" presId="urn:microsoft.com/office/officeart/2005/8/layout/vProcess5"/>
    <dgm:cxn modelId="{6C1E417B-6C2A-406A-86F3-6E57984C50A5}" srcId="{8115FAAB-259D-4AB1-B28B-320FE8E49E4D}" destId="{130B62F4-44BE-4D65-BB6A-B72F97A22365}" srcOrd="0" destOrd="0" parTransId="{BDFDF364-6A03-4635-9E25-58369F46C64B}" sibTransId="{B64E6439-49E7-4ED3-92AA-9CC5580A5025}"/>
    <dgm:cxn modelId="{E6477183-A638-45E3-98CE-77FAFA7F392A}" type="presOf" srcId="{C00DCA94-CDD9-489F-AA6B-755D1E9F4606}" destId="{833CE6B6-D55A-478D-AE10-CF27549D32AA}" srcOrd="0" destOrd="0" presId="urn:microsoft.com/office/officeart/2005/8/layout/vProcess5"/>
    <dgm:cxn modelId="{27C59BA9-E129-48DC-A879-EEDE5BC30E9A}" type="presOf" srcId="{8115FAAB-259D-4AB1-B28B-320FE8E49E4D}" destId="{0FB72367-B1A8-4288-9497-65CC38048730}" srcOrd="0" destOrd="0" presId="urn:microsoft.com/office/officeart/2005/8/layout/vProcess5"/>
    <dgm:cxn modelId="{52A6CEAA-B80C-4A94-9520-F90794DB8628}" type="presOf" srcId="{E1F2139C-63F0-4990-9A3D-BB9E1ECCE70E}" destId="{FF7C2B63-264C-4CBE-948B-152C30678298}" srcOrd="0" destOrd="0" presId="urn:microsoft.com/office/officeart/2005/8/layout/vProcess5"/>
    <dgm:cxn modelId="{BD699BAE-343E-4069-BDF4-9215567D9B24}" srcId="{8115FAAB-259D-4AB1-B28B-320FE8E49E4D}" destId="{C00DCA94-CDD9-489F-AA6B-755D1E9F4606}" srcOrd="2" destOrd="0" parTransId="{40EF3EEC-0C84-4013-AA02-78AD8083A30F}" sibTransId="{FB8FB39F-C5B2-4181-BCDB-5177EF4CDC6B}"/>
    <dgm:cxn modelId="{FAFF6FEA-F585-423F-840F-82CA4D1C4CE9}" type="presOf" srcId="{E1F2139C-63F0-4990-9A3D-BB9E1ECCE70E}" destId="{7F195E19-AF44-44A1-AF2A-4753C1876086}" srcOrd="1" destOrd="0" presId="urn:microsoft.com/office/officeart/2005/8/layout/vProcess5"/>
    <dgm:cxn modelId="{5333C1FF-6AA8-41CE-870D-48F7EFBBCB45}" type="presOf" srcId="{B64E6439-49E7-4ED3-92AA-9CC5580A5025}" destId="{6CA50E4E-3636-4185-BB80-A0C870E7AA01}" srcOrd="0" destOrd="0" presId="urn:microsoft.com/office/officeart/2005/8/layout/vProcess5"/>
    <dgm:cxn modelId="{D7EC76C6-CA69-4D95-8047-96C9F49E95FC}" type="presParOf" srcId="{0FB72367-B1A8-4288-9497-65CC38048730}" destId="{6A48BE81-E75B-40A7-8F83-5E977979667D}" srcOrd="0" destOrd="0" presId="urn:microsoft.com/office/officeart/2005/8/layout/vProcess5"/>
    <dgm:cxn modelId="{EE914A47-C2F7-4D03-8C73-D4C3D958F9A5}" type="presParOf" srcId="{0FB72367-B1A8-4288-9497-65CC38048730}" destId="{32625963-4F35-46C2-B7B2-DBF26DC03496}" srcOrd="1" destOrd="0" presId="urn:microsoft.com/office/officeart/2005/8/layout/vProcess5"/>
    <dgm:cxn modelId="{9ECC83F9-E061-4D57-8BDE-A58D7F289127}" type="presParOf" srcId="{0FB72367-B1A8-4288-9497-65CC38048730}" destId="{FF7C2B63-264C-4CBE-948B-152C30678298}" srcOrd="2" destOrd="0" presId="urn:microsoft.com/office/officeart/2005/8/layout/vProcess5"/>
    <dgm:cxn modelId="{7DFF4939-C5A8-4114-BE74-ED2AEAE4427E}" type="presParOf" srcId="{0FB72367-B1A8-4288-9497-65CC38048730}" destId="{833CE6B6-D55A-478D-AE10-CF27549D32AA}" srcOrd="3" destOrd="0" presId="urn:microsoft.com/office/officeart/2005/8/layout/vProcess5"/>
    <dgm:cxn modelId="{2B03CA06-318B-4DBF-86DC-C64FB30D87C6}" type="presParOf" srcId="{0FB72367-B1A8-4288-9497-65CC38048730}" destId="{6CA50E4E-3636-4185-BB80-A0C870E7AA01}" srcOrd="4" destOrd="0" presId="urn:microsoft.com/office/officeart/2005/8/layout/vProcess5"/>
    <dgm:cxn modelId="{4E3E5D5F-73BA-41EA-AD4A-A0DBBA4D4C8D}" type="presParOf" srcId="{0FB72367-B1A8-4288-9497-65CC38048730}" destId="{2879C049-3A0D-4820-8663-7D8A564FBDFA}" srcOrd="5" destOrd="0" presId="urn:microsoft.com/office/officeart/2005/8/layout/vProcess5"/>
    <dgm:cxn modelId="{41DBFA28-804A-49ED-A526-373EC517CAA6}" type="presParOf" srcId="{0FB72367-B1A8-4288-9497-65CC38048730}" destId="{161CAD13-4975-4536-AE6F-478AECA6A918}" srcOrd="6" destOrd="0" presId="urn:microsoft.com/office/officeart/2005/8/layout/vProcess5"/>
    <dgm:cxn modelId="{6CE72F2F-F3F0-413F-9F4F-E2F6CF87117F}" type="presParOf" srcId="{0FB72367-B1A8-4288-9497-65CC38048730}" destId="{7F195E19-AF44-44A1-AF2A-4753C1876086}" srcOrd="7" destOrd="0" presId="urn:microsoft.com/office/officeart/2005/8/layout/vProcess5"/>
    <dgm:cxn modelId="{4A34475B-ABE4-4F44-B3B5-4CB0D5847B2A}" type="presParOf" srcId="{0FB72367-B1A8-4288-9497-65CC38048730}" destId="{F28A19FA-93B3-4E25-97A2-CBAA8D78201B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85C4C3E-4945-44DB-AEFF-89E4E19BBA35}" type="doc">
      <dgm:prSet loTypeId="urn:microsoft.com/office/officeart/2008/layout/LinedList" loCatId="list" qsTypeId="urn:microsoft.com/office/officeart/2005/8/quickstyle/simple1#13" qsCatId="simple" csTypeId="urn:microsoft.com/office/officeart/2005/8/colors/accent1_2#4" csCatId="accent1"/>
      <dgm:spPr/>
      <dgm:t>
        <a:bodyPr/>
        <a:lstStyle/>
        <a:p>
          <a:endParaRPr lang="en-US"/>
        </a:p>
      </dgm:t>
    </dgm:pt>
    <dgm:pt modelId="{9AE59207-379A-4803-8F0E-2E5D102A8FE0}">
      <dgm:prSet/>
      <dgm:spPr/>
      <dgm:t>
        <a:bodyPr/>
        <a:lstStyle/>
        <a:p>
          <a:r>
            <a:rPr lang="en-US" b="0" i="0" baseline="0"/>
            <a:t>Typical flow: User → API Gateway → Lambda</a:t>
          </a:r>
          <a:endParaRPr lang="en-US"/>
        </a:p>
      </dgm:t>
    </dgm:pt>
    <dgm:pt modelId="{10C6E3C6-F8A4-4561-B2F9-1F38B127A0F6}" type="parTrans" cxnId="{F18AB4EF-46F3-4C01-8D89-B47700A206D5}">
      <dgm:prSet/>
      <dgm:spPr/>
      <dgm:t>
        <a:bodyPr/>
        <a:lstStyle/>
        <a:p>
          <a:endParaRPr lang="en-US"/>
        </a:p>
      </dgm:t>
    </dgm:pt>
    <dgm:pt modelId="{E2661C85-5C6F-4AFC-883D-0FE63AE11BAD}" type="sibTrans" cxnId="{F18AB4EF-46F3-4C01-8D89-B47700A206D5}">
      <dgm:prSet/>
      <dgm:spPr/>
      <dgm:t>
        <a:bodyPr/>
        <a:lstStyle/>
        <a:p>
          <a:endParaRPr lang="en-US"/>
        </a:p>
      </dgm:t>
    </dgm:pt>
    <dgm:pt modelId="{C1D41CC8-B9E4-4580-84E1-D2CBB87E965C}">
      <dgm:prSet/>
      <dgm:spPr/>
      <dgm:t>
        <a:bodyPr/>
        <a:lstStyle/>
        <a:p>
          <a:r>
            <a:rPr lang="en-US" b="0" i="0" baseline="0"/>
            <a:t>Lambda can interact with DynamoDB and S3</a:t>
          </a:r>
          <a:endParaRPr lang="en-US"/>
        </a:p>
      </dgm:t>
    </dgm:pt>
    <dgm:pt modelId="{BB31CEA8-E909-4F7F-8972-2320F321CC9C}" type="parTrans" cxnId="{FA051891-11D5-4B7D-89A7-3B8308C0E8F5}">
      <dgm:prSet/>
      <dgm:spPr/>
      <dgm:t>
        <a:bodyPr/>
        <a:lstStyle/>
        <a:p>
          <a:endParaRPr lang="en-US"/>
        </a:p>
      </dgm:t>
    </dgm:pt>
    <dgm:pt modelId="{ACE40C94-A3E3-481B-BB9F-E25812353D74}" type="sibTrans" cxnId="{FA051891-11D5-4B7D-89A7-3B8308C0E8F5}">
      <dgm:prSet/>
      <dgm:spPr/>
      <dgm:t>
        <a:bodyPr/>
        <a:lstStyle/>
        <a:p>
          <a:endParaRPr lang="en-US"/>
        </a:p>
      </dgm:t>
    </dgm:pt>
    <dgm:pt modelId="{F3A3B419-6573-4C19-9963-31C3CDE1BABC}">
      <dgm:prSet/>
      <dgm:spPr/>
      <dgm:t>
        <a:bodyPr/>
        <a:lstStyle/>
        <a:p>
          <a:r>
            <a:rPr lang="en-US" b="0" i="0" baseline="0"/>
            <a:t>Reduces the need to manage EC2 servers</a:t>
          </a:r>
          <a:endParaRPr lang="en-US"/>
        </a:p>
      </dgm:t>
    </dgm:pt>
    <dgm:pt modelId="{8FC0752D-C92C-4A20-A33E-057002EBE44A}" type="parTrans" cxnId="{279B7A6A-813C-4688-BDF4-6610361C97A6}">
      <dgm:prSet/>
      <dgm:spPr/>
      <dgm:t>
        <a:bodyPr/>
        <a:lstStyle/>
        <a:p>
          <a:endParaRPr lang="en-US"/>
        </a:p>
      </dgm:t>
    </dgm:pt>
    <dgm:pt modelId="{711CB6F9-4436-4CAC-96D4-9295C75152AF}" type="sibTrans" cxnId="{279B7A6A-813C-4688-BDF4-6610361C97A6}">
      <dgm:prSet/>
      <dgm:spPr/>
      <dgm:t>
        <a:bodyPr/>
        <a:lstStyle/>
        <a:p>
          <a:endParaRPr lang="en-US"/>
        </a:p>
      </dgm:t>
    </dgm:pt>
    <dgm:pt modelId="{0B80185C-054A-4EA3-9BE4-67CA14FC12D7}">
      <dgm:prSet/>
      <dgm:spPr/>
      <dgm:t>
        <a:bodyPr/>
        <a:lstStyle/>
        <a:p>
          <a:r>
            <a:rPr lang="en-US" b="0" i="0" baseline="0"/>
            <a:t>Suitable for APIs and event-driven applications</a:t>
          </a:r>
          <a:endParaRPr lang="en-US"/>
        </a:p>
      </dgm:t>
    </dgm:pt>
    <dgm:pt modelId="{BEAEF450-85AA-4864-B05F-1675E80E3DCA}" type="parTrans" cxnId="{1E02ADE0-007C-4004-9C79-60542D3468AE}">
      <dgm:prSet/>
      <dgm:spPr/>
      <dgm:t>
        <a:bodyPr/>
        <a:lstStyle/>
        <a:p>
          <a:endParaRPr lang="en-US"/>
        </a:p>
      </dgm:t>
    </dgm:pt>
    <dgm:pt modelId="{E2493AC3-FE66-45D5-92ED-F6E6F61664A8}" type="sibTrans" cxnId="{1E02ADE0-007C-4004-9C79-60542D3468AE}">
      <dgm:prSet/>
      <dgm:spPr/>
      <dgm:t>
        <a:bodyPr/>
        <a:lstStyle/>
        <a:p>
          <a:endParaRPr lang="en-US"/>
        </a:p>
      </dgm:t>
    </dgm:pt>
    <dgm:pt modelId="{5BFD7279-1E0A-43F3-80D6-C7D419A5F519}" type="pres">
      <dgm:prSet presAssocID="{A85C4C3E-4945-44DB-AEFF-89E4E19BBA35}" presName="vert0" presStyleCnt="0">
        <dgm:presLayoutVars>
          <dgm:dir/>
          <dgm:animOne val="branch"/>
          <dgm:animLvl val="lvl"/>
        </dgm:presLayoutVars>
      </dgm:prSet>
      <dgm:spPr/>
    </dgm:pt>
    <dgm:pt modelId="{AED4E84A-A0F9-4910-B74F-CAD65431E28B}" type="pres">
      <dgm:prSet presAssocID="{9AE59207-379A-4803-8F0E-2E5D102A8FE0}" presName="thickLine" presStyleLbl="alignNode1" presStyleIdx="0" presStyleCnt="4"/>
      <dgm:spPr/>
    </dgm:pt>
    <dgm:pt modelId="{B50C8C25-BFBC-4973-BA3F-FBF7CF3437A8}" type="pres">
      <dgm:prSet presAssocID="{9AE59207-379A-4803-8F0E-2E5D102A8FE0}" presName="horz1" presStyleCnt="0"/>
      <dgm:spPr/>
    </dgm:pt>
    <dgm:pt modelId="{3AF7BDA7-9177-41C1-902C-EA222A15A3AC}" type="pres">
      <dgm:prSet presAssocID="{9AE59207-379A-4803-8F0E-2E5D102A8FE0}" presName="tx1" presStyleLbl="revTx" presStyleIdx="0" presStyleCnt="4"/>
      <dgm:spPr/>
    </dgm:pt>
    <dgm:pt modelId="{B549E0B5-E4AE-46E3-8388-78FCC28E7331}" type="pres">
      <dgm:prSet presAssocID="{9AE59207-379A-4803-8F0E-2E5D102A8FE0}" presName="vert1" presStyleCnt="0"/>
      <dgm:spPr/>
    </dgm:pt>
    <dgm:pt modelId="{A4690F75-63F1-4198-86C4-7F768F8A2464}" type="pres">
      <dgm:prSet presAssocID="{C1D41CC8-B9E4-4580-84E1-D2CBB87E965C}" presName="thickLine" presStyleLbl="alignNode1" presStyleIdx="1" presStyleCnt="4"/>
      <dgm:spPr/>
    </dgm:pt>
    <dgm:pt modelId="{540F7935-7B66-4F7C-82F0-3C4DC47F2E4D}" type="pres">
      <dgm:prSet presAssocID="{C1D41CC8-B9E4-4580-84E1-D2CBB87E965C}" presName="horz1" presStyleCnt="0"/>
      <dgm:spPr/>
    </dgm:pt>
    <dgm:pt modelId="{60EC1C07-1C02-45D7-8C9E-DE1B1357EA2D}" type="pres">
      <dgm:prSet presAssocID="{C1D41CC8-B9E4-4580-84E1-D2CBB87E965C}" presName="tx1" presStyleLbl="revTx" presStyleIdx="1" presStyleCnt="4"/>
      <dgm:spPr/>
    </dgm:pt>
    <dgm:pt modelId="{A81F806F-3BBE-47D8-BBE7-B1D6DDFF8262}" type="pres">
      <dgm:prSet presAssocID="{C1D41CC8-B9E4-4580-84E1-D2CBB87E965C}" presName="vert1" presStyleCnt="0"/>
      <dgm:spPr/>
    </dgm:pt>
    <dgm:pt modelId="{09ADA114-BAE7-4D7C-9A3C-CEAC5CFCA751}" type="pres">
      <dgm:prSet presAssocID="{F3A3B419-6573-4C19-9963-31C3CDE1BABC}" presName="thickLine" presStyleLbl="alignNode1" presStyleIdx="2" presStyleCnt="4"/>
      <dgm:spPr/>
    </dgm:pt>
    <dgm:pt modelId="{81048FA7-E2CE-498B-9F0D-793126E36D54}" type="pres">
      <dgm:prSet presAssocID="{F3A3B419-6573-4C19-9963-31C3CDE1BABC}" presName="horz1" presStyleCnt="0"/>
      <dgm:spPr/>
    </dgm:pt>
    <dgm:pt modelId="{29A79FC7-78E1-42E0-BA39-88AF0AB1B28F}" type="pres">
      <dgm:prSet presAssocID="{F3A3B419-6573-4C19-9963-31C3CDE1BABC}" presName="tx1" presStyleLbl="revTx" presStyleIdx="2" presStyleCnt="4"/>
      <dgm:spPr/>
    </dgm:pt>
    <dgm:pt modelId="{05D04B73-F7F4-4C7E-8C70-E74D82B1F739}" type="pres">
      <dgm:prSet presAssocID="{F3A3B419-6573-4C19-9963-31C3CDE1BABC}" presName="vert1" presStyleCnt="0"/>
      <dgm:spPr/>
    </dgm:pt>
    <dgm:pt modelId="{C4FF9633-1A3F-4F17-BC30-A3AF23426DE5}" type="pres">
      <dgm:prSet presAssocID="{0B80185C-054A-4EA3-9BE4-67CA14FC12D7}" presName="thickLine" presStyleLbl="alignNode1" presStyleIdx="3" presStyleCnt="4"/>
      <dgm:spPr/>
    </dgm:pt>
    <dgm:pt modelId="{B5139A9D-A98E-4E4C-96A1-CCCE3983A0CA}" type="pres">
      <dgm:prSet presAssocID="{0B80185C-054A-4EA3-9BE4-67CA14FC12D7}" presName="horz1" presStyleCnt="0"/>
      <dgm:spPr/>
    </dgm:pt>
    <dgm:pt modelId="{CA3A7754-57F8-4A73-8E2A-311ECBDB2284}" type="pres">
      <dgm:prSet presAssocID="{0B80185C-054A-4EA3-9BE4-67CA14FC12D7}" presName="tx1" presStyleLbl="revTx" presStyleIdx="3" presStyleCnt="4"/>
      <dgm:spPr/>
    </dgm:pt>
    <dgm:pt modelId="{A4104B01-13DE-4CD9-925C-78D55DEB29A8}" type="pres">
      <dgm:prSet presAssocID="{0B80185C-054A-4EA3-9BE4-67CA14FC12D7}" presName="vert1" presStyleCnt="0"/>
      <dgm:spPr/>
    </dgm:pt>
  </dgm:ptLst>
  <dgm:cxnLst>
    <dgm:cxn modelId="{41825A31-D5DA-4BD3-A71D-D4E7715D73E0}" type="presOf" srcId="{A85C4C3E-4945-44DB-AEFF-89E4E19BBA35}" destId="{5BFD7279-1E0A-43F3-80D6-C7D419A5F519}" srcOrd="0" destOrd="0" presId="urn:microsoft.com/office/officeart/2008/layout/LinedList"/>
    <dgm:cxn modelId="{279B7A6A-813C-4688-BDF4-6610361C97A6}" srcId="{A85C4C3E-4945-44DB-AEFF-89E4E19BBA35}" destId="{F3A3B419-6573-4C19-9963-31C3CDE1BABC}" srcOrd="2" destOrd="0" parTransId="{8FC0752D-C92C-4A20-A33E-057002EBE44A}" sibTransId="{711CB6F9-4436-4CAC-96D4-9295C75152AF}"/>
    <dgm:cxn modelId="{5D9F1F4B-06AB-4D61-9983-E2D4FD5CF872}" type="presOf" srcId="{F3A3B419-6573-4C19-9963-31C3CDE1BABC}" destId="{29A79FC7-78E1-42E0-BA39-88AF0AB1B28F}" srcOrd="0" destOrd="0" presId="urn:microsoft.com/office/officeart/2008/layout/LinedList"/>
    <dgm:cxn modelId="{91B7354E-3852-415A-A1BC-C1F5A5AB9957}" type="presOf" srcId="{0B80185C-054A-4EA3-9BE4-67CA14FC12D7}" destId="{CA3A7754-57F8-4A73-8E2A-311ECBDB2284}" srcOrd="0" destOrd="0" presId="urn:microsoft.com/office/officeart/2008/layout/LinedList"/>
    <dgm:cxn modelId="{FA051891-11D5-4B7D-89A7-3B8308C0E8F5}" srcId="{A85C4C3E-4945-44DB-AEFF-89E4E19BBA35}" destId="{C1D41CC8-B9E4-4580-84E1-D2CBB87E965C}" srcOrd="1" destOrd="0" parTransId="{BB31CEA8-E909-4F7F-8972-2320F321CC9C}" sibTransId="{ACE40C94-A3E3-481B-BB9F-E25812353D74}"/>
    <dgm:cxn modelId="{410B1ED3-282E-41D2-8E30-95B591F60CCA}" type="presOf" srcId="{9AE59207-379A-4803-8F0E-2E5D102A8FE0}" destId="{3AF7BDA7-9177-41C1-902C-EA222A15A3AC}" srcOrd="0" destOrd="0" presId="urn:microsoft.com/office/officeart/2008/layout/LinedList"/>
    <dgm:cxn modelId="{1E02ADE0-007C-4004-9C79-60542D3468AE}" srcId="{A85C4C3E-4945-44DB-AEFF-89E4E19BBA35}" destId="{0B80185C-054A-4EA3-9BE4-67CA14FC12D7}" srcOrd="3" destOrd="0" parTransId="{BEAEF450-85AA-4864-B05F-1675E80E3DCA}" sibTransId="{E2493AC3-FE66-45D5-92ED-F6E6F61664A8}"/>
    <dgm:cxn modelId="{F18AB4EF-46F3-4C01-8D89-B47700A206D5}" srcId="{A85C4C3E-4945-44DB-AEFF-89E4E19BBA35}" destId="{9AE59207-379A-4803-8F0E-2E5D102A8FE0}" srcOrd="0" destOrd="0" parTransId="{10C6E3C6-F8A4-4561-B2F9-1F38B127A0F6}" sibTransId="{E2661C85-5C6F-4AFC-883D-0FE63AE11BAD}"/>
    <dgm:cxn modelId="{7F353DFC-309C-454F-8228-1EB26E1E3C50}" type="presOf" srcId="{C1D41CC8-B9E4-4580-84E1-D2CBB87E965C}" destId="{60EC1C07-1C02-45D7-8C9E-DE1B1357EA2D}" srcOrd="0" destOrd="0" presId="urn:microsoft.com/office/officeart/2008/layout/LinedList"/>
    <dgm:cxn modelId="{5CE6648D-A040-4609-84AF-E41A424283F2}" type="presParOf" srcId="{5BFD7279-1E0A-43F3-80D6-C7D419A5F519}" destId="{AED4E84A-A0F9-4910-B74F-CAD65431E28B}" srcOrd="0" destOrd="0" presId="urn:microsoft.com/office/officeart/2008/layout/LinedList"/>
    <dgm:cxn modelId="{A0BF8EE4-6C49-4C23-AF39-9CAFF0F9E41F}" type="presParOf" srcId="{5BFD7279-1E0A-43F3-80D6-C7D419A5F519}" destId="{B50C8C25-BFBC-4973-BA3F-FBF7CF3437A8}" srcOrd="1" destOrd="0" presId="urn:microsoft.com/office/officeart/2008/layout/LinedList"/>
    <dgm:cxn modelId="{BCB8EE29-DDC5-4B76-9FD5-E850A1EB37CC}" type="presParOf" srcId="{B50C8C25-BFBC-4973-BA3F-FBF7CF3437A8}" destId="{3AF7BDA7-9177-41C1-902C-EA222A15A3AC}" srcOrd="0" destOrd="0" presId="urn:microsoft.com/office/officeart/2008/layout/LinedList"/>
    <dgm:cxn modelId="{A7DD9945-852D-431C-B1A6-3E730C2053F9}" type="presParOf" srcId="{B50C8C25-BFBC-4973-BA3F-FBF7CF3437A8}" destId="{B549E0B5-E4AE-46E3-8388-78FCC28E7331}" srcOrd="1" destOrd="0" presId="urn:microsoft.com/office/officeart/2008/layout/LinedList"/>
    <dgm:cxn modelId="{5B8ADAE1-76A5-4FA4-9E69-D59676D6FB1B}" type="presParOf" srcId="{5BFD7279-1E0A-43F3-80D6-C7D419A5F519}" destId="{A4690F75-63F1-4198-86C4-7F768F8A2464}" srcOrd="2" destOrd="0" presId="urn:microsoft.com/office/officeart/2008/layout/LinedList"/>
    <dgm:cxn modelId="{D82174DB-5F6C-4A6A-BDEB-3A285EA9831C}" type="presParOf" srcId="{5BFD7279-1E0A-43F3-80D6-C7D419A5F519}" destId="{540F7935-7B66-4F7C-82F0-3C4DC47F2E4D}" srcOrd="3" destOrd="0" presId="urn:microsoft.com/office/officeart/2008/layout/LinedList"/>
    <dgm:cxn modelId="{FF917354-6A08-404F-8BA0-F38468C3BBED}" type="presParOf" srcId="{540F7935-7B66-4F7C-82F0-3C4DC47F2E4D}" destId="{60EC1C07-1C02-45D7-8C9E-DE1B1357EA2D}" srcOrd="0" destOrd="0" presId="urn:microsoft.com/office/officeart/2008/layout/LinedList"/>
    <dgm:cxn modelId="{B356F803-3E23-420F-A259-FA85ACD56223}" type="presParOf" srcId="{540F7935-7B66-4F7C-82F0-3C4DC47F2E4D}" destId="{A81F806F-3BBE-47D8-BBE7-B1D6DDFF8262}" srcOrd="1" destOrd="0" presId="urn:microsoft.com/office/officeart/2008/layout/LinedList"/>
    <dgm:cxn modelId="{9EBD80DF-94AF-4165-AA82-DAD27D4D6D7B}" type="presParOf" srcId="{5BFD7279-1E0A-43F3-80D6-C7D419A5F519}" destId="{09ADA114-BAE7-4D7C-9A3C-CEAC5CFCA751}" srcOrd="4" destOrd="0" presId="urn:microsoft.com/office/officeart/2008/layout/LinedList"/>
    <dgm:cxn modelId="{E8A550C8-5730-4AAF-B8AA-E4886F470127}" type="presParOf" srcId="{5BFD7279-1E0A-43F3-80D6-C7D419A5F519}" destId="{81048FA7-E2CE-498B-9F0D-793126E36D54}" srcOrd="5" destOrd="0" presId="urn:microsoft.com/office/officeart/2008/layout/LinedList"/>
    <dgm:cxn modelId="{401310ED-DFD2-4673-BFF4-6C361A840BB6}" type="presParOf" srcId="{81048FA7-E2CE-498B-9F0D-793126E36D54}" destId="{29A79FC7-78E1-42E0-BA39-88AF0AB1B28F}" srcOrd="0" destOrd="0" presId="urn:microsoft.com/office/officeart/2008/layout/LinedList"/>
    <dgm:cxn modelId="{DB313F01-9C2E-4948-96D0-814FC470BCB6}" type="presParOf" srcId="{81048FA7-E2CE-498B-9F0D-793126E36D54}" destId="{05D04B73-F7F4-4C7E-8C70-E74D82B1F739}" srcOrd="1" destOrd="0" presId="urn:microsoft.com/office/officeart/2008/layout/LinedList"/>
    <dgm:cxn modelId="{5A837998-0D0E-4E68-B35B-7B35C6500796}" type="presParOf" srcId="{5BFD7279-1E0A-43F3-80D6-C7D419A5F519}" destId="{C4FF9633-1A3F-4F17-BC30-A3AF23426DE5}" srcOrd="6" destOrd="0" presId="urn:microsoft.com/office/officeart/2008/layout/LinedList"/>
    <dgm:cxn modelId="{4723C593-E6E0-430B-8691-B6ACBB9F469E}" type="presParOf" srcId="{5BFD7279-1E0A-43F3-80D6-C7D419A5F519}" destId="{B5139A9D-A98E-4E4C-96A1-CCCE3983A0CA}" srcOrd="7" destOrd="0" presId="urn:microsoft.com/office/officeart/2008/layout/LinedList"/>
    <dgm:cxn modelId="{E436436A-9980-46DD-B2FD-DCE9AB0182CC}" type="presParOf" srcId="{B5139A9D-A98E-4E4C-96A1-CCCE3983A0CA}" destId="{CA3A7754-57F8-4A73-8E2A-311ECBDB2284}" srcOrd="0" destOrd="0" presId="urn:microsoft.com/office/officeart/2008/layout/LinedList"/>
    <dgm:cxn modelId="{4EF7B7C9-8D8E-43BE-B11C-A3BC9DD75CC8}" type="presParOf" srcId="{B5139A9D-A98E-4E4C-96A1-CCCE3983A0CA}" destId="{A4104B01-13DE-4CD9-925C-78D55DEB29A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C194CD11-7918-4F2C-83EE-DE75F244F98E}" type="doc">
      <dgm:prSet loTypeId="urn:microsoft.com/office/officeart/2005/8/layout/vList2" loCatId="list" qsTypeId="urn:microsoft.com/office/officeart/2005/8/quickstyle/simple1#14" qsCatId="simple" csTypeId="urn:microsoft.com/office/officeart/2005/8/colors/accent1_2#5" csCatId="accent1"/>
      <dgm:spPr/>
      <dgm:t>
        <a:bodyPr/>
        <a:lstStyle/>
        <a:p>
          <a:endParaRPr lang="en-US"/>
        </a:p>
      </dgm:t>
    </dgm:pt>
    <dgm:pt modelId="{5472831E-48DD-4AE3-BBFE-0ACBE2770021}">
      <dgm:prSet/>
      <dgm:spPr/>
      <dgm:t>
        <a:bodyPr/>
        <a:lstStyle/>
        <a:p>
          <a:r>
            <a:rPr lang="en-US" b="0" i="0" baseline="0"/>
            <a:t>Write code → Test → Package → Deploy → Configure trigger → Monitor</a:t>
          </a:r>
          <a:endParaRPr lang="en-US"/>
        </a:p>
      </dgm:t>
    </dgm:pt>
    <dgm:pt modelId="{CFC098AE-87D8-460F-B4A5-B78CC34FEA20}" type="parTrans" cxnId="{39E9F291-A77F-40A8-9926-D595102A1C9E}">
      <dgm:prSet/>
      <dgm:spPr/>
      <dgm:t>
        <a:bodyPr/>
        <a:lstStyle/>
        <a:p>
          <a:endParaRPr lang="en-US"/>
        </a:p>
      </dgm:t>
    </dgm:pt>
    <dgm:pt modelId="{DCC830C5-9F7E-4901-91D6-AE6FD2D1C4AA}" type="sibTrans" cxnId="{39E9F291-A77F-40A8-9926-D595102A1C9E}">
      <dgm:prSet/>
      <dgm:spPr/>
      <dgm:t>
        <a:bodyPr/>
        <a:lstStyle/>
        <a:p>
          <a:endParaRPr lang="en-US"/>
        </a:p>
      </dgm:t>
    </dgm:pt>
    <dgm:pt modelId="{580DC612-6F9C-42A9-A9B1-1039CE40BE8A}">
      <dgm:prSet/>
      <dgm:spPr/>
      <dgm:t>
        <a:bodyPr/>
        <a:lstStyle/>
        <a:p>
          <a:r>
            <a:rPr lang="en-US" b="0" i="0" baseline="0"/>
            <a:t>Deployment options: AWS Console, AWS CLI, Infrastructure as Code and CI/CD</a:t>
          </a:r>
          <a:endParaRPr lang="en-US"/>
        </a:p>
      </dgm:t>
    </dgm:pt>
    <dgm:pt modelId="{5D22FF2B-9ADB-4C8D-9457-21599EC45EC0}" type="parTrans" cxnId="{6B39329E-6D4B-424F-AFE5-9B1A5F57D1DC}">
      <dgm:prSet/>
      <dgm:spPr/>
      <dgm:t>
        <a:bodyPr/>
        <a:lstStyle/>
        <a:p>
          <a:endParaRPr lang="en-US"/>
        </a:p>
      </dgm:t>
    </dgm:pt>
    <dgm:pt modelId="{4BF41CBE-A527-49A3-9FAE-6BB1FB79218F}" type="sibTrans" cxnId="{6B39329E-6D4B-424F-AFE5-9B1A5F57D1DC}">
      <dgm:prSet/>
      <dgm:spPr/>
      <dgm:t>
        <a:bodyPr/>
        <a:lstStyle/>
        <a:p>
          <a:endParaRPr lang="en-US"/>
        </a:p>
      </dgm:t>
    </dgm:pt>
    <dgm:pt modelId="{6C7E7133-4E05-4C71-AAA5-F4C43890628B}">
      <dgm:prSet/>
      <dgm:spPr/>
      <dgm:t>
        <a:bodyPr/>
        <a:lstStyle/>
        <a:p>
          <a:r>
            <a:rPr lang="en-US" b="0" i="0" baseline="0"/>
            <a:t>Use development, testing and production stages</a:t>
          </a:r>
          <a:endParaRPr lang="en-US"/>
        </a:p>
      </dgm:t>
    </dgm:pt>
    <dgm:pt modelId="{A1EAF830-A7F2-4992-9D59-1B3978521C64}" type="parTrans" cxnId="{CBD2AA98-670B-43AD-9B48-04301E00A56E}">
      <dgm:prSet/>
      <dgm:spPr/>
      <dgm:t>
        <a:bodyPr/>
        <a:lstStyle/>
        <a:p>
          <a:endParaRPr lang="en-US"/>
        </a:p>
      </dgm:t>
    </dgm:pt>
    <dgm:pt modelId="{487EC6AA-4A10-4C1A-BAEB-476F8C0F2EC7}" type="sibTrans" cxnId="{CBD2AA98-670B-43AD-9B48-04301E00A56E}">
      <dgm:prSet/>
      <dgm:spPr/>
      <dgm:t>
        <a:bodyPr/>
        <a:lstStyle/>
        <a:p>
          <a:endParaRPr lang="en-US"/>
        </a:p>
      </dgm:t>
    </dgm:pt>
    <dgm:pt modelId="{F4267486-39DC-41F1-AB50-8F800FBF078D}" type="pres">
      <dgm:prSet presAssocID="{C194CD11-7918-4F2C-83EE-DE75F244F98E}" presName="linear" presStyleCnt="0">
        <dgm:presLayoutVars>
          <dgm:animLvl val="lvl"/>
          <dgm:resizeHandles val="exact"/>
        </dgm:presLayoutVars>
      </dgm:prSet>
      <dgm:spPr/>
    </dgm:pt>
    <dgm:pt modelId="{29D1B104-2572-4E6C-8EE6-1217F0E3A10A}" type="pres">
      <dgm:prSet presAssocID="{5472831E-48DD-4AE3-BBFE-0ACBE277002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2BDCC68-D298-468F-AF96-18A9F8F3B5A5}" type="pres">
      <dgm:prSet presAssocID="{DCC830C5-9F7E-4901-91D6-AE6FD2D1C4AA}" presName="spacer" presStyleCnt="0"/>
      <dgm:spPr/>
    </dgm:pt>
    <dgm:pt modelId="{A89F47BA-5126-42FE-B3E0-5A503D47ABD4}" type="pres">
      <dgm:prSet presAssocID="{580DC612-6F9C-42A9-A9B1-1039CE40BE8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97B37B5-08AF-4DAB-B0E0-A106B844F664}" type="pres">
      <dgm:prSet presAssocID="{4BF41CBE-A527-49A3-9FAE-6BB1FB79218F}" presName="spacer" presStyleCnt="0"/>
      <dgm:spPr/>
    </dgm:pt>
    <dgm:pt modelId="{C66F894C-AE97-455D-B7E4-A0ED0E1E094C}" type="pres">
      <dgm:prSet presAssocID="{6C7E7133-4E05-4C71-AAA5-F4C43890628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897C929-C2F7-4595-9081-DF3C1FA7A28C}" type="presOf" srcId="{C194CD11-7918-4F2C-83EE-DE75F244F98E}" destId="{F4267486-39DC-41F1-AB50-8F800FBF078D}" srcOrd="0" destOrd="0" presId="urn:microsoft.com/office/officeart/2005/8/layout/vList2"/>
    <dgm:cxn modelId="{7BFB9A8E-8DDA-46C4-96B0-17C5EB1A9474}" type="presOf" srcId="{580DC612-6F9C-42A9-A9B1-1039CE40BE8A}" destId="{A89F47BA-5126-42FE-B3E0-5A503D47ABD4}" srcOrd="0" destOrd="0" presId="urn:microsoft.com/office/officeart/2005/8/layout/vList2"/>
    <dgm:cxn modelId="{39E9F291-A77F-40A8-9926-D595102A1C9E}" srcId="{C194CD11-7918-4F2C-83EE-DE75F244F98E}" destId="{5472831E-48DD-4AE3-BBFE-0ACBE2770021}" srcOrd="0" destOrd="0" parTransId="{CFC098AE-87D8-460F-B4A5-B78CC34FEA20}" sibTransId="{DCC830C5-9F7E-4901-91D6-AE6FD2D1C4AA}"/>
    <dgm:cxn modelId="{CBD2AA98-670B-43AD-9B48-04301E00A56E}" srcId="{C194CD11-7918-4F2C-83EE-DE75F244F98E}" destId="{6C7E7133-4E05-4C71-AAA5-F4C43890628B}" srcOrd="2" destOrd="0" parTransId="{A1EAF830-A7F2-4992-9D59-1B3978521C64}" sibTransId="{487EC6AA-4A10-4C1A-BAEB-476F8C0F2EC7}"/>
    <dgm:cxn modelId="{6B39329E-6D4B-424F-AFE5-9B1A5F57D1DC}" srcId="{C194CD11-7918-4F2C-83EE-DE75F244F98E}" destId="{580DC612-6F9C-42A9-A9B1-1039CE40BE8A}" srcOrd="1" destOrd="0" parTransId="{5D22FF2B-9ADB-4C8D-9457-21599EC45EC0}" sibTransId="{4BF41CBE-A527-49A3-9FAE-6BB1FB79218F}"/>
    <dgm:cxn modelId="{A2DB15BD-24F0-45CC-8A0F-012112410DA1}" type="presOf" srcId="{5472831E-48DD-4AE3-BBFE-0ACBE2770021}" destId="{29D1B104-2572-4E6C-8EE6-1217F0E3A10A}" srcOrd="0" destOrd="0" presId="urn:microsoft.com/office/officeart/2005/8/layout/vList2"/>
    <dgm:cxn modelId="{EF98C6CF-5287-4371-BA11-8FD10C533618}" type="presOf" srcId="{6C7E7133-4E05-4C71-AAA5-F4C43890628B}" destId="{C66F894C-AE97-455D-B7E4-A0ED0E1E094C}" srcOrd="0" destOrd="0" presId="urn:microsoft.com/office/officeart/2005/8/layout/vList2"/>
    <dgm:cxn modelId="{22C7DBC7-7668-4185-9509-56A9C0BF3040}" type="presParOf" srcId="{F4267486-39DC-41F1-AB50-8F800FBF078D}" destId="{29D1B104-2572-4E6C-8EE6-1217F0E3A10A}" srcOrd="0" destOrd="0" presId="urn:microsoft.com/office/officeart/2005/8/layout/vList2"/>
    <dgm:cxn modelId="{4D179C3D-6861-4E2B-AC8F-9E044E17DC5C}" type="presParOf" srcId="{F4267486-39DC-41F1-AB50-8F800FBF078D}" destId="{52BDCC68-D298-468F-AF96-18A9F8F3B5A5}" srcOrd="1" destOrd="0" presId="urn:microsoft.com/office/officeart/2005/8/layout/vList2"/>
    <dgm:cxn modelId="{61E7AE7F-853E-464C-9417-F3D365B2F2D7}" type="presParOf" srcId="{F4267486-39DC-41F1-AB50-8F800FBF078D}" destId="{A89F47BA-5126-42FE-B3E0-5A503D47ABD4}" srcOrd="2" destOrd="0" presId="urn:microsoft.com/office/officeart/2005/8/layout/vList2"/>
    <dgm:cxn modelId="{90942349-6EC0-4937-A52C-A5AF14B6AD67}" type="presParOf" srcId="{F4267486-39DC-41F1-AB50-8F800FBF078D}" destId="{B97B37B5-08AF-4DAB-B0E0-A106B844F664}" srcOrd="3" destOrd="0" presId="urn:microsoft.com/office/officeart/2005/8/layout/vList2"/>
    <dgm:cxn modelId="{25737E24-7E77-4321-AF9A-AF11CAE956B2}" type="presParOf" srcId="{F4267486-39DC-41F1-AB50-8F800FBF078D}" destId="{C66F894C-AE97-455D-B7E4-A0ED0E1E094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7EB2EB8C-ECBA-4126-939D-2EA3EFDBD305}" type="doc">
      <dgm:prSet loTypeId="urn:microsoft.com/office/officeart/2018/2/layout/IconCircleList" loCatId="icon" qsTypeId="urn:microsoft.com/office/officeart/2005/8/quickstyle/simple1#15" qsCatId="simple" csTypeId="urn:microsoft.com/office/officeart/2005/8/colors/accent1_2#6" csCatId="accent1" phldr="1"/>
      <dgm:spPr/>
      <dgm:t>
        <a:bodyPr/>
        <a:lstStyle/>
        <a:p>
          <a:endParaRPr lang="en-US"/>
        </a:p>
      </dgm:t>
    </dgm:pt>
    <dgm:pt modelId="{90DCBFD2-52CE-416C-A2A9-736B140A68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Monitor invocation count, duration and concurrency</a:t>
          </a:r>
          <a:endParaRPr lang="en-US"/>
        </a:p>
      </dgm:t>
    </dgm:pt>
    <dgm:pt modelId="{F3DDE3C3-3DE1-4ACC-8077-121E53C08F05}" type="parTrans" cxnId="{BE328D1B-8A01-4FC3-B56B-271EC6CA5E00}">
      <dgm:prSet/>
      <dgm:spPr/>
      <dgm:t>
        <a:bodyPr/>
        <a:lstStyle/>
        <a:p>
          <a:endParaRPr lang="en-US"/>
        </a:p>
      </dgm:t>
    </dgm:pt>
    <dgm:pt modelId="{2AF152C4-A583-4D65-9175-BF9A1358EB86}" type="sibTrans" cxnId="{BE328D1B-8A01-4FC3-B56B-271EC6CA5E0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982F15F-1776-41A3-BF67-9407889CD7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Track errors and timeouts</a:t>
          </a:r>
          <a:endParaRPr lang="en-US"/>
        </a:p>
      </dgm:t>
    </dgm:pt>
    <dgm:pt modelId="{148F8989-6D71-499E-B9C2-1998ACEBE19A}" type="parTrans" cxnId="{C0A867FC-B200-41C0-B5E4-D6C04D631603}">
      <dgm:prSet/>
      <dgm:spPr/>
      <dgm:t>
        <a:bodyPr/>
        <a:lstStyle/>
        <a:p>
          <a:endParaRPr lang="en-US"/>
        </a:p>
      </dgm:t>
    </dgm:pt>
    <dgm:pt modelId="{F70943B1-12AD-4EB2-AAEF-0EF88C0BC664}" type="sibTrans" cxnId="{C0A867FC-B200-41C0-B5E4-D6C04D63160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CFCC6F3-C547-4380-AF42-0A0A142D55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Use CloudWatch for metrics, logs and alarms</a:t>
          </a:r>
          <a:endParaRPr lang="en-US"/>
        </a:p>
      </dgm:t>
    </dgm:pt>
    <dgm:pt modelId="{FF7442DA-273C-4B79-ADBA-52499A044F71}" type="parTrans" cxnId="{E4054222-C6FB-483C-8E29-8D2119336C8A}">
      <dgm:prSet/>
      <dgm:spPr/>
      <dgm:t>
        <a:bodyPr/>
        <a:lstStyle/>
        <a:p>
          <a:endParaRPr lang="en-US"/>
        </a:p>
      </dgm:t>
    </dgm:pt>
    <dgm:pt modelId="{1326C882-B975-4377-A49C-FF5EDFCAB76E}" type="sibTrans" cxnId="{E4054222-C6FB-483C-8E29-8D2119336C8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32AD69F-B940-4732-A42A-80CE96B34A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Use AWS X-Ray for distributed request tracing</a:t>
          </a:r>
          <a:endParaRPr lang="en-US"/>
        </a:p>
      </dgm:t>
    </dgm:pt>
    <dgm:pt modelId="{A85A6CEC-88F7-4D8B-B646-B9FD8D76F117}" type="parTrans" cxnId="{15C1E17C-793E-494D-BF17-7E3699383B90}">
      <dgm:prSet/>
      <dgm:spPr/>
      <dgm:t>
        <a:bodyPr/>
        <a:lstStyle/>
        <a:p>
          <a:endParaRPr lang="en-US"/>
        </a:p>
      </dgm:t>
    </dgm:pt>
    <dgm:pt modelId="{27BB9356-1344-448A-9885-34A3ECF266AE}" type="sibTrans" cxnId="{15C1E17C-793E-494D-BF17-7E3699383B90}">
      <dgm:prSet/>
      <dgm:spPr/>
      <dgm:t>
        <a:bodyPr/>
        <a:lstStyle/>
        <a:p>
          <a:endParaRPr lang="en-US"/>
        </a:p>
      </dgm:t>
    </dgm:pt>
    <dgm:pt modelId="{AF4F787B-A9AD-42B4-A936-D816436F6AC2}" type="pres">
      <dgm:prSet presAssocID="{7EB2EB8C-ECBA-4126-939D-2EA3EFDBD305}" presName="root" presStyleCnt="0">
        <dgm:presLayoutVars>
          <dgm:dir/>
          <dgm:resizeHandles val="exact"/>
        </dgm:presLayoutVars>
      </dgm:prSet>
      <dgm:spPr/>
    </dgm:pt>
    <dgm:pt modelId="{D7449228-E91C-47DF-9E81-EE4692EA5B26}" type="pres">
      <dgm:prSet presAssocID="{7EB2EB8C-ECBA-4126-939D-2EA3EFDBD305}" presName="container" presStyleCnt="0">
        <dgm:presLayoutVars>
          <dgm:dir/>
          <dgm:resizeHandles val="exact"/>
        </dgm:presLayoutVars>
      </dgm:prSet>
      <dgm:spPr/>
    </dgm:pt>
    <dgm:pt modelId="{A7F75BF1-F231-4E8B-9F15-4FE2B7B21609}" type="pres">
      <dgm:prSet presAssocID="{90DCBFD2-52CE-416C-A2A9-736B140A686B}" presName="compNode" presStyleCnt="0"/>
      <dgm:spPr/>
    </dgm:pt>
    <dgm:pt modelId="{647B957D-5056-4900-AF17-7F1F98C1E462}" type="pres">
      <dgm:prSet presAssocID="{90DCBFD2-52CE-416C-A2A9-736B140A686B}" presName="iconBgRect" presStyleLbl="bgShp" presStyleIdx="0" presStyleCnt="4"/>
      <dgm:spPr/>
    </dgm:pt>
    <dgm:pt modelId="{17CBA21D-1ABE-47F6-8E48-C27B8318B6B0}" type="pres">
      <dgm:prSet presAssocID="{90DCBFD2-52CE-416C-A2A9-736B140A686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8B7CC0E3-B955-4185-BF2E-890675AB1FC9}" type="pres">
      <dgm:prSet presAssocID="{90DCBFD2-52CE-416C-A2A9-736B140A686B}" presName="spaceRect" presStyleCnt="0"/>
      <dgm:spPr/>
    </dgm:pt>
    <dgm:pt modelId="{D23F43EA-C4FF-4F7B-AD8C-33A12C8E4486}" type="pres">
      <dgm:prSet presAssocID="{90DCBFD2-52CE-416C-A2A9-736B140A686B}" presName="textRect" presStyleLbl="revTx" presStyleIdx="0" presStyleCnt="4">
        <dgm:presLayoutVars>
          <dgm:chMax val="1"/>
          <dgm:chPref val="1"/>
        </dgm:presLayoutVars>
      </dgm:prSet>
      <dgm:spPr/>
    </dgm:pt>
    <dgm:pt modelId="{68DDF7A7-7054-40B7-A02D-76143FC840B5}" type="pres">
      <dgm:prSet presAssocID="{2AF152C4-A583-4D65-9175-BF9A1358EB86}" presName="sibTrans" presStyleLbl="sibTrans2D1" presStyleIdx="0" presStyleCnt="0"/>
      <dgm:spPr/>
    </dgm:pt>
    <dgm:pt modelId="{D3B88A82-5069-497B-9813-9929C8105811}" type="pres">
      <dgm:prSet presAssocID="{4982F15F-1776-41A3-BF67-9407889CD763}" presName="compNode" presStyleCnt="0"/>
      <dgm:spPr/>
    </dgm:pt>
    <dgm:pt modelId="{98794E83-77ED-4A69-9928-4D9F5F012E7C}" type="pres">
      <dgm:prSet presAssocID="{4982F15F-1776-41A3-BF67-9407889CD763}" presName="iconBgRect" presStyleLbl="bgShp" presStyleIdx="1" presStyleCnt="4"/>
      <dgm:spPr/>
    </dgm:pt>
    <dgm:pt modelId="{ECCC8060-7ADF-424F-A954-1BB4452556A5}" type="pres">
      <dgm:prSet presAssocID="{4982F15F-1776-41A3-BF67-9407889CD76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11E0813D-C52E-4FC3-9966-83A2F22AF48A}" type="pres">
      <dgm:prSet presAssocID="{4982F15F-1776-41A3-BF67-9407889CD763}" presName="spaceRect" presStyleCnt="0"/>
      <dgm:spPr/>
    </dgm:pt>
    <dgm:pt modelId="{C79177D3-890D-45C0-949B-7462610F67E5}" type="pres">
      <dgm:prSet presAssocID="{4982F15F-1776-41A3-BF67-9407889CD763}" presName="textRect" presStyleLbl="revTx" presStyleIdx="1" presStyleCnt="4">
        <dgm:presLayoutVars>
          <dgm:chMax val="1"/>
          <dgm:chPref val="1"/>
        </dgm:presLayoutVars>
      </dgm:prSet>
      <dgm:spPr/>
    </dgm:pt>
    <dgm:pt modelId="{6079062A-CC8E-45C8-8E73-F3A2F1E6A03D}" type="pres">
      <dgm:prSet presAssocID="{F70943B1-12AD-4EB2-AAEF-0EF88C0BC664}" presName="sibTrans" presStyleLbl="sibTrans2D1" presStyleIdx="0" presStyleCnt="0"/>
      <dgm:spPr/>
    </dgm:pt>
    <dgm:pt modelId="{B5FF6E6C-6E00-4A6E-B661-293D8930CB72}" type="pres">
      <dgm:prSet presAssocID="{CCFCC6F3-C547-4380-AF42-0A0A142D5577}" presName="compNode" presStyleCnt="0"/>
      <dgm:spPr/>
    </dgm:pt>
    <dgm:pt modelId="{411FE387-972E-4848-A8F6-2A22BC8FA104}" type="pres">
      <dgm:prSet presAssocID="{CCFCC6F3-C547-4380-AF42-0A0A142D5577}" presName="iconBgRect" presStyleLbl="bgShp" presStyleIdx="2" presStyleCnt="4"/>
      <dgm:spPr/>
    </dgm:pt>
    <dgm:pt modelId="{B1FD72C9-153B-4BC9-A2E0-FD2B01F418B7}" type="pres">
      <dgm:prSet presAssocID="{CCFCC6F3-C547-4380-AF42-0A0A142D557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6C9D1D97-DA08-437F-A7AB-FDEBA23B1405}" type="pres">
      <dgm:prSet presAssocID="{CCFCC6F3-C547-4380-AF42-0A0A142D5577}" presName="spaceRect" presStyleCnt="0"/>
      <dgm:spPr/>
    </dgm:pt>
    <dgm:pt modelId="{91D09255-EC40-40EC-B656-0DCC66DB43E2}" type="pres">
      <dgm:prSet presAssocID="{CCFCC6F3-C547-4380-AF42-0A0A142D5577}" presName="textRect" presStyleLbl="revTx" presStyleIdx="2" presStyleCnt="4">
        <dgm:presLayoutVars>
          <dgm:chMax val="1"/>
          <dgm:chPref val="1"/>
        </dgm:presLayoutVars>
      </dgm:prSet>
      <dgm:spPr/>
    </dgm:pt>
    <dgm:pt modelId="{A8F1FC49-466A-4C47-AFE3-733681693C4E}" type="pres">
      <dgm:prSet presAssocID="{1326C882-B975-4377-A49C-FF5EDFCAB76E}" presName="sibTrans" presStyleLbl="sibTrans2D1" presStyleIdx="0" presStyleCnt="0"/>
      <dgm:spPr/>
    </dgm:pt>
    <dgm:pt modelId="{65DDC48A-5395-4489-B22D-BFC13F53FD2B}" type="pres">
      <dgm:prSet presAssocID="{532AD69F-B940-4732-A42A-80CE96B34AD0}" presName="compNode" presStyleCnt="0"/>
      <dgm:spPr/>
    </dgm:pt>
    <dgm:pt modelId="{23FDAF46-2378-4E90-979F-A13B3335B39B}" type="pres">
      <dgm:prSet presAssocID="{532AD69F-B940-4732-A42A-80CE96B34AD0}" presName="iconBgRect" presStyleLbl="bgShp" presStyleIdx="3" presStyleCnt="4"/>
      <dgm:spPr/>
    </dgm:pt>
    <dgm:pt modelId="{5E65CC06-F63F-4124-B686-C92CF2A5B9DC}" type="pres">
      <dgm:prSet presAssocID="{532AD69F-B940-4732-A42A-80CE96B34AD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A2855BC8-CCDD-4136-9255-1429E4435AB7}" type="pres">
      <dgm:prSet presAssocID="{532AD69F-B940-4732-A42A-80CE96B34AD0}" presName="spaceRect" presStyleCnt="0"/>
      <dgm:spPr/>
    </dgm:pt>
    <dgm:pt modelId="{87E737EA-7A4F-4F08-ADFD-60B77CBA2CA9}" type="pres">
      <dgm:prSet presAssocID="{532AD69F-B940-4732-A42A-80CE96B34AD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8762900-358F-4732-B0E4-B2D3151CD4FD}" type="presOf" srcId="{7EB2EB8C-ECBA-4126-939D-2EA3EFDBD305}" destId="{AF4F787B-A9AD-42B4-A936-D816436F6AC2}" srcOrd="0" destOrd="0" presId="urn:microsoft.com/office/officeart/2018/2/layout/IconCircleList"/>
    <dgm:cxn modelId="{BE328D1B-8A01-4FC3-B56B-271EC6CA5E00}" srcId="{7EB2EB8C-ECBA-4126-939D-2EA3EFDBD305}" destId="{90DCBFD2-52CE-416C-A2A9-736B140A686B}" srcOrd="0" destOrd="0" parTransId="{F3DDE3C3-3DE1-4ACC-8077-121E53C08F05}" sibTransId="{2AF152C4-A583-4D65-9175-BF9A1358EB86}"/>
    <dgm:cxn modelId="{13C1B71C-0060-4E4A-97FE-ED048F11F067}" type="presOf" srcId="{CCFCC6F3-C547-4380-AF42-0A0A142D5577}" destId="{91D09255-EC40-40EC-B656-0DCC66DB43E2}" srcOrd="0" destOrd="0" presId="urn:microsoft.com/office/officeart/2018/2/layout/IconCircleList"/>
    <dgm:cxn modelId="{E4054222-C6FB-483C-8E29-8D2119336C8A}" srcId="{7EB2EB8C-ECBA-4126-939D-2EA3EFDBD305}" destId="{CCFCC6F3-C547-4380-AF42-0A0A142D5577}" srcOrd="2" destOrd="0" parTransId="{FF7442DA-273C-4B79-ADBA-52499A044F71}" sibTransId="{1326C882-B975-4377-A49C-FF5EDFCAB76E}"/>
    <dgm:cxn modelId="{8431482A-1631-4193-B72B-0578B6EFCE4D}" type="presOf" srcId="{2AF152C4-A583-4D65-9175-BF9A1358EB86}" destId="{68DDF7A7-7054-40B7-A02D-76143FC840B5}" srcOrd="0" destOrd="0" presId="urn:microsoft.com/office/officeart/2018/2/layout/IconCircleList"/>
    <dgm:cxn modelId="{E5240D67-B08A-4E89-9F1D-3822098DC2D8}" type="presOf" srcId="{4982F15F-1776-41A3-BF67-9407889CD763}" destId="{C79177D3-890D-45C0-949B-7462610F67E5}" srcOrd="0" destOrd="0" presId="urn:microsoft.com/office/officeart/2018/2/layout/IconCircleList"/>
    <dgm:cxn modelId="{15C1E17C-793E-494D-BF17-7E3699383B90}" srcId="{7EB2EB8C-ECBA-4126-939D-2EA3EFDBD305}" destId="{532AD69F-B940-4732-A42A-80CE96B34AD0}" srcOrd="3" destOrd="0" parTransId="{A85A6CEC-88F7-4D8B-B646-B9FD8D76F117}" sibTransId="{27BB9356-1344-448A-9885-34A3ECF266AE}"/>
    <dgm:cxn modelId="{FED98686-3C37-4172-B57F-0AD7FE3FF306}" type="presOf" srcId="{90DCBFD2-52CE-416C-A2A9-736B140A686B}" destId="{D23F43EA-C4FF-4F7B-AD8C-33A12C8E4486}" srcOrd="0" destOrd="0" presId="urn:microsoft.com/office/officeart/2018/2/layout/IconCircleList"/>
    <dgm:cxn modelId="{F15745D9-1CC5-4D52-9FD4-94B3ED98C4DC}" type="presOf" srcId="{1326C882-B975-4377-A49C-FF5EDFCAB76E}" destId="{A8F1FC49-466A-4C47-AFE3-733681693C4E}" srcOrd="0" destOrd="0" presId="urn:microsoft.com/office/officeart/2018/2/layout/IconCircleList"/>
    <dgm:cxn modelId="{8D7B8EE0-22DB-4EC2-9024-97B6FB7D707C}" type="presOf" srcId="{F70943B1-12AD-4EB2-AAEF-0EF88C0BC664}" destId="{6079062A-CC8E-45C8-8E73-F3A2F1E6A03D}" srcOrd="0" destOrd="0" presId="urn:microsoft.com/office/officeart/2018/2/layout/IconCircleList"/>
    <dgm:cxn modelId="{967FFBE9-F055-4A17-AAE3-57974E7F9C83}" type="presOf" srcId="{532AD69F-B940-4732-A42A-80CE96B34AD0}" destId="{87E737EA-7A4F-4F08-ADFD-60B77CBA2CA9}" srcOrd="0" destOrd="0" presId="urn:microsoft.com/office/officeart/2018/2/layout/IconCircleList"/>
    <dgm:cxn modelId="{C0A867FC-B200-41C0-B5E4-D6C04D631603}" srcId="{7EB2EB8C-ECBA-4126-939D-2EA3EFDBD305}" destId="{4982F15F-1776-41A3-BF67-9407889CD763}" srcOrd="1" destOrd="0" parTransId="{148F8989-6D71-499E-B9C2-1998ACEBE19A}" sibTransId="{F70943B1-12AD-4EB2-AAEF-0EF88C0BC664}"/>
    <dgm:cxn modelId="{AE6CF8C9-426D-46CD-AD42-0345ECE20662}" type="presParOf" srcId="{AF4F787B-A9AD-42B4-A936-D816436F6AC2}" destId="{D7449228-E91C-47DF-9E81-EE4692EA5B26}" srcOrd="0" destOrd="0" presId="urn:microsoft.com/office/officeart/2018/2/layout/IconCircleList"/>
    <dgm:cxn modelId="{FD6D3C94-B3CC-44C6-93BA-CF4453E656AE}" type="presParOf" srcId="{D7449228-E91C-47DF-9E81-EE4692EA5B26}" destId="{A7F75BF1-F231-4E8B-9F15-4FE2B7B21609}" srcOrd="0" destOrd="0" presId="urn:microsoft.com/office/officeart/2018/2/layout/IconCircleList"/>
    <dgm:cxn modelId="{617E42CF-6968-442B-B88D-730D71F43905}" type="presParOf" srcId="{A7F75BF1-F231-4E8B-9F15-4FE2B7B21609}" destId="{647B957D-5056-4900-AF17-7F1F98C1E462}" srcOrd="0" destOrd="0" presId="urn:microsoft.com/office/officeart/2018/2/layout/IconCircleList"/>
    <dgm:cxn modelId="{58FDD650-6E84-4BB8-A6C8-565E4717EF9B}" type="presParOf" srcId="{A7F75BF1-F231-4E8B-9F15-4FE2B7B21609}" destId="{17CBA21D-1ABE-47F6-8E48-C27B8318B6B0}" srcOrd="1" destOrd="0" presId="urn:microsoft.com/office/officeart/2018/2/layout/IconCircleList"/>
    <dgm:cxn modelId="{F099F586-2C36-4667-BB1D-09DFCF8C4580}" type="presParOf" srcId="{A7F75BF1-F231-4E8B-9F15-4FE2B7B21609}" destId="{8B7CC0E3-B955-4185-BF2E-890675AB1FC9}" srcOrd="2" destOrd="0" presId="urn:microsoft.com/office/officeart/2018/2/layout/IconCircleList"/>
    <dgm:cxn modelId="{B25A3722-D1AC-44C2-8B39-63C14847CAD9}" type="presParOf" srcId="{A7F75BF1-F231-4E8B-9F15-4FE2B7B21609}" destId="{D23F43EA-C4FF-4F7B-AD8C-33A12C8E4486}" srcOrd="3" destOrd="0" presId="urn:microsoft.com/office/officeart/2018/2/layout/IconCircleList"/>
    <dgm:cxn modelId="{F7C3A385-D1AC-4003-BB87-3FE9450DB73C}" type="presParOf" srcId="{D7449228-E91C-47DF-9E81-EE4692EA5B26}" destId="{68DDF7A7-7054-40B7-A02D-76143FC840B5}" srcOrd="1" destOrd="0" presId="urn:microsoft.com/office/officeart/2018/2/layout/IconCircleList"/>
    <dgm:cxn modelId="{039B91A4-556D-4331-9094-A55E38384D06}" type="presParOf" srcId="{D7449228-E91C-47DF-9E81-EE4692EA5B26}" destId="{D3B88A82-5069-497B-9813-9929C8105811}" srcOrd="2" destOrd="0" presId="urn:microsoft.com/office/officeart/2018/2/layout/IconCircleList"/>
    <dgm:cxn modelId="{B84FF1B9-72C9-4168-A8E7-21B06B5805FD}" type="presParOf" srcId="{D3B88A82-5069-497B-9813-9929C8105811}" destId="{98794E83-77ED-4A69-9928-4D9F5F012E7C}" srcOrd="0" destOrd="0" presId="urn:microsoft.com/office/officeart/2018/2/layout/IconCircleList"/>
    <dgm:cxn modelId="{F43194D0-121A-49BB-9720-A073EC4841B5}" type="presParOf" srcId="{D3B88A82-5069-497B-9813-9929C8105811}" destId="{ECCC8060-7ADF-424F-A954-1BB4452556A5}" srcOrd="1" destOrd="0" presId="urn:microsoft.com/office/officeart/2018/2/layout/IconCircleList"/>
    <dgm:cxn modelId="{2ED6F4E1-2444-49D7-A744-5C76587E7869}" type="presParOf" srcId="{D3B88A82-5069-497B-9813-9929C8105811}" destId="{11E0813D-C52E-4FC3-9966-83A2F22AF48A}" srcOrd="2" destOrd="0" presId="urn:microsoft.com/office/officeart/2018/2/layout/IconCircleList"/>
    <dgm:cxn modelId="{02E5CFE8-B61C-418D-9B47-28ECBBD9AB3C}" type="presParOf" srcId="{D3B88A82-5069-497B-9813-9929C8105811}" destId="{C79177D3-890D-45C0-949B-7462610F67E5}" srcOrd="3" destOrd="0" presId="urn:microsoft.com/office/officeart/2018/2/layout/IconCircleList"/>
    <dgm:cxn modelId="{B812338F-459C-455D-BC03-E0C55169CF86}" type="presParOf" srcId="{D7449228-E91C-47DF-9E81-EE4692EA5B26}" destId="{6079062A-CC8E-45C8-8E73-F3A2F1E6A03D}" srcOrd="3" destOrd="0" presId="urn:microsoft.com/office/officeart/2018/2/layout/IconCircleList"/>
    <dgm:cxn modelId="{72A100CF-E38B-4EDB-9746-7958ACF27905}" type="presParOf" srcId="{D7449228-E91C-47DF-9E81-EE4692EA5B26}" destId="{B5FF6E6C-6E00-4A6E-B661-293D8930CB72}" srcOrd="4" destOrd="0" presId="urn:microsoft.com/office/officeart/2018/2/layout/IconCircleList"/>
    <dgm:cxn modelId="{52D9102E-4CFE-4111-9599-3B70B37702EF}" type="presParOf" srcId="{B5FF6E6C-6E00-4A6E-B661-293D8930CB72}" destId="{411FE387-972E-4848-A8F6-2A22BC8FA104}" srcOrd="0" destOrd="0" presId="urn:microsoft.com/office/officeart/2018/2/layout/IconCircleList"/>
    <dgm:cxn modelId="{CDA5E8CB-976A-41AB-8566-3191AE15DE92}" type="presParOf" srcId="{B5FF6E6C-6E00-4A6E-B661-293D8930CB72}" destId="{B1FD72C9-153B-4BC9-A2E0-FD2B01F418B7}" srcOrd="1" destOrd="0" presId="urn:microsoft.com/office/officeart/2018/2/layout/IconCircleList"/>
    <dgm:cxn modelId="{5C3C9C8F-F67E-4461-B4BB-3BB040426109}" type="presParOf" srcId="{B5FF6E6C-6E00-4A6E-B661-293D8930CB72}" destId="{6C9D1D97-DA08-437F-A7AB-FDEBA23B1405}" srcOrd="2" destOrd="0" presId="urn:microsoft.com/office/officeart/2018/2/layout/IconCircleList"/>
    <dgm:cxn modelId="{434FCE02-BA5A-4502-A455-C86C7C5D3F33}" type="presParOf" srcId="{B5FF6E6C-6E00-4A6E-B661-293D8930CB72}" destId="{91D09255-EC40-40EC-B656-0DCC66DB43E2}" srcOrd="3" destOrd="0" presId="urn:microsoft.com/office/officeart/2018/2/layout/IconCircleList"/>
    <dgm:cxn modelId="{DE5487F6-1D93-4F57-8383-12A4192F38E6}" type="presParOf" srcId="{D7449228-E91C-47DF-9E81-EE4692EA5B26}" destId="{A8F1FC49-466A-4C47-AFE3-733681693C4E}" srcOrd="5" destOrd="0" presId="urn:microsoft.com/office/officeart/2018/2/layout/IconCircleList"/>
    <dgm:cxn modelId="{AA8C8A4C-34E7-4BC2-AB1F-E208C179EB37}" type="presParOf" srcId="{D7449228-E91C-47DF-9E81-EE4692EA5B26}" destId="{65DDC48A-5395-4489-B22D-BFC13F53FD2B}" srcOrd="6" destOrd="0" presId="urn:microsoft.com/office/officeart/2018/2/layout/IconCircleList"/>
    <dgm:cxn modelId="{586E7737-5FFB-4777-827E-DF7A7BB4A7D0}" type="presParOf" srcId="{65DDC48A-5395-4489-B22D-BFC13F53FD2B}" destId="{23FDAF46-2378-4E90-979F-A13B3335B39B}" srcOrd="0" destOrd="0" presId="urn:microsoft.com/office/officeart/2018/2/layout/IconCircleList"/>
    <dgm:cxn modelId="{DC433B51-83B5-4C4C-AE25-E55149993817}" type="presParOf" srcId="{65DDC48A-5395-4489-B22D-BFC13F53FD2B}" destId="{5E65CC06-F63F-4124-B686-C92CF2A5B9DC}" srcOrd="1" destOrd="0" presId="urn:microsoft.com/office/officeart/2018/2/layout/IconCircleList"/>
    <dgm:cxn modelId="{0351C7DB-7021-411C-816B-5F29E457807B}" type="presParOf" srcId="{65DDC48A-5395-4489-B22D-BFC13F53FD2B}" destId="{A2855BC8-CCDD-4136-9255-1429E4435AB7}" srcOrd="2" destOrd="0" presId="urn:microsoft.com/office/officeart/2018/2/layout/IconCircleList"/>
    <dgm:cxn modelId="{1C412A39-220D-4F90-81D8-81F1BD0BB747}" type="presParOf" srcId="{65DDC48A-5395-4489-B22D-BFC13F53FD2B}" destId="{87E737EA-7A4F-4F08-ADFD-60B77CBA2CA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C280DB3B-B622-4B26-B209-DA644BC4051C}" type="doc">
      <dgm:prSet loTypeId="urn:microsoft.com/office/officeart/2018/2/layout/IconVerticalSolidList" loCatId="icon" qsTypeId="urn:microsoft.com/office/officeart/2005/8/quickstyle/simple1#16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699284B-F6F4-4783-AAD9-61AC7E80887A}">
      <dgm:prSet/>
      <dgm:spPr/>
      <dgm:t>
        <a:bodyPr/>
        <a:lstStyle/>
        <a:p>
          <a:r>
            <a:rPr lang="en-US" b="0" i="0" baseline="0"/>
            <a:t>Web applications and APIs</a:t>
          </a:r>
          <a:endParaRPr lang="en-US"/>
        </a:p>
      </dgm:t>
    </dgm:pt>
    <dgm:pt modelId="{BD2882AC-3C5E-4A9E-8C14-746FF07DF7D1}" type="parTrans" cxnId="{F080D49A-F339-472C-ABDB-51CD860DF2BD}">
      <dgm:prSet/>
      <dgm:spPr/>
      <dgm:t>
        <a:bodyPr/>
        <a:lstStyle/>
        <a:p>
          <a:endParaRPr lang="en-US"/>
        </a:p>
      </dgm:t>
    </dgm:pt>
    <dgm:pt modelId="{A7BF4599-782E-4B92-B6D9-E1632CE3D5F6}" type="sibTrans" cxnId="{F080D49A-F339-472C-ABDB-51CD860DF2BD}">
      <dgm:prSet/>
      <dgm:spPr/>
      <dgm:t>
        <a:bodyPr/>
        <a:lstStyle/>
        <a:p>
          <a:endParaRPr lang="en-US"/>
        </a:p>
      </dgm:t>
    </dgm:pt>
    <dgm:pt modelId="{5FA5F94D-D276-4D38-9A52-A682408149C4}">
      <dgm:prSet/>
      <dgm:spPr/>
      <dgm:t>
        <a:bodyPr/>
        <a:lstStyle/>
        <a:p>
          <a:r>
            <a:rPr lang="en-US" b="0" i="0" baseline="0"/>
            <a:t>File processing</a:t>
          </a:r>
          <a:endParaRPr lang="en-US"/>
        </a:p>
      </dgm:t>
    </dgm:pt>
    <dgm:pt modelId="{75AA305C-CCBE-4E8A-83B5-25160C69A4C3}" type="parTrans" cxnId="{ACFDA68A-8A10-41C0-BDDD-70D3F4E0D3F2}">
      <dgm:prSet/>
      <dgm:spPr/>
      <dgm:t>
        <a:bodyPr/>
        <a:lstStyle/>
        <a:p>
          <a:endParaRPr lang="en-US"/>
        </a:p>
      </dgm:t>
    </dgm:pt>
    <dgm:pt modelId="{7900E702-0E25-4933-8B4D-2A691D05ED05}" type="sibTrans" cxnId="{ACFDA68A-8A10-41C0-BDDD-70D3F4E0D3F2}">
      <dgm:prSet/>
      <dgm:spPr/>
      <dgm:t>
        <a:bodyPr/>
        <a:lstStyle/>
        <a:p>
          <a:endParaRPr lang="en-US"/>
        </a:p>
      </dgm:t>
    </dgm:pt>
    <dgm:pt modelId="{F64659B3-DF6F-4EB9-91BC-DA6E9EDA859E}">
      <dgm:prSet/>
      <dgm:spPr/>
      <dgm:t>
        <a:bodyPr/>
        <a:lstStyle/>
        <a:p>
          <a:r>
            <a:rPr lang="en-US" b="0" i="0" baseline="0"/>
            <a:t>Scheduled automation</a:t>
          </a:r>
          <a:endParaRPr lang="en-US"/>
        </a:p>
      </dgm:t>
    </dgm:pt>
    <dgm:pt modelId="{16E6EE39-583E-4953-9C71-1B88205AA024}" type="parTrans" cxnId="{6F5FF2E4-31AF-49D2-AF53-2D1F0E5900BA}">
      <dgm:prSet/>
      <dgm:spPr/>
      <dgm:t>
        <a:bodyPr/>
        <a:lstStyle/>
        <a:p>
          <a:endParaRPr lang="en-US"/>
        </a:p>
      </dgm:t>
    </dgm:pt>
    <dgm:pt modelId="{CB5A29B9-63D7-4A11-8E5E-85812DB801E8}" type="sibTrans" cxnId="{6F5FF2E4-31AF-49D2-AF53-2D1F0E5900BA}">
      <dgm:prSet/>
      <dgm:spPr/>
      <dgm:t>
        <a:bodyPr/>
        <a:lstStyle/>
        <a:p>
          <a:endParaRPr lang="en-US"/>
        </a:p>
      </dgm:t>
    </dgm:pt>
    <dgm:pt modelId="{B1D2587E-8F63-43B1-887E-3F201E3EE523}">
      <dgm:prSet/>
      <dgm:spPr/>
      <dgm:t>
        <a:bodyPr/>
        <a:lstStyle/>
        <a:p>
          <a:r>
            <a:rPr lang="en-US" b="0" i="0" baseline="0"/>
            <a:t>Security event processing</a:t>
          </a:r>
          <a:endParaRPr lang="en-US"/>
        </a:p>
      </dgm:t>
    </dgm:pt>
    <dgm:pt modelId="{435AB001-EE4C-410B-9EE7-00E264F701C4}" type="parTrans" cxnId="{BA8383E6-3ACA-44A0-803E-8E5FD662F10B}">
      <dgm:prSet/>
      <dgm:spPr/>
      <dgm:t>
        <a:bodyPr/>
        <a:lstStyle/>
        <a:p>
          <a:endParaRPr lang="en-US"/>
        </a:p>
      </dgm:t>
    </dgm:pt>
    <dgm:pt modelId="{16E3F5E5-F90E-43DC-BAF1-73A7A8FDE758}" type="sibTrans" cxnId="{BA8383E6-3ACA-44A0-803E-8E5FD662F10B}">
      <dgm:prSet/>
      <dgm:spPr/>
      <dgm:t>
        <a:bodyPr/>
        <a:lstStyle/>
        <a:p>
          <a:endParaRPr lang="en-US"/>
        </a:p>
      </dgm:t>
    </dgm:pt>
    <dgm:pt modelId="{5BC9BB04-6926-4C7A-9DC3-9D42D35C9E0F}">
      <dgm:prSet/>
      <dgm:spPr/>
      <dgm:t>
        <a:bodyPr/>
        <a:lstStyle/>
        <a:p>
          <a:r>
            <a:rPr lang="en-US" b="0" i="0" baseline="0"/>
            <a:t>Data processing and notifications</a:t>
          </a:r>
          <a:endParaRPr lang="en-US"/>
        </a:p>
      </dgm:t>
    </dgm:pt>
    <dgm:pt modelId="{0DC90E7A-C079-4C40-9C2A-BD7C4E075831}" type="parTrans" cxnId="{372B1A3D-29C3-4D4B-8941-EC2E607AE788}">
      <dgm:prSet/>
      <dgm:spPr/>
      <dgm:t>
        <a:bodyPr/>
        <a:lstStyle/>
        <a:p>
          <a:endParaRPr lang="en-US"/>
        </a:p>
      </dgm:t>
    </dgm:pt>
    <dgm:pt modelId="{DA624E64-F4AC-4639-84D6-5814B8CBF93D}" type="sibTrans" cxnId="{372B1A3D-29C3-4D4B-8941-EC2E607AE788}">
      <dgm:prSet/>
      <dgm:spPr/>
      <dgm:t>
        <a:bodyPr/>
        <a:lstStyle/>
        <a:p>
          <a:endParaRPr lang="en-US"/>
        </a:p>
      </dgm:t>
    </dgm:pt>
    <dgm:pt modelId="{E7DABCC5-CE37-4AB1-8FEA-7AA5930EA3E6}">
      <dgm:prSet/>
      <dgm:spPr/>
      <dgm:t>
        <a:bodyPr/>
        <a:lstStyle/>
        <a:p>
          <a:r>
            <a:rPr lang="en-US" b="0" i="0" baseline="0"/>
            <a:t>IoT event processing</a:t>
          </a:r>
          <a:endParaRPr lang="en-US"/>
        </a:p>
      </dgm:t>
    </dgm:pt>
    <dgm:pt modelId="{24211996-D7BA-4434-A2C1-00FD6A2B5E69}" type="parTrans" cxnId="{C85B568B-285F-4F37-AA4B-9C4299C607AB}">
      <dgm:prSet/>
      <dgm:spPr/>
      <dgm:t>
        <a:bodyPr/>
        <a:lstStyle/>
        <a:p>
          <a:endParaRPr lang="en-US"/>
        </a:p>
      </dgm:t>
    </dgm:pt>
    <dgm:pt modelId="{FF27131A-66EB-4B33-B70A-040D0A82ACF0}" type="sibTrans" cxnId="{C85B568B-285F-4F37-AA4B-9C4299C607AB}">
      <dgm:prSet/>
      <dgm:spPr/>
      <dgm:t>
        <a:bodyPr/>
        <a:lstStyle/>
        <a:p>
          <a:endParaRPr lang="en-US"/>
        </a:p>
      </dgm:t>
    </dgm:pt>
    <dgm:pt modelId="{17130FB2-7446-4BEE-A88C-A2638B55F91B}" type="pres">
      <dgm:prSet presAssocID="{C280DB3B-B622-4B26-B209-DA644BC4051C}" presName="root" presStyleCnt="0">
        <dgm:presLayoutVars>
          <dgm:dir/>
          <dgm:resizeHandles val="exact"/>
        </dgm:presLayoutVars>
      </dgm:prSet>
      <dgm:spPr/>
    </dgm:pt>
    <dgm:pt modelId="{A78BD8BB-4C3D-4AAB-96FE-F5DCF8816D54}" type="pres">
      <dgm:prSet presAssocID="{4699284B-F6F4-4783-AAD9-61AC7E80887A}" presName="compNode" presStyleCnt="0"/>
      <dgm:spPr/>
    </dgm:pt>
    <dgm:pt modelId="{3AC3A747-D8C1-4F7A-A6BF-C6ECA4AA1F05}" type="pres">
      <dgm:prSet presAssocID="{4699284B-F6F4-4783-AAD9-61AC7E80887A}" presName="bgRect" presStyleLbl="bgShp" presStyleIdx="0" presStyleCnt="6"/>
      <dgm:spPr/>
    </dgm:pt>
    <dgm:pt modelId="{7EE94E3E-1CCF-4CAE-A5DB-005748AC1AFC}" type="pres">
      <dgm:prSet presAssocID="{4699284B-F6F4-4783-AAD9-61AC7E80887A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A651B3C-2184-4092-A5AC-0DBFEB36D253}" type="pres">
      <dgm:prSet presAssocID="{4699284B-F6F4-4783-AAD9-61AC7E80887A}" presName="spaceRect" presStyleCnt="0"/>
      <dgm:spPr/>
    </dgm:pt>
    <dgm:pt modelId="{CCB1AE7F-04EF-44A8-8CB7-C814F66B3D93}" type="pres">
      <dgm:prSet presAssocID="{4699284B-F6F4-4783-AAD9-61AC7E80887A}" presName="parTx" presStyleLbl="revTx" presStyleIdx="0" presStyleCnt="6">
        <dgm:presLayoutVars>
          <dgm:chMax val="0"/>
          <dgm:chPref val="0"/>
        </dgm:presLayoutVars>
      </dgm:prSet>
      <dgm:spPr/>
    </dgm:pt>
    <dgm:pt modelId="{1482969A-6E99-4BE6-9AD8-BD831BA15F6D}" type="pres">
      <dgm:prSet presAssocID="{A7BF4599-782E-4B92-B6D9-E1632CE3D5F6}" presName="sibTrans" presStyleCnt="0"/>
      <dgm:spPr/>
    </dgm:pt>
    <dgm:pt modelId="{20735AD3-7D28-42B0-BCB9-4FE5E7FFCE34}" type="pres">
      <dgm:prSet presAssocID="{5FA5F94D-D276-4D38-9A52-A682408149C4}" presName="compNode" presStyleCnt="0"/>
      <dgm:spPr/>
    </dgm:pt>
    <dgm:pt modelId="{1E3650B9-6A4D-465D-84D0-1C42128F0037}" type="pres">
      <dgm:prSet presAssocID="{5FA5F94D-D276-4D38-9A52-A682408149C4}" presName="bgRect" presStyleLbl="bgShp" presStyleIdx="1" presStyleCnt="6"/>
      <dgm:spPr/>
    </dgm:pt>
    <dgm:pt modelId="{5690E095-F605-42DB-A627-8C5AF41EC2D6}" type="pres">
      <dgm:prSet presAssocID="{5FA5F94D-D276-4D38-9A52-A682408149C4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1DA7BEFE-CC39-4397-B711-C96733B0C33C}" type="pres">
      <dgm:prSet presAssocID="{5FA5F94D-D276-4D38-9A52-A682408149C4}" presName="spaceRect" presStyleCnt="0"/>
      <dgm:spPr/>
    </dgm:pt>
    <dgm:pt modelId="{6D2C1A85-9A28-4271-B871-B631E6C03347}" type="pres">
      <dgm:prSet presAssocID="{5FA5F94D-D276-4D38-9A52-A682408149C4}" presName="parTx" presStyleLbl="revTx" presStyleIdx="1" presStyleCnt="6">
        <dgm:presLayoutVars>
          <dgm:chMax val="0"/>
          <dgm:chPref val="0"/>
        </dgm:presLayoutVars>
      </dgm:prSet>
      <dgm:spPr/>
    </dgm:pt>
    <dgm:pt modelId="{DFCD0089-F1D3-4FBD-AFBA-E6B8F56F6F37}" type="pres">
      <dgm:prSet presAssocID="{7900E702-0E25-4933-8B4D-2A691D05ED05}" presName="sibTrans" presStyleCnt="0"/>
      <dgm:spPr/>
    </dgm:pt>
    <dgm:pt modelId="{91F04A23-21A7-400B-B486-69207906C446}" type="pres">
      <dgm:prSet presAssocID="{F64659B3-DF6F-4EB9-91BC-DA6E9EDA859E}" presName="compNode" presStyleCnt="0"/>
      <dgm:spPr/>
    </dgm:pt>
    <dgm:pt modelId="{678DF595-0DE6-4FD8-8F33-D4822DC502C8}" type="pres">
      <dgm:prSet presAssocID="{F64659B3-DF6F-4EB9-91BC-DA6E9EDA859E}" presName="bgRect" presStyleLbl="bgShp" presStyleIdx="2" presStyleCnt="6"/>
      <dgm:spPr/>
    </dgm:pt>
    <dgm:pt modelId="{F69D69B8-1892-42C1-8F77-BD0B78ADFACE}" type="pres">
      <dgm:prSet presAssocID="{F64659B3-DF6F-4EB9-91BC-DA6E9EDA859E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83915BB-9595-454F-8EC1-52D679C3C795}" type="pres">
      <dgm:prSet presAssocID="{F64659B3-DF6F-4EB9-91BC-DA6E9EDA859E}" presName="spaceRect" presStyleCnt="0"/>
      <dgm:spPr/>
    </dgm:pt>
    <dgm:pt modelId="{C3966F29-C036-4D72-B17E-2CCA29056FD4}" type="pres">
      <dgm:prSet presAssocID="{F64659B3-DF6F-4EB9-91BC-DA6E9EDA859E}" presName="parTx" presStyleLbl="revTx" presStyleIdx="2" presStyleCnt="6">
        <dgm:presLayoutVars>
          <dgm:chMax val="0"/>
          <dgm:chPref val="0"/>
        </dgm:presLayoutVars>
      </dgm:prSet>
      <dgm:spPr/>
    </dgm:pt>
    <dgm:pt modelId="{13E16AF9-C454-4D38-AF33-FB6951C964A8}" type="pres">
      <dgm:prSet presAssocID="{CB5A29B9-63D7-4A11-8E5E-85812DB801E8}" presName="sibTrans" presStyleCnt="0"/>
      <dgm:spPr/>
    </dgm:pt>
    <dgm:pt modelId="{6E38D540-1EFB-460A-BB81-4B72C59C8C04}" type="pres">
      <dgm:prSet presAssocID="{B1D2587E-8F63-43B1-887E-3F201E3EE523}" presName="compNode" presStyleCnt="0"/>
      <dgm:spPr/>
    </dgm:pt>
    <dgm:pt modelId="{0B6EF565-D994-47DA-816C-D25BF2F3B854}" type="pres">
      <dgm:prSet presAssocID="{B1D2587E-8F63-43B1-887E-3F201E3EE523}" presName="bgRect" presStyleLbl="bgShp" presStyleIdx="3" presStyleCnt="6"/>
      <dgm:spPr/>
    </dgm:pt>
    <dgm:pt modelId="{BC5A3E4B-1ED7-4F4B-80E7-61E4EBDEDD6D}" type="pres">
      <dgm:prSet presAssocID="{B1D2587E-8F63-43B1-887E-3F201E3EE523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F0E81C2C-96BA-4E6B-A1AB-896A772973DA}" type="pres">
      <dgm:prSet presAssocID="{B1D2587E-8F63-43B1-887E-3F201E3EE523}" presName="spaceRect" presStyleCnt="0"/>
      <dgm:spPr/>
    </dgm:pt>
    <dgm:pt modelId="{70536C95-ECBA-4C78-A580-951B9CDE8822}" type="pres">
      <dgm:prSet presAssocID="{B1D2587E-8F63-43B1-887E-3F201E3EE523}" presName="parTx" presStyleLbl="revTx" presStyleIdx="3" presStyleCnt="6">
        <dgm:presLayoutVars>
          <dgm:chMax val="0"/>
          <dgm:chPref val="0"/>
        </dgm:presLayoutVars>
      </dgm:prSet>
      <dgm:spPr/>
    </dgm:pt>
    <dgm:pt modelId="{7087282F-56E5-49CE-80E9-A70A38714357}" type="pres">
      <dgm:prSet presAssocID="{16E3F5E5-F90E-43DC-BAF1-73A7A8FDE758}" presName="sibTrans" presStyleCnt="0"/>
      <dgm:spPr/>
    </dgm:pt>
    <dgm:pt modelId="{7E858365-E684-455E-8ECD-11B538A6CDAA}" type="pres">
      <dgm:prSet presAssocID="{5BC9BB04-6926-4C7A-9DC3-9D42D35C9E0F}" presName="compNode" presStyleCnt="0"/>
      <dgm:spPr/>
    </dgm:pt>
    <dgm:pt modelId="{32647A8D-49DD-4232-A6DA-93A497F5409E}" type="pres">
      <dgm:prSet presAssocID="{5BC9BB04-6926-4C7A-9DC3-9D42D35C9E0F}" presName="bgRect" presStyleLbl="bgShp" presStyleIdx="4" presStyleCnt="6"/>
      <dgm:spPr/>
    </dgm:pt>
    <dgm:pt modelId="{53D957F6-65C2-4BD7-A247-D194B3AFB7A1}" type="pres">
      <dgm:prSet presAssocID="{5BC9BB04-6926-4C7A-9DC3-9D42D35C9E0F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12735E84-24E3-4E42-B25A-91FB8C5233F3}" type="pres">
      <dgm:prSet presAssocID="{5BC9BB04-6926-4C7A-9DC3-9D42D35C9E0F}" presName="spaceRect" presStyleCnt="0"/>
      <dgm:spPr/>
    </dgm:pt>
    <dgm:pt modelId="{A26BF65A-1BB0-4BEB-AD22-9AD5CAFD2454}" type="pres">
      <dgm:prSet presAssocID="{5BC9BB04-6926-4C7A-9DC3-9D42D35C9E0F}" presName="parTx" presStyleLbl="revTx" presStyleIdx="4" presStyleCnt="6">
        <dgm:presLayoutVars>
          <dgm:chMax val="0"/>
          <dgm:chPref val="0"/>
        </dgm:presLayoutVars>
      </dgm:prSet>
      <dgm:spPr/>
    </dgm:pt>
    <dgm:pt modelId="{1C56D86C-4514-4DC7-A10D-A8D9E9D8D005}" type="pres">
      <dgm:prSet presAssocID="{DA624E64-F4AC-4639-84D6-5814B8CBF93D}" presName="sibTrans" presStyleCnt="0"/>
      <dgm:spPr/>
    </dgm:pt>
    <dgm:pt modelId="{86961C38-F1EF-4337-A705-EF1F61DC239F}" type="pres">
      <dgm:prSet presAssocID="{E7DABCC5-CE37-4AB1-8FEA-7AA5930EA3E6}" presName="compNode" presStyleCnt="0"/>
      <dgm:spPr/>
    </dgm:pt>
    <dgm:pt modelId="{A8E055AB-F3B1-4066-BF7F-563ED0AAB910}" type="pres">
      <dgm:prSet presAssocID="{E7DABCC5-CE37-4AB1-8FEA-7AA5930EA3E6}" presName="bgRect" presStyleLbl="bgShp" presStyleIdx="5" presStyleCnt="6"/>
      <dgm:spPr/>
    </dgm:pt>
    <dgm:pt modelId="{DC634FFC-84E9-41F4-BCBE-F7B5F0547524}" type="pres">
      <dgm:prSet presAssocID="{E7DABCC5-CE37-4AB1-8FEA-7AA5930EA3E6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0B51D8B3-3DB5-43C1-8E19-16415989FE92}" type="pres">
      <dgm:prSet presAssocID="{E7DABCC5-CE37-4AB1-8FEA-7AA5930EA3E6}" presName="spaceRect" presStyleCnt="0"/>
      <dgm:spPr/>
    </dgm:pt>
    <dgm:pt modelId="{6234AF8C-4055-47F3-8601-67F0E9B70C33}" type="pres">
      <dgm:prSet presAssocID="{E7DABCC5-CE37-4AB1-8FEA-7AA5930EA3E6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372B1A3D-29C3-4D4B-8941-EC2E607AE788}" srcId="{C280DB3B-B622-4B26-B209-DA644BC4051C}" destId="{5BC9BB04-6926-4C7A-9DC3-9D42D35C9E0F}" srcOrd="4" destOrd="0" parTransId="{0DC90E7A-C079-4C40-9C2A-BD7C4E075831}" sibTransId="{DA624E64-F4AC-4639-84D6-5814B8CBF93D}"/>
    <dgm:cxn modelId="{762E1D45-246E-4A8F-B834-DD9E46DD8ED2}" type="presOf" srcId="{B1D2587E-8F63-43B1-887E-3F201E3EE523}" destId="{70536C95-ECBA-4C78-A580-951B9CDE8822}" srcOrd="0" destOrd="0" presId="urn:microsoft.com/office/officeart/2018/2/layout/IconVerticalSolidList"/>
    <dgm:cxn modelId="{C47A7B48-CA49-412D-BD51-DECD189BC6D4}" type="presOf" srcId="{E7DABCC5-CE37-4AB1-8FEA-7AA5930EA3E6}" destId="{6234AF8C-4055-47F3-8601-67F0E9B70C33}" srcOrd="0" destOrd="0" presId="urn:microsoft.com/office/officeart/2018/2/layout/IconVerticalSolidList"/>
    <dgm:cxn modelId="{D5AB8370-6535-41A8-A9BE-33D3EF7948E5}" type="presOf" srcId="{5BC9BB04-6926-4C7A-9DC3-9D42D35C9E0F}" destId="{A26BF65A-1BB0-4BEB-AD22-9AD5CAFD2454}" srcOrd="0" destOrd="0" presId="urn:microsoft.com/office/officeart/2018/2/layout/IconVerticalSolidList"/>
    <dgm:cxn modelId="{9DAB4257-3CCC-48AA-AA8C-E7A61FC34446}" type="presOf" srcId="{C280DB3B-B622-4B26-B209-DA644BC4051C}" destId="{17130FB2-7446-4BEE-A88C-A2638B55F91B}" srcOrd="0" destOrd="0" presId="urn:microsoft.com/office/officeart/2018/2/layout/IconVerticalSolidList"/>
    <dgm:cxn modelId="{ACFDA68A-8A10-41C0-BDDD-70D3F4E0D3F2}" srcId="{C280DB3B-B622-4B26-B209-DA644BC4051C}" destId="{5FA5F94D-D276-4D38-9A52-A682408149C4}" srcOrd="1" destOrd="0" parTransId="{75AA305C-CCBE-4E8A-83B5-25160C69A4C3}" sibTransId="{7900E702-0E25-4933-8B4D-2A691D05ED05}"/>
    <dgm:cxn modelId="{C85B568B-285F-4F37-AA4B-9C4299C607AB}" srcId="{C280DB3B-B622-4B26-B209-DA644BC4051C}" destId="{E7DABCC5-CE37-4AB1-8FEA-7AA5930EA3E6}" srcOrd="5" destOrd="0" parTransId="{24211996-D7BA-4434-A2C1-00FD6A2B5E69}" sibTransId="{FF27131A-66EB-4B33-B70A-040D0A82ACF0}"/>
    <dgm:cxn modelId="{A97C0892-7318-41C0-AE29-DECB0935B91F}" type="presOf" srcId="{F64659B3-DF6F-4EB9-91BC-DA6E9EDA859E}" destId="{C3966F29-C036-4D72-B17E-2CCA29056FD4}" srcOrd="0" destOrd="0" presId="urn:microsoft.com/office/officeart/2018/2/layout/IconVerticalSolidList"/>
    <dgm:cxn modelId="{9335B694-68BA-431A-890A-DA5514EFED70}" type="presOf" srcId="{4699284B-F6F4-4783-AAD9-61AC7E80887A}" destId="{CCB1AE7F-04EF-44A8-8CB7-C814F66B3D93}" srcOrd="0" destOrd="0" presId="urn:microsoft.com/office/officeart/2018/2/layout/IconVerticalSolidList"/>
    <dgm:cxn modelId="{F080D49A-F339-472C-ABDB-51CD860DF2BD}" srcId="{C280DB3B-B622-4B26-B209-DA644BC4051C}" destId="{4699284B-F6F4-4783-AAD9-61AC7E80887A}" srcOrd="0" destOrd="0" parTransId="{BD2882AC-3C5E-4A9E-8C14-746FF07DF7D1}" sibTransId="{A7BF4599-782E-4B92-B6D9-E1632CE3D5F6}"/>
    <dgm:cxn modelId="{6F5FF2E4-31AF-49D2-AF53-2D1F0E5900BA}" srcId="{C280DB3B-B622-4B26-B209-DA644BC4051C}" destId="{F64659B3-DF6F-4EB9-91BC-DA6E9EDA859E}" srcOrd="2" destOrd="0" parTransId="{16E6EE39-583E-4953-9C71-1B88205AA024}" sibTransId="{CB5A29B9-63D7-4A11-8E5E-85812DB801E8}"/>
    <dgm:cxn modelId="{DFDF6CE5-6AEB-43AA-A3D0-AA06988D1D65}" type="presOf" srcId="{5FA5F94D-D276-4D38-9A52-A682408149C4}" destId="{6D2C1A85-9A28-4271-B871-B631E6C03347}" srcOrd="0" destOrd="0" presId="urn:microsoft.com/office/officeart/2018/2/layout/IconVerticalSolidList"/>
    <dgm:cxn modelId="{BA8383E6-3ACA-44A0-803E-8E5FD662F10B}" srcId="{C280DB3B-B622-4B26-B209-DA644BC4051C}" destId="{B1D2587E-8F63-43B1-887E-3F201E3EE523}" srcOrd="3" destOrd="0" parTransId="{435AB001-EE4C-410B-9EE7-00E264F701C4}" sibTransId="{16E3F5E5-F90E-43DC-BAF1-73A7A8FDE758}"/>
    <dgm:cxn modelId="{408AE149-F522-487D-A3AD-723664E3492D}" type="presParOf" srcId="{17130FB2-7446-4BEE-A88C-A2638B55F91B}" destId="{A78BD8BB-4C3D-4AAB-96FE-F5DCF8816D54}" srcOrd="0" destOrd="0" presId="urn:microsoft.com/office/officeart/2018/2/layout/IconVerticalSolidList"/>
    <dgm:cxn modelId="{1FA0B903-DAD1-48D0-8D7C-BF52360785B3}" type="presParOf" srcId="{A78BD8BB-4C3D-4AAB-96FE-F5DCF8816D54}" destId="{3AC3A747-D8C1-4F7A-A6BF-C6ECA4AA1F05}" srcOrd="0" destOrd="0" presId="urn:microsoft.com/office/officeart/2018/2/layout/IconVerticalSolidList"/>
    <dgm:cxn modelId="{DA0988BB-E8F3-489A-8955-0BF001A5F903}" type="presParOf" srcId="{A78BD8BB-4C3D-4AAB-96FE-F5DCF8816D54}" destId="{7EE94E3E-1CCF-4CAE-A5DB-005748AC1AFC}" srcOrd="1" destOrd="0" presId="urn:microsoft.com/office/officeart/2018/2/layout/IconVerticalSolidList"/>
    <dgm:cxn modelId="{BF4F7BA3-1636-4BE9-8E50-B89CA04CF08E}" type="presParOf" srcId="{A78BD8BB-4C3D-4AAB-96FE-F5DCF8816D54}" destId="{4A651B3C-2184-4092-A5AC-0DBFEB36D253}" srcOrd="2" destOrd="0" presId="urn:microsoft.com/office/officeart/2018/2/layout/IconVerticalSolidList"/>
    <dgm:cxn modelId="{353682F3-8E8E-4CEE-B359-3D2B245A0DC3}" type="presParOf" srcId="{A78BD8BB-4C3D-4AAB-96FE-F5DCF8816D54}" destId="{CCB1AE7F-04EF-44A8-8CB7-C814F66B3D93}" srcOrd="3" destOrd="0" presId="urn:microsoft.com/office/officeart/2018/2/layout/IconVerticalSolidList"/>
    <dgm:cxn modelId="{BA85DE42-FA21-4A55-9895-9CAE2F0EBC6B}" type="presParOf" srcId="{17130FB2-7446-4BEE-A88C-A2638B55F91B}" destId="{1482969A-6E99-4BE6-9AD8-BD831BA15F6D}" srcOrd="1" destOrd="0" presId="urn:microsoft.com/office/officeart/2018/2/layout/IconVerticalSolidList"/>
    <dgm:cxn modelId="{7013CFBE-26D3-4475-99E9-6984E956DE8C}" type="presParOf" srcId="{17130FB2-7446-4BEE-A88C-A2638B55F91B}" destId="{20735AD3-7D28-42B0-BCB9-4FE5E7FFCE34}" srcOrd="2" destOrd="0" presId="urn:microsoft.com/office/officeart/2018/2/layout/IconVerticalSolidList"/>
    <dgm:cxn modelId="{8760BF93-78BC-4B92-A393-260199140A85}" type="presParOf" srcId="{20735AD3-7D28-42B0-BCB9-4FE5E7FFCE34}" destId="{1E3650B9-6A4D-465D-84D0-1C42128F0037}" srcOrd="0" destOrd="0" presId="urn:microsoft.com/office/officeart/2018/2/layout/IconVerticalSolidList"/>
    <dgm:cxn modelId="{810F2E09-AA95-4C2C-AE89-AC308DF68690}" type="presParOf" srcId="{20735AD3-7D28-42B0-BCB9-4FE5E7FFCE34}" destId="{5690E095-F605-42DB-A627-8C5AF41EC2D6}" srcOrd="1" destOrd="0" presId="urn:microsoft.com/office/officeart/2018/2/layout/IconVerticalSolidList"/>
    <dgm:cxn modelId="{9177B63C-71D3-4B61-865A-74E0B8C3C2EA}" type="presParOf" srcId="{20735AD3-7D28-42B0-BCB9-4FE5E7FFCE34}" destId="{1DA7BEFE-CC39-4397-B711-C96733B0C33C}" srcOrd="2" destOrd="0" presId="urn:microsoft.com/office/officeart/2018/2/layout/IconVerticalSolidList"/>
    <dgm:cxn modelId="{96A66A4D-CF4C-4334-AA84-0023AE913A3E}" type="presParOf" srcId="{20735AD3-7D28-42B0-BCB9-4FE5E7FFCE34}" destId="{6D2C1A85-9A28-4271-B871-B631E6C03347}" srcOrd="3" destOrd="0" presId="urn:microsoft.com/office/officeart/2018/2/layout/IconVerticalSolidList"/>
    <dgm:cxn modelId="{94A3F89C-53DF-43F7-A2E8-755E0408DEF7}" type="presParOf" srcId="{17130FB2-7446-4BEE-A88C-A2638B55F91B}" destId="{DFCD0089-F1D3-4FBD-AFBA-E6B8F56F6F37}" srcOrd="3" destOrd="0" presId="urn:microsoft.com/office/officeart/2018/2/layout/IconVerticalSolidList"/>
    <dgm:cxn modelId="{3882DC3F-026F-4863-BB81-439D0AD76454}" type="presParOf" srcId="{17130FB2-7446-4BEE-A88C-A2638B55F91B}" destId="{91F04A23-21A7-400B-B486-69207906C446}" srcOrd="4" destOrd="0" presId="urn:microsoft.com/office/officeart/2018/2/layout/IconVerticalSolidList"/>
    <dgm:cxn modelId="{24A117B0-6831-4E55-BC6D-C6DCF24B0A0D}" type="presParOf" srcId="{91F04A23-21A7-400B-B486-69207906C446}" destId="{678DF595-0DE6-4FD8-8F33-D4822DC502C8}" srcOrd="0" destOrd="0" presId="urn:microsoft.com/office/officeart/2018/2/layout/IconVerticalSolidList"/>
    <dgm:cxn modelId="{FE6A24E5-3522-4EA7-A1A8-059F88EA4E87}" type="presParOf" srcId="{91F04A23-21A7-400B-B486-69207906C446}" destId="{F69D69B8-1892-42C1-8F77-BD0B78ADFACE}" srcOrd="1" destOrd="0" presId="urn:microsoft.com/office/officeart/2018/2/layout/IconVerticalSolidList"/>
    <dgm:cxn modelId="{DDF3C1E3-6672-408B-A5F5-9630D6C7D269}" type="presParOf" srcId="{91F04A23-21A7-400B-B486-69207906C446}" destId="{B83915BB-9595-454F-8EC1-52D679C3C795}" srcOrd="2" destOrd="0" presId="urn:microsoft.com/office/officeart/2018/2/layout/IconVerticalSolidList"/>
    <dgm:cxn modelId="{C9CADDCA-13D7-4BAE-A790-B8096F54B35D}" type="presParOf" srcId="{91F04A23-21A7-400B-B486-69207906C446}" destId="{C3966F29-C036-4D72-B17E-2CCA29056FD4}" srcOrd="3" destOrd="0" presId="urn:microsoft.com/office/officeart/2018/2/layout/IconVerticalSolidList"/>
    <dgm:cxn modelId="{FC1320A3-693E-4231-ADEF-4A5CFD747055}" type="presParOf" srcId="{17130FB2-7446-4BEE-A88C-A2638B55F91B}" destId="{13E16AF9-C454-4D38-AF33-FB6951C964A8}" srcOrd="5" destOrd="0" presId="urn:microsoft.com/office/officeart/2018/2/layout/IconVerticalSolidList"/>
    <dgm:cxn modelId="{A42CA12C-50C7-4251-BB6B-6711A1A05407}" type="presParOf" srcId="{17130FB2-7446-4BEE-A88C-A2638B55F91B}" destId="{6E38D540-1EFB-460A-BB81-4B72C59C8C04}" srcOrd="6" destOrd="0" presId="urn:microsoft.com/office/officeart/2018/2/layout/IconVerticalSolidList"/>
    <dgm:cxn modelId="{545BA0A9-E8AC-43A4-B44B-B8B8AACE761B}" type="presParOf" srcId="{6E38D540-1EFB-460A-BB81-4B72C59C8C04}" destId="{0B6EF565-D994-47DA-816C-D25BF2F3B854}" srcOrd="0" destOrd="0" presId="urn:microsoft.com/office/officeart/2018/2/layout/IconVerticalSolidList"/>
    <dgm:cxn modelId="{28C34A84-D28E-40E6-BD45-91B7C0E51BB5}" type="presParOf" srcId="{6E38D540-1EFB-460A-BB81-4B72C59C8C04}" destId="{BC5A3E4B-1ED7-4F4B-80E7-61E4EBDEDD6D}" srcOrd="1" destOrd="0" presId="urn:microsoft.com/office/officeart/2018/2/layout/IconVerticalSolidList"/>
    <dgm:cxn modelId="{403BE78F-B27C-4334-8EF4-E15920DEFFF4}" type="presParOf" srcId="{6E38D540-1EFB-460A-BB81-4B72C59C8C04}" destId="{F0E81C2C-96BA-4E6B-A1AB-896A772973DA}" srcOrd="2" destOrd="0" presId="urn:microsoft.com/office/officeart/2018/2/layout/IconVerticalSolidList"/>
    <dgm:cxn modelId="{C5CC5219-170F-4201-B819-16C91118755A}" type="presParOf" srcId="{6E38D540-1EFB-460A-BB81-4B72C59C8C04}" destId="{70536C95-ECBA-4C78-A580-951B9CDE8822}" srcOrd="3" destOrd="0" presId="urn:microsoft.com/office/officeart/2018/2/layout/IconVerticalSolidList"/>
    <dgm:cxn modelId="{DE673336-818E-470F-B563-7B467A7E5F3B}" type="presParOf" srcId="{17130FB2-7446-4BEE-A88C-A2638B55F91B}" destId="{7087282F-56E5-49CE-80E9-A70A38714357}" srcOrd="7" destOrd="0" presId="urn:microsoft.com/office/officeart/2018/2/layout/IconVerticalSolidList"/>
    <dgm:cxn modelId="{3A0E6A1C-E149-40F5-AC91-4BD7ECC20AF4}" type="presParOf" srcId="{17130FB2-7446-4BEE-A88C-A2638B55F91B}" destId="{7E858365-E684-455E-8ECD-11B538A6CDAA}" srcOrd="8" destOrd="0" presId="urn:microsoft.com/office/officeart/2018/2/layout/IconVerticalSolidList"/>
    <dgm:cxn modelId="{49EAD2DA-7D6F-45E7-BCD8-A4059B13C85A}" type="presParOf" srcId="{7E858365-E684-455E-8ECD-11B538A6CDAA}" destId="{32647A8D-49DD-4232-A6DA-93A497F5409E}" srcOrd="0" destOrd="0" presId="urn:microsoft.com/office/officeart/2018/2/layout/IconVerticalSolidList"/>
    <dgm:cxn modelId="{06D81EAF-6E9D-470B-B014-6EC3A8F93188}" type="presParOf" srcId="{7E858365-E684-455E-8ECD-11B538A6CDAA}" destId="{53D957F6-65C2-4BD7-A247-D194B3AFB7A1}" srcOrd="1" destOrd="0" presId="urn:microsoft.com/office/officeart/2018/2/layout/IconVerticalSolidList"/>
    <dgm:cxn modelId="{05574DE0-0DF6-4921-967E-5D7E66B7BC55}" type="presParOf" srcId="{7E858365-E684-455E-8ECD-11B538A6CDAA}" destId="{12735E84-24E3-4E42-B25A-91FB8C5233F3}" srcOrd="2" destOrd="0" presId="urn:microsoft.com/office/officeart/2018/2/layout/IconVerticalSolidList"/>
    <dgm:cxn modelId="{FC926D44-4083-4A83-B70B-ECCF2876EC2B}" type="presParOf" srcId="{7E858365-E684-455E-8ECD-11B538A6CDAA}" destId="{A26BF65A-1BB0-4BEB-AD22-9AD5CAFD2454}" srcOrd="3" destOrd="0" presId="urn:microsoft.com/office/officeart/2018/2/layout/IconVerticalSolidList"/>
    <dgm:cxn modelId="{611F0385-A672-4DBA-8AF0-006AA98C188E}" type="presParOf" srcId="{17130FB2-7446-4BEE-A88C-A2638B55F91B}" destId="{1C56D86C-4514-4DC7-A10D-A8D9E9D8D005}" srcOrd="9" destOrd="0" presId="urn:microsoft.com/office/officeart/2018/2/layout/IconVerticalSolidList"/>
    <dgm:cxn modelId="{AEE47CDF-50A0-4631-9112-5D5C56C40305}" type="presParOf" srcId="{17130FB2-7446-4BEE-A88C-A2638B55F91B}" destId="{86961C38-F1EF-4337-A705-EF1F61DC239F}" srcOrd="10" destOrd="0" presId="urn:microsoft.com/office/officeart/2018/2/layout/IconVerticalSolidList"/>
    <dgm:cxn modelId="{B37D6BF6-5888-4A4D-B53B-2D7395551C46}" type="presParOf" srcId="{86961C38-F1EF-4337-A705-EF1F61DC239F}" destId="{A8E055AB-F3B1-4066-BF7F-563ED0AAB910}" srcOrd="0" destOrd="0" presId="urn:microsoft.com/office/officeart/2018/2/layout/IconVerticalSolidList"/>
    <dgm:cxn modelId="{2A0608E3-A3D7-4B74-9996-1087CC4A175A}" type="presParOf" srcId="{86961C38-F1EF-4337-A705-EF1F61DC239F}" destId="{DC634FFC-84E9-41F4-BCBE-F7B5F0547524}" srcOrd="1" destOrd="0" presId="urn:microsoft.com/office/officeart/2018/2/layout/IconVerticalSolidList"/>
    <dgm:cxn modelId="{E6D758E3-AE54-4B2A-8064-0053A8CB1A67}" type="presParOf" srcId="{86961C38-F1EF-4337-A705-EF1F61DC239F}" destId="{0B51D8B3-3DB5-43C1-8E19-16415989FE92}" srcOrd="2" destOrd="0" presId="urn:microsoft.com/office/officeart/2018/2/layout/IconVerticalSolidList"/>
    <dgm:cxn modelId="{71C6F388-160B-4B00-9341-7B94A7FD255E}" type="presParOf" srcId="{86961C38-F1EF-4337-A705-EF1F61DC239F}" destId="{6234AF8C-4055-47F3-8601-67F0E9B70C3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9FC8EBF7-D576-4982-A011-A2B6F4368D4C}" type="doc">
      <dgm:prSet loTypeId="urn:microsoft.com/office/officeart/2008/layout/LinedList" loCatId="list" qsTypeId="urn:microsoft.com/office/officeart/2005/8/quickstyle/simple1#17" qsCatId="simple" csTypeId="urn:microsoft.com/office/officeart/2005/8/colors/accent1_2#7" csCatId="accent1"/>
      <dgm:spPr/>
      <dgm:t>
        <a:bodyPr/>
        <a:lstStyle/>
        <a:p>
          <a:endParaRPr lang="en-US"/>
        </a:p>
      </dgm:t>
    </dgm:pt>
    <dgm:pt modelId="{A3547F39-7D27-4134-8839-4CF21C3E581C}">
      <dgm:prSet/>
      <dgm:spPr/>
      <dgm:t>
        <a:bodyPr/>
        <a:lstStyle/>
        <a:p>
          <a:r>
            <a:rPr lang="en-US" b="0" i="0" baseline="0"/>
            <a:t>Execution/runtime limits</a:t>
          </a:r>
          <a:endParaRPr lang="en-US"/>
        </a:p>
      </dgm:t>
    </dgm:pt>
    <dgm:pt modelId="{126373BA-D720-4FAB-82E3-81E0FE2D9B70}" type="parTrans" cxnId="{28A76717-CC9F-4105-9989-16369CE1AB1E}">
      <dgm:prSet/>
      <dgm:spPr/>
      <dgm:t>
        <a:bodyPr/>
        <a:lstStyle/>
        <a:p>
          <a:endParaRPr lang="en-US"/>
        </a:p>
      </dgm:t>
    </dgm:pt>
    <dgm:pt modelId="{119CF942-998F-45F3-B123-EE7D773E854C}" type="sibTrans" cxnId="{28A76717-CC9F-4105-9989-16369CE1AB1E}">
      <dgm:prSet/>
      <dgm:spPr/>
      <dgm:t>
        <a:bodyPr/>
        <a:lstStyle/>
        <a:p>
          <a:endParaRPr lang="en-US"/>
        </a:p>
      </dgm:t>
    </dgm:pt>
    <dgm:pt modelId="{4EE1346C-8364-4EB0-8352-446EE9E43988}">
      <dgm:prSet/>
      <dgm:spPr/>
      <dgm:t>
        <a:bodyPr/>
        <a:lstStyle/>
        <a:p>
          <a:r>
            <a:rPr lang="en-US" b="0" i="0" baseline="0"/>
            <a:t>Cold starts</a:t>
          </a:r>
          <a:endParaRPr lang="en-US"/>
        </a:p>
      </dgm:t>
    </dgm:pt>
    <dgm:pt modelId="{8A748D17-E74A-4420-8B1F-9E5901DDB613}" type="parTrans" cxnId="{6B4FAD94-4D5D-424F-9FC8-A5A9DC34C46C}">
      <dgm:prSet/>
      <dgm:spPr/>
      <dgm:t>
        <a:bodyPr/>
        <a:lstStyle/>
        <a:p>
          <a:endParaRPr lang="en-US"/>
        </a:p>
      </dgm:t>
    </dgm:pt>
    <dgm:pt modelId="{DCEEECBF-966F-4C10-954B-CB972424872F}" type="sibTrans" cxnId="{6B4FAD94-4D5D-424F-9FC8-A5A9DC34C46C}">
      <dgm:prSet/>
      <dgm:spPr/>
      <dgm:t>
        <a:bodyPr/>
        <a:lstStyle/>
        <a:p>
          <a:endParaRPr lang="en-US"/>
        </a:p>
      </dgm:t>
    </dgm:pt>
    <dgm:pt modelId="{E28F32B1-457C-41E0-A0FD-F293D6B1FDB7}">
      <dgm:prSet/>
      <dgm:spPr/>
      <dgm:t>
        <a:bodyPr/>
        <a:lstStyle/>
        <a:p>
          <a:r>
            <a:rPr lang="en-US" b="0" i="0" baseline="0"/>
            <a:t>Stateless execution model</a:t>
          </a:r>
          <a:endParaRPr lang="en-US"/>
        </a:p>
      </dgm:t>
    </dgm:pt>
    <dgm:pt modelId="{EA2DFA62-3F3C-4598-AA57-6FE473880271}" type="parTrans" cxnId="{2FAB96D8-7C49-4739-A6F4-E7F4D106CCBF}">
      <dgm:prSet/>
      <dgm:spPr/>
      <dgm:t>
        <a:bodyPr/>
        <a:lstStyle/>
        <a:p>
          <a:endParaRPr lang="en-US"/>
        </a:p>
      </dgm:t>
    </dgm:pt>
    <dgm:pt modelId="{AE0DB617-512E-46BD-BB33-4CE44D00B0AF}" type="sibTrans" cxnId="{2FAB96D8-7C49-4739-A6F4-E7F4D106CCBF}">
      <dgm:prSet/>
      <dgm:spPr/>
      <dgm:t>
        <a:bodyPr/>
        <a:lstStyle/>
        <a:p>
          <a:endParaRPr lang="en-US"/>
        </a:p>
      </dgm:t>
    </dgm:pt>
    <dgm:pt modelId="{BD756E15-1DF9-4131-9A75-C0B386BA3F33}">
      <dgm:prSet/>
      <dgm:spPr/>
      <dgm:t>
        <a:bodyPr/>
        <a:lstStyle/>
        <a:p>
          <a:r>
            <a:rPr lang="en-US" b="0" i="0" baseline="0"/>
            <a:t>Distributed applications can be harder to troubleshoot</a:t>
          </a:r>
          <a:endParaRPr lang="en-US"/>
        </a:p>
      </dgm:t>
    </dgm:pt>
    <dgm:pt modelId="{9354CCEC-61A8-4D97-8CA2-0036915345F2}" type="parTrans" cxnId="{8C5057BD-7676-4389-8BAD-1BC0034F26FB}">
      <dgm:prSet/>
      <dgm:spPr/>
      <dgm:t>
        <a:bodyPr/>
        <a:lstStyle/>
        <a:p>
          <a:endParaRPr lang="en-US"/>
        </a:p>
      </dgm:t>
    </dgm:pt>
    <dgm:pt modelId="{2F0CA552-4D0B-42E6-A6E3-E6D24F7FF39A}" type="sibTrans" cxnId="{8C5057BD-7676-4389-8BAD-1BC0034F26FB}">
      <dgm:prSet/>
      <dgm:spPr/>
      <dgm:t>
        <a:bodyPr/>
        <a:lstStyle/>
        <a:p>
          <a:endParaRPr lang="en-US"/>
        </a:p>
      </dgm:t>
    </dgm:pt>
    <dgm:pt modelId="{36D53CAB-0D53-42C5-A6FB-69461781CE3F}">
      <dgm:prSet/>
      <dgm:spPr/>
      <dgm:t>
        <a:bodyPr/>
        <a:lstStyle/>
        <a:p>
          <a:r>
            <a:rPr lang="en-US" b="0" i="0" baseline="0"/>
            <a:t>Potential vendor dependency</a:t>
          </a:r>
          <a:endParaRPr lang="en-US"/>
        </a:p>
      </dgm:t>
    </dgm:pt>
    <dgm:pt modelId="{6800BF32-FB18-4F93-B5E5-D1AD9D2EA1F2}" type="parTrans" cxnId="{50615AA1-F672-4293-89F8-746562DFA02D}">
      <dgm:prSet/>
      <dgm:spPr/>
      <dgm:t>
        <a:bodyPr/>
        <a:lstStyle/>
        <a:p>
          <a:endParaRPr lang="en-US"/>
        </a:p>
      </dgm:t>
    </dgm:pt>
    <dgm:pt modelId="{4CAA2E5B-C13A-4F0B-AF80-5A36FF2D67E3}" type="sibTrans" cxnId="{50615AA1-F672-4293-89F8-746562DFA02D}">
      <dgm:prSet/>
      <dgm:spPr/>
      <dgm:t>
        <a:bodyPr/>
        <a:lstStyle/>
        <a:p>
          <a:endParaRPr lang="en-US"/>
        </a:p>
      </dgm:t>
    </dgm:pt>
    <dgm:pt modelId="{0935B49F-9898-4EBE-BD2D-010934AFED06}">
      <dgm:prSet/>
      <dgm:spPr/>
      <dgm:t>
        <a:bodyPr/>
        <a:lstStyle/>
        <a:p>
          <a:r>
            <a:rPr lang="en-US" b="0" i="0" baseline="0"/>
            <a:t>Not always the most economical choice for continuously running workloads</a:t>
          </a:r>
          <a:endParaRPr lang="en-US"/>
        </a:p>
      </dgm:t>
    </dgm:pt>
    <dgm:pt modelId="{B256AC2E-3E65-4D72-A40B-2AE79E753650}" type="parTrans" cxnId="{37033437-AFF7-4A09-AAE5-824F270021F5}">
      <dgm:prSet/>
      <dgm:spPr/>
      <dgm:t>
        <a:bodyPr/>
        <a:lstStyle/>
        <a:p>
          <a:endParaRPr lang="en-US"/>
        </a:p>
      </dgm:t>
    </dgm:pt>
    <dgm:pt modelId="{10BE61A2-FA0E-489B-856E-E4E0DAA9F047}" type="sibTrans" cxnId="{37033437-AFF7-4A09-AAE5-824F270021F5}">
      <dgm:prSet/>
      <dgm:spPr/>
      <dgm:t>
        <a:bodyPr/>
        <a:lstStyle/>
        <a:p>
          <a:endParaRPr lang="en-US"/>
        </a:p>
      </dgm:t>
    </dgm:pt>
    <dgm:pt modelId="{CAB746E8-32F3-47B3-8F9D-4FC792CB617D}" type="pres">
      <dgm:prSet presAssocID="{9FC8EBF7-D576-4982-A011-A2B6F4368D4C}" presName="vert0" presStyleCnt="0">
        <dgm:presLayoutVars>
          <dgm:dir/>
          <dgm:animOne val="branch"/>
          <dgm:animLvl val="lvl"/>
        </dgm:presLayoutVars>
      </dgm:prSet>
      <dgm:spPr/>
    </dgm:pt>
    <dgm:pt modelId="{7E1DADC5-4755-47C7-84FC-D83BE1EA5186}" type="pres">
      <dgm:prSet presAssocID="{A3547F39-7D27-4134-8839-4CF21C3E581C}" presName="thickLine" presStyleLbl="alignNode1" presStyleIdx="0" presStyleCnt="6"/>
      <dgm:spPr/>
    </dgm:pt>
    <dgm:pt modelId="{D38AE034-797E-431E-A329-C7CFD489C6E0}" type="pres">
      <dgm:prSet presAssocID="{A3547F39-7D27-4134-8839-4CF21C3E581C}" presName="horz1" presStyleCnt="0"/>
      <dgm:spPr/>
    </dgm:pt>
    <dgm:pt modelId="{335AFFD3-BD36-46F7-ACAA-C0DF95A80068}" type="pres">
      <dgm:prSet presAssocID="{A3547F39-7D27-4134-8839-4CF21C3E581C}" presName="tx1" presStyleLbl="revTx" presStyleIdx="0" presStyleCnt="6"/>
      <dgm:spPr/>
    </dgm:pt>
    <dgm:pt modelId="{514A1861-C6DB-4FAB-88B4-95505AE68284}" type="pres">
      <dgm:prSet presAssocID="{A3547F39-7D27-4134-8839-4CF21C3E581C}" presName="vert1" presStyleCnt="0"/>
      <dgm:spPr/>
    </dgm:pt>
    <dgm:pt modelId="{D6DE4A9B-78D0-46CA-A7EE-C77E1B4920F5}" type="pres">
      <dgm:prSet presAssocID="{4EE1346C-8364-4EB0-8352-446EE9E43988}" presName="thickLine" presStyleLbl="alignNode1" presStyleIdx="1" presStyleCnt="6"/>
      <dgm:spPr/>
    </dgm:pt>
    <dgm:pt modelId="{F96B65B0-35A5-4F16-B999-B7BEC5039127}" type="pres">
      <dgm:prSet presAssocID="{4EE1346C-8364-4EB0-8352-446EE9E43988}" presName="horz1" presStyleCnt="0"/>
      <dgm:spPr/>
    </dgm:pt>
    <dgm:pt modelId="{9690E91D-EED9-4C87-AD90-B60D2458C59D}" type="pres">
      <dgm:prSet presAssocID="{4EE1346C-8364-4EB0-8352-446EE9E43988}" presName="tx1" presStyleLbl="revTx" presStyleIdx="1" presStyleCnt="6"/>
      <dgm:spPr/>
    </dgm:pt>
    <dgm:pt modelId="{9EF75435-B994-4323-98EF-58A1F81A8A39}" type="pres">
      <dgm:prSet presAssocID="{4EE1346C-8364-4EB0-8352-446EE9E43988}" presName="vert1" presStyleCnt="0"/>
      <dgm:spPr/>
    </dgm:pt>
    <dgm:pt modelId="{0A261258-DC9E-4F77-9469-F6F2EA767F4A}" type="pres">
      <dgm:prSet presAssocID="{E28F32B1-457C-41E0-A0FD-F293D6B1FDB7}" presName="thickLine" presStyleLbl="alignNode1" presStyleIdx="2" presStyleCnt="6"/>
      <dgm:spPr/>
    </dgm:pt>
    <dgm:pt modelId="{CB74633C-CF81-4D97-8DBC-3D04C222BF30}" type="pres">
      <dgm:prSet presAssocID="{E28F32B1-457C-41E0-A0FD-F293D6B1FDB7}" presName="horz1" presStyleCnt="0"/>
      <dgm:spPr/>
    </dgm:pt>
    <dgm:pt modelId="{4CF8F364-121E-47FE-AC09-4D49B637C00C}" type="pres">
      <dgm:prSet presAssocID="{E28F32B1-457C-41E0-A0FD-F293D6B1FDB7}" presName="tx1" presStyleLbl="revTx" presStyleIdx="2" presStyleCnt="6"/>
      <dgm:spPr/>
    </dgm:pt>
    <dgm:pt modelId="{0A682F57-40E5-44FF-9E2F-C52742EDE687}" type="pres">
      <dgm:prSet presAssocID="{E28F32B1-457C-41E0-A0FD-F293D6B1FDB7}" presName="vert1" presStyleCnt="0"/>
      <dgm:spPr/>
    </dgm:pt>
    <dgm:pt modelId="{B484C7C8-2C34-412D-A85E-1444732AA10B}" type="pres">
      <dgm:prSet presAssocID="{BD756E15-1DF9-4131-9A75-C0B386BA3F33}" presName="thickLine" presStyleLbl="alignNode1" presStyleIdx="3" presStyleCnt="6"/>
      <dgm:spPr/>
    </dgm:pt>
    <dgm:pt modelId="{908F37D2-023B-43EB-85E9-C21D2E4BED4B}" type="pres">
      <dgm:prSet presAssocID="{BD756E15-1DF9-4131-9A75-C0B386BA3F33}" presName="horz1" presStyleCnt="0"/>
      <dgm:spPr/>
    </dgm:pt>
    <dgm:pt modelId="{BA420033-FB52-4FB3-9B32-C121391A240F}" type="pres">
      <dgm:prSet presAssocID="{BD756E15-1DF9-4131-9A75-C0B386BA3F33}" presName="tx1" presStyleLbl="revTx" presStyleIdx="3" presStyleCnt="6"/>
      <dgm:spPr/>
    </dgm:pt>
    <dgm:pt modelId="{488A802E-E66D-4C77-87ED-B233CA5E322B}" type="pres">
      <dgm:prSet presAssocID="{BD756E15-1DF9-4131-9A75-C0B386BA3F33}" presName="vert1" presStyleCnt="0"/>
      <dgm:spPr/>
    </dgm:pt>
    <dgm:pt modelId="{D356D1DA-5C26-4606-A4A1-F24D42A1CD32}" type="pres">
      <dgm:prSet presAssocID="{36D53CAB-0D53-42C5-A6FB-69461781CE3F}" presName="thickLine" presStyleLbl="alignNode1" presStyleIdx="4" presStyleCnt="6"/>
      <dgm:spPr/>
    </dgm:pt>
    <dgm:pt modelId="{EE938953-C181-481D-A29E-AD9305893121}" type="pres">
      <dgm:prSet presAssocID="{36D53CAB-0D53-42C5-A6FB-69461781CE3F}" presName="horz1" presStyleCnt="0"/>
      <dgm:spPr/>
    </dgm:pt>
    <dgm:pt modelId="{898C2D2C-766B-4678-BBB1-D996DCAE2E27}" type="pres">
      <dgm:prSet presAssocID="{36D53CAB-0D53-42C5-A6FB-69461781CE3F}" presName="tx1" presStyleLbl="revTx" presStyleIdx="4" presStyleCnt="6"/>
      <dgm:spPr/>
    </dgm:pt>
    <dgm:pt modelId="{0C56F3C8-0F3C-4566-922D-F98DAED4816E}" type="pres">
      <dgm:prSet presAssocID="{36D53CAB-0D53-42C5-A6FB-69461781CE3F}" presName="vert1" presStyleCnt="0"/>
      <dgm:spPr/>
    </dgm:pt>
    <dgm:pt modelId="{D98E3A88-4343-4A6F-8683-4AFC3C5BA2E6}" type="pres">
      <dgm:prSet presAssocID="{0935B49F-9898-4EBE-BD2D-010934AFED06}" presName="thickLine" presStyleLbl="alignNode1" presStyleIdx="5" presStyleCnt="6"/>
      <dgm:spPr/>
    </dgm:pt>
    <dgm:pt modelId="{660F6001-FD48-47D6-B1B7-205182AB0409}" type="pres">
      <dgm:prSet presAssocID="{0935B49F-9898-4EBE-BD2D-010934AFED06}" presName="horz1" presStyleCnt="0"/>
      <dgm:spPr/>
    </dgm:pt>
    <dgm:pt modelId="{72D0A9EF-8E0C-4232-BDE4-629464E7C42D}" type="pres">
      <dgm:prSet presAssocID="{0935B49F-9898-4EBE-BD2D-010934AFED06}" presName="tx1" presStyleLbl="revTx" presStyleIdx="5" presStyleCnt="6"/>
      <dgm:spPr/>
    </dgm:pt>
    <dgm:pt modelId="{B84A5D8E-33E9-4DB0-9111-FEC7B94C9137}" type="pres">
      <dgm:prSet presAssocID="{0935B49F-9898-4EBE-BD2D-010934AFED06}" presName="vert1" presStyleCnt="0"/>
      <dgm:spPr/>
    </dgm:pt>
  </dgm:ptLst>
  <dgm:cxnLst>
    <dgm:cxn modelId="{28A76717-CC9F-4105-9989-16369CE1AB1E}" srcId="{9FC8EBF7-D576-4982-A011-A2B6F4368D4C}" destId="{A3547F39-7D27-4134-8839-4CF21C3E581C}" srcOrd="0" destOrd="0" parTransId="{126373BA-D720-4FAB-82E3-81E0FE2D9B70}" sibTransId="{119CF942-998F-45F3-B123-EE7D773E854C}"/>
    <dgm:cxn modelId="{F0233232-F90F-4D3F-A9D3-A89042E4EDDE}" type="presOf" srcId="{9FC8EBF7-D576-4982-A011-A2B6F4368D4C}" destId="{CAB746E8-32F3-47B3-8F9D-4FC792CB617D}" srcOrd="0" destOrd="0" presId="urn:microsoft.com/office/officeart/2008/layout/LinedList"/>
    <dgm:cxn modelId="{37033437-AFF7-4A09-AAE5-824F270021F5}" srcId="{9FC8EBF7-D576-4982-A011-A2B6F4368D4C}" destId="{0935B49F-9898-4EBE-BD2D-010934AFED06}" srcOrd="5" destOrd="0" parTransId="{B256AC2E-3E65-4D72-A40B-2AE79E753650}" sibTransId="{10BE61A2-FA0E-489B-856E-E4E0DAA9F047}"/>
    <dgm:cxn modelId="{6D54BE4C-8B71-4C8E-A538-99DE16E5049B}" type="presOf" srcId="{0935B49F-9898-4EBE-BD2D-010934AFED06}" destId="{72D0A9EF-8E0C-4232-BDE4-629464E7C42D}" srcOrd="0" destOrd="0" presId="urn:microsoft.com/office/officeart/2008/layout/LinedList"/>
    <dgm:cxn modelId="{B21B0283-EE85-4408-B45E-EB13F0FE5072}" type="presOf" srcId="{E28F32B1-457C-41E0-A0FD-F293D6B1FDB7}" destId="{4CF8F364-121E-47FE-AC09-4D49B637C00C}" srcOrd="0" destOrd="0" presId="urn:microsoft.com/office/officeart/2008/layout/LinedList"/>
    <dgm:cxn modelId="{BF44E58A-AA14-4258-BB1F-E0F5BB1A02F9}" type="presOf" srcId="{36D53CAB-0D53-42C5-A6FB-69461781CE3F}" destId="{898C2D2C-766B-4678-BBB1-D996DCAE2E27}" srcOrd="0" destOrd="0" presId="urn:microsoft.com/office/officeart/2008/layout/LinedList"/>
    <dgm:cxn modelId="{6B4FAD94-4D5D-424F-9FC8-A5A9DC34C46C}" srcId="{9FC8EBF7-D576-4982-A011-A2B6F4368D4C}" destId="{4EE1346C-8364-4EB0-8352-446EE9E43988}" srcOrd="1" destOrd="0" parTransId="{8A748D17-E74A-4420-8B1F-9E5901DDB613}" sibTransId="{DCEEECBF-966F-4C10-954B-CB972424872F}"/>
    <dgm:cxn modelId="{50615AA1-F672-4293-89F8-746562DFA02D}" srcId="{9FC8EBF7-D576-4982-A011-A2B6F4368D4C}" destId="{36D53CAB-0D53-42C5-A6FB-69461781CE3F}" srcOrd="4" destOrd="0" parTransId="{6800BF32-FB18-4F93-B5E5-D1AD9D2EA1F2}" sibTransId="{4CAA2E5B-C13A-4F0B-AF80-5A36FF2D67E3}"/>
    <dgm:cxn modelId="{64D9ABA2-D7E8-4914-80A4-0BE34F16B66C}" type="presOf" srcId="{BD756E15-1DF9-4131-9A75-C0B386BA3F33}" destId="{BA420033-FB52-4FB3-9B32-C121391A240F}" srcOrd="0" destOrd="0" presId="urn:microsoft.com/office/officeart/2008/layout/LinedList"/>
    <dgm:cxn modelId="{8C5057BD-7676-4389-8BAD-1BC0034F26FB}" srcId="{9FC8EBF7-D576-4982-A011-A2B6F4368D4C}" destId="{BD756E15-1DF9-4131-9A75-C0B386BA3F33}" srcOrd="3" destOrd="0" parTransId="{9354CCEC-61A8-4D97-8CA2-0036915345F2}" sibTransId="{2F0CA552-4D0B-42E6-A6E3-E6D24F7FF39A}"/>
    <dgm:cxn modelId="{682ED8C8-951E-4619-B40F-60EF62F81BC5}" type="presOf" srcId="{A3547F39-7D27-4134-8839-4CF21C3E581C}" destId="{335AFFD3-BD36-46F7-ACAA-C0DF95A80068}" srcOrd="0" destOrd="0" presId="urn:microsoft.com/office/officeart/2008/layout/LinedList"/>
    <dgm:cxn modelId="{2FAB96D8-7C49-4739-A6F4-E7F4D106CCBF}" srcId="{9FC8EBF7-D576-4982-A011-A2B6F4368D4C}" destId="{E28F32B1-457C-41E0-A0FD-F293D6B1FDB7}" srcOrd="2" destOrd="0" parTransId="{EA2DFA62-3F3C-4598-AA57-6FE473880271}" sibTransId="{AE0DB617-512E-46BD-BB33-4CE44D00B0AF}"/>
    <dgm:cxn modelId="{ACA6F8F8-C744-43E5-8450-BB5C579AD750}" type="presOf" srcId="{4EE1346C-8364-4EB0-8352-446EE9E43988}" destId="{9690E91D-EED9-4C87-AD90-B60D2458C59D}" srcOrd="0" destOrd="0" presId="urn:microsoft.com/office/officeart/2008/layout/LinedList"/>
    <dgm:cxn modelId="{F31B6716-0F5E-4337-A57C-1C68EA5F0474}" type="presParOf" srcId="{CAB746E8-32F3-47B3-8F9D-4FC792CB617D}" destId="{7E1DADC5-4755-47C7-84FC-D83BE1EA5186}" srcOrd="0" destOrd="0" presId="urn:microsoft.com/office/officeart/2008/layout/LinedList"/>
    <dgm:cxn modelId="{6AB48FD2-039E-4B6F-9C8E-C08CEE78DC19}" type="presParOf" srcId="{CAB746E8-32F3-47B3-8F9D-4FC792CB617D}" destId="{D38AE034-797E-431E-A329-C7CFD489C6E0}" srcOrd="1" destOrd="0" presId="urn:microsoft.com/office/officeart/2008/layout/LinedList"/>
    <dgm:cxn modelId="{14C793AF-21AD-4258-8AD1-77D63A48625F}" type="presParOf" srcId="{D38AE034-797E-431E-A329-C7CFD489C6E0}" destId="{335AFFD3-BD36-46F7-ACAA-C0DF95A80068}" srcOrd="0" destOrd="0" presId="urn:microsoft.com/office/officeart/2008/layout/LinedList"/>
    <dgm:cxn modelId="{FB7F1190-6CEA-4539-9CD5-DEAD472F5E20}" type="presParOf" srcId="{D38AE034-797E-431E-A329-C7CFD489C6E0}" destId="{514A1861-C6DB-4FAB-88B4-95505AE68284}" srcOrd="1" destOrd="0" presId="urn:microsoft.com/office/officeart/2008/layout/LinedList"/>
    <dgm:cxn modelId="{6EB61056-09A8-428F-9316-5561A506DDC7}" type="presParOf" srcId="{CAB746E8-32F3-47B3-8F9D-4FC792CB617D}" destId="{D6DE4A9B-78D0-46CA-A7EE-C77E1B4920F5}" srcOrd="2" destOrd="0" presId="urn:microsoft.com/office/officeart/2008/layout/LinedList"/>
    <dgm:cxn modelId="{A9EC7609-CB65-41E5-9B7E-C804133E0B76}" type="presParOf" srcId="{CAB746E8-32F3-47B3-8F9D-4FC792CB617D}" destId="{F96B65B0-35A5-4F16-B999-B7BEC5039127}" srcOrd="3" destOrd="0" presId="urn:microsoft.com/office/officeart/2008/layout/LinedList"/>
    <dgm:cxn modelId="{82FDD67A-9ABB-4895-9CA4-4806588E7461}" type="presParOf" srcId="{F96B65B0-35A5-4F16-B999-B7BEC5039127}" destId="{9690E91D-EED9-4C87-AD90-B60D2458C59D}" srcOrd="0" destOrd="0" presId="urn:microsoft.com/office/officeart/2008/layout/LinedList"/>
    <dgm:cxn modelId="{BEAAFB1E-3255-4F02-B6F6-8F19F48DD2A9}" type="presParOf" srcId="{F96B65B0-35A5-4F16-B999-B7BEC5039127}" destId="{9EF75435-B994-4323-98EF-58A1F81A8A39}" srcOrd="1" destOrd="0" presId="urn:microsoft.com/office/officeart/2008/layout/LinedList"/>
    <dgm:cxn modelId="{D91D4573-F13A-4FFB-ACBF-10CFE6F1D615}" type="presParOf" srcId="{CAB746E8-32F3-47B3-8F9D-4FC792CB617D}" destId="{0A261258-DC9E-4F77-9469-F6F2EA767F4A}" srcOrd="4" destOrd="0" presId="urn:microsoft.com/office/officeart/2008/layout/LinedList"/>
    <dgm:cxn modelId="{62921584-4837-472D-9610-CC1EC2E7F267}" type="presParOf" srcId="{CAB746E8-32F3-47B3-8F9D-4FC792CB617D}" destId="{CB74633C-CF81-4D97-8DBC-3D04C222BF30}" srcOrd="5" destOrd="0" presId="urn:microsoft.com/office/officeart/2008/layout/LinedList"/>
    <dgm:cxn modelId="{A2FE7CDD-0DD7-472A-8E5A-6DD248748C62}" type="presParOf" srcId="{CB74633C-CF81-4D97-8DBC-3D04C222BF30}" destId="{4CF8F364-121E-47FE-AC09-4D49B637C00C}" srcOrd="0" destOrd="0" presId="urn:microsoft.com/office/officeart/2008/layout/LinedList"/>
    <dgm:cxn modelId="{08DCA538-8567-4BD7-ABA8-BC740DD6726C}" type="presParOf" srcId="{CB74633C-CF81-4D97-8DBC-3D04C222BF30}" destId="{0A682F57-40E5-44FF-9E2F-C52742EDE687}" srcOrd="1" destOrd="0" presId="urn:microsoft.com/office/officeart/2008/layout/LinedList"/>
    <dgm:cxn modelId="{3E1119D9-FA11-4CC3-8F5B-2D571AE0184B}" type="presParOf" srcId="{CAB746E8-32F3-47B3-8F9D-4FC792CB617D}" destId="{B484C7C8-2C34-412D-A85E-1444732AA10B}" srcOrd="6" destOrd="0" presId="urn:microsoft.com/office/officeart/2008/layout/LinedList"/>
    <dgm:cxn modelId="{5CDE8CD0-54D3-4541-B612-255E38CBD07A}" type="presParOf" srcId="{CAB746E8-32F3-47B3-8F9D-4FC792CB617D}" destId="{908F37D2-023B-43EB-85E9-C21D2E4BED4B}" srcOrd="7" destOrd="0" presId="urn:microsoft.com/office/officeart/2008/layout/LinedList"/>
    <dgm:cxn modelId="{9CB1AF49-DEC5-45BE-869E-B066D183BB7D}" type="presParOf" srcId="{908F37D2-023B-43EB-85E9-C21D2E4BED4B}" destId="{BA420033-FB52-4FB3-9B32-C121391A240F}" srcOrd="0" destOrd="0" presId="urn:microsoft.com/office/officeart/2008/layout/LinedList"/>
    <dgm:cxn modelId="{1436C1DF-09FB-4406-A9C9-77766C4CBA4A}" type="presParOf" srcId="{908F37D2-023B-43EB-85E9-C21D2E4BED4B}" destId="{488A802E-E66D-4C77-87ED-B233CA5E322B}" srcOrd="1" destOrd="0" presId="urn:microsoft.com/office/officeart/2008/layout/LinedList"/>
    <dgm:cxn modelId="{C2D1D014-C04E-4E56-B16F-B96606FBD1B7}" type="presParOf" srcId="{CAB746E8-32F3-47B3-8F9D-4FC792CB617D}" destId="{D356D1DA-5C26-4606-A4A1-F24D42A1CD32}" srcOrd="8" destOrd="0" presId="urn:microsoft.com/office/officeart/2008/layout/LinedList"/>
    <dgm:cxn modelId="{241CF3A1-0810-4880-AB49-F9BCAF4550C2}" type="presParOf" srcId="{CAB746E8-32F3-47B3-8F9D-4FC792CB617D}" destId="{EE938953-C181-481D-A29E-AD9305893121}" srcOrd="9" destOrd="0" presId="urn:microsoft.com/office/officeart/2008/layout/LinedList"/>
    <dgm:cxn modelId="{BC24D5CE-623F-4B7A-B6CD-512567152AD1}" type="presParOf" srcId="{EE938953-C181-481D-A29E-AD9305893121}" destId="{898C2D2C-766B-4678-BBB1-D996DCAE2E27}" srcOrd="0" destOrd="0" presId="urn:microsoft.com/office/officeart/2008/layout/LinedList"/>
    <dgm:cxn modelId="{8C01EC99-8AA3-4132-91C4-41D8CF6ADD9C}" type="presParOf" srcId="{EE938953-C181-481D-A29E-AD9305893121}" destId="{0C56F3C8-0F3C-4566-922D-F98DAED4816E}" srcOrd="1" destOrd="0" presId="urn:microsoft.com/office/officeart/2008/layout/LinedList"/>
    <dgm:cxn modelId="{F9CC8366-F0DF-4AF9-9258-DC8E9DF00624}" type="presParOf" srcId="{CAB746E8-32F3-47B3-8F9D-4FC792CB617D}" destId="{D98E3A88-4343-4A6F-8683-4AFC3C5BA2E6}" srcOrd="10" destOrd="0" presId="urn:microsoft.com/office/officeart/2008/layout/LinedList"/>
    <dgm:cxn modelId="{55A5CD95-D51D-4CD2-99FD-7CE613FF6808}" type="presParOf" srcId="{CAB746E8-32F3-47B3-8F9D-4FC792CB617D}" destId="{660F6001-FD48-47D6-B1B7-205182AB0409}" srcOrd="11" destOrd="0" presId="urn:microsoft.com/office/officeart/2008/layout/LinedList"/>
    <dgm:cxn modelId="{8F7FB82E-5026-4A89-8E70-2407F3C30C50}" type="presParOf" srcId="{660F6001-FD48-47D6-B1B7-205182AB0409}" destId="{72D0A9EF-8E0C-4232-BDE4-629464E7C42D}" srcOrd="0" destOrd="0" presId="urn:microsoft.com/office/officeart/2008/layout/LinedList"/>
    <dgm:cxn modelId="{EE87489A-0226-4772-A109-3F0FD211C395}" type="presParOf" srcId="{660F6001-FD48-47D6-B1B7-205182AB0409}" destId="{B84A5D8E-33E9-4DB0-9111-FEC7B94C913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62659A3A-D9E7-4D7A-8409-7B077382BD77}" type="doc">
      <dgm:prSet loTypeId="urn:microsoft.com/office/officeart/2005/8/layout/vList2" loCatId="list" qsTypeId="urn:microsoft.com/office/officeart/2005/8/quickstyle/simple1#18" qsCatId="simple" csTypeId="urn:microsoft.com/office/officeart/2005/8/colors/accent1_2#8" csCatId="accent1"/>
      <dgm:spPr/>
      <dgm:t>
        <a:bodyPr/>
        <a:lstStyle/>
        <a:p>
          <a:endParaRPr lang="en-US"/>
        </a:p>
      </dgm:t>
    </dgm:pt>
    <dgm:pt modelId="{094A2DA3-D34F-40C5-8E7C-C4C0EBFA6C5D}">
      <dgm:prSet/>
      <dgm:spPr/>
      <dgm:t>
        <a:bodyPr/>
        <a:lstStyle/>
        <a:p>
          <a:r>
            <a:rPr lang="en-US" b="0" i="0" baseline="0"/>
            <a:t>EC2 — maximum control and customization</a:t>
          </a:r>
          <a:endParaRPr lang="en-US"/>
        </a:p>
      </dgm:t>
    </dgm:pt>
    <dgm:pt modelId="{A106D702-F5B6-4328-969D-2150B705D11A}" type="parTrans" cxnId="{28EF0A64-1D32-418E-9F11-86D623641316}">
      <dgm:prSet/>
      <dgm:spPr/>
      <dgm:t>
        <a:bodyPr/>
        <a:lstStyle/>
        <a:p>
          <a:endParaRPr lang="en-US"/>
        </a:p>
      </dgm:t>
    </dgm:pt>
    <dgm:pt modelId="{AED56649-2305-4288-98B6-8436975F01AA}" type="sibTrans" cxnId="{28EF0A64-1D32-418E-9F11-86D623641316}">
      <dgm:prSet/>
      <dgm:spPr/>
      <dgm:t>
        <a:bodyPr/>
        <a:lstStyle/>
        <a:p>
          <a:endParaRPr lang="en-US"/>
        </a:p>
      </dgm:t>
    </dgm:pt>
    <dgm:pt modelId="{B5B31075-86A1-4B52-8B11-E6456C0F63CB}">
      <dgm:prSet/>
      <dgm:spPr/>
      <dgm:t>
        <a:bodyPr/>
        <a:lstStyle/>
        <a:p>
          <a:r>
            <a:rPr lang="en-US" b="0" i="0" baseline="0"/>
            <a:t>Elastic Beanstalk — easier managed application deployment</a:t>
          </a:r>
          <a:endParaRPr lang="en-US"/>
        </a:p>
      </dgm:t>
    </dgm:pt>
    <dgm:pt modelId="{0FF13232-F8C0-473C-A929-D3D315DF4D40}" type="parTrans" cxnId="{3690A8F8-232F-4802-AC8D-EC3F88FF6A8B}">
      <dgm:prSet/>
      <dgm:spPr/>
      <dgm:t>
        <a:bodyPr/>
        <a:lstStyle/>
        <a:p>
          <a:endParaRPr lang="en-US"/>
        </a:p>
      </dgm:t>
    </dgm:pt>
    <dgm:pt modelId="{4EBC16B4-24E0-4B6F-8ADC-69412A1BD118}" type="sibTrans" cxnId="{3690A8F8-232F-4802-AC8D-EC3F88FF6A8B}">
      <dgm:prSet/>
      <dgm:spPr/>
      <dgm:t>
        <a:bodyPr/>
        <a:lstStyle/>
        <a:p>
          <a:endParaRPr lang="en-US"/>
        </a:p>
      </dgm:t>
    </dgm:pt>
    <dgm:pt modelId="{A96FED7D-2068-416D-BC87-FF0C9BE67FD3}">
      <dgm:prSet/>
      <dgm:spPr/>
      <dgm:t>
        <a:bodyPr/>
        <a:lstStyle/>
        <a:p>
          <a:r>
            <a:rPr lang="en-US" b="0" i="0" baseline="0"/>
            <a:t>Lightsail — simple cloud server</a:t>
          </a:r>
          <a:endParaRPr lang="en-US"/>
        </a:p>
      </dgm:t>
    </dgm:pt>
    <dgm:pt modelId="{552D074D-F3B2-4A40-85AD-727E7B728C44}" type="parTrans" cxnId="{AB6E7E11-D080-4C29-AEA9-B9BBB2B6991B}">
      <dgm:prSet/>
      <dgm:spPr/>
      <dgm:t>
        <a:bodyPr/>
        <a:lstStyle/>
        <a:p>
          <a:endParaRPr lang="en-US"/>
        </a:p>
      </dgm:t>
    </dgm:pt>
    <dgm:pt modelId="{441DC770-F6E5-4A2E-998A-FA03D28FD1E6}" type="sibTrans" cxnId="{AB6E7E11-D080-4C29-AEA9-B9BBB2B6991B}">
      <dgm:prSet/>
      <dgm:spPr/>
      <dgm:t>
        <a:bodyPr/>
        <a:lstStyle/>
        <a:p>
          <a:endParaRPr lang="en-US"/>
        </a:p>
      </dgm:t>
    </dgm:pt>
    <dgm:pt modelId="{0B56A10D-9212-473F-99E2-FCAADA735B35}">
      <dgm:prSet/>
      <dgm:spPr/>
      <dgm:t>
        <a:bodyPr/>
        <a:lstStyle/>
        <a:p>
          <a:r>
            <a:rPr lang="en-US" b="0" i="0" baseline="0"/>
            <a:t>Lambda — event-driven serverless execution</a:t>
          </a:r>
          <a:endParaRPr lang="en-US"/>
        </a:p>
      </dgm:t>
    </dgm:pt>
    <dgm:pt modelId="{5DD3B806-DDE2-4156-AEBE-1BB051740297}" type="parTrans" cxnId="{854147EA-BF7B-4E9C-BBB2-8C059598C148}">
      <dgm:prSet/>
      <dgm:spPr/>
      <dgm:t>
        <a:bodyPr/>
        <a:lstStyle/>
        <a:p>
          <a:endParaRPr lang="en-US"/>
        </a:p>
      </dgm:t>
    </dgm:pt>
    <dgm:pt modelId="{E152E769-E981-4AEC-8DAB-0E71EDFF4AE0}" type="sibTrans" cxnId="{854147EA-BF7B-4E9C-BBB2-8C059598C148}">
      <dgm:prSet/>
      <dgm:spPr/>
      <dgm:t>
        <a:bodyPr/>
        <a:lstStyle/>
        <a:p>
          <a:endParaRPr lang="en-US"/>
        </a:p>
      </dgm:t>
    </dgm:pt>
    <dgm:pt modelId="{3E0674AF-2FDE-4CD7-B09A-BEB7C151D889}">
      <dgm:prSet/>
      <dgm:spPr/>
      <dgm:t>
        <a:bodyPr/>
        <a:lstStyle/>
        <a:p>
          <a:r>
            <a:rPr lang="en-US" b="0" i="0" baseline="0"/>
            <a:t>Compare control, management effort, scaling and workload type</a:t>
          </a:r>
          <a:endParaRPr lang="en-US"/>
        </a:p>
      </dgm:t>
    </dgm:pt>
    <dgm:pt modelId="{D35D2587-EBA8-4DF3-8E06-5CF1C851F46E}" type="parTrans" cxnId="{627B915F-B0EF-4300-83C2-CB3605D091DC}">
      <dgm:prSet/>
      <dgm:spPr/>
      <dgm:t>
        <a:bodyPr/>
        <a:lstStyle/>
        <a:p>
          <a:endParaRPr lang="en-US"/>
        </a:p>
      </dgm:t>
    </dgm:pt>
    <dgm:pt modelId="{9BE5F305-9D51-4E03-9C0C-41FFBDBBD177}" type="sibTrans" cxnId="{627B915F-B0EF-4300-83C2-CB3605D091DC}">
      <dgm:prSet/>
      <dgm:spPr/>
      <dgm:t>
        <a:bodyPr/>
        <a:lstStyle/>
        <a:p>
          <a:endParaRPr lang="en-US"/>
        </a:p>
      </dgm:t>
    </dgm:pt>
    <dgm:pt modelId="{CF6553C2-2DE2-4D0A-9023-54C8460E21A9}" type="pres">
      <dgm:prSet presAssocID="{62659A3A-D9E7-4D7A-8409-7B077382BD77}" presName="linear" presStyleCnt="0">
        <dgm:presLayoutVars>
          <dgm:animLvl val="lvl"/>
          <dgm:resizeHandles val="exact"/>
        </dgm:presLayoutVars>
      </dgm:prSet>
      <dgm:spPr/>
    </dgm:pt>
    <dgm:pt modelId="{3C38FC0E-94EA-4456-8E91-7145B3FE61A7}" type="pres">
      <dgm:prSet presAssocID="{094A2DA3-D34F-40C5-8E7C-C4C0EBFA6C5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F07EA66-1187-4F2B-8E62-113BA7C1FB1E}" type="pres">
      <dgm:prSet presAssocID="{AED56649-2305-4288-98B6-8436975F01AA}" presName="spacer" presStyleCnt="0"/>
      <dgm:spPr/>
    </dgm:pt>
    <dgm:pt modelId="{8CF0D6A0-C9F9-4757-9C5C-C88BB29D8C38}" type="pres">
      <dgm:prSet presAssocID="{B5B31075-86A1-4B52-8B11-E6456C0F63C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6F09DF1-A250-4DCF-ABF6-A77E7E8535FF}" type="pres">
      <dgm:prSet presAssocID="{4EBC16B4-24E0-4B6F-8ADC-69412A1BD118}" presName="spacer" presStyleCnt="0"/>
      <dgm:spPr/>
    </dgm:pt>
    <dgm:pt modelId="{C1DB8D50-D19C-4A24-AD26-93537E527202}" type="pres">
      <dgm:prSet presAssocID="{A96FED7D-2068-416D-BC87-FF0C9BE67FD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62D7D60-1B2E-43BC-85E4-2E617C4E57E5}" type="pres">
      <dgm:prSet presAssocID="{441DC770-F6E5-4A2E-998A-FA03D28FD1E6}" presName="spacer" presStyleCnt="0"/>
      <dgm:spPr/>
    </dgm:pt>
    <dgm:pt modelId="{C081091C-18DA-4A8B-87BF-44F0A026279B}" type="pres">
      <dgm:prSet presAssocID="{0B56A10D-9212-473F-99E2-FCAADA735B3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B179661-256D-45E1-BF0B-ECBB05059FD4}" type="pres">
      <dgm:prSet presAssocID="{E152E769-E981-4AEC-8DAB-0E71EDFF4AE0}" presName="spacer" presStyleCnt="0"/>
      <dgm:spPr/>
    </dgm:pt>
    <dgm:pt modelId="{AAE6DBD6-614A-40A4-9A63-E9FF50C0D120}" type="pres">
      <dgm:prSet presAssocID="{3E0674AF-2FDE-4CD7-B09A-BEB7C151D88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B6E7E11-D080-4C29-AEA9-B9BBB2B6991B}" srcId="{62659A3A-D9E7-4D7A-8409-7B077382BD77}" destId="{A96FED7D-2068-416D-BC87-FF0C9BE67FD3}" srcOrd="2" destOrd="0" parTransId="{552D074D-F3B2-4A40-85AD-727E7B728C44}" sibTransId="{441DC770-F6E5-4A2E-998A-FA03D28FD1E6}"/>
    <dgm:cxn modelId="{0637442D-A100-4019-9088-6C5911F85E3D}" type="presOf" srcId="{3E0674AF-2FDE-4CD7-B09A-BEB7C151D889}" destId="{AAE6DBD6-614A-40A4-9A63-E9FF50C0D120}" srcOrd="0" destOrd="0" presId="urn:microsoft.com/office/officeart/2005/8/layout/vList2"/>
    <dgm:cxn modelId="{312F5D33-2D17-4CDA-AE05-36294BA4B6C4}" type="presOf" srcId="{A96FED7D-2068-416D-BC87-FF0C9BE67FD3}" destId="{C1DB8D50-D19C-4A24-AD26-93537E527202}" srcOrd="0" destOrd="0" presId="urn:microsoft.com/office/officeart/2005/8/layout/vList2"/>
    <dgm:cxn modelId="{7F49BC3B-1E4B-4A8F-8C1B-9117984C0803}" type="presOf" srcId="{0B56A10D-9212-473F-99E2-FCAADA735B35}" destId="{C081091C-18DA-4A8B-87BF-44F0A026279B}" srcOrd="0" destOrd="0" presId="urn:microsoft.com/office/officeart/2005/8/layout/vList2"/>
    <dgm:cxn modelId="{627B915F-B0EF-4300-83C2-CB3605D091DC}" srcId="{62659A3A-D9E7-4D7A-8409-7B077382BD77}" destId="{3E0674AF-2FDE-4CD7-B09A-BEB7C151D889}" srcOrd="4" destOrd="0" parTransId="{D35D2587-EBA8-4DF3-8E06-5CF1C851F46E}" sibTransId="{9BE5F305-9D51-4E03-9C0C-41FFBDBBD177}"/>
    <dgm:cxn modelId="{28EF0A64-1D32-418E-9F11-86D623641316}" srcId="{62659A3A-D9E7-4D7A-8409-7B077382BD77}" destId="{094A2DA3-D34F-40C5-8E7C-C4C0EBFA6C5D}" srcOrd="0" destOrd="0" parTransId="{A106D702-F5B6-4328-969D-2150B705D11A}" sibTransId="{AED56649-2305-4288-98B6-8436975F01AA}"/>
    <dgm:cxn modelId="{CB2C8A98-A637-465E-9A9E-F57943C86228}" type="presOf" srcId="{62659A3A-D9E7-4D7A-8409-7B077382BD77}" destId="{CF6553C2-2DE2-4D0A-9023-54C8460E21A9}" srcOrd="0" destOrd="0" presId="urn:microsoft.com/office/officeart/2005/8/layout/vList2"/>
    <dgm:cxn modelId="{3CC37AB4-CCBC-4480-A11B-2804F8FEE73F}" type="presOf" srcId="{B5B31075-86A1-4B52-8B11-E6456C0F63CB}" destId="{8CF0D6A0-C9F9-4757-9C5C-C88BB29D8C38}" srcOrd="0" destOrd="0" presId="urn:microsoft.com/office/officeart/2005/8/layout/vList2"/>
    <dgm:cxn modelId="{E26073CF-1B60-417C-B33F-D44D8D7A7D15}" type="presOf" srcId="{094A2DA3-D34F-40C5-8E7C-C4C0EBFA6C5D}" destId="{3C38FC0E-94EA-4456-8E91-7145B3FE61A7}" srcOrd="0" destOrd="0" presId="urn:microsoft.com/office/officeart/2005/8/layout/vList2"/>
    <dgm:cxn modelId="{854147EA-BF7B-4E9C-BBB2-8C059598C148}" srcId="{62659A3A-D9E7-4D7A-8409-7B077382BD77}" destId="{0B56A10D-9212-473F-99E2-FCAADA735B35}" srcOrd="3" destOrd="0" parTransId="{5DD3B806-DDE2-4156-AEBE-1BB051740297}" sibTransId="{E152E769-E981-4AEC-8DAB-0E71EDFF4AE0}"/>
    <dgm:cxn modelId="{3690A8F8-232F-4802-AC8D-EC3F88FF6A8B}" srcId="{62659A3A-D9E7-4D7A-8409-7B077382BD77}" destId="{B5B31075-86A1-4B52-8B11-E6456C0F63CB}" srcOrd="1" destOrd="0" parTransId="{0FF13232-F8C0-473C-A929-D3D315DF4D40}" sibTransId="{4EBC16B4-24E0-4B6F-8ADC-69412A1BD118}"/>
    <dgm:cxn modelId="{FD30FC13-96DA-465E-986E-86FBB1442C8D}" type="presParOf" srcId="{CF6553C2-2DE2-4D0A-9023-54C8460E21A9}" destId="{3C38FC0E-94EA-4456-8E91-7145B3FE61A7}" srcOrd="0" destOrd="0" presId="urn:microsoft.com/office/officeart/2005/8/layout/vList2"/>
    <dgm:cxn modelId="{31D6A3E8-7B73-4F2E-9081-19319594F3FD}" type="presParOf" srcId="{CF6553C2-2DE2-4D0A-9023-54C8460E21A9}" destId="{2F07EA66-1187-4F2B-8E62-113BA7C1FB1E}" srcOrd="1" destOrd="0" presId="urn:microsoft.com/office/officeart/2005/8/layout/vList2"/>
    <dgm:cxn modelId="{D4C79F18-3305-458A-8E2A-3C4A53B2BEC7}" type="presParOf" srcId="{CF6553C2-2DE2-4D0A-9023-54C8460E21A9}" destId="{8CF0D6A0-C9F9-4757-9C5C-C88BB29D8C38}" srcOrd="2" destOrd="0" presId="urn:microsoft.com/office/officeart/2005/8/layout/vList2"/>
    <dgm:cxn modelId="{17AB11F0-8BC8-4B34-A1F4-67CA1449F50A}" type="presParOf" srcId="{CF6553C2-2DE2-4D0A-9023-54C8460E21A9}" destId="{D6F09DF1-A250-4DCF-ABF6-A77E7E8535FF}" srcOrd="3" destOrd="0" presId="urn:microsoft.com/office/officeart/2005/8/layout/vList2"/>
    <dgm:cxn modelId="{74B42A9F-3EC1-45E5-A519-6803CCCF8F7B}" type="presParOf" srcId="{CF6553C2-2DE2-4D0A-9023-54C8460E21A9}" destId="{C1DB8D50-D19C-4A24-AD26-93537E527202}" srcOrd="4" destOrd="0" presId="urn:microsoft.com/office/officeart/2005/8/layout/vList2"/>
    <dgm:cxn modelId="{E2B5868C-0D37-492B-9F82-6EB62B368E74}" type="presParOf" srcId="{CF6553C2-2DE2-4D0A-9023-54C8460E21A9}" destId="{E62D7D60-1B2E-43BC-85E4-2E617C4E57E5}" srcOrd="5" destOrd="0" presId="urn:microsoft.com/office/officeart/2005/8/layout/vList2"/>
    <dgm:cxn modelId="{8153748D-48A2-4258-B121-48E9CE69CF5C}" type="presParOf" srcId="{CF6553C2-2DE2-4D0A-9023-54C8460E21A9}" destId="{C081091C-18DA-4A8B-87BF-44F0A026279B}" srcOrd="6" destOrd="0" presId="urn:microsoft.com/office/officeart/2005/8/layout/vList2"/>
    <dgm:cxn modelId="{FB4E43FC-3F6E-4235-9A1C-368A44DEDC59}" type="presParOf" srcId="{CF6553C2-2DE2-4D0A-9023-54C8460E21A9}" destId="{DB179661-256D-45E1-BF0B-ECBB05059FD4}" srcOrd="7" destOrd="0" presId="urn:microsoft.com/office/officeart/2005/8/layout/vList2"/>
    <dgm:cxn modelId="{C3CEBCE5-D5D2-4617-B066-FF83DE76C4F6}" type="presParOf" srcId="{CF6553C2-2DE2-4D0A-9023-54C8460E21A9}" destId="{AAE6DBD6-614A-40A4-9A63-E9FF50C0D12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65385181-8914-4471-BDBF-8C45061FDDC0}" type="doc">
      <dgm:prSet loTypeId="urn:microsoft.com/office/officeart/2016/7/layout/LinearBlockProcessNumbered" loCatId="process" qsTypeId="urn:microsoft.com/office/officeart/2005/8/quickstyle/simple1#19" qsCatId="simple" csTypeId="urn:microsoft.com/office/officeart/2005/8/colors/accent1_2#9" csCatId="accent1"/>
      <dgm:spPr/>
      <dgm:t>
        <a:bodyPr/>
        <a:lstStyle/>
        <a:p>
          <a:endParaRPr lang="en-US"/>
        </a:p>
      </dgm:t>
    </dgm:pt>
    <dgm:pt modelId="{9F8940DA-E23D-4907-B324-FF315350F92D}">
      <dgm:prSet/>
      <dgm:spPr/>
      <dgm:t>
        <a:bodyPr/>
        <a:lstStyle/>
        <a:p>
          <a:r>
            <a:rPr lang="en-US" b="0" i="0" baseline="0"/>
            <a:t>Need complete server control → EC2</a:t>
          </a:r>
          <a:endParaRPr lang="en-US"/>
        </a:p>
      </dgm:t>
    </dgm:pt>
    <dgm:pt modelId="{055D3D2C-000C-452E-AD98-63004045CC70}" type="parTrans" cxnId="{C46F29E5-6055-42CF-8E95-D4291434E43D}">
      <dgm:prSet/>
      <dgm:spPr/>
      <dgm:t>
        <a:bodyPr/>
        <a:lstStyle/>
        <a:p>
          <a:endParaRPr lang="en-US"/>
        </a:p>
      </dgm:t>
    </dgm:pt>
    <dgm:pt modelId="{D97E6EE8-BE22-446E-990F-F2020A012020}" type="sibTrans" cxnId="{C46F29E5-6055-42CF-8E95-D4291434E43D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F4665E4F-D569-4B98-A14B-E1602717BF62}">
      <dgm:prSet/>
      <dgm:spPr/>
      <dgm:t>
        <a:bodyPr/>
        <a:lstStyle/>
        <a:p>
          <a:r>
            <a:rPr lang="en-US" b="0" i="0" baseline="0"/>
            <a:t>Want managed application deployment → Elastic Beanstalk</a:t>
          </a:r>
          <a:endParaRPr lang="en-US"/>
        </a:p>
      </dgm:t>
    </dgm:pt>
    <dgm:pt modelId="{29F09A35-06FD-4202-97C5-991B59386C7F}" type="parTrans" cxnId="{372D3E18-F7F2-40A3-BEB3-8A31EC59387B}">
      <dgm:prSet/>
      <dgm:spPr/>
      <dgm:t>
        <a:bodyPr/>
        <a:lstStyle/>
        <a:p>
          <a:endParaRPr lang="en-US"/>
        </a:p>
      </dgm:t>
    </dgm:pt>
    <dgm:pt modelId="{F639C5BA-82CB-4100-9808-60BF43E832E2}" type="sibTrans" cxnId="{372D3E18-F7F2-40A3-BEB3-8A31EC59387B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15B15E91-504D-42F9-8D42-938106E56352}">
      <dgm:prSet/>
      <dgm:spPr/>
      <dgm:t>
        <a:bodyPr/>
        <a:lstStyle/>
        <a:p>
          <a:r>
            <a:rPr lang="en-US" b="0" i="0" baseline="0"/>
            <a:t>Need a simple small cloud server → Lightsail</a:t>
          </a:r>
          <a:endParaRPr lang="en-US"/>
        </a:p>
      </dgm:t>
    </dgm:pt>
    <dgm:pt modelId="{4980AE0D-0C88-4078-A80E-7266FFAFA3A0}" type="parTrans" cxnId="{38D6EC07-B8DD-4152-80B3-EF83C272E9FE}">
      <dgm:prSet/>
      <dgm:spPr/>
      <dgm:t>
        <a:bodyPr/>
        <a:lstStyle/>
        <a:p>
          <a:endParaRPr lang="en-US"/>
        </a:p>
      </dgm:t>
    </dgm:pt>
    <dgm:pt modelId="{C454A9FF-2A7C-41F4-8E30-C4BD37A5D2EA}" type="sibTrans" cxnId="{38D6EC07-B8DD-4152-80B3-EF83C272E9FE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6B9C7CCD-2879-41C6-9022-DDDE878D07DB}">
      <dgm:prSet/>
      <dgm:spPr/>
      <dgm:t>
        <a:bodyPr/>
        <a:lstStyle/>
        <a:p>
          <a:r>
            <a:rPr lang="en-US" b="0" i="0" baseline="0"/>
            <a:t>Need code to run on events → Lambda</a:t>
          </a:r>
          <a:endParaRPr lang="en-US"/>
        </a:p>
      </dgm:t>
    </dgm:pt>
    <dgm:pt modelId="{8585E4CA-F2CB-4919-8775-CAD0DFF70F49}" type="parTrans" cxnId="{3A967E20-E5CC-435D-A173-B93B1520325D}">
      <dgm:prSet/>
      <dgm:spPr/>
      <dgm:t>
        <a:bodyPr/>
        <a:lstStyle/>
        <a:p>
          <a:endParaRPr lang="en-US"/>
        </a:p>
      </dgm:t>
    </dgm:pt>
    <dgm:pt modelId="{7905DCF1-C6EA-45BC-9534-2305F07F02EC}" type="sibTrans" cxnId="{3A967E20-E5CC-435D-A173-B93B1520325D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A7CEFD3F-6B0A-4102-9DC7-EFF8A4521E68}" type="pres">
      <dgm:prSet presAssocID="{65385181-8914-4471-BDBF-8C45061FDDC0}" presName="Name0" presStyleCnt="0">
        <dgm:presLayoutVars>
          <dgm:animLvl val="lvl"/>
          <dgm:resizeHandles val="exact"/>
        </dgm:presLayoutVars>
      </dgm:prSet>
      <dgm:spPr/>
    </dgm:pt>
    <dgm:pt modelId="{FBFD33F0-C854-422D-BEE8-03144C09AA1F}" type="pres">
      <dgm:prSet presAssocID="{9F8940DA-E23D-4907-B324-FF315350F92D}" presName="compositeNode" presStyleCnt="0">
        <dgm:presLayoutVars>
          <dgm:bulletEnabled val="1"/>
        </dgm:presLayoutVars>
      </dgm:prSet>
      <dgm:spPr/>
    </dgm:pt>
    <dgm:pt modelId="{3372DF73-DF35-42F5-83A5-FC2F960FD7C9}" type="pres">
      <dgm:prSet presAssocID="{9F8940DA-E23D-4907-B324-FF315350F92D}" presName="bgRect" presStyleLbl="alignNode1" presStyleIdx="0" presStyleCnt="4"/>
      <dgm:spPr/>
    </dgm:pt>
    <dgm:pt modelId="{8FA909F6-0A42-4CFF-9A3A-D073AFBF290E}" type="pres">
      <dgm:prSet presAssocID="{D97E6EE8-BE22-446E-990F-F2020A012020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7DE35CCF-1187-4912-931C-FAF13E8D4AA6}" type="pres">
      <dgm:prSet presAssocID="{9F8940DA-E23D-4907-B324-FF315350F92D}" presName="nodeRect" presStyleLbl="alignNode1" presStyleIdx="0" presStyleCnt="4">
        <dgm:presLayoutVars>
          <dgm:bulletEnabled val="1"/>
        </dgm:presLayoutVars>
      </dgm:prSet>
      <dgm:spPr/>
    </dgm:pt>
    <dgm:pt modelId="{4E0D13A1-1C5D-422D-B16C-A47FB31A8236}" type="pres">
      <dgm:prSet presAssocID="{D97E6EE8-BE22-446E-990F-F2020A012020}" presName="sibTrans" presStyleCnt="0"/>
      <dgm:spPr/>
    </dgm:pt>
    <dgm:pt modelId="{E64BBD1E-26E5-491A-A709-CD33B27E3933}" type="pres">
      <dgm:prSet presAssocID="{F4665E4F-D569-4B98-A14B-E1602717BF62}" presName="compositeNode" presStyleCnt="0">
        <dgm:presLayoutVars>
          <dgm:bulletEnabled val="1"/>
        </dgm:presLayoutVars>
      </dgm:prSet>
      <dgm:spPr/>
    </dgm:pt>
    <dgm:pt modelId="{C24AA112-1621-4831-8942-07C357E95902}" type="pres">
      <dgm:prSet presAssocID="{F4665E4F-D569-4B98-A14B-E1602717BF62}" presName="bgRect" presStyleLbl="alignNode1" presStyleIdx="1" presStyleCnt="4"/>
      <dgm:spPr/>
    </dgm:pt>
    <dgm:pt modelId="{A4BB4613-DDAC-4B61-A81F-9D24F4E86A5E}" type="pres">
      <dgm:prSet presAssocID="{F639C5BA-82CB-4100-9808-60BF43E832E2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967BD180-9157-4FA6-AFBC-EB74C12B2E3A}" type="pres">
      <dgm:prSet presAssocID="{F4665E4F-D569-4B98-A14B-E1602717BF62}" presName="nodeRect" presStyleLbl="alignNode1" presStyleIdx="1" presStyleCnt="4">
        <dgm:presLayoutVars>
          <dgm:bulletEnabled val="1"/>
        </dgm:presLayoutVars>
      </dgm:prSet>
      <dgm:spPr/>
    </dgm:pt>
    <dgm:pt modelId="{E02983D0-72C8-453F-BA45-BE074399CC97}" type="pres">
      <dgm:prSet presAssocID="{F639C5BA-82CB-4100-9808-60BF43E832E2}" presName="sibTrans" presStyleCnt="0"/>
      <dgm:spPr/>
    </dgm:pt>
    <dgm:pt modelId="{8E06C491-51EF-4621-A5BA-E53D49B50978}" type="pres">
      <dgm:prSet presAssocID="{15B15E91-504D-42F9-8D42-938106E56352}" presName="compositeNode" presStyleCnt="0">
        <dgm:presLayoutVars>
          <dgm:bulletEnabled val="1"/>
        </dgm:presLayoutVars>
      </dgm:prSet>
      <dgm:spPr/>
    </dgm:pt>
    <dgm:pt modelId="{8CDFB837-6765-40F9-ABD0-EDB2447ED4AB}" type="pres">
      <dgm:prSet presAssocID="{15B15E91-504D-42F9-8D42-938106E56352}" presName="bgRect" presStyleLbl="alignNode1" presStyleIdx="2" presStyleCnt="4"/>
      <dgm:spPr/>
    </dgm:pt>
    <dgm:pt modelId="{44C3247C-446D-49AA-B6B2-5B8EF0B63CDF}" type="pres">
      <dgm:prSet presAssocID="{C454A9FF-2A7C-41F4-8E30-C4BD37A5D2EA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2693595E-6C1F-43BB-8D32-8E6D74079920}" type="pres">
      <dgm:prSet presAssocID="{15B15E91-504D-42F9-8D42-938106E56352}" presName="nodeRect" presStyleLbl="alignNode1" presStyleIdx="2" presStyleCnt="4">
        <dgm:presLayoutVars>
          <dgm:bulletEnabled val="1"/>
        </dgm:presLayoutVars>
      </dgm:prSet>
      <dgm:spPr/>
    </dgm:pt>
    <dgm:pt modelId="{4C7E8142-F2D5-4B10-AF0D-A13449607BEC}" type="pres">
      <dgm:prSet presAssocID="{C454A9FF-2A7C-41F4-8E30-C4BD37A5D2EA}" presName="sibTrans" presStyleCnt="0"/>
      <dgm:spPr/>
    </dgm:pt>
    <dgm:pt modelId="{D3204719-51EE-4C65-BFB9-59AC76CFE62E}" type="pres">
      <dgm:prSet presAssocID="{6B9C7CCD-2879-41C6-9022-DDDE878D07DB}" presName="compositeNode" presStyleCnt="0">
        <dgm:presLayoutVars>
          <dgm:bulletEnabled val="1"/>
        </dgm:presLayoutVars>
      </dgm:prSet>
      <dgm:spPr/>
    </dgm:pt>
    <dgm:pt modelId="{0272956E-5E4D-4013-B04A-2800855E7A08}" type="pres">
      <dgm:prSet presAssocID="{6B9C7CCD-2879-41C6-9022-DDDE878D07DB}" presName="bgRect" presStyleLbl="alignNode1" presStyleIdx="3" presStyleCnt="4"/>
      <dgm:spPr/>
    </dgm:pt>
    <dgm:pt modelId="{591E6AF5-74F2-4D21-A72C-1B5E9D97B341}" type="pres">
      <dgm:prSet presAssocID="{7905DCF1-C6EA-45BC-9534-2305F07F02EC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BA3B5B64-5AE0-412A-AD87-409E5F22566C}" type="pres">
      <dgm:prSet presAssocID="{6B9C7CCD-2879-41C6-9022-DDDE878D07DB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38D6EC07-B8DD-4152-80B3-EF83C272E9FE}" srcId="{65385181-8914-4471-BDBF-8C45061FDDC0}" destId="{15B15E91-504D-42F9-8D42-938106E56352}" srcOrd="2" destOrd="0" parTransId="{4980AE0D-0C88-4078-A80E-7266FFAFA3A0}" sibTransId="{C454A9FF-2A7C-41F4-8E30-C4BD37A5D2EA}"/>
    <dgm:cxn modelId="{372D3E18-F7F2-40A3-BEB3-8A31EC59387B}" srcId="{65385181-8914-4471-BDBF-8C45061FDDC0}" destId="{F4665E4F-D569-4B98-A14B-E1602717BF62}" srcOrd="1" destOrd="0" parTransId="{29F09A35-06FD-4202-97C5-991B59386C7F}" sibTransId="{F639C5BA-82CB-4100-9808-60BF43E832E2}"/>
    <dgm:cxn modelId="{3A967E20-E5CC-435D-A173-B93B1520325D}" srcId="{65385181-8914-4471-BDBF-8C45061FDDC0}" destId="{6B9C7CCD-2879-41C6-9022-DDDE878D07DB}" srcOrd="3" destOrd="0" parTransId="{8585E4CA-F2CB-4919-8775-CAD0DFF70F49}" sibTransId="{7905DCF1-C6EA-45BC-9534-2305F07F02EC}"/>
    <dgm:cxn modelId="{221CE427-2E40-48AC-84E3-6EBE50C46E3B}" type="presOf" srcId="{7905DCF1-C6EA-45BC-9534-2305F07F02EC}" destId="{591E6AF5-74F2-4D21-A72C-1B5E9D97B341}" srcOrd="0" destOrd="0" presId="urn:microsoft.com/office/officeart/2016/7/layout/LinearBlockProcessNumbered"/>
    <dgm:cxn modelId="{8111752B-73A3-487D-9DBC-66B0FDA468E8}" type="presOf" srcId="{65385181-8914-4471-BDBF-8C45061FDDC0}" destId="{A7CEFD3F-6B0A-4102-9DC7-EFF8A4521E68}" srcOrd="0" destOrd="0" presId="urn:microsoft.com/office/officeart/2016/7/layout/LinearBlockProcessNumbered"/>
    <dgm:cxn modelId="{86C48F36-24D3-4306-9DBF-4B2EC199A1BD}" type="presOf" srcId="{15B15E91-504D-42F9-8D42-938106E56352}" destId="{2693595E-6C1F-43BB-8D32-8E6D74079920}" srcOrd="1" destOrd="0" presId="urn:microsoft.com/office/officeart/2016/7/layout/LinearBlockProcessNumbered"/>
    <dgm:cxn modelId="{058AB569-AD01-428D-911B-5CC3628D3563}" type="presOf" srcId="{9F8940DA-E23D-4907-B324-FF315350F92D}" destId="{3372DF73-DF35-42F5-83A5-FC2F960FD7C9}" srcOrd="0" destOrd="0" presId="urn:microsoft.com/office/officeart/2016/7/layout/LinearBlockProcessNumbered"/>
    <dgm:cxn modelId="{6C779B53-85E7-451C-A12D-C57D433E019B}" type="presOf" srcId="{F639C5BA-82CB-4100-9808-60BF43E832E2}" destId="{A4BB4613-DDAC-4B61-A81F-9D24F4E86A5E}" srcOrd="0" destOrd="0" presId="urn:microsoft.com/office/officeart/2016/7/layout/LinearBlockProcessNumbered"/>
    <dgm:cxn modelId="{8BEF855A-07D7-445A-9003-C0BD29710150}" type="presOf" srcId="{6B9C7CCD-2879-41C6-9022-DDDE878D07DB}" destId="{0272956E-5E4D-4013-B04A-2800855E7A08}" srcOrd="0" destOrd="0" presId="urn:microsoft.com/office/officeart/2016/7/layout/LinearBlockProcessNumbered"/>
    <dgm:cxn modelId="{5A055F80-F781-4858-92F3-778CF2D32D0B}" type="presOf" srcId="{F4665E4F-D569-4B98-A14B-E1602717BF62}" destId="{967BD180-9157-4FA6-AFBC-EB74C12B2E3A}" srcOrd="1" destOrd="0" presId="urn:microsoft.com/office/officeart/2016/7/layout/LinearBlockProcessNumbered"/>
    <dgm:cxn modelId="{DD511C9A-847D-4DE4-AEB5-56B82628721A}" type="presOf" srcId="{6B9C7CCD-2879-41C6-9022-DDDE878D07DB}" destId="{BA3B5B64-5AE0-412A-AD87-409E5F22566C}" srcOrd="1" destOrd="0" presId="urn:microsoft.com/office/officeart/2016/7/layout/LinearBlockProcessNumbered"/>
    <dgm:cxn modelId="{1985C89D-1A1A-433A-82A6-2CE7C4B579F5}" type="presOf" srcId="{15B15E91-504D-42F9-8D42-938106E56352}" destId="{8CDFB837-6765-40F9-ABD0-EDB2447ED4AB}" srcOrd="0" destOrd="0" presId="urn:microsoft.com/office/officeart/2016/7/layout/LinearBlockProcessNumbered"/>
    <dgm:cxn modelId="{26A120C1-2ABA-4CC9-AE26-02FA5E663C07}" type="presOf" srcId="{D97E6EE8-BE22-446E-990F-F2020A012020}" destId="{8FA909F6-0A42-4CFF-9A3A-D073AFBF290E}" srcOrd="0" destOrd="0" presId="urn:microsoft.com/office/officeart/2016/7/layout/LinearBlockProcessNumbered"/>
    <dgm:cxn modelId="{AE9A0BD3-197B-4690-8824-31201B4D1FB9}" type="presOf" srcId="{9F8940DA-E23D-4907-B324-FF315350F92D}" destId="{7DE35CCF-1187-4912-931C-FAF13E8D4AA6}" srcOrd="1" destOrd="0" presId="urn:microsoft.com/office/officeart/2016/7/layout/LinearBlockProcessNumbered"/>
    <dgm:cxn modelId="{C46F29E5-6055-42CF-8E95-D4291434E43D}" srcId="{65385181-8914-4471-BDBF-8C45061FDDC0}" destId="{9F8940DA-E23D-4907-B324-FF315350F92D}" srcOrd="0" destOrd="0" parTransId="{055D3D2C-000C-452E-AD98-63004045CC70}" sibTransId="{D97E6EE8-BE22-446E-990F-F2020A012020}"/>
    <dgm:cxn modelId="{D94792F4-7A72-431E-A6E4-910ECB2DF93C}" type="presOf" srcId="{F4665E4F-D569-4B98-A14B-E1602717BF62}" destId="{C24AA112-1621-4831-8942-07C357E95902}" srcOrd="0" destOrd="0" presId="urn:microsoft.com/office/officeart/2016/7/layout/LinearBlockProcessNumbered"/>
    <dgm:cxn modelId="{FCE639F8-51ED-4C93-8CAC-DC650A6BAFAF}" type="presOf" srcId="{C454A9FF-2A7C-41F4-8E30-C4BD37A5D2EA}" destId="{44C3247C-446D-49AA-B6B2-5B8EF0B63CDF}" srcOrd="0" destOrd="0" presId="urn:microsoft.com/office/officeart/2016/7/layout/LinearBlockProcessNumbered"/>
    <dgm:cxn modelId="{7567618C-3F20-4C47-A0D4-E027F2DB7617}" type="presParOf" srcId="{A7CEFD3F-6B0A-4102-9DC7-EFF8A4521E68}" destId="{FBFD33F0-C854-422D-BEE8-03144C09AA1F}" srcOrd="0" destOrd="0" presId="urn:microsoft.com/office/officeart/2016/7/layout/LinearBlockProcessNumbered"/>
    <dgm:cxn modelId="{3C2CE9F0-2A1F-4A67-8C71-F2B750DA83B5}" type="presParOf" srcId="{FBFD33F0-C854-422D-BEE8-03144C09AA1F}" destId="{3372DF73-DF35-42F5-83A5-FC2F960FD7C9}" srcOrd="0" destOrd="0" presId="urn:microsoft.com/office/officeart/2016/7/layout/LinearBlockProcessNumbered"/>
    <dgm:cxn modelId="{D6A2A980-3E27-4241-A567-1CB3C5756338}" type="presParOf" srcId="{FBFD33F0-C854-422D-BEE8-03144C09AA1F}" destId="{8FA909F6-0A42-4CFF-9A3A-D073AFBF290E}" srcOrd="1" destOrd="0" presId="urn:microsoft.com/office/officeart/2016/7/layout/LinearBlockProcessNumbered"/>
    <dgm:cxn modelId="{A19EE49A-62CA-409D-AFB9-AAA7DD3B6723}" type="presParOf" srcId="{FBFD33F0-C854-422D-BEE8-03144C09AA1F}" destId="{7DE35CCF-1187-4912-931C-FAF13E8D4AA6}" srcOrd="2" destOrd="0" presId="urn:microsoft.com/office/officeart/2016/7/layout/LinearBlockProcessNumbered"/>
    <dgm:cxn modelId="{2D4AE31E-F64F-486F-91CA-114EB61ECF83}" type="presParOf" srcId="{A7CEFD3F-6B0A-4102-9DC7-EFF8A4521E68}" destId="{4E0D13A1-1C5D-422D-B16C-A47FB31A8236}" srcOrd="1" destOrd="0" presId="urn:microsoft.com/office/officeart/2016/7/layout/LinearBlockProcessNumbered"/>
    <dgm:cxn modelId="{6D7EB4A6-CABA-4156-BF7B-A76D0A3818F9}" type="presParOf" srcId="{A7CEFD3F-6B0A-4102-9DC7-EFF8A4521E68}" destId="{E64BBD1E-26E5-491A-A709-CD33B27E3933}" srcOrd="2" destOrd="0" presId="urn:microsoft.com/office/officeart/2016/7/layout/LinearBlockProcessNumbered"/>
    <dgm:cxn modelId="{52F0F2A5-0F67-4925-AC03-1F5DE83204CB}" type="presParOf" srcId="{E64BBD1E-26E5-491A-A709-CD33B27E3933}" destId="{C24AA112-1621-4831-8942-07C357E95902}" srcOrd="0" destOrd="0" presId="urn:microsoft.com/office/officeart/2016/7/layout/LinearBlockProcessNumbered"/>
    <dgm:cxn modelId="{15BF9D8B-325A-4389-87AB-6DFA503CAF56}" type="presParOf" srcId="{E64BBD1E-26E5-491A-A709-CD33B27E3933}" destId="{A4BB4613-DDAC-4B61-A81F-9D24F4E86A5E}" srcOrd="1" destOrd="0" presId="urn:microsoft.com/office/officeart/2016/7/layout/LinearBlockProcessNumbered"/>
    <dgm:cxn modelId="{A45A4845-C8EE-4680-93BB-EDAE30CD8921}" type="presParOf" srcId="{E64BBD1E-26E5-491A-A709-CD33B27E3933}" destId="{967BD180-9157-4FA6-AFBC-EB74C12B2E3A}" srcOrd="2" destOrd="0" presId="urn:microsoft.com/office/officeart/2016/7/layout/LinearBlockProcessNumbered"/>
    <dgm:cxn modelId="{DF437A32-850D-470D-934E-8B4C73BE5232}" type="presParOf" srcId="{A7CEFD3F-6B0A-4102-9DC7-EFF8A4521E68}" destId="{E02983D0-72C8-453F-BA45-BE074399CC97}" srcOrd="3" destOrd="0" presId="urn:microsoft.com/office/officeart/2016/7/layout/LinearBlockProcessNumbered"/>
    <dgm:cxn modelId="{9EC9FEA2-CDBD-47F6-830D-3FEBB4C64562}" type="presParOf" srcId="{A7CEFD3F-6B0A-4102-9DC7-EFF8A4521E68}" destId="{8E06C491-51EF-4621-A5BA-E53D49B50978}" srcOrd="4" destOrd="0" presId="urn:microsoft.com/office/officeart/2016/7/layout/LinearBlockProcessNumbered"/>
    <dgm:cxn modelId="{D8A5B759-5601-4FED-81AA-400B665AA869}" type="presParOf" srcId="{8E06C491-51EF-4621-A5BA-E53D49B50978}" destId="{8CDFB837-6765-40F9-ABD0-EDB2447ED4AB}" srcOrd="0" destOrd="0" presId="urn:microsoft.com/office/officeart/2016/7/layout/LinearBlockProcessNumbered"/>
    <dgm:cxn modelId="{EADB1353-D4E0-4332-ABA4-74C674000566}" type="presParOf" srcId="{8E06C491-51EF-4621-A5BA-E53D49B50978}" destId="{44C3247C-446D-49AA-B6B2-5B8EF0B63CDF}" srcOrd="1" destOrd="0" presId="urn:microsoft.com/office/officeart/2016/7/layout/LinearBlockProcessNumbered"/>
    <dgm:cxn modelId="{A09DA94C-FB63-482F-A15C-B649F60CBA85}" type="presParOf" srcId="{8E06C491-51EF-4621-A5BA-E53D49B50978}" destId="{2693595E-6C1F-43BB-8D32-8E6D74079920}" srcOrd="2" destOrd="0" presId="urn:microsoft.com/office/officeart/2016/7/layout/LinearBlockProcessNumbered"/>
    <dgm:cxn modelId="{07EFE51C-1BD7-4A6A-BD03-A4CDFCED8C3F}" type="presParOf" srcId="{A7CEFD3F-6B0A-4102-9DC7-EFF8A4521E68}" destId="{4C7E8142-F2D5-4B10-AF0D-A13449607BEC}" srcOrd="5" destOrd="0" presId="urn:microsoft.com/office/officeart/2016/7/layout/LinearBlockProcessNumbered"/>
    <dgm:cxn modelId="{23E2492F-F1A7-4320-9317-146BA3E7A699}" type="presParOf" srcId="{A7CEFD3F-6B0A-4102-9DC7-EFF8A4521E68}" destId="{D3204719-51EE-4C65-BFB9-59AC76CFE62E}" srcOrd="6" destOrd="0" presId="urn:microsoft.com/office/officeart/2016/7/layout/LinearBlockProcessNumbered"/>
    <dgm:cxn modelId="{E1D3951B-2E43-412A-8A8A-10ECBD4D4693}" type="presParOf" srcId="{D3204719-51EE-4C65-BFB9-59AC76CFE62E}" destId="{0272956E-5E4D-4013-B04A-2800855E7A08}" srcOrd="0" destOrd="0" presId="urn:microsoft.com/office/officeart/2016/7/layout/LinearBlockProcessNumbered"/>
    <dgm:cxn modelId="{B8D05368-B039-4FC3-8696-3BFA786AB612}" type="presParOf" srcId="{D3204719-51EE-4C65-BFB9-59AC76CFE62E}" destId="{591E6AF5-74F2-4D21-A72C-1B5E9D97B341}" srcOrd="1" destOrd="0" presId="urn:microsoft.com/office/officeart/2016/7/layout/LinearBlockProcessNumbered"/>
    <dgm:cxn modelId="{14F1F1E1-EE96-4155-B6CD-483AE1174FC6}" type="presParOf" srcId="{D3204719-51EE-4C65-BFB9-59AC76CFE62E}" destId="{BA3B5B64-5AE0-412A-AD87-409E5F22566C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5FEE40-7F27-4D59-AC73-4645DF836E74}">
      <dsp:nvSpPr>
        <dsp:cNvPr id="0" name=""/>
        <dsp:cNvSpPr/>
      </dsp:nvSpPr>
      <dsp:spPr>
        <a:xfrm>
          <a:off x="0" y="2284"/>
          <a:ext cx="6263640" cy="115791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40B876-039D-4EA9-AA6D-8BD9801A80C2}">
      <dsp:nvSpPr>
        <dsp:cNvPr id="0" name=""/>
        <dsp:cNvSpPr/>
      </dsp:nvSpPr>
      <dsp:spPr>
        <a:xfrm>
          <a:off x="350270" y="262816"/>
          <a:ext cx="636855" cy="6368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A82F6E-2412-45DE-A3F8-1A146C3AB60D}">
      <dsp:nvSpPr>
        <dsp:cNvPr id="0" name=""/>
        <dsp:cNvSpPr/>
      </dsp:nvSpPr>
      <dsp:spPr>
        <a:xfrm>
          <a:off x="1337397" y="2284"/>
          <a:ext cx="492624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Amazon EC2 — virtual servers</a:t>
          </a:r>
          <a:endParaRPr lang="en-US" sz="2200" kern="1200"/>
        </a:p>
      </dsp:txBody>
      <dsp:txXfrm>
        <a:off x="1337397" y="2284"/>
        <a:ext cx="4926242" cy="1157919"/>
      </dsp:txXfrm>
    </dsp:sp>
    <dsp:sp modelId="{D92C7EF0-A389-4ED1-95E6-4E4D8EE2CE10}">
      <dsp:nvSpPr>
        <dsp:cNvPr id="0" name=""/>
        <dsp:cNvSpPr/>
      </dsp:nvSpPr>
      <dsp:spPr>
        <a:xfrm>
          <a:off x="0" y="1449684"/>
          <a:ext cx="6263640" cy="115791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856769-2DF0-4F31-BDB0-A94D3E73EC6B}">
      <dsp:nvSpPr>
        <dsp:cNvPr id="0" name=""/>
        <dsp:cNvSpPr/>
      </dsp:nvSpPr>
      <dsp:spPr>
        <a:xfrm>
          <a:off x="350270" y="1710216"/>
          <a:ext cx="636855" cy="6368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C5A2D3-EDF7-4D57-9970-5BC9A8120F78}">
      <dsp:nvSpPr>
        <dsp:cNvPr id="0" name=""/>
        <dsp:cNvSpPr/>
      </dsp:nvSpPr>
      <dsp:spPr>
        <a:xfrm>
          <a:off x="1337397" y="1449684"/>
          <a:ext cx="492624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Elastic Beanstalk — managed application platform</a:t>
          </a:r>
          <a:endParaRPr lang="en-US" sz="2200" kern="1200"/>
        </a:p>
      </dsp:txBody>
      <dsp:txXfrm>
        <a:off x="1337397" y="1449684"/>
        <a:ext cx="4926242" cy="1157919"/>
      </dsp:txXfrm>
    </dsp:sp>
    <dsp:sp modelId="{F3D04D49-A2C7-41E6-9750-251A8CC567A3}">
      <dsp:nvSpPr>
        <dsp:cNvPr id="0" name=""/>
        <dsp:cNvSpPr/>
      </dsp:nvSpPr>
      <dsp:spPr>
        <a:xfrm>
          <a:off x="0" y="2897083"/>
          <a:ext cx="6263640" cy="115791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BDF9CE-5DB6-42F7-BFBB-40C8BD2481F5}">
      <dsp:nvSpPr>
        <dsp:cNvPr id="0" name=""/>
        <dsp:cNvSpPr/>
      </dsp:nvSpPr>
      <dsp:spPr>
        <a:xfrm>
          <a:off x="350270" y="3157615"/>
          <a:ext cx="636855" cy="6368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2917C1-EBA3-489C-880F-3630727C14EA}">
      <dsp:nvSpPr>
        <dsp:cNvPr id="0" name=""/>
        <dsp:cNvSpPr/>
      </dsp:nvSpPr>
      <dsp:spPr>
        <a:xfrm>
          <a:off x="1337397" y="2897083"/>
          <a:ext cx="492624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Amazon Lightsail — simple cloud servers</a:t>
          </a:r>
          <a:endParaRPr lang="en-US" sz="2200" kern="1200"/>
        </a:p>
      </dsp:txBody>
      <dsp:txXfrm>
        <a:off x="1337397" y="2897083"/>
        <a:ext cx="4926242" cy="1157919"/>
      </dsp:txXfrm>
    </dsp:sp>
    <dsp:sp modelId="{B0A9031C-2F8A-481C-9D56-673156188A13}">
      <dsp:nvSpPr>
        <dsp:cNvPr id="0" name=""/>
        <dsp:cNvSpPr/>
      </dsp:nvSpPr>
      <dsp:spPr>
        <a:xfrm>
          <a:off x="0" y="4344483"/>
          <a:ext cx="6263640" cy="115791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53B92E-8791-4EBB-B432-F89790DB4E60}">
      <dsp:nvSpPr>
        <dsp:cNvPr id="0" name=""/>
        <dsp:cNvSpPr/>
      </dsp:nvSpPr>
      <dsp:spPr>
        <a:xfrm>
          <a:off x="350270" y="4605015"/>
          <a:ext cx="636855" cy="6368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4D8D52-6AF6-4F7F-9845-73D77A1283B2}">
      <dsp:nvSpPr>
        <dsp:cNvPr id="0" name=""/>
        <dsp:cNvSpPr/>
      </dsp:nvSpPr>
      <dsp:spPr>
        <a:xfrm>
          <a:off x="1337397" y="4344483"/>
          <a:ext cx="492624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AWS Lambda — serverless computing</a:t>
          </a:r>
          <a:endParaRPr lang="en-US" sz="2200" kern="1200"/>
        </a:p>
      </dsp:txBody>
      <dsp:txXfrm>
        <a:off x="1337397" y="4344483"/>
        <a:ext cx="4926242" cy="11579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141623-E1CD-42AC-AFFA-90303E523807}">
      <dsp:nvSpPr>
        <dsp:cNvPr id="0" name=""/>
        <dsp:cNvSpPr/>
      </dsp:nvSpPr>
      <dsp:spPr>
        <a:xfrm>
          <a:off x="0" y="21455"/>
          <a:ext cx="6364224" cy="10342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Computing resources available on demand</a:t>
          </a:r>
          <a:endParaRPr lang="en-US" sz="2600" kern="1200"/>
        </a:p>
      </dsp:txBody>
      <dsp:txXfrm>
        <a:off x="50489" y="71944"/>
        <a:ext cx="6263246" cy="933302"/>
      </dsp:txXfrm>
    </dsp:sp>
    <dsp:sp modelId="{11BE0AAC-33B7-4FA6-B146-7D96A614EBB5}">
      <dsp:nvSpPr>
        <dsp:cNvPr id="0" name=""/>
        <dsp:cNvSpPr/>
      </dsp:nvSpPr>
      <dsp:spPr>
        <a:xfrm>
          <a:off x="0" y="1130615"/>
          <a:ext cx="6364224" cy="1034280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Traditional: Buy → Install → Configure → Maintain</a:t>
          </a:r>
          <a:endParaRPr lang="en-US" sz="2600" kern="1200"/>
        </a:p>
      </dsp:txBody>
      <dsp:txXfrm>
        <a:off x="50489" y="1181104"/>
        <a:ext cx="6263246" cy="933302"/>
      </dsp:txXfrm>
    </dsp:sp>
    <dsp:sp modelId="{A47F67D9-87A8-4CF4-A099-62D7B5B7ED74}">
      <dsp:nvSpPr>
        <dsp:cNvPr id="0" name=""/>
        <dsp:cNvSpPr/>
      </dsp:nvSpPr>
      <dsp:spPr>
        <a:xfrm>
          <a:off x="0" y="2239775"/>
          <a:ext cx="6364224" cy="103428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AWS: Choose resources → Launch → Deploy → Scale</a:t>
          </a:r>
          <a:endParaRPr lang="en-US" sz="2600" kern="1200"/>
        </a:p>
      </dsp:txBody>
      <dsp:txXfrm>
        <a:off x="50489" y="2290264"/>
        <a:ext cx="6263246" cy="933302"/>
      </dsp:txXfrm>
    </dsp:sp>
    <dsp:sp modelId="{2F0C6FD5-55F9-4A35-A953-D71A8AAB1DC2}">
      <dsp:nvSpPr>
        <dsp:cNvPr id="0" name=""/>
        <dsp:cNvSpPr/>
      </dsp:nvSpPr>
      <dsp:spPr>
        <a:xfrm>
          <a:off x="0" y="3348936"/>
          <a:ext cx="6364224" cy="1034280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Resources include CPU, memory, storage and networking</a:t>
          </a:r>
          <a:endParaRPr lang="en-US" sz="2600" kern="1200"/>
        </a:p>
      </dsp:txBody>
      <dsp:txXfrm>
        <a:off x="50489" y="3399425"/>
        <a:ext cx="6263246" cy="933302"/>
      </dsp:txXfrm>
    </dsp:sp>
    <dsp:sp modelId="{FF7832AD-4F98-4879-BC74-8CF1505F5491}">
      <dsp:nvSpPr>
        <dsp:cNvPr id="0" name=""/>
        <dsp:cNvSpPr/>
      </dsp:nvSpPr>
      <dsp:spPr>
        <a:xfrm>
          <a:off x="0" y="4458096"/>
          <a:ext cx="6364224" cy="103428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Main benefit: pay for resources as needed</a:t>
          </a:r>
          <a:endParaRPr lang="en-US" sz="2600" kern="1200"/>
        </a:p>
      </dsp:txBody>
      <dsp:txXfrm>
        <a:off x="50489" y="4508585"/>
        <a:ext cx="6263246" cy="9333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29F06-1E4A-4692-BDDA-50E3B8549FE0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90B863-EE13-45D3-AE35-3E0005361825}">
      <dsp:nvSpPr>
        <dsp:cNvPr id="0" name=""/>
        <dsp:cNvSpPr/>
      </dsp:nvSpPr>
      <dsp:spPr>
        <a:xfrm>
          <a:off x="0" y="675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General Purpose — balanced CPU and memory</a:t>
          </a:r>
          <a:endParaRPr lang="en-US" sz="3100" kern="1200"/>
        </a:p>
      </dsp:txBody>
      <dsp:txXfrm>
        <a:off x="0" y="675"/>
        <a:ext cx="6900512" cy="1106957"/>
      </dsp:txXfrm>
    </dsp:sp>
    <dsp:sp modelId="{98E3B2C2-7845-421D-8A3A-67C0AAE6D2D9}">
      <dsp:nvSpPr>
        <dsp:cNvPr id="0" name=""/>
        <dsp:cNvSpPr/>
      </dsp:nvSpPr>
      <dsp:spPr>
        <a:xfrm>
          <a:off x="0" y="1107633"/>
          <a:ext cx="69005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597F36-7EE2-44FB-A04D-9D6DFD01352A}">
      <dsp:nvSpPr>
        <dsp:cNvPr id="0" name=""/>
        <dsp:cNvSpPr/>
      </dsp:nvSpPr>
      <dsp:spPr>
        <a:xfrm>
          <a:off x="0" y="1107633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Compute Optimized — CPU-intensive workloads</a:t>
          </a:r>
          <a:endParaRPr lang="en-US" sz="3100" kern="1200"/>
        </a:p>
      </dsp:txBody>
      <dsp:txXfrm>
        <a:off x="0" y="1107633"/>
        <a:ext cx="6900512" cy="1106957"/>
      </dsp:txXfrm>
    </dsp:sp>
    <dsp:sp modelId="{29BA467B-5264-49DE-87C1-D11F8872AB71}">
      <dsp:nvSpPr>
        <dsp:cNvPr id="0" name=""/>
        <dsp:cNvSpPr/>
      </dsp:nvSpPr>
      <dsp:spPr>
        <a:xfrm>
          <a:off x="0" y="2214591"/>
          <a:ext cx="69005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79234E-682C-4673-B24B-7C4F1AD187AE}">
      <dsp:nvSpPr>
        <dsp:cNvPr id="0" name=""/>
        <dsp:cNvSpPr/>
      </dsp:nvSpPr>
      <dsp:spPr>
        <a:xfrm>
          <a:off x="0" y="2214591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Memory Optimized — memory-intensive workloads</a:t>
          </a:r>
          <a:endParaRPr lang="en-US" sz="3100" kern="1200"/>
        </a:p>
      </dsp:txBody>
      <dsp:txXfrm>
        <a:off x="0" y="2214591"/>
        <a:ext cx="6900512" cy="1106957"/>
      </dsp:txXfrm>
    </dsp:sp>
    <dsp:sp modelId="{C9144E83-1306-4AE6-A0DA-A900DC3754D3}">
      <dsp:nvSpPr>
        <dsp:cNvPr id="0" name=""/>
        <dsp:cNvSpPr/>
      </dsp:nvSpPr>
      <dsp:spPr>
        <a:xfrm>
          <a:off x="0" y="3321549"/>
          <a:ext cx="69005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400FEC-9BC2-414F-A91C-C06DA3A7BC27}">
      <dsp:nvSpPr>
        <dsp:cNvPr id="0" name=""/>
        <dsp:cNvSpPr/>
      </dsp:nvSpPr>
      <dsp:spPr>
        <a:xfrm>
          <a:off x="0" y="3321549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Storage Optimized — high-performance storage workloads</a:t>
          </a:r>
          <a:endParaRPr lang="en-US" sz="3100" kern="1200"/>
        </a:p>
      </dsp:txBody>
      <dsp:txXfrm>
        <a:off x="0" y="3321549"/>
        <a:ext cx="6900512" cy="1106957"/>
      </dsp:txXfrm>
    </dsp:sp>
    <dsp:sp modelId="{A9DEECAA-CA33-4962-BD18-787D1577EAE4}">
      <dsp:nvSpPr>
        <dsp:cNvPr id="0" name=""/>
        <dsp:cNvSpPr/>
      </dsp:nvSpPr>
      <dsp:spPr>
        <a:xfrm>
          <a:off x="0" y="4428507"/>
          <a:ext cx="69005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71EC56-C180-4586-836A-B69CAB3906BD}">
      <dsp:nvSpPr>
        <dsp:cNvPr id="0" name=""/>
        <dsp:cNvSpPr/>
      </dsp:nvSpPr>
      <dsp:spPr>
        <a:xfrm>
          <a:off x="0" y="4428507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Accelerated Computing — GPU/accelerator workloads</a:t>
          </a:r>
          <a:endParaRPr lang="en-US" sz="3100" kern="1200"/>
        </a:p>
      </dsp:txBody>
      <dsp:txXfrm>
        <a:off x="0" y="4428507"/>
        <a:ext cx="6900512" cy="11069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351F3E-F66D-4785-A7B0-C352C51271F5}">
      <dsp:nvSpPr>
        <dsp:cNvPr id="0" name=""/>
        <dsp:cNvSpPr/>
      </dsp:nvSpPr>
      <dsp:spPr>
        <a:xfrm>
          <a:off x="0" y="651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58D105-F663-41B1-A740-71A0F986174B}">
      <dsp:nvSpPr>
        <dsp:cNvPr id="0" name=""/>
        <dsp:cNvSpPr/>
      </dsp:nvSpPr>
      <dsp:spPr>
        <a:xfrm>
          <a:off x="461309" y="343774"/>
          <a:ext cx="838743" cy="8387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89BF53-896C-48DD-B072-39EFC646C7B0}">
      <dsp:nvSpPr>
        <dsp:cNvPr id="0" name=""/>
        <dsp:cNvSpPr/>
      </dsp:nvSpPr>
      <dsp:spPr>
        <a:xfrm>
          <a:off x="1761361" y="651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AMI is a template used to create EC2 instances</a:t>
          </a:r>
          <a:endParaRPr lang="en-US" sz="2500" kern="1200"/>
        </a:p>
      </dsp:txBody>
      <dsp:txXfrm>
        <a:off x="1761361" y="651"/>
        <a:ext cx="4889891" cy="1524988"/>
      </dsp:txXfrm>
    </dsp:sp>
    <dsp:sp modelId="{7F440CEA-8615-45F7-AB15-29F18B4C0771}">
      <dsp:nvSpPr>
        <dsp:cNvPr id="0" name=""/>
        <dsp:cNvSpPr/>
      </dsp:nvSpPr>
      <dsp:spPr>
        <a:xfrm>
          <a:off x="0" y="1906887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04EA04-23B0-428E-AEDC-A3A6D12F1BA2}">
      <dsp:nvSpPr>
        <dsp:cNvPr id="0" name=""/>
        <dsp:cNvSpPr/>
      </dsp:nvSpPr>
      <dsp:spPr>
        <a:xfrm>
          <a:off x="461309" y="2250010"/>
          <a:ext cx="838743" cy="8387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F5D7D6-D314-4FD6-BB30-437F2C119DF1}">
      <dsp:nvSpPr>
        <dsp:cNvPr id="0" name=""/>
        <dsp:cNvSpPr/>
      </dsp:nvSpPr>
      <dsp:spPr>
        <a:xfrm>
          <a:off x="1761361" y="1906887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Can contain OS, applications and configuration</a:t>
          </a:r>
          <a:endParaRPr lang="en-US" sz="2500" kern="1200"/>
        </a:p>
      </dsp:txBody>
      <dsp:txXfrm>
        <a:off x="1761361" y="1906887"/>
        <a:ext cx="4889891" cy="1524988"/>
      </dsp:txXfrm>
    </dsp:sp>
    <dsp:sp modelId="{5AA02A2C-B4CC-4CF3-A78F-D4078860E037}">
      <dsp:nvSpPr>
        <dsp:cNvPr id="0" name=""/>
        <dsp:cNvSpPr/>
      </dsp:nvSpPr>
      <dsp:spPr>
        <a:xfrm>
          <a:off x="0" y="3813123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219B9C-55D5-4332-B1AF-B7606AA12937}">
      <dsp:nvSpPr>
        <dsp:cNvPr id="0" name=""/>
        <dsp:cNvSpPr/>
      </dsp:nvSpPr>
      <dsp:spPr>
        <a:xfrm>
          <a:off x="461309" y="4156246"/>
          <a:ext cx="838743" cy="8387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3AB06B-2606-4E4E-889B-2425487544B7}">
      <dsp:nvSpPr>
        <dsp:cNvPr id="0" name=""/>
        <dsp:cNvSpPr/>
      </dsp:nvSpPr>
      <dsp:spPr>
        <a:xfrm>
          <a:off x="1761361" y="3813123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One AMI can launch multiple similar EC2 instances</a:t>
          </a:r>
          <a:endParaRPr lang="en-US" sz="2500" kern="1200"/>
        </a:p>
      </dsp:txBody>
      <dsp:txXfrm>
        <a:off x="1761361" y="3813123"/>
        <a:ext cx="4889891" cy="152498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4B05C5-47E0-4F80-9F33-9FB610E4A465}">
      <dsp:nvSpPr>
        <dsp:cNvPr id="0" name=""/>
        <dsp:cNvSpPr/>
      </dsp:nvSpPr>
      <dsp:spPr>
        <a:xfrm>
          <a:off x="0" y="2215"/>
          <a:ext cx="6651253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91056C-B713-4D7F-99D9-937729BDDAF6}">
      <dsp:nvSpPr>
        <dsp:cNvPr id="0" name=""/>
        <dsp:cNvSpPr/>
      </dsp:nvSpPr>
      <dsp:spPr>
        <a:xfrm>
          <a:off x="339712" y="254894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462E9F-75E2-47A3-B2D1-725702C4666F}">
      <dsp:nvSpPr>
        <dsp:cNvPr id="0" name=""/>
        <dsp:cNvSpPr/>
      </dsp:nvSpPr>
      <dsp:spPr>
        <a:xfrm>
          <a:off x="1297085" y="2215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On-Demand — flexible, pay as you use</a:t>
          </a:r>
          <a:endParaRPr lang="en-US" sz="2200" kern="1200"/>
        </a:p>
      </dsp:txBody>
      <dsp:txXfrm>
        <a:off x="1297085" y="2215"/>
        <a:ext cx="5354167" cy="1123017"/>
      </dsp:txXfrm>
    </dsp:sp>
    <dsp:sp modelId="{267A5CB5-2989-4CA0-8D25-702DC7EA4317}">
      <dsp:nvSpPr>
        <dsp:cNvPr id="0" name=""/>
        <dsp:cNvSpPr/>
      </dsp:nvSpPr>
      <dsp:spPr>
        <a:xfrm>
          <a:off x="0" y="1405987"/>
          <a:ext cx="6651253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4437C8-8F91-4446-8C77-68F29B13888B}">
      <dsp:nvSpPr>
        <dsp:cNvPr id="0" name=""/>
        <dsp:cNvSpPr/>
      </dsp:nvSpPr>
      <dsp:spPr>
        <a:xfrm>
          <a:off x="339712" y="1658666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CD24A7-2C9A-4414-BF12-6F0B43826C03}">
      <dsp:nvSpPr>
        <dsp:cNvPr id="0" name=""/>
        <dsp:cNvSpPr/>
      </dsp:nvSpPr>
      <dsp:spPr>
        <a:xfrm>
          <a:off x="1297085" y="1405987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Reserved/Savings Plans — commitment for lower cost</a:t>
          </a:r>
          <a:endParaRPr lang="en-US" sz="2200" kern="1200"/>
        </a:p>
      </dsp:txBody>
      <dsp:txXfrm>
        <a:off x="1297085" y="1405987"/>
        <a:ext cx="5354167" cy="1123017"/>
      </dsp:txXfrm>
    </dsp:sp>
    <dsp:sp modelId="{21333542-AEC5-47D9-A1F2-EE61EFAD6D00}">
      <dsp:nvSpPr>
        <dsp:cNvPr id="0" name=""/>
        <dsp:cNvSpPr/>
      </dsp:nvSpPr>
      <dsp:spPr>
        <a:xfrm>
          <a:off x="0" y="2809759"/>
          <a:ext cx="6651253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74A5F5-54A5-49FA-ADAF-4A6E4677DB89}">
      <dsp:nvSpPr>
        <dsp:cNvPr id="0" name=""/>
        <dsp:cNvSpPr/>
      </dsp:nvSpPr>
      <dsp:spPr>
        <a:xfrm>
          <a:off x="339712" y="3062438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38A3D8-367D-4E8E-A541-E20AC1D9A070}">
      <dsp:nvSpPr>
        <dsp:cNvPr id="0" name=""/>
        <dsp:cNvSpPr/>
      </dsp:nvSpPr>
      <dsp:spPr>
        <a:xfrm>
          <a:off x="1297085" y="2809759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Spot Instances — lower-cost spare capacity; may be interrupted</a:t>
          </a:r>
          <a:endParaRPr lang="en-US" sz="2200" kern="1200"/>
        </a:p>
      </dsp:txBody>
      <dsp:txXfrm>
        <a:off x="1297085" y="2809759"/>
        <a:ext cx="5354167" cy="1123017"/>
      </dsp:txXfrm>
    </dsp:sp>
    <dsp:sp modelId="{2A4E95A9-1B2A-4AFC-B184-C87101C9B3B0}">
      <dsp:nvSpPr>
        <dsp:cNvPr id="0" name=""/>
        <dsp:cNvSpPr/>
      </dsp:nvSpPr>
      <dsp:spPr>
        <a:xfrm>
          <a:off x="0" y="4213530"/>
          <a:ext cx="6651253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ABF034-710E-41A3-AB33-12217464DFD9}">
      <dsp:nvSpPr>
        <dsp:cNvPr id="0" name=""/>
        <dsp:cNvSpPr/>
      </dsp:nvSpPr>
      <dsp:spPr>
        <a:xfrm>
          <a:off x="339712" y="4466209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B58B4E-257D-4920-ACC5-09AF5F68C18D}">
      <dsp:nvSpPr>
        <dsp:cNvPr id="0" name=""/>
        <dsp:cNvSpPr/>
      </dsp:nvSpPr>
      <dsp:spPr>
        <a:xfrm>
          <a:off x="1297085" y="4213530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Dedicated options — dedicated physical resources for specific requirements</a:t>
          </a:r>
          <a:endParaRPr lang="en-US" sz="2200" kern="1200"/>
        </a:p>
      </dsp:txBody>
      <dsp:txXfrm>
        <a:off x="1297085" y="4213530"/>
        <a:ext cx="5354167" cy="112301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3D20AE-0AF4-4A10-9382-FB0BF09A73B3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2DB481-6637-4536-9B0F-8DC17783B311}">
      <dsp:nvSpPr>
        <dsp:cNvPr id="0" name=""/>
        <dsp:cNvSpPr/>
      </dsp:nvSpPr>
      <dsp:spPr>
        <a:xfrm>
          <a:off x="0" y="53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Key pair consists of public key and private key</a:t>
          </a:r>
          <a:endParaRPr lang="en-US" sz="2800" kern="1200"/>
        </a:p>
      </dsp:txBody>
      <dsp:txXfrm>
        <a:off x="0" y="531"/>
        <a:ext cx="10515600" cy="870055"/>
      </dsp:txXfrm>
    </dsp:sp>
    <dsp:sp modelId="{444A089D-2529-4D79-A9CD-186F71217143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1666D4-B2F5-44E6-AC8E-148C2F92F9C2}">
      <dsp:nvSpPr>
        <dsp:cNvPr id="0" name=""/>
        <dsp:cNvSpPr/>
      </dsp:nvSpPr>
      <dsp:spPr>
        <a:xfrm>
          <a:off x="0" y="87058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Used for secure EC2 access</a:t>
          </a:r>
          <a:endParaRPr lang="en-US" sz="2800" kern="1200"/>
        </a:p>
      </dsp:txBody>
      <dsp:txXfrm>
        <a:off x="0" y="870586"/>
        <a:ext cx="10515600" cy="870055"/>
      </dsp:txXfrm>
    </dsp:sp>
    <dsp:sp modelId="{B2CF6B37-E10F-4837-9C84-EFEFF6AE8C7E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B80E0B-5944-43BE-B555-9C8B337A7D46}">
      <dsp:nvSpPr>
        <dsp:cNvPr id="0" name=""/>
        <dsp:cNvSpPr/>
      </dsp:nvSpPr>
      <dsp:spPr>
        <a:xfrm>
          <a:off x="0" y="174064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Linux: commonly used with SSH</a:t>
          </a:r>
          <a:endParaRPr lang="en-US" sz="2800" kern="1200"/>
        </a:p>
      </dsp:txBody>
      <dsp:txXfrm>
        <a:off x="0" y="1740641"/>
        <a:ext cx="10515600" cy="870055"/>
      </dsp:txXfrm>
    </dsp:sp>
    <dsp:sp modelId="{6117C345-CF75-4DD5-B777-2DE73F0D3956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DD979E-970A-49DC-B889-1909170CE98F}">
      <dsp:nvSpPr>
        <dsp:cNvPr id="0" name=""/>
        <dsp:cNvSpPr/>
      </dsp:nvSpPr>
      <dsp:spPr>
        <a:xfrm>
          <a:off x="0" y="261069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Windows: can be used to retrieve/decrypt administrator password</a:t>
          </a:r>
          <a:endParaRPr lang="en-US" sz="2800" kern="1200"/>
        </a:p>
      </dsp:txBody>
      <dsp:txXfrm>
        <a:off x="0" y="2610696"/>
        <a:ext cx="10515600" cy="870055"/>
      </dsp:txXfrm>
    </dsp:sp>
    <dsp:sp modelId="{F8A9A5F8-F95D-401F-8422-E10B558E46F0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7F0EBF-25F8-41D3-861D-50552E289379}">
      <dsp:nvSpPr>
        <dsp:cNvPr id="0" name=""/>
        <dsp:cNvSpPr/>
      </dsp:nvSpPr>
      <dsp:spPr>
        <a:xfrm>
          <a:off x="0" y="348075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Never share or expose the private key</a:t>
          </a:r>
          <a:endParaRPr lang="en-US" sz="2800" kern="1200"/>
        </a:p>
      </dsp:txBody>
      <dsp:txXfrm>
        <a:off x="0" y="3480751"/>
        <a:ext cx="10515600" cy="87005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3C3984-C152-4D94-A450-BDACA869B95D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4F26EE-F0DC-42A1-9B45-F479CBFEB6AE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Default/shared tenancy — standard option</a:t>
          </a:r>
          <a:endParaRPr lang="en-US" sz="3300" kern="1200"/>
        </a:p>
      </dsp:txBody>
      <dsp:txXfrm>
        <a:off x="0" y="0"/>
        <a:ext cx="6900512" cy="1384035"/>
      </dsp:txXfrm>
    </dsp:sp>
    <dsp:sp modelId="{C47D8825-D607-4AE8-850C-0DC6D8FE0FF4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5C3EA4-2BA0-45E1-814E-4BBA8A1598BD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Dedicated Instance — hardware dedicated to a customer</a:t>
          </a:r>
          <a:endParaRPr lang="en-US" sz="3300" kern="1200"/>
        </a:p>
      </dsp:txBody>
      <dsp:txXfrm>
        <a:off x="0" y="1384035"/>
        <a:ext cx="6900512" cy="1384035"/>
      </dsp:txXfrm>
    </dsp:sp>
    <dsp:sp modelId="{268ED8AE-7441-42BA-9EF3-9E028E47F764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BA07D7-C270-42D7-AA78-55C1646A4951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Dedicated Host — entire physical host dedicated to a customer</a:t>
          </a:r>
          <a:endParaRPr lang="en-US" sz="3300" kern="1200"/>
        </a:p>
      </dsp:txBody>
      <dsp:txXfrm>
        <a:off x="0" y="2768070"/>
        <a:ext cx="6900512" cy="1384035"/>
      </dsp:txXfrm>
    </dsp:sp>
    <dsp:sp modelId="{EB391FE7-5F9D-4CE5-9BE2-A9E6D8C17E47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9334FC-79DA-4CDF-8E14-ADBD385971E8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Choose based on compliance, licensing and isolation requirements</a:t>
          </a:r>
          <a:endParaRPr lang="en-US" sz="3300" kern="1200"/>
        </a:p>
      </dsp:txBody>
      <dsp:txXfrm>
        <a:off x="0" y="4152105"/>
        <a:ext cx="6900512" cy="138403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7139C2-D13C-4A7E-91D6-42F275E92689}">
      <dsp:nvSpPr>
        <dsp:cNvPr id="0" name=""/>
        <dsp:cNvSpPr/>
      </dsp:nvSpPr>
      <dsp:spPr>
        <a:xfrm>
          <a:off x="0" y="30"/>
          <a:ext cx="6900512" cy="13127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Automatically adjusts compute capacity based on demand</a:t>
          </a:r>
          <a:endParaRPr lang="en-US" sz="3300" kern="1200"/>
        </a:p>
      </dsp:txBody>
      <dsp:txXfrm>
        <a:off x="64083" y="64113"/>
        <a:ext cx="6772346" cy="1184574"/>
      </dsp:txXfrm>
    </dsp:sp>
    <dsp:sp modelId="{7B312FA5-9A80-42FC-A0EF-7ABFFE6E2696}">
      <dsp:nvSpPr>
        <dsp:cNvPr id="0" name=""/>
        <dsp:cNvSpPr/>
      </dsp:nvSpPr>
      <dsp:spPr>
        <a:xfrm>
          <a:off x="0" y="1407810"/>
          <a:ext cx="6900512" cy="131274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Scale Out — add instances</a:t>
          </a:r>
          <a:endParaRPr lang="en-US" sz="3300" kern="1200"/>
        </a:p>
      </dsp:txBody>
      <dsp:txXfrm>
        <a:off x="64083" y="1471893"/>
        <a:ext cx="6772346" cy="1184574"/>
      </dsp:txXfrm>
    </dsp:sp>
    <dsp:sp modelId="{FAC41644-3845-42C8-A4A1-174710DBA600}">
      <dsp:nvSpPr>
        <dsp:cNvPr id="0" name=""/>
        <dsp:cNvSpPr/>
      </dsp:nvSpPr>
      <dsp:spPr>
        <a:xfrm>
          <a:off x="0" y="2815590"/>
          <a:ext cx="6900512" cy="131274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Scale In — remove instances</a:t>
          </a:r>
          <a:endParaRPr lang="en-US" sz="3300" kern="1200"/>
        </a:p>
      </dsp:txBody>
      <dsp:txXfrm>
        <a:off x="64083" y="2879673"/>
        <a:ext cx="6772346" cy="1184574"/>
      </dsp:txXfrm>
    </dsp:sp>
    <dsp:sp modelId="{E4E16B81-1FFF-4AB8-AA4D-A5682D9B4203}">
      <dsp:nvSpPr>
        <dsp:cNvPr id="0" name=""/>
        <dsp:cNvSpPr/>
      </dsp:nvSpPr>
      <dsp:spPr>
        <a:xfrm>
          <a:off x="0" y="4223370"/>
          <a:ext cx="6900512" cy="131274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Improves performance, availability and cost efficiency</a:t>
          </a:r>
          <a:endParaRPr lang="en-US" sz="3300" kern="1200"/>
        </a:p>
      </dsp:txBody>
      <dsp:txXfrm>
        <a:off x="64083" y="4287453"/>
        <a:ext cx="6772346" cy="118457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078BC0-D021-4613-985E-D7944F2ED6D4}">
      <dsp:nvSpPr>
        <dsp:cNvPr id="0" name=""/>
        <dsp:cNvSpPr/>
      </dsp:nvSpPr>
      <dsp:spPr>
        <a:xfrm>
          <a:off x="0" y="4170"/>
          <a:ext cx="6651253" cy="8884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2E878C-A56A-467F-A51A-3FBF0CBE798E}">
      <dsp:nvSpPr>
        <dsp:cNvPr id="0" name=""/>
        <dsp:cNvSpPr/>
      </dsp:nvSpPr>
      <dsp:spPr>
        <a:xfrm>
          <a:off x="268742" y="204061"/>
          <a:ext cx="488622" cy="4886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2D548D-96DC-463A-91A5-D0BB40CD4127}">
      <dsp:nvSpPr>
        <dsp:cNvPr id="0" name=""/>
        <dsp:cNvSpPr/>
      </dsp:nvSpPr>
      <dsp:spPr>
        <a:xfrm>
          <a:off x="1026106" y="4170"/>
          <a:ext cx="5625146" cy="888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023" tIns="94023" rIns="94023" bIns="9402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Managed application platform</a:t>
          </a:r>
          <a:endParaRPr lang="en-US" sz="1900" kern="1200"/>
        </a:p>
      </dsp:txBody>
      <dsp:txXfrm>
        <a:off x="1026106" y="4170"/>
        <a:ext cx="5625146" cy="888403"/>
      </dsp:txXfrm>
    </dsp:sp>
    <dsp:sp modelId="{719859FE-14ED-43B6-84D4-A711337023DE}">
      <dsp:nvSpPr>
        <dsp:cNvPr id="0" name=""/>
        <dsp:cNvSpPr/>
      </dsp:nvSpPr>
      <dsp:spPr>
        <a:xfrm>
          <a:off x="0" y="1114675"/>
          <a:ext cx="6651253" cy="8884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C90CD4-5977-48BF-A5E5-9941E261E6E9}">
      <dsp:nvSpPr>
        <dsp:cNvPr id="0" name=""/>
        <dsp:cNvSpPr/>
      </dsp:nvSpPr>
      <dsp:spPr>
        <a:xfrm>
          <a:off x="268742" y="1314566"/>
          <a:ext cx="488622" cy="4886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A27AA9-9FA6-4730-B5FE-C1027E5761B8}">
      <dsp:nvSpPr>
        <dsp:cNvPr id="0" name=""/>
        <dsp:cNvSpPr/>
      </dsp:nvSpPr>
      <dsp:spPr>
        <a:xfrm>
          <a:off x="1026106" y="1114675"/>
          <a:ext cx="5625146" cy="888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023" tIns="94023" rIns="94023" bIns="9402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Developer provides application code</a:t>
          </a:r>
          <a:endParaRPr lang="en-US" sz="1900" kern="1200"/>
        </a:p>
      </dsp:txBody>
      <dsp:txXfrm>
        <a:off x="1026106" y="1114675"/>
        <a:ext cx="5625146" cy="888403"/>
      </dsp:txXfrm>
    </dsp:sp>
    <dsp:sp modelId="{531C4FAA-807E-4CE9-9C4D-AA00433ADA0A}">
      <dsp:nvSpPr>
        <dsp:cNvPr id="0" name=""/>
        <dsp:cNvSpPr/>
      </dsp:nvSpPr>
      <dsp:spPr>
        <a:xfrm>
          <a:off x="0" y="2225180"/>
          <a:ext cx="6651253" cy="8884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E259B3-3781-4EF3-B08F-82BD633D682E}">
      <dsp:nvSpPr>
        <dsp:cNvPr id="0" name=""/>
        <dsp:cNvSpPr/>
      </dsp:nvSpPr>
      <dsp:spPr>
        <a:xfrm>
          <a:off x="268742" y="2425070"/>
          <a:ext cx="488622" cy="4886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72B0F1-CD10-49F0-B04B-36341093C053}">
      <dsp:nvSpPr>
        <dsp:cNvPr id="0" name=""/>
        <dsp:cNvSpPr/>
      </dsp:nvSpPr>
      <dsp:spPr>
        <a:xfrm>
          <a:off x="1026106" y="2225180"/>
          <a:ext cx="5625146" cy="888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023" tIns="94023" rIns="94023" bIns="9402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AWS manages much of the infrastructure</a:t>
          </a:r>
          <a:endParaRPr lang="en-US" sz="1900" kern="1200"/>
        </a:p>
      </dsp:txBody>
      <dsp:txXfrm>
        <a:off x="1026106" y="2225180"/>
        <a:ext cx="5625146" cy="888403"/>
      </dsp:txXfrm>
    </dsp:sp>
    <dsp:sp modelId="{2F2DADC1-E28A-460F-B64D-F0560F528A1D}">
      <dsp:nvSpPr>
        <dsp:cNvPr id="0" name=""/>
        <dsp:cNvSpPr/>
      </dsp:nvSpPr>
      <dsp:spPr>
        <a:xfrm>
          <a:off x="0" y="3335684"/>
          <a:ext cx="6651253" cy="8884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842CC1-E12A-4EEE-B618-58250A427F9D}">
      <dsp:nvSpPr>
        <dsp:cNvPr id="0" name=""/>
        <dsp:cNvSpPr/>
      </dsp:nvSpPr>
      <dsp:spPr>
        <a:xfrm>
          <a:off x="268742" y="3535575"/>
          <a:ext cx="488622" cy="4886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6B3E42-40BE-4DE7-A63C-2C75CFE88B02}">
      <dsp:nvSpPr>
        <dsp:cNvPr id="0" name=""/>
        <dsp:cNvSpPr/>
      </dsp:nvSpPr>
      <dsp:spPr>
        <a:xfrm>
          <a:off x="1026106" y="3335684"/>
          <a:ext cx="5625146" cy="888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023" tIns="94023" rIns="94023" bIns="9402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Can provision EC2, load balancing, Auto Scaling and health monitoring</a:t>
          </a:r>
          <a:endParaRPr lang="en-US" sz="1900" kern="1200"/>
        </a:p>
      </dsp:txBody>
      <dsp:txXfrm>
        <a:off x="1026106" y="3335684"/>
        <a:ext cx="5625146" cy="888403"/>
      </dsp:txXfrm>
    </dsp:sp>
    <dsp:sp modelId="{C2E5377E-3AC6-435E-8447-386D0F6B7E65}">
      <dsp:nvSpPr>
        <dsp:cNvPr id="0" name=""/>
        <dsp:cNvSpPr/>
      </dsp:nvSpPr>
      <dsp:spPr>
        <a:xfrm>
          <a:off x="0" y="4446189"/>
          <a:ext cx="6651253" cy="8884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E6A941-CE67-431B-919C-0F231FBEF36E}">
      <dsp:nvSpPr>
        <dsp:cNvPr id="0" name=""/>
        <dsp:cNvSpPr/>
      </dsp:nvSpPr>
      <dsp:spPr>
        <a:xfrm>
          <a:off x="268742" y="4646080"/>
          <a:ext cx="488622" cy="4886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2BD191-64EF-4157-BE82-0A301001FC26}">
      <dsp:nvSpPr>
        <dsp:cNvPr id="0" name=""/>
        <dsp:cNvSpPr/>
      </dsp:nvSpPr>
      <dsp:spPr>
        <a:xfrm>
          <a:off x="1026106" y="4446189"/>
          <a:ext cx="5625146" cy="888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023" tIns="94023" rIns="94023" bIns="9402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Useful when developers want simpler deployment</a:t>
          </a:r>
          <a:endParaRPr lang="en-US" sz="1900" kern="1200"/>
        </a:p>
      </dsp:txBody>
      <dsp:txXfrm>
        <a:off x="1026106" y="4446189"/>
        <a:ext cx="5625146" cy="88840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761B12-830B-43EB-974B-CFB065E3CF03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FA9B71-6AD7-45DA-8F80-2FBC48D6B5A2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885134-A924-4230-B5C0-FD9AF1FC5489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Use multiple Availability Zones</a:t>
          </a:r>
          <a:endParaRPr lang="en-US" sz="1900" kern="1200"/>
        </a:p>
      </dsp:txBody>
      <dsp:txXfrm>
        <a:off x="836323" y="3399"/>
        <a:ext cx="9679276" cy="724089"/>
      </dsp:txXfrm>
    </dsp:sp>
    <dsp:sp modelId="{4C964B69-A88B-4215-A0A4-3E80E1807016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D1846B-90A6-4869-9297-97FE70FCC1BC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3B90EC-7410-42C2-9678-7861E86E6C6A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Use Auto Scaling</a:t>
          </a:r>
          <a:endParaRPr lang="en-US" sz="1900" kern="1200"/>
        </a:p>
      </dsp:txBody>
      <dsp:txXfrm>
        <a:off x="836323" y="908511"/>
        <a:ext cx="9679276" cy="724089"/>
      </dsp:txXfrm>
    </dsp:sp>
    <dsp:sp modelId="{7061334C-1205-495C-B3B6-192649613D5B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5F0CC7-8D99-4ABC-9CAD-D4B801CC87C8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CCF22A-F8E2-4B45-9973-0C87D1B3BB88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Use Load Balancers</a:t>
          </a:r>
          <a:endParaRPr lang="en-US" sz="1900" kern="1200"/>
        </a:p>
      </dsp:txBody>
      <dsp:txXfrm>
        <a:off x="836323" y="1813624"/>
        <a:ext cx="9679276" cy="724089"/>
      </dsp:txXfrm>
    </dsp:sp>
    <dsp:sp modelId="{AF4D499C-CD9E-4CC2-B655-711DD092F1D0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EB26A6-4EAA-41EB-8CAA-7A39505143AD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5EBDC1-4AF5-4F44-8752-6C38B91F53C5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Configure health checks</a:t>
          </a:r>
          <a:endParaRPr lang="en-US" sz="1900" kern="1200"/>
        </a:p>
      </dsp:txBody>
      <dsp:txXfrm>
        <a:off x="836323" y="2718736"/>
        <a:ext cx="9679276" cy="724089"/>
      </dsp:txXfrm>
    </dsp:sp>
    <dsp:sp modelId="{555D9FD1-4C4F-4CFF-94ED-1E09555D19AC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33E784-9D67-4916-8D67-B587B1365D2F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CE7560-1D91-47C7-AABD-D5A52988D2D4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Use backup and recovery strategies</a:t>
          </a:r>
          <a:endParaRPr lang="en-US" sz="1900" kern="1200"/>
        </a:p>
      </dsp:txBody>
      <dsp:txXfrm>
        <a:off x="836323" y="3623848"/>
        <a:ext cx="9679276" cy="72408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B25634-9A36-4E7B-9973-B2AAD8EA1DDF}">
      <dsp:nvSpPr>
        <dsp:cNvPr id="0" name=""/>
        <dsp:cNvSpPr/>
      </dsp:nvSpPr>
      <dsp:spPr>
        <a:xfrm>
          <a:off x="145160" y="178712"/>
          <a:ext cx="1301244" cy="130124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9EAAB6-5A12-4049-AFE2-C142D0DBD4EF}">
      <dsp:nvSpPr>
        <dsp:cNvPr id="0" name=""/>
        <dsp:cNvSpPr/>
      </dsp:nvSpPr>
      <dsp:spPr>
        <a:xfrm>
          <a:off x="418421" y="451973"/>
          <a:ext cx="754721" cy="7547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723A07-FBF6-4DBA-8004-F212EFAF2230}">
      <dsp:nvSpPr>
        <dsp:cNvPr id="0" name=""/>
        <dsp:cNvSpPr/>
      </dsp:nvSpPr>
      <dsp:spPr>
        <a:xfrm>
          <a:off x="1725242" y="178712"/>
          <a:ext cx="3067218" cy="1301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Runs code without managing servers</a:t>
          </a:r>
          <a:endParaRPr lang="en-US" sz="2300" kern="1200"/>
        </a:p>
      </dsp:txBody>
      <dsp:txXfrm>
        <a:off x="1725242" y="178712"/>
        <a:ext cx="3067218" cy="1301244"/>
      </dsp:txXfrm>
    </dsp:sp>
    <dsp:sp modelId="{03DDB104-2635-483E-A3EE-B575B345058E}">
      <dsp:nvSpPr>
        <dsp:cNvPr id="0" name=""/>
        <dsp:cNvSpPr/>
      </dsp:nvSpPr>
      <dsp:spPr>
        <a:xfrm>
          <a:off x="5326899" y="178712"/>
          <a:ext cx="1301244" cy="130124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8FC0DE-AFF0-40C0-B41B-1FE79A8D8865}">
      <dsp:nvSpPr>
        <dsp:cNvPr id="0" name=""/>
        <dsp:cNvSpPr/>
      </dsp:nvSpPr>
      <dsp:spPr>
        <a:xfrm>
          <a:off x="5600160" y="451973"/>
          <a:ext cx="754721" cy="7547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CB0457-20F9-4155-9741-491A2267E442}">
      <dsp:nvSpPr>
        <dsp:cNvPr id="0" name=""/>
        <dsp:cNvSpPr/>
      </dsp:nvSpPr>
      <dsp:spPr>
        <a:xfrm>
          <a:off x="6906981" y="178712"/>
          <a:ext cx="3067218" cy="1301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Triggered by events</a:t>
          </a:r>
          <a:endParaRPr lang="en-US" sz="2300" kern="1200"/>
        </a:p>
      </dsp:txBody>
      <dsp:txXfrm>
        <a:off x="6906981" y="178712"/>
        <a:ext cx="3067218" cy="1301244"/>
      </dsp:txXfrm>
    </dsp:sp>
    <dsp:sp modelId="{BAB31DEF-ADF9-4E5A-A5B4-36CEFE4F9256}">
      <dsp:nvSpPr>
        <dsp:cNvPr id="0" name=""/>
        <dsp:cNvSpPr/>
      </dsp:nvSpPr>
      <dsp:spPr>
        <a:xfrm>
          <a:off x="145160" y="2086203"/>
          <a:ext cx="1301244" cy="130124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AB4342-48E7-4EEA-BB75-D84355F79388}">
      <dsp:nvSpPr>
        <dsp:cNvPr id="0" name=""/>
        <dsp:cNvSpPr/>
      </dsp:nvSpPr>
      <dsp:spPr>
        <a:xfrm>
          <a:off x="418421" y="2359464"/>
          <a:ext cx="754721" cy="7547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23806B-6A85-4959-A216-1115C0C26092}">
      <dsp:nvSpPr>
        <dsp:cNvPr id="0" name=""/>
        <dsp:cNvSpPr/>
      </dsp:nvSpPr>
      <dsp:spPr>
        <a:xfrm>
          <a:off x="1725242" y="2086203"/>
          <a:ext cx="3067218" cy="1301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AWS handles servers, operating system and scaling</a:t>
          </a:r>
          <a:endParaRPr lang="en-US" sz="2300" kern="1200"/>
        </a:p>
      </dsp:txBody>
      <dsp:txXfrm>
        <a:off x="1725242" y="2086203"/>
        <a:ext cx="3067218" cy="1301244"/>
      </dsp:txXfrm>
    </dsp:sp>
    <dsp:sp modelId="{AE33184C-CE7A-48AE-B918-9D3193DCC55E}">
      <dsp:nvSpPr>
        <dsp:cNvPr id="0" name=""/>
        <dsp:cNvSpPr/>
      </dsp:nvSpPr>
      <dsp:spPr>
        <a:xfrm>
          <a:off x="5326899" y="2086203"/>
          <a:ext cx="1301244" cy="130124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A302E4-F704-42C6-AAFB-4E89B55B8FA1}">
      <dsp:nvSpPr>
        <dsp:cNvPr id="0" name=""/>
        <dsp:cNvSpPr/>
      </dsp:nvSpPr>
      <dsp:spPr>
        <a:xfrm>
          <a:off x="5600160" y="2359464"/>
          <a:ext cx="754721" cy="7547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E288E6-29DC-48CD-A3AA-A107B0EE4A6C}">
      <dsp:nvSpPr>
        <dsp:cNvPr id="0" name=""/>
        <dsp:cNvSpPr/>
      </dsp:nvSpPr>
      <dsp:spPr>
        <a:xfrm>
          <a:off x="6906981" y="2086203"/>
          <a:ext cx="3067218" cy="1301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Examples: file processing, APIs, automation and security responses</a:t>
          </a:r>
          <a:endParaRPr lang="en-US" sz="2300" kern="1200"/>
        </a:p>
      </dsp:txBody>
      <dsp:txXfrm>
        <a:off x="6906981" y="2086203"/>
        <a:ext cx="3067218" cy="130124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625963-4F35-46C2-B7B2-DBF26DC03496}">
      <dsp:nvSpPr>
        <dsp:cNvPr id="0" name=""/>
        <dsp:cNvSpPr/>
      </dsp:nvSpPr>
      <dsp:spPr>
        <a:xfrm>
          <a:off x="0" y="0"/>
          <a:ext cx="8938260" cy="13054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Event → Lambda Function → Result</a:t>
          </a:r>
          <a:endParaRPr lang="en-US" sz="3300" kern="1200"/>
        </a:p>
      </dsp:txBody>
      <dsp:txXfrm>
        <a:off x="38234" y="38234"/>
        <a:ext cx="7529629" cy="1228933"/>
      </dsp:txXfrm>
    </dsp:sp>
    <dsp:sp modelId="{FF7C2B63-264C-4CBE-948B-152C30678298}">
      <dsp:nvSpPr>
        <dsp:cNvPr id="0" name=""/>
        <dsp:cNvSpPr/>
      </dsp:nvSpPr>
      <dsp:spPr>
        <a:xfrm>
          <a:off x="788669" y="1522968"/>
          <a:ext cx="8938260" cy="13054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Events can come from S3, APIs, databases, schedules, queues and IoT</a:t>
          </a:r>
          <a:endParaRPr lang="en-US" sz="3300" kern="1200"/>
        </a:p>
      </dsp:txBody>
      <dsp:txXfrm>
        <a:off x="826903" y="1561202"/>
        <a:ext cx="7224611" cy="1228933"/>
      </dsp:txXfrm>
    </dsp:sp>
    <dsp:sp modelId="{833CE6B6-D55A-478D-AE10-CF27549D32AA}">
      <dsp:nvSpPr>
        <dsp:cNvPr id="0" name=""/>
        <dsp:cNvSpPr/>
      </dsp:nvSpPr>
      <dsp:spPr>
        <a:xfrm>
          <a:off x="1577339" y="3045936"/>
          <a:ext cx="8938260" cy="13054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Example: S3 upload triggers image processing Lambda</a:t>
          </a:r>
          <a:endParaRPr lang="en-US" sz="3300" kern="1200"/>
        </a:p>
      </dsp:txBody>
      <dsp:txXfrm>
        <a:off x="1615573" y="3084170"/>
        <a:ext cx="7224611" cy="1228933"/>
      </dsp:txXfrm>
    </dsp:sp>
    <dsp:sp modelId="{6CA50E4E-3636-4185-BB80-A0C870E7AA01}">
      <dsp:nvSpPr>
        <dsp:cNvPr id="0" name=""/>
        <dsp:cNvSpPr/>
      </dsp:nvSpPr>
      <dsp:spPr>
        <a:xfrm>
          <a:off x="8089749" y="989929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280664" y="989929"/>
        <a:ext cx="466680" cy="638504"/>
      </dsp:txXfrm>
    </dsp:sp>
    <dsp:sp modelId="{2879C049-3A0D-4820-8663-7D8A564FBDFA}">
      <dsp:nvSpPr>
        <dsp:cNvPr id="0" name=""/>
        <dsp:cNvSpPr/>
      </dsp:nvSpPr>
      <dsp:spPr>
        <a:xfrm>
          <a:off x="8878419" y="2504195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069334" y="2504195"/>
        <a:ext cx="466680" cy="63850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D4E84A-A0F9-4910-B74F-CAD65431E28B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F7BDA7-9177-41C1-902C-EA222A15A3AC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baseline="0"/>
            <a:t>Typical flow: User → API Gateway → Lambda</a:t>
          </a:r>
          <a:endParaRPr lang="en-US" sz="4000" kern="1200"/>
        </a:p>
      </dsp:txBody>
      <dsp:txXfrm>
        <a:off x="0" y="0"/>
        <a:ext cx="10515600" cy="1087834"/>
      </dsp:txXfrm>
    </dsp:sp>
    <dsp:sp modelId="{A4690F75-63F1-4198-86C4-7F768F8A2464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EC1C07-1C02-45D7-8C9E-DE1B1357EA2D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baseline="0"/>
            <a:t>Lambda can interact with DynamoDB and S3</a:t>
          </a:r>
          <a:endParaRPr lang="en-US" sz="4000" kern="1200"/>
        </a:p>
      </dsp:txBody>
      <dsp:txXfrm>
        <a:off x="0" y="1087834"/>
        <a:ext cx="10515600" cy="1087834"/>
      </dsp:txXfrm>
    </dsp:sp>
    <dsp:sp modelId="{09ADA114-BAE7-4D7C-9A3C-CEAC5CFCA751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A79FC7-78E1-42E0-BA39-88AF0AB1B28F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baseline="0"/>
            <a:t>Reduces the need to manage EC2 servers</a:t>
          </a:r>
          <a:endParaRPr lang="en-US" sz="4000" kern="1200"/>
        </a:p>
      </dsp:txBody>
      <dsp:txXfrm>
        <a:off x="0" y="2175669"/>
        <a:ext cx="10515600" cy="1087834"/>
      </dsp:txXfrm>
    </dsp:sp>
    <dsp:sp modelId="{C4FF9633-1A3F-4F17-BC30-A3AF23426DE5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3A7754-57F8-4A73-8E2A-311ECBDB2284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baseline="0"/>
            <a:t>Suitable for APIs and event-driven applications</a:t>
          </a:r>
          <a:endParaRPr lang="en-US" sz="4000" kern="1200"/>
        </a:p>
      </dsp:txBody>
      <dsp:txXfrm>
        <a:off x="0" y="3263503"/>
        <a:ext cx="10515600" cy="108783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D1B104-2572-4E6C-8EE6-1217F0E3A10A}">
      <dsp:nvSpPr>
        <dsp:cNvPr id="0" name=""/>
        <dsp:cNvSpPr/>
      </dsp:nvSpPr>
      <dsp:spPr>
        <a:xfrm>
          <a:off x="0" y="48969"/>
          <a:ext cx="10515600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Write code → Test → Package → Deploy → Configure trigger → Monitor</a:t>
          </a:r>
          <a:endParaRPr lang="en-US" sz="3400" kern="1200"/>
        </a:p>
      </dsp:txBody>
      <dsp:txXfrm>
        <a:off x="66025" y="114994"/>
        <a:ext cx="10383550" cy="1220470"/>
      </dsp:txXfrm>
    </dsp:sp>
    <dsp:sp modelId="{A89F47BA-5126-42FE-B3E0-5A503D47ABD4}">
      <dsp:nvSpPr>
        <dsp:cNvPr id="0" name=""/>
        <dsp:cNvSpPr/>
      </dsp:nvSpPr>
      <dsp:spPr>
        <a:xfrm>
          <a:off x="0" y="1499409"/>
          <a:ext cx="10515600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Deployment options: AWS Console, AWS CLI, Infrastructure as Code and CI/CD</a:t>
          </a:r>
          <a:endParaRPr lang="en-US" sz="3400" kern="1200"/>
        </a:p>
      </dsp:txBody>
      <dsp:txXfrm>
        <a:off x="66025" y="1565434"/>
        <a:ext cx="10383550" cy="1220470"/>
      </dsp:txXfrm>
    </dsp:sp>
    <dsp:sp modelId="{C66F894C-AE97-455D-B7E4-A0ED0E1E094C}">
      <dsp:nvSpPr>
        <dsp:cNvPr id="0" name=""/>
        <dsp:cNvSpPr/>
      </dsp:nvSpPr>
      <dsp:spPr>
        <a:xfrm>
          <a:off x="0" y="2949848"/>
          <a:ext cx="10515600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Use development, testing and production stages</a:t>
          </a:r>
          <a:endParaRPr lang="en-US" sz="3400" kern="1200"/>
        </a:p>
      </dsp:txBody>
      <dsp:txXfrm>
        <a:off x="66025" y="3015873"/>
        <a:ext cx="10383550" cy="122047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7B957D-5056-4900-AF17-7F1F98C1E462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CBA21D-1ABE-47F6-8E48-C27B8318B6B0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3F43EA-C4FF-4F7B-AD8C-33A12C8E4486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Monitor invocation count, duration and concurrency</a:t>
          </a:r>
          <a:endParaRPr lang="en-US" sz="2400" kern="1200"/>
        </a:p>
      </dsp:txBody>
      <dsp:txXfrm>
        <a:off x="1834517" y="469890"/>
        <a:ext cx="3148942" cy="1335915"/>
      </dsp:txXfrm>
    </dsp:sp>
    <dsp:sp modelId="{98794E83-77ED-4A69-9928-4D9F5F012E7C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CC8060-7ADF-424F-A954-1BB4452556A5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9177D3-890D-45C0-949B-7462610F67E5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Track errors and timeouts</a:t>
          </a:r>
          <a:endParaRPr lang="en-US" sz="2400" kern="1200"/>
        </a:p>
      </dsp:txBody>
      <dsp:txXfrm>
        <a:off x="7154322" y="469890"/>
        <a:ext cx="3148942" cy="1335915"/>
      </dsp:txXfrm>
    </dsp:sp>
    <dsp:sp modelId="{411FE387-972E-4848-A8F6-2A22BC8FA104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FD72C9-153B-4BC9-A2E0-FD2B01F418B7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D09255-EC40-40EC-B656-0DCC66DB43E2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Use CloudWatch for metrics, logs and alarms</a:t>
          </a:r>
          <a:endParaRPr lang="en-US" sz="2400" kern="1200"/>
        </a:p>
      </dsp:txBody>
      <dsp:txXfrm>
        <a:off x="1834517" y="2545532"/>
        <a:ext cx="3148942" cy="1335915"/>
      </dsp:txXfrm>
    </dsp:sp>
    <dsp:sp modelId="{23FDAF46-2378-4E90-979F-A13B3335B39B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65CC06-F63F-4124-B686-C92CF2A5B9DC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E737EA-7A4F-4F08-ADFD-60B77CBA2CA9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Use AWS X-Ray for distributed request tracing</a:t>
          </a:r>
          <a:endParaRPr lang="en-US" sz="2400" kern="1200"/>
        </a:p>
      </dsp:txBody>
      <dsp:txXfrm>
        <a:off x="7154322" y="2545532"/>
        <a:ext cx="3148942" cy="133591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C3A747-D8C1-4F7A-A6BF-C6ECA4AA1F05}">
      <dsp:nvSpPr>
        <dsp:cNvPr id="0" name=""/>
        <dsp:cNvSpPr/>
      </dsp:nvSpPr>
      <dsp:spPr>
        <a:xfrm>
          <a:off x="0" y="1808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E94E3E-1CCF-4CAE-A5DB-005748AC1AFC}">
      <dsp:nvSpPr>
        <dsp:cNvPr id="0" name=""/>
        <dsp:cNvSpPr/>
      </dsp:nvSpPr>
      <dsp:spPr>
        <a:xfrm>
          <a:off x="233059" y="175158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B1AE7F-04EF-44A8-8CB7-C814F66B3D93}">
      <dsp:nvSpPr>
        <dsp:cNvPr id="0" name=""/>
        <dsp:cNvSpPr/>
      </dsp:nvSpPr>
      <dsp:spPr>
        <a:xfrm>
          <a:off x="889864" y="1808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Web applications and APIs</a:t>
          </a:r>
          <a:endParaRPr lang="en-US" sz="1900" kern="1200"/>
        </a:p>
      </dsp:txBody>
      <dsp:txXfrm>
        <a:off x="889864" y="1808"/>
        <a:ext cx="5355400" cy="770445"/>
      </dsp:txXfrm>
    </dsp:sp>
    <dsp:sp modelId="{1E3650B9-6A4D-465D-84D0-1C42128F0037}">
      <dsp:nvSpPr>
        <dsp:cNvPr id="0" name=""/>
        <dsp:cNvSpPr/>
      </dsp:nvSpPr>
      <dsp:spPr>
        <a:xfrm>
          <a:off x="0" y="964865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90E095-F605-42DB-A627-8C5AF41EC2D6}">
      <dsp:nvSpPr>
        <dsp:cNvPr id="0" name=""/>
        <dsp:cNvSpPr/>
      </dsp:nvSpPr>
      <dsp:spPr>
        <a:xfrm>
          <a:off x="233059" y="1138215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2C1A85-9A28-4271-B871-B631E6C03347}">
      <dsp:nvSpPr>
        <dsp:cNvPr id="0" name=""/>
        <dsp:cNvSpPr/>
      </dsp:nvSpPr>
      <dsp:spPr>
        <a:xfrm>
          <a:off x="889864" y="964865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File processing</a:t>
          </a:r>
          <a:endParaRPr lang="en-US" sz="1900" kern="1200"/>
        </a:p>
      </dsp:txBody>
      <dsp:txXfrm>
        <a:off x="889864" y="964865"/>
        <a:ext cx="5355400" cy="770445"/>
      </dsp:txXfrm>
    </dsp:sp>
    <dsp:sp modelId="{678DF595-0DE6-4FD8-8F33-D4822DC502C8}">
      <dsp:nvSpPr>
        <dsp:cNvPr id="0" name=""/>
        <dsp:cNvSpPr/>
      </dsp:nvSpPr>
      <dsp:spPr>
        <a:xfrm>
          <a:off x="0" y="1927922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9D69B8-1892-42C1-8F77-BD0B78ADFACE}">
      <dsp:nvSpPr>
        <dsp:cNvPr id="0" name=""/>
        <dsp:cNvSpPr/>
      </dsp:nvSpPr>
      <dsp:spPr>
        <a:xfrm>
          <a:off x="233059" y="2101272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966F29-C036-4D72-B17E-2CCA29056FD4}">
      <dsp:nvSpPr>
        <dsp:cNvPr id="0" name=""/>
        <dsp:cNvSpPr/>
      </dsp:nvSpPr>
      <dsp:spPr>
        <a:xfrm>
          <a:off x="889864" y="1927922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Scheduled automation</a:t>
          </a:r>
          <a:endParaRPr lang="en-US" sz="1900" kern="1200"/>
        </a:p>
      </dsp:txBody>
      <dsp:txXfrm>
        <a:off x="889864" y="1927922"/>
        <a:ext cx="5355400" cy="770445"/>
      </dsp:txXfrm>
    </dsp:sp>
    <dsp:sp modelId="{0B6EF565-D994-47DA-816C-D25BF2F3B854}">
      <dsp:nvSpPr>
        <dsp:cNvPr id="0" name=""/>
        <dsp:cNvSpPr/>
      </dsp:nvSpPr>
      <dsp:spPr>
        <a:xfrm>
          <a:off x="0" y="2890979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5A3E4B-1ED7-4F4B-80E7-61E4EBDEDD6D}">
      <dsp:nvSpPr>
        <dsp:cNvPr id="0" name=""/>
        <dsp:cNvSpPr/>
      </dsp:nvSpPr>
      <dsp:spPr>
        <a:xfrm>
          <a:off x="233059" y="3064329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536C95-ECBA-4C78-A580-951B9CDE8822}">
      <dsp:nvSpPr>
        <dsp:cNvPr id="0" name=""/>
        <dsp:cNvSpPr/>
      </dsp:nvSpPr>
      <dsp:spPr>
        <a:xfrm>
          <a:off x="889864" y="2890979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Security event processing</a:t>
          </a:r>
          <a:endParaRPr lang="en-US" sz="1900" kern="1200"/>
        </a:p>
      </dsp:txBody>
      <dsp:txXfrm>
        <a:off x="889864" y="2890979"/>
        <a:ext cx="5355400" cy="770445"/>
      </dsp:txXfrm>
    </dsp:sp>
    <dsp:sp modelId="{32647A8D-49DD-4232-A6DA-93A497F5409E}">
      <dsp:nvSpPr>
        <dsp:cNvPr id="0" name=""/>
        <dsp:cNvSpPr/>
      </dsp:nvSpPr>
      <dsp:spPr>
        <a:xfrm>
          <a:off x="0" y="3854036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D957F6-65C2-4BD7-A247-D194B3AFB7A1}">
      <dsp:nvSpPr>
        <dsp:cNvPr id="0" name=""/>
        <dsp:cNvSpPr/>
      </dsp:nvSpPr>
      <dsp:spPr>
        <a:xfrm>
          <a:off x="233059" y="4027386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6BF65A-1BB0-4BEB-AD22-9AD5CAFD2454}">
      <dsp:nvSpPr>
        <dsp:cNvPr id="0" name=""/>
        <dsp:cNvSpPr/>
      </dsp:nvSpPr>
      <dsp:spPr>
        <a:xfrm>
          <a:off x="889864" y="3854036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Data processing and notifications</a:t>
          </a:r>
          <a:endParaRPr lang="en-US" sz="1900" kern="1200"/>
        </a:p>
      </dsp:txBody>
      <dsp:txXfrm>
        <a:off x="889864" y="3854036"/>
        <a:ext cx="5355400" cy="770445"/>
      </dsp:txXfrm>
    </dsp:sp>
    <dsp:sp modelId="{A8E055AB-F3B1-4066-BF7F-563ED0AAB910}">
      <dsp:nvSpPr>
        <dsp:cNvPr id="0" name=""/>
        <dsp:cNvSpPr/>
      </dsp:nvSpPr>
      <dsp:spPr>
        <a:xfrm>
          <a:off x="0" y="4817093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634FFC-84E9-41F4-BCBE-F7B5F0547524}">
      <dsp:nvSpPr>
        <dsp:cNvPr id="0" name=""/>
        <dsp:cNvSpPr/>
      </dsp:nvSpPr>
      <dsp:spPr>
        <a:xfrm>
          <a:off x="233059" y="4990443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34AF8C-4055-47F3-8601-67F0E9B70C33}">
      <dsp:nvSpPr>
        <dsp:cNvPr id="0" name=""/>
        <dsp:cNvSpPr/>
      </dsp:nvSpPr>
      <dsp:spPr>
        <a:xfrm>
          <a:off x="889864" y="4817093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IoT event processing</a:t>
          </a:r>
          <a:endParaRPr lang="en-US" sz="1900" kern="1200"/>
        </a:p>
      </dsp:txBody>
      <dsp:txXfrm>
        <a:off x="889864" y="4817093"/>
        <a:ext cx="5355400" cy="770445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1DADC5-4755-47C7-84FC-D83BE1EA5186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5AFFD3-BD36-46F7-ACAA-C0DF95A80068}">
      <dsp:nvSpPr>
        <dsp:cNvPr id="0" name=""/>
        <dsp:cNvSpPr/>
      </dsp:nvSpPr>
      <dsp:spPr>
        <a:xfrm>
          <a:off x="0" y="212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Execution/runtime limits</a:t>
          </a:r>
          <a:endParaRPr lang="en-US" sz="2400" kern="1200"/>
        </a:p>
      </dsp:txBody>
      <dsp:txXfrm>
        <a:off x="0" y="2124"/>
        <a:ext cx="10515600" cy="724514"/>
      </dsp:txXfrm>
    </dsp:sp>
    <dsp:sp modelId="{D6DE4A9B-78D0-46CA-A7EE-C77E1B4920F5}">
      <dsp:nvSpPr>
        <dsp:cNvPr id="0" name=""/>
        <dsp:cNvSpPr/>
      </dsp:nvSpPr>
      <dsp:spPr>
        <a:xfrm>
          <a:off x="0" y="72663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90E91D-EED9-4C87-AD90-B60D2458C59D}">
      <dsp:nvSpPr>
        <dsp:cNvPr id="0" name=""/>
        <dsp:cNvSpPr/>
      </dsp:nvSpPr>
      <dsp:spPr>
        <a:xfrm>
          <a:off x="0" y="72663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Cold starts</a:t>
          </a:r>
          <a:endParaRPr lang="en-US" sz="2400" kern="1200"/>
        </a:p>
      </dsp:txBody>
      <dsp:txXfrm>
        <a:off x="0" y="726639"/>
        <a:ext cx="10515600" cy="724514"/>
      </dsp:txXfrm>
    </dsp:sp>
    <dsp:sp modelId="{0A261258-DC9E-4F77-9469-F6F2EA767F4A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F8F364-121E-47FE-AC09-4D49B637C00C}">
      <dsp:nvSpPr>
        <dsp:cNvPr id="0" name=""/>
        <dsp:cNvSpPr/>
      </dsp:nvSpPr>
      <dsp:spPr>
        <a:xfrm>
          <a:off x="0" y="145115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Stateless execution model</a:t>
          </a:r>
          <a:endParaRPr lang="en-US" sz="2400" kern="1200"/>
        </a:p>
      </dsp:txBody>
      <dsp:txXfrm>
        <a:off x="0" y="1451154"/>
        <a:ext cx="10515600" cy="724514"/>
      </dsp:txXfrm>
    </dsp:sp>
    <dsp:sp modelId="{B484C7C8-2C34-412D-A85E-1444732AA10B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420033-FB52-4FB3-9B32-C121391A240F}">
      <dsp:nvSpPr>
        <dsp:cNvPr id="0" name=""/>
        <dsp:cNvSpPr/>
      </dsp:nvSpPr>
      <dsp:spPr>
        <a:xfrm>
          <a:off x="0" y="217566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Distributed applications can be harder to troubleshoot</a:t>
          </a:r>
          <a:endParaRPr lang="en-US" sz="2400" kern="1200"/>
        </a:p>
      </dsp:txBody>
      <dsp:txXfrm>
        <a:off x="0" y="2175669"/>
        <a:ext cx="10515600" cy="724514"/>
      </dsp:txXfrm>
    </dsp:sp>
    <dsp:sp modelId="{D356D1DA-5C26-4606-A4A1-F24D42A1CD32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8C2D2C-766B-4678-BBB1-D996DCAE2E27}">
      <dsp:nvSpPr>
        <dsp:cNvPr id="0" name=""/>
        <dsp:cNvSpPr/>
      </dsp:nvSpPr>
      <dsp:spPr>
        <a:xfrm>
          <a:off x="0" y="2900183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Potential vendor dependency</a:t>
          </a:r>
          <a:endParaRPr lang="en-US" sz="2400" kern="1200"/>
        </a:p>
      </dsp:txBody>
      <dsp:txXfrm>
        <a:off x="0" y="2900183"/>
        <a:ext cx="10515600" cy="724514"/>
      </dsp:txXfrm>
    </dsp:sp>
    <dsp:sp modelId="{D98E3A88-4343-4A6F-8683-4AFC3C5BA2E6}">
      <dsp:nvSpPr>
        <dsp:cNvPr id="0" name=""/>
        <dsp:cNvSpPr/>
      </dsp:nvSpPr>
      <dsp:spPr>
        <a:xfrm>
          <a:off x="0" y="362469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D0A9EF-8E0C-4232-BDE4-629464E7C42D}">
      <dsp:nvSpPr>
        <dsp:cNvPr id="0" name=""/>
        <dsp:cNvSpPr/>
      </dsp:nvSpPr>
      <dsp:spPr>
        <a:xfrm>
          <a:off x="0" y="3624698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Not always the most economical choice for continuously running workloads</a:t>
          </a:r>
          <a:endParaRPr lang="en-US" sz="2400" kern="1200"/>
        </a:p>
      </dsp:txBody>
      <dsp:txXfrm>
        <a:off x="0" y="3624698"/>
        <a:ext cx="10515600" cy="724514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38FC0E-94EA-4456-8E91-7145B3FE61A7}">
      <dsp:nvSpPr>
        <dsp:cNvPr id="0" name=""/>
        <dsp:cNvSpPr/>
      </dsp:nvSpPr>
      <dsp:spPr>
        <a:xfrm>
          <a:off x="0" y="227303"/>
          <a:ext cx="10515600" cy="7125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EC2 — maximum control and customization</a:t>
          </a:r>
          <a:endParaRPr lang="en-US" sz="2900" kern="1200"/>
        </a:p>
      </dsp:txBody>
      <dsp:txXfrm>
        <a:off x="34783" y="262086"/>
        <a:ext cx="10446034" cy="642964"/>
      </dsp:txXfrm>
    </dsp:sp>
    <dsp:sp modelId="{8CF0D6A0-C9F9-4757-9C5C-C88BB29D8C38}">
      <dsp:nvSpPr>
        <dsp:cNvPr id="0" name=""/>
        <dsp:cNvSpPr/>
      </dsp:nvSpPr>
      <dsp:spPr>
        <a:xfrm>
          <a:off x="0" y="1023353"/>
          <a:ext cx="10515600" cy="7125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Elastic Beanstalk — easier managed application deployment</a:t>
          </a:r>
          <a:endParaRPr lang="en-US" sz="2900" kern="1200"/>
        </a:p>
      </dsp:txBody>
      <dsp:txXfrm>
        <a:off x="34783" y="1058136"/>
        <a:ext cx="10446034" cy="642964"/>
      </dsp:txXfrm>
    </dsp:sp>
    <dsp:sp modelId="{C1DB8D50-D19C-4A24-AD26-93537E527202}">
      <dsp:nvSpPr>
        <dsp:cNvPr id="0" name=""/>
        <dsp:cNvSpPr/>
      </dsp:nvSpPr>
      <dsp:spPr>
        <a:xfrm>
          <a:off x="0" y="1819404"/>
          <a:ext cx="10515600" cy="7125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Lightsail — simple cloud server</a:t>
          </a:r>
          <a:endParaRPr lang="en-US" sz="2900" kern="1200"/>
        </a:p>
      </dsp:txBody>
      <dsp:txXfrm>
        <a:off x="34783" y="1854187"/>
        <a:ext cx="10446034" cy="642964"/>
      </dsp:txXfrm>
    </dsp:sp>
    <dsp:sp modelId="{C081091C-18DA-4A8B-87BF-44F0A026279B}">
      <dsp:nvSpPr>
        <dsp:cNvPr id="0" name=""/>
        <dsp:cNvSpPr/>
      </dsp:nvSpPr>
      <dsp:spPr>
        <a:xfrm>
          <a:off x="0" y="2615454"/>
          <a:ext cx="10515600" cy="7125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Lambda — event-driven serverless execution</a:t>
          </a:r>
          <a:endParaRPr lang="en-US" sz="2900" kern="1200"/>
        </a:p>
      </dsp:txBody>
      <dsp:txXfrm>
        <a:off x="34783" y="2650237"/>
        <a:ext cx="10446034" cy="642964"/>
      </dsp:txXfrm>
    </dsp:sp>
    <dsp:sp modelId="{AAE6DBD6-614A-40A4-9A63-E9FF50C0D120}">
      <dsp:nvSpPr>
        <dsp:cNvPr id="0" name=""/>
        <dsp:cNvSpPr/>
      </dsp:nvSpPr>
      <dsp:spPr>
        <a:xfrm>
          <a:off x="0" y="3411504"/>
          <a:ext cx="10515600" cy="7125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Compare control, management effort, scaling and workload type</a:t>
          </a:r>
          <a:endParaRPr lang="en-US" sz="2900" kern="1200"/>
        </a:p>
      </dsp:txBody>
      <dsp:txXfrm>
        <a:off x="34783" y="3446287"/>
        <a:ext cx="10446034" cy="642964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72DF73-DF35-42F5-83A5-FC2F960FD7C9}">
      <dsp:nvSpPr>
        <dsp:cNvPr id="0" name=""/>
        <dsp:cNvSpPr/>
      </dsp:nvSpPr>
      <dsp:spPr>
        <a:xfrm>
          <a:off x="205" y="687670"/>
          <a:ext cx="2479997" cy="29759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Need complete server control → EC2</a:t>
          </a:r>
          <a:endParaRPr lang="en-US" sz="2100" kern="1200"/>
        </a:p>
      </dsp:txBody>
      <dsp:txXfrm>
        <a:off x="205" y="1878069"/>
        <a:ext cx="2479997" cy="1785598"/>
      </dsp:txXfrm>
    </dsp:sp>
    <dsp:sp modelId="{8FA909F6-0A42-4CFF-9A3A-D073AFBF290E}">
      <dsp:nvSpPr>
        <dsp:cNvPr id="0" name=""/>
        <dsp:cNvSpPr/>
      </dsp:nvSpPr>
      <dsp:spPr>
        <a:xfrm>
          <a:off x="205" y="687670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1</a:t>
          </a:r>
        </a:p>
      </dsp:txBody>
      <dsp:txXfrm>
        <a:off x="205" y="687670"/>
        <a:ext cx="2479997" cy="1190398"/>
      </dsp:txXfrm>
    </dsp:sp>
    <dsp:sp modelId="{C24AA112-1621-4831-8942-07C357E95902}">
      <dsp:nvSpPr>
        <dsp:cNvPr id="0" name=""/>
        <dsp:cNvSpPr/>
      </dsp:nvSpPr>
      <dsp:spPr>
        <a:xfrm>
          <a:off x="2678602" y="687670"/>
          <a:ext cx="2479997" cy="29759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Want managed application deployment → Elastic Beanstalk</a:t>
          </a:r>
          <a:endParaRPr lang="en-US" sz="2100" kern="1200"/>
        </a:p>
      </dsp:txBody>
      <dsp:txXfrm>
        <a:off x="2678602" y="1878069"/>
        <a:ext cx="2479997" cy="1785598"/>
      </dsp:txXfrm>
    </dsp:sp>
    <dsp:sp modelId="{A4BB4613-DDAC-4B61-A81F-9D24F4E86A5E}">
      <dsp:nvSpPr>
        <dsp:cNvPr id="0" name=""/>
        <dsp:cNvSpPr/>
      </dsp:nvSpPr>
      <dsp:spPr>
        <a:xfrm>
          <a:off x="2678602" y="687670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2</a:t>
          </a:r>
        </a:p>
      </dsp:txBody>
      <dsp:txXfrm>
        <a:off x="2678602" y="687670"/>
        <a:ext cx="2479997" cy="1190398"/>
      </dsp:txXfrm>
    </dsp:sp>
    <dsp:sp modelId="{8CDFB837-6765-40F9-ABD0-EDB2447ED4AB}">
      <dsp:nvSpPr>
        <dsp:cNvPr id="0" name=""/>
        <dsp:cNvSpPr/>
      </dsp:nvSpPr>
      <dsp:spPr>
        <a:xfrm>
          <a:off x="5356999" y="687670"/>
          <a:ext cx="2479997" cy="29759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Need a simple small cloud server → Lightsail</a:t>
          </a:r>
          <a:endParaRPr lang="en-US" sz="2100" kern="1200"/>
        </a:p>
      </dsp:txBody>
      <dsp:txXfrm>
        <a:off x="5356999" y="1878069"/>
        <a:ext cx="2479997" cy="1785598"/>
      </dsp:txXfrm>
    </dsp:sp>
    <dsp:sp modelId="{44C3247C-446D-49AA-B6B2-5B8EF0B63CDF}">
      <dsp:nvSpPr>
        <dsp:cNvPr id="0" name=""/>
        <dsp:cNvSpPr/>
      </dsp:nvSpPr>
      <dsp:spPr>
        <a:xfrm>
          <a:off x="5356999" y="687670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3</a:t>
          </a:r>
        </a:p>
      </dsp:txBody>
      <dsp:txXfrm>
        <a:off x="5356999" y="687670"/>
        <a:ext cx="2479997" cy="1190398"/>
      </dsp:txXfrm>
    </dsp:sp>
    <dsp:sp modelId="{0272956E-5E4D-4013-B04A-2800855E7A08}">
      <dsp:nvSpPr>
        <dsp:cNvPr id="0" name=""/>
        <dsp:cNvSpPr/>
      </dsp:nvSpPr>
      <dsp:spPr>
        <a:xfrm>
          <a:off x="8035397" y="687670"/>
          <a:ext cx="2479997" cy="29759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Need code to run on events → Lambda</a:t>
          </a:r>
          <a:endParaRPr lang="en-US" sz="2100" kern="1200"/>
        </a:p>
      </dsp:txBody>
      <dsp:txXfrm>
        <a:off x="8035397" y="1878069"/>
        <a:ext cx="2479997" cy="1785598"/>
      </dsp:txXfrm>
    </dsp:sp>
    <dsp:sp modelId="{591E6AF5-74F2-4D21-A72C-1B5E9D97B341}">
      <dsp:nvSpPr>
        <dsp:cNvPr id="0" name=""/>
        <dsp:cNvSpPr/>
      </dsp:nvSpPr>
      <dsp:spPr>
        <a:xfrm>
          <a:off x="8035397" y="687670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4</a:t>
          </a:r>
        </a:p>
      </dsp:txBody>
      <dsp:txXfrm>
        <a:off x="8035397" y="687670"/>
        <a:ext cx="2479997" cy="11903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#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#1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#1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#1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#1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#1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#1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#1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#1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#1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#1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ACACB-18B4-0138-CF12-705F2A8151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367EA-1FC9-ABDF-455D-12A38A6AF6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B6AD8-0B0B-EFC7-37DE-86C5C0B52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E91D-5EB1-481E-9501-2A8376CAC617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C0C26-930F-3A4A-F5D1-262BF07ED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323C1-5175-259B-74BB-F48F5D8B5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2AC2-CADB-493D-A939-1DA1B5334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469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D598E-8790-7148-9543-598A60877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98A75-F63E-3D90-51A3-0E9AB3044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B0488-5E91-F984-517F-67B07FA14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E91D-5EB1-481E-9501-2A8376CAC617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EEA45-40D5-5A78-B75C-F1EAD84F2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A53A1-9DB2-AB68-8EDB-1CB26A301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2AC2-CADB-493D-A939-1DA1B5334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029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9B6BB-B118-B7B4-FFE3-6AE61699D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5F1D1-6376-00E3-B074-243F3741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08DDE-B6DD-2AB9-F148-687EDF932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E91D-5EB1-481E-9501-2A8376CAC617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41F35-D884-DD14-1BBE-89489063F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B3748-3209-6BD9-59F5-7E87C6F1B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2AC2-CADB-493D-A939-1DA1B5334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898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D5316-95FD-1CE8-F112-0AAA94EA9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2ACB6-B031-B4D1-155A-0C80CE169D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B36010-C9BA-2AD4-AA09-22520446F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EAA554-CE70-7BF4-2098-FA5DBF84E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E91D-5EB1-481E-9501-2A8376CAC617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7DFF7-FCA5-1EAF-EE0D-7E4AC1E88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E65E0-F97A-2EE4-C377-F093F75D5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2AC2-CADB-493D-A939-1DA1B5334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574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0EC1D-087B-A37C-052E-3D6F2B060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EEF7ED-E983-B3B3-D882-28C943CA3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7148E-6647-406D-1BDB-2979F6E9B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3B900B-3BAA-85D9-2178-215E1C85B6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37D640-1189-CEE7-CA59-D79EC8F383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EFA64C-D321-E64F-97F4-875AF1FF4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E91D-5EB1-481E-9501-2A8376CAC617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2ADF0A-147A-9D2E-AC9E-B36925402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B43FD1-F1B7-6716-6D78-17C1CA66A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2AC2-CADB-493D-A939-1DA1B5334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154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2AB2-9250-1261-6768-94EDAB322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C54A38-A5D4-A2A0-4A01-79389BBB5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E91D-5EB1-481E-9501-2A8376CAC617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48CFDB-5C13-94E3-CAEF-484F4AC66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E43484-327C-4529-FC1E-136B8421B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2AC2-CADB-493D-A939-1DA1B5334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92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C578A1-3D8A-F9CC-B2AE-45880BC6B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E91D-5EB1-481E-9501-2A8376CAC617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3EAF16-49DC-A0FB-597D-C198B8DFD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39817-DFEB-C9C0-5BD0-706C7BC11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2AC2-CADB-493D-A939-1DA1B5334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60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EE087-1506-A4E5-45F0-A51D6507E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309CD-EC67-940B-CBD1-E37BD37D8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B1B5A-E86B-9E5D-9640-7C3ADF9C8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C7359B-9523-6447-88EA-613D751E3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E91D-5EB1-481E-9501-2A8376CAC617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BBF46-45E3-61B3-A963-41DE390A1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F2963-3B61-8C7C-F24F-9E74A6B4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2AC2-CADB-493D-A939-1DA1B5334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261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933D9-BEDE-EFC2-52F5-9CE5D0034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4EE85E-529A-41F9-5A1D-78182C0A8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FD805B-0D7B-25B7-7435-66E49EF84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0308AB-1D0D-779D-0206-7FA55933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E91D-5EB1-481E-9501-2A8376CAC617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3567E2-1E41-34BF-2D74-972DB43B2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4C7A03-B22A-3F35-0CEB-CDC832909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2AC2-CADB-493D-A939-1DA1B5334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071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1B550-2979-05FA-A1D1-D69477C73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467C1F-23E5-4CBC-98BE-4F0BEB84F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672E1-A25F-1E07-FA81-7974315B7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E91D-5EB1-481E-9501-2A8376CAC617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C0147-7E75-48EC-30E4-6C535DAB6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D3167-9A69-661B-420F-D624B5251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2AC2-CADB-493D-A939-1DA1B5334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370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CC1C92-7224-C274-3E51-0D5263B6B0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2713F-12DF-470B-DFCA-34C89A1D3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83FDD-638C-0B60-5512-FD999C823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E91D-5EB1-481E-9501-2A8376CAC617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7820F-E0A2-5EDC-AEF8-5C5F36FA7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64692-DBC1-E77C-F8C3-70261309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A2AC2-CADB-493D-A939-1DA1B5334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6915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2866D-CEEA-0211-2F34-E1B6DEF99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10238-E8FF-E109-95BE-1A9E1C7C6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0530A-0D6E-5F06-3009-01D06A72F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0065E-E8FB-4575-A6DD-7277575F530F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3B77C-DE5F-807B-ED33-04E2DB94C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09DD0-B93A-BA39-FA30-E32B026CE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4D19-FBBF-4FCD-BB6C-CEBC4E283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828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101C96-CFE0-1C55-7377-37B630415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C148D-5653-D59D-7AC5-5B8441018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9E6B8-8192-28CD-CADB-4BE8A4424D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21E91D-5EB1-481E-9501-2A8376CAC617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4B2C8-7DFA-8130-9771-92141235A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BEB60-9332-B196-1049-6C4465300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A2AC2-CADB-493D-A939-1DA1B5334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93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CB7943F6-5EE6-20F0-CDF5-52EAFDFE96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369"/>
          <a:stretch>
            <a:fillRect/>
          </a:stretch>
        </p:blipFill>
        <p:spPr>
          <a:xfrm>
            <a:off x="20" y="-7619"/>
            <a:ext cx="12191979" cy="6887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7620"/>
            <a:ext cx="5566593" cy="6887364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067CD3-146F-6228-E362-39AA720C2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863442" y="855815"/>
            <a:ext cx="6887365" cy="516047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1000"/>
                </a:schemeClr>
              </a:gs>
              <a:gs pos="83000">
                <a:schemeClr val="accent5">
                  <a:alpha val="0"/>
                </a:schemeClr>
              </a:gs>
            </a:gsLst>
            <a:lin ang="51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71C7E5C-A0F8-E9FA-56DB-31A257FD4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7648"/>
            <a:ext cx="2079513" cy="6865647"/>
          </a:xfrm>
          <a:prstGeom prst="rect">
            <a:avLst/>
          </a:prstGeom>
          <a:gradFill flip="none" rotWithShape="1">
            <a:gsLst>
              <a:gs pos="5000">
                <a:schemeClr val="accent5"/>
              </a:gs>
              <a:gs pos="49000">
                <a:schemeClr val="accent5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F70A3C-4474-2A39-470C-FD55A8837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7706777" y="3068761"/>
            <a:ext cx="4504659" cy="378923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60000">
                <a:schemeClr val="accent5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C3F7D4-9613-0E1F-901C-98FE831DE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8774557" y="-6485"/>
            <a:ext cx="3427160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D5167C-AF48-26F0-7A9F-3F7643374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64705" y="-1061856"/>
            <a:ext cx="3682024" cy="12211438"/>
          </a:xfrm>
          <a:prstGeom prst="rect">
            <a:avLst/>
          </a:prstGeom>
          <a:gradFill>
            <a:gsLst>
              <a:gs pos="0">
                <a:schemeClr val="accent5"/>
              </a:gs>
              <a:gs pos="65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B30A01-FCA8-86A5-A840-C32A3BE2E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6" y="-7639"/>
            <a:ext cx="4879823" cy="6887373"/>
          </a:xfrm>
          <a:prstGeom prst="rect">
            <a:avLst/>
          </a:prstGeom>
          <a:gradFill>
            <a:gsLst>
              <a:gs pos="0">
                <a:schemeClr val="accent2">
                  <a:alpha val="70000"/>
                </a:schemeClr>
              </a:gs>
              <a:gs pos="44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8F76FB-F704-FE0C-911F-678D08253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028" y="2155188"/>
            <a:ext cx="4160233" cy="283927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4000" b="1" i="0" u="none" strike="noStrike" baseline="0">
                <a:solidFill>
                  <a:srgbClr val="FFFFFF"/>
                </a:solidFill>
              </a:rPr>
              <a:t>AWS Compute and Serverless Services</a:t>
            </a:r>
          </a:p>
        </p:txBody>
      </p:sp>
    </p:spTree>
    <p:extLst>
      <p:ext uri="{BB962C8B-B14F-4D97-AF65-F5344CB8AC3E}">
        <p14:creationId xmlns:p14="http://schemas.microsoft.com/office/powerpoint/2010/main" val="2808027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0F26E7-4DC8-15BD-5E47-80E2AC0D4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5200" b="1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Compute &amp; Serverless Services</a:t>
            </a:r>
          </a:p>
        </p:txBody>
      </p:sp>
      <p:graphicFrame>
        <p:nvGraphicFramePr>
          <p:cNvPr id="19" name="Text Placeholder 2">
            <a:extLst>
              <a:ext uri="{FF2B5EF4-FFF2-40B4-BE49-F238E27FC236}">
                <a16:creationId xmlns:a16="http://schemas.microsoft.com/office/drawing/2014/main" id="{1F1B4A1B-0493-C873-6FC2-8E03DE95E5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7443532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0494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46B008-539A-5CA7-2A57-476AD20E1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Cloud Computing?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19789FF6-50ED-D707-B570-CC4491C66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3046835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1290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B31CD-19B6-1189-A4D6-7353391B6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baseline="0"/>
              <a:t>Amazon EC2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87279-4E56-C259-64FE-69F7CBBA8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000" b="0" i="0" u="none" strike="noStrike" baseline="0"/>
              <a:t>Elastic Compute Cloud provides virtual servers in AWS</a:t>
            </a:r>
          </a:p>
          <a:p>
            <a:pPr marR="0" lvl="0"/>
            <a:r>
              <a:rPr lang="en-US" sz="2000" b="0" i="0" u="none" strike="noStrike" baseline="0"/>
              <a:t>Control CPU, memory, OS, storage and networking</a:t>
            </a:r>
          </a:p>
          <a:p>
            <a:pPr marR="0" lvl="0"/>
            <a:r>
              <a:rPr lang="en-US" sz="2000" b="0" i="0" u="none" strike="noStrike" baseline="0"/>
              <a:t>Common uses: web servers, application servers, databases and development</a:t>
            </a:r>
          </a:p>
          <a:p>
            <a:pPr marR="0" lvl="0"/>
            <a:r>
              <a:rPr lang="en-US" sz="2000" b="0" i="0" u="none" strike="noStrike" baseline="0"/>
              <a:t>Think: a computer/server in the AWS Cloud that you control</a:t>
            </a:r>
          </a:p>
        </p:txBody>
      </p:sp>
      <p:pic>
        <p:nvPicPr>
          <p:cNvPr id="13" name="Picture 12" descr="Illuminated server room panel">
            <a:extLst>
              <a:ext uri="{FF2B5EF4-FFF2-40B4-BE49-F238E27FC236}">
                <a16:creationId xmlns:a16="http://schemas.microsoft.com/office/drawing/2014/main" id="{C39CE626-F558-C467-ABC8-9FA4FA670F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34" r="23665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947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4EE0B-3D38-276B-C0E3-3E0606C74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54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EC2 Instance Types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ext Placeholder 2">
            <a:extLst>
              <a:ext uri="{FF2B5EF4-FFF2-40B4-BE49-F238E27FC236}">
                <a16:creationId xmlns:a16="http://schemas.microsoft.com/office/drawing/2014/main" id="{6CBF7078-5B9C-5220-2665-72C6579D5E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001690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5542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B63D0A-C85A-B946-78A3-B4D89FB3B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Amazon Machine Image (AMI)</a:t>
            </a:r>
          </a:p>
        </p:txBody>
      </p:sp>
      <p:graphicFrame>
        <p:nvGraphicFramePr>
          <p:cNvPr id="22" name="Text Placeholder 2">
            <a:extLst>
              <a:ext uri="{FF2B5EF4-FFF2-40B4-BE49-F238E27FC236}">
                <a16:creationId xmlns:a16="http://schemas.microsoft.com/office/drawing/2014/main" id="{5B23ED29-EF72-5514-5808-0E649284B2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6291638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9928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38A699-7888-AFA7-31D5-5EE33DCD0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EC2 Pricing Models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43E9EA3A-6B28-0D2B-58AE-DB31B83CF3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0951741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6795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3624E-ADA9-24CD-16DA-B719A0759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baseline="0">
                <a:solidFill>
                  <a:srgbClr val="365F91"/>
                </a:solidFill>
                <a:latin typeface="Calibri" panose="020F0502020204030204" pitchFamily="34" charset="0"/>
              </a:rPr>
              <a:t>EC2 Key Pairs</a:t>
            </a:r>
            <a:endParaRPr lang="en-US" b="1" i="0" u="none" strike="noStrike" baseline="0">
              <a:solidFill>
                <a:srgbClr val="365F9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" name="Text Placeholder 2">
            <a:extLst>
              <a:ext uri="{FF2B5EF4-FFF2-40B4-BE49-F238E27FC236}">
                <a16:creationId xmlns:a16="http://schemas.microsoft.com/office/drawing/2014/main" id="{D1BE08B8-C93B-D228-0BE5-B97CBEFEE997}"/>
              </a:ext>
            </a:extLst>
          </p:cNvPr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5274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8A0F4C-FFB2-2433-7F52-DAD37F82D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54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EC2 Tenancy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2F4E6366-0CD8-ECC0-8AAD-E7375A0F34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8568223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3392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9A3F5C-C565-C665-AF7C-C720A4128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38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Auto Scaling Fundamentals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105D0AB0-7588-0E3F-3C15-F59304BAB8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962154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1580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03014-5A01-59B0-E7CE-6FF94D842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/>
            <a:r>
              <a:rPr lang="en-US" sz="3200" b="1" i="0" u="none" strike="noStrike" baseline="0"/>
              <a:t>Scaling Strategies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F415333-8C23-959B-6508-601EE079CE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65" r="42884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A513C-DD21-F0B0-71E3-4796F3C87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68557" y="2551176"/>
            <a:ext cx="5444382" cy="3591207"/>
          </a:xfrm>
        </p:spPr>
        <p:txBody>
          <a:bodyPr vert="horz" lIns="91440" tIns="45720" rIns="91440" bIns="45720" rtlCol="0">
            <a:normAutofit/>
          </a:bodyPr>
          <a:lstStyle/>
          <a:p>
            <a:pPr marR="0" lvl="0"/>
            <a:r>
              <a:rPr lang="en-US" sz="2000" b="0" i="0" u="none" strike="noStrike" baseline="0" dirty="0"/>
              <a:t>Vertical scaling — increase the size/power of one server</a:t>
            </a:r>
          </a:p>
          <a:p>
            <a:pPr marR="0" lvl="0"/>
            <a:r>
              <a:rPr lang="en-US" sz="2000" b="0" i="0" u="none" strike="noStrike" baseline="0" dirty="0"/>
              <a:t>Horizontal scaling — add more servers</a:t>
            </a:r>
          </a:p>
          <a:p>
            <a:pPr marR="0" lvl="0"/>
            <a:r>
              <a:rPr lang="en-US" sz="2000" b="0" i="0" u="none" strike="noStrike" baseline="0" dirty="0"/>
              <a:t>Load Balancer distributes traffic</a:t>
            </a:r>
          </a:p>
          <a:p>
            <a:pPr marR="0" lvl="0"/>
            <a:r>
              <a:rPr lang="en-US" sz="2000" b="0" i="0" u="none" strike="noStrike" baseline="0" dirty="0"/>
              <a:t>Horizontal scaling is commonly used for highly available applications</a:t>
            </a:r>
          </a:p>
        </p:txBody>
      </p:sp>
    </p:spTree>
    <p:extLst>
      <p:ext uri="{BB962C8B-B14F-4D97-AF65-F5344CB8AC3E}">
        <p14:creationId xmlns:p14="http://schemas.microsoft.com/office/powerpoint/2010/main" val="515701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A3635-3B20-1649-E0EA-8C81D9F3B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AC940-FF55-6F0F-0DC4-E8FCAA4876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vertical_and_horizontal_scaling">
            <a:extLst>
              <a:ext uri="{FF2B5EF4-FFF2-40B4-BE49-F238E27FC236}">
                <a16:creationId xmlns:a16="http://schemas.microsoft.com/office/drawing/2014/main" id="{C698E8A1-7216-AC79-1066-7A9AFBD22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55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8C8F8-8DB9-12C8-A607-42970F758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ED286-A5E7-6BF7-FD37-870E09E691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FC5B0C-8AE0-CF02-6675-2800A83BC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143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B1A0E9-FFAA-DCA0-54A3-7A19EDEAF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AWS Elastic Load Balancing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30790-7665-9DA3-D602-2C629155A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1400" b="1" i="0" u="none" strike="noStrike" baseline="0"/>
              <a:t>What is AWS Elastic Load Balancing?</a:t>
            </a:r>
          </a:p>
          <a:p>
            <a:pPr marR="0" lvl="1"/>
            <a:r>
              <a:rPr lang="en-US" sz="1400" b="1" i="0" u="none" strike="noStrike" baseline="0"/>
              <a:t>Elastic Load Balancing (ELB)</a:t>
            </a:r>
            <a:r>
              <a:rPr lang="en-US" sz="1400" b="0" i="0" u="none" strike="noStrike" baseline="0"/>
              <a:t> automatically distributes incoming application traffic across multiple targets such as EC2 instances.</a:t>
            </a:r>
          </a:p>
          <a:p>
            <a:pPr marR="0" lvl="1"/>
            <a:r>
              <a:rPr lang="en-US" sz="1400" b="0" i="0" u="none" strike="noStrike" baseline="0"/>
              <a:t>Helps improve </a:t>
            </a:r>
            <a:r>
              <a:rPr lang="en-US" sz="1400" b="1" i="0" u="none" strike="noStrike" baseline="0"/>
              <a:t>availability, scalability, performance, and fault tolerance</a:t>
            </a:r>
            <a:r>
              <a:rPr lang="en-US" sz="1400" b="0" i="0" u="none" strike="noStrike" baseline="0"/>
              <a:t>.</a:t>
            </a:r>
          </a:p>
          <a:p>
            <a:pPr marR="0" lvl="0"/>
            <a:r>
              <a:rPr lang="en-US" sz="1400" b="1" i="0" u="none" strike="noStrike" baseline="0"/>
              <a:t>Benefits:</a:t>
            </a:r>
          </a:p>
          <a:p>
            <a:pPr marR="0" lvl="1"/>
            <a:r>
              <a:rPr lang="en-US" sz="1400" b="0" i="0" u="none" strike="noStrike" baseline="0"/>
              <a:t>Prevents a single server from becoming overloaded.</a:t>
            </a:r>
          </a:p>
          <a:p>
            <a:pPr marR="0" lvl="1"/>
            <a:r>
              <a:rPr lang="en-US" sz="1400" b="0" i="0" u="none" strike="noStrike" baseline="0"/>
              <a:t>Improves application availability and reliability.</a:t>
            </a:r>
          </a:p>
          <a:p>
            <a:pPr marR="0" lvl="1"/>
            <a:r>
              <a:rPr lang="en-US" sz="1400" b="0" i="0" u="none" strike="noStrike" baseline="0"/>
              <a:t>Distributes traffic across multiple Availability Zones.</a:t>
            </a:r>
          </a:p>
          <a:p>
            <a:pPr marR="0" lvl="1"/>
            <a:r>
              <a:rPr lang="en-US" sz="1400" b="0" i="0" u="none" strike="noStrike" baseline="0"/>
              <a:t>Supports health checks and automatic traffic routing.</a:t>
            </a:r>
          </a:p>
          <a:p>
            <a:pPr marR="0" lvl="0"/>
            <a:r>
              <a:rPr lang="en-US" sz="1400" b="1" i="0" u="none" strike="noStrike" baseline="0"/>
              <a:t>Problems without Load Balancing:</a:t>
            </a:r>
          </a:p>
          <a:p>
            <a:pPr marR="0" lvl="1"/>
            <a:r>
              <a:rPr lang="en-US" sz="1400" b="0" i="0" u="none" strike="noStrike" baseline="0"/>
              <a:t>Single point of failure.</a:t>
            </a:r>
          </a:p>
          <a:p>
            <a:pPr marR="0" lvl="1"/>
            <a:r>
              <a:rPr lang="en-US" sz="1400" b="0" i="0" u="none" strike="noStrike" baseline="0"/>
              <a:t>Server overload during traffic spikes.</a:t>
            </a:r>
          </a:p>
          <a:p>
            <a:pPr marR="0" lvl="1"/>
            <a:r>
              <a:rPr lang="en-US" sz="1400" b="0" i="0" u="none" strike="noStrike" baseline="0"/>
              <a:t>Poor performance and possible downtime.</a:t>
            </a:r>
          </a:p>
          <a:p>
            <a:pPr marR="0" lvl="1"/>
            <a:r>
              <a:rPr lang="en-US" sz="1400" b="0" i="0" u="none" strike="noStrike" baseline="0"/>
              <a:t>Difficult to scale applications efficiently.</a:t>
            </a:r>
          </a:p>
          <a:p>
            <a:pPr marR="0" lvl="0"/>
            <a:r>
              <a:rPr lang="en-US" sz="1400" b="1" i="0" u="none" strike="noStrike" baseline="0"/>
              <a:t>Types of AWS Load Balancers</a:t>
            </a:r>
          </a:p>
          <a:p>
            <a:pPr marR="0" lvl="1"/>
            <a:r>
              <a:rPr lang="en-US" sz="1400" b="1" i="0" u="none" strike="noStrike" baseline="0"/>
              <a:t>Application Load Balancer (ALB):</a:t>
            </a:r>
            <a:r>
              <a:rPr lang="en-US" sz="1400" b="0" i="0" u="none" strike="noStrike" baseline="0"/>
              <a:t> HTTP/HTTPS and application-level routing.</a:t>
            </a:r>
          </a:p>
          <a:p>
            <a:pPr marR="0" lvl="1"/>
            <a:r>
              <a:rPr lang="en-US" sz="1400" b="1" i="0" u="none" strike="noStrike" baseline="0"/>
              <a:t>Network Load Balancer (NLB):</a:t>
            </a:r>
            <a:r>
              <a:rPr lang="en-US" sz="1400" b="0" i="0" u="none" strike="noStrike" baseline="0"/>
              <a:t> High-performance TCP/UDP/TLS traffic.</a:t>
            </a:r>
          </a:p>
          <a:p>
            <a:pPr marR="0" lvl="1"/>
            <a:r>
              <a:rPr lang="en-US" sz="1400" b="1" i="0" u="none" strike="noStrike" baseline="0"/>
              <a:t>Gateway Load Balancer (GWLB):</a:t>
            </a:r>
            <a:r>
              <a:rPr lang="en-US" sz="1400" b="0" i="0" u="none" strike="noStrike" baseline="0"/>
              <a:t> Network and security appliances.</a:t>
            </a:r>
          </a:p>
          <a:p>
            <a:pPr marR="0" lvl="1"/>
            <a:r>
              <a:rPr lang="en-US" sz="1400" b="1" i="0" u="none" strike="noStrike" baseline="0"/>
              <a:t>Classic Load Balancer (CLB):</a:t>
            </a:r>
            <a:r>
              <a:rPr lang="en-US" sz="1400" b="0" i="0" u="none" strike="noStrike" baseline="0"/>
              <a:t> Older/legacy workloads.</a:t>
            </a:r>
          </a:p>
        </p:txBody>
      </p:sp>
    </p:spTree>
    <p:extLst>
      <p:ext uri="{BB962C8B-B14F-4D97-AF65-F5344CB8AC3E}">
        <p14:creationId xmlns:p14="http://schemas.microsoft.com/office/powerpoint/2010/main" val="3645952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51D3F6-D964-433E-3637-CE5F45A0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8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Target Groups &amp; Auto Scaling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BE6F77E-6683-E4A5-0133-C6220094D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1400" b="1" i="0" u="none" strike="noStrike" baseline="0">
                <a:solidFill>
                  <a:schemeClr val="tx1">
                    <a:alpha val="80000"/>
                  </a:schemeClr>
                </a:solidFill>
              </a:rPr>
              <a:t>Target Groups</a:t>
            </a:r>
          </a:p>
          <a:p>
            <a:pPr marR="0" lvl="1"/>
            <a:r>
              <a:rPr lang="en-US" sz="1400" b="0" i="0" u="none" strike="noStrike" baseline="0">
                <a:solidFill>
                  <a:schemeClr val="tx1">
                    <a:alpha val="80000"/>
                  </a:schemeClr>
                </a:solidFill>
              </a:rPr>
              <a:t>A </a:t>
            </a:r>
            <a:r>
              <a:rPr lang="en-US" sz="1400" b="1" i="0" u="none" strike="noStrike" baseline="0">
                <a:solidFill>
                  <a:schemeClr val="tx1">
                    <a:alpha val="80000"/>
                  </a:schemeClr>
                </a:solidFill>
              </a:rPr>
              <a:t>Target Group</a:t>
            </a:r>
            <a:r>
              <a:rPr lang="en-US" sz="1400" b="0" i="0" u="none" strike="noStrike" baseline="0">
                <a:solidFill>
                  <a:schemeClr val="tx1">
                    <a:alpha val="80000"/>
                  </a:schemeClr>
                </a:solidFill>
              </a:rPr>
              <a:t> contains the backend resources that receive traffic from the load balancer.</a:t>
            </a:r>
          </a:p>
          <a:p>
            <a:pPr marR="0" lvl="1"/>
            <a:r>
              <a:rPr lang="en-US" sz="1400" b="0" i="0" u="none" strike="noStrike" baseline="0">
                <a:solidFill>
                  <a:schemeClr val="tx1">
                    <a:alpha val="80000"/>
                  </a:schemeClr>
                </a:solidFill>
              </a:rPr>
              <a:t>Targets can include </a:t>
            </a:r>
            <a:r>
              <a:rPr lang="en-US" sz="1400" b="1" i="0" u="none" strike="noStrike" baseline="0">
                <a:solidFill>
                  <a:schemeClr val="tx1">
                    <a:alpha val="80000"/>
                  </a:schemeClr>
                </a:solidFill>
              </a:rPr>
              <a:t>EC2 instances, IP addresses, containers</a:t>
            </a:r>
            <a:r>
              <a:rPr lang="en-US" sz="1400" b="0" i="0" u="none" strike="noStrike" baseline="0">
                <a:solidFill>
                  <a:schemeClr val="tx1">
                    <a:alpha val="80000"/>
                  </a:schemeClr>
                </a:solidFill>
              </a:rPr>
              <a:t>, and supported Lambda targets.</a:t>
            </a:r>
          </a:p>
          <a:p>
            <a:pPr marR="0" lvl="1"/>
            <a:r>
              <a:rPr lang="en-US" sz="1400" b="0" i="0" u="none" strike="noStrike" baseline="0">
                <a:solidFill>
                  <a:schemeClr val="tx1">
                    <a:alpha val="80000"/>
                  </a:schemeClr>
                </a:solidFill>
              </a:rPr>
              <a:t>Performs </a:t>
            </a:r>
            <a:r>
              <a:rPr lang="en-US" sz="1400" b="1" i="0" u="none" strike="noStrike" baseline="0">
                <a:solidFill>
                  <a:schemeClr val="tx1">
                    <a:alpha val="80000"/>
                  </a:schemeClr>
                </a:solidFill>
              </a:rPr>
              <a:t>health checks</a:t>
            </a:r>
            <a:r>
              <a:rPr lang="en-US" sz="1400" b="0" i="0" u="none" strike="noStrike" baseline="0">
                <a:solidFill>
                  <a:schemeClr val="tx1">
                    <a:alpha val="80000"/>
                  </a:schemeClr>
                </a:solidFill>
              </a:rPr>
              <a:t> to identify healthy and unhealthy targets.</a:t>
            </a:r>
          </a:p>
          <a:p>
            <a:pPr marR="0" lvl="1"/>
            <a:r>
              <a:rPr lang="en-US" sz="1400" b="0" i="0" u="none" strike="noStrike" baseline="0">
                <a:solidFill>
                  <a:schemeClr val="tx1">
                    <a:alpha val="80000"/>
                  </a:schemeClr>
                </a:solidFill>
              </a:rPr>
              <a:t>Traffic is normally routed only to healthy targets.</a:t>
            </a:r>
          </a:p>
          <a:p>
            <a:pPr marR="0" lvl="0"/>
            <a:r>
              <a:rPr lang="en-US" sz="1400" b="1" i="0" u="none" strike="noStrike" baseline="0">
                <a:solidFill>
                  <a:schemeClr val="tx1">
                    <a:alpha val="80000"/>
                  </a:schemeClr>
                </a:solidFill>
              </a:rPr>
              <a:t>Load Balancer + Auto Scaling</a:t>
            </a:r>
          </a:p>
          <a:p>
            <a:pPr marR="0" lvl="1"/>
            <a:r>
              <a:rPr lang="en-US" sz="1400" b="1" i="0" u="none" strike="noStrike" baseline="0">
                <a:solidFill>
                  <a:schemeClr val="tx1">
                    <a:alpha val="80000"/>
                  </a:schemeClr>
                </a:solidFill>
              </a:rPr>
              <a:t>Load Balancer:</a:t>
            </a:r>
            <a:r>
              <a:rPr lang="en-US" sz="1400" b="0" i="0" u="none" strike="noStrike" baseline="0">
                <a:solidFill>
                  <a:schemeClr val="tx1">
                    <a:alpha val="80000"/>
                  </a:schemeClr>
                </a:solidFill>
              </a:rPr>
              <a:t> Distributes incoming traffic across available targets.</a:t>
            </a:r>
          </a:p>
          <a:p>
            <a:pPr marR="0" lvl="1"/>
            <a:r>
              <a:rPr lang="en-US" sz="1400" b="1" i="0" u="none" strike="noStrike" baseline="0">
                <a:solidFill>
                  <a:schemeClr val="tx1">
                    <a:alpha val="80000"/>
                  </a:schemeClr>
                </a:solidFill>
              </a:rPr>
              <a:t>Auto Scaling:</a:t>
            </a:r>
            <a:r>
              <a:rPr lang="en-US" sz="1400" b="0" i="0" u="none" strike="noStrike" baseline="0">
                <a:solidFill>
                  <a:schemeClr val="tx1">
                    <a:alpha val="80000"/>
                  </a:schemeClr>
                </a:solidFill>
              </a:rPr>
              <a:t> Automatically adds or removes instances based on demand.</a:t>
            </a:r>
          </a:p>
          <a:p>
            <a:pPr marR="0" lvl="0"/>
            <a:r>
              <a:rPr lang="en-US" sz="1400" b="0" i="0" u="none" strike="noStrike" baseline="0">
                <a:solidFill>
                  <a:schemeClr val="tx1">
                    <a:alpha val="80000"/>
                  </a:schemeClr>
                </a:solidFill>
              </a:rPr>
              <a:t>Together they provide:</a:t>
            </a:r>
          </a:p>
          <a:p>
            <a:pPr marR="0" lvl="1"/>
            <a:r>
              <a:rPr lang="en-US" sz="1400" b="1" i="0" u="none" strike="noStrike" baseline="0">
                <a:solidFill>
                  <a:schemeClr val="tx1">
                    <a:alpha val="80000"/>
                  </a:schemeClr>
                </a:solidFill>
              </a:rPr>
              <a:t>High availability</a:t>
            </a:r>
          </a:p>
          <a:p>
            <a:pPr marR="0" lvl="1"/>
            <a:r>
              <a:rPr lang="en-US" sz="1400" b="1" i="0" u="none" strike="noStrike" baseline="0">
                <a:solidFill>
                  <a:schemeClr val="tx1">
                    <a:alpha val="80000"/>
                  </a:schemeClr>
                </a:solidFill>
              </a:rPr>
              <a:t>Automatic scalability</a:t>
            </a:r>
          </a:p>
          <a:p>
            <a:pPr marR="0" lvl="1"/>
            <a:r>
              <a:rPr lang="en-US" sz="1400" b="1" i="0" u="none" strike="noStrike" baseline="0">
                <a:solidFill>
                  <a:schemeClr val="tx1">
                    <a:alpha val="80000"/>
                  </a:schemeClr>
                </a:solidFill>
              </a:rPr>
              <a:t>Better performance</a:t>
            </a:r>
          </a:p>
          <a:p>
            <a:pPr marR="0" lvl="1"/>
            <a:r>
              <a:rPr lang="en-US" sz="1400" b="1" i="0" u="none" strike="noStrike" baseline="0">
                <a:solidFill>
                  <a:schemeClr val="tx1">
                    <a:alpha val="80000"/>
                  </a:schemeClr>
                </a:solidFill>
              </a:rPr>
              <a:t>Fault tolerance</a:t>
            </a:r>
          </a:p>
          <a:p>
            <a:pPr marR="0" lvl="0"/>
            <a:r>
              <a:rPr lang="en-US" sz="1400" b="1" i="0" u="none" strike="noStrike" baseline="0">
                <a:solidFill>
                  <a:schemeClr val="tx1">
                    <a:alpha val="80000"/>
                  </a:schemeClr>
                </a:solidFill>
              </a:rPr>
              <a:t>Simple Architecture: </a:t>
            </a:r>
            <a:r>
              <a:rPr lang="en-US" sz="1400" b="0" i="0" u="none" strike="noStrike" baseline="0">
                <a:solidFill>
                  <a:schemeClr val="tx1">
                    <a:alpha val="80000"/>
                  </a:schemeClr>
                </a:solidFill>
              </a:rPr>
              <a:t>Users (Auto Scalling) → Load Balancer → Target Group → EC2 Instances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873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5A22E2-4356-B67D-3400-D0465A0E1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Elastic Beanstalk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7A5B62C0-C2C2-E5A7-1E66-BBA10E303F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931330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8094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D4B"/>
                </a:solidFill>
              </a:defRPr>
            </a:pPr>
            <a:r>
              <a:t>Elastic Beanstalk: Worker Environment &amp; Deployment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82D"/>
                </a:solidFill>
              </a:defRPr>
            </a:pPr>
            <a:r>
              <a:t>Worker environments process background jobs asynchronously, while deployment strategies control how new application versions are released.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27800"/>
                </a:solidFill>
              </a:defRPr>
            </a:pPr>
            <a:r>
              <a:t>1  WORKER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4135" y="2095434"/>
            <a:ext cx="1965960" cy="658368"/>
          </a:xfrm>
          <a:prstGeom prst="roundRect">
            <a:avLst/>
          </a:prstGeom>
          <a:solidFill>
            <a:srgbClr val="FFEFDC"/>
          </a:solidFill>
          <a:ln>
            <a:solidFill>
              <a:srgbClr val="F2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1295" y="2241738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82D"/>
                </a:solidFill>
              </a:defRPr>
            </a:pPr>
            <a:r>
              <a:t>Amazon SQS Queue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0095" y="2424618"/>
            <a:ext cx="438912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94727" y="1931768"/>
            <a:ext cx="2331720" cy="914400"/>
          </a:xfrm>
          <a:prstGeom prst="roundRect">
            <a:avLst/>
          </a:prstGeom>
          <a:solidFill>
            <a:srgbClr val="EBF2F9"/>
          </a:solidFill>
          <a:ln>
            <a:solidFill>
              <a:srgbClr val="14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4455" y="2104578"/>
            <a:ext cx="2057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42D4B"/>
                </a:solidFill>
              </a:defRPr>
            </a:pPr>
            <a:r>
              <a:rPr dirty="0"/>
              <a:t>Worker EC2 Instances</a:t>
            </a:r>
          </a:p>
          <a:p>
            <a:pPr algn="ctr">
              <a:defRPr sz="1050">
                <a:solidFill>
                  <a:srgbClr val="69737D"/>
                </a:solidFill>
              </a:defRPr>
            </a:pPr>
            <a:r>
              <a:rPr dirty="0"/>
              <a:t>Pull → Process → Complete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26447" y="2424618"/>
            <a:ext cx="429768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74503" y="2095434"/>
            <a:ext cx="1783080" cy="658368"/>
          </a:xfrm>
          <a:prstGeom prst="roundRect">
            <a:avLst/>
          </a:prstGeom>
          <a:solidFill>
            <a:srgbClr val="F4F6F8"/>
          </a:solidFill>
          <a:ln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3375" y="224173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3282D"/>
                </a:solidFill>
              </a:defRPr>
            </a:pPr>
            <a:r>
              <a:t>Background Job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2249" y="3102200"/>
            <a:ext cx="851916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82D"/>
                </a:solidFill>
              </a:defRPr>
            </a:pPr>
            <a:r>
              <a:t>Used for asynchronous tasks such as image processing, report generation, email processing, or long-running jobs.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83863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27800"/>
                </a:solidFill>
              </a:defRPr>
            </a:pPr>
            <a:r>
              <a:rPr dirty="0"/>
              <a:t>2  DEPLOYMENT STRATEGIES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92237" y="4315968"/>
            <a:ext cx="3337560" cy="1554480"/>
          </a:xfrm>
          <a:prstGeom prst="roundRect">
            <a:avLst/>
          </a:prstGeom>
          <a:solidFill>
            <a:srgbClr val="FFEFDC"/>
          </a:solidFill>
          <a:ln w="17780">
            <a:solidFill>
              <a:srgbClr val="F2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5117" y="4544568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27800"/>
                </a:solidFill>
              </a:defRPr>
            </a:pPr>
            <a:r>
              <a:t>Rolling 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0837" y="4928616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3282D"/>
                </a:solidFill>
              </a:defRPr>
            </a:pPr>
            <a:r>
              <a:t>Update instances in batches.</a:t>
            </a:r>
          </a:p>
          <a:p>
            <a:pPr algn="ctr">
              <a:defRPr sz="1000">
                <a:solidFill>
                  <a:srgbClr val="69737D"/>
                </a:solidFill>
              </a:defRPr>
            </a:pPr>
            <a:r>
              <a:t>Old + New versions temporarily coexist.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0837" y="5577840"/>
            <a:ext cx="2880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2D7D4B"/>
                </a:solidFill>
              </a:defRPr>
            </a:pPr>
            <a:r>
              <a:t>Lower downtime • Gradual rollout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12180" y="4315968"/>
            <a:ext cx="3337560" cy="1554480"/>
          </a:xfrm>
          <a:prstGeom prst="roundRect">
            <a:avLst/>
          </a:prstGeom>
          <a:solidFill>
            <a:srgbClr val="EBF2F9"/>
          </a:solidFill>
          <a:ln w="17780">
            <a:solidFill>
              <a:srgbClr val="14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95060" y="4453128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2D4B"/>
                </a:solidFill>
              </a:defRPr>
            </a:pPr>
            <a:r>
              <a:t>Immutable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0780" y="4837176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3282D"/>
                </a:solidFill>
              </a:defRPr>
            </a:pPr>
            <a:r>
              <a:t>Create a completely new set of instances with the new version.</a:t>
            </a:r>
          </a:p>
          <a:p>
            <a:pPr algn="ctr">
              <a:defRPr sz="1000">
                <a:solidFill>
                  <a:srgbClr val="69737D"/>
                </a:solidFill>
              </a:defRPr>
            </a:pPr>
            <a:r>
              <a:t>Test the new environment, then switch to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0780" y="5486400"/>
            <a:ext cx="2880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2D7D4B"/>
                </a:solidFill>
              </a:defRPr>
            </a:pPr>
            <a:r>
              <a:t>Safer releases • Easy rollback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D34E5B-BABF-B187-7E75-AF075D212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baseline="0"/>
              <a:t>Amazon Lightsail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7F084-7773-AA9D-4919-4D2D074C7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000" b="0" i="0" u="none" strike="noStrike" baseline="0"/>
              <a:t>Simple cloud computing service</a:t>
            </a:r>
          </a:p>
          <a:p>
            <a:pPr marR="0" lvl="0"/>
            <a:r>
              <a:rPr lang="en-US" sz="2000" b="0" i="0" u="none" strike="noStrike" baseline="0"/>
              <a:t>Suitable for websites and small applications</a:t>
            </a:r>
          </a:p>
          <a:p>
            <a:pPr marR="0" lvl="0"/>
            <a:r>
              <a:rPr lang="en-US" sz="2000" b="0" i="0" u="none" strike="noStrike" baseline="0"/>
              <a:t>Easy setup and predictable pricing</a:t>
            </a:r>
          </a:p>
          <a:p>
            <a:pPr marR="0" lvl="0"/>
            <a:r>
              <a:rPr lang="en-US" sz="2000" b="0" i="0" u="none" strike="noStrike" baseline="0"/>
              <a:t>Fewer advanced configuration options than EC2</a:t>
            </a:r>
          </a:p>
          <a:p>
            <a:pPr marR="0" lvl="0"/>
            <a:r>
              <a:rPr lang="en-US" sz="2000" b="0" i="0" u="none" strike="noStrike" baseline="0"/>
              <a:t>Think: simple cloud server vs. highly configurable EC2</a:t>
            </a:r>
          </a:p>
        </p:txBody>
      </p:sp>
      <p:pic>
        <p:nvPicPr>
          <p:cNvPr id="23" name="Picture 22" descr="Geometric white clouds on a blue sky">
            <a:extLst>
              <a:ext uri="{FF2B5EF4-FFF2-40B4-BE49-F238E27FC236}">
                <a16:creationId xmlns:a16="http://schemas.microsoft.com/office/drawing/2014/main" id="{E4545D72-CB0F-2E9C-ED7A-1E2698E9F4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2" r="31026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681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C6CF21-EE32-04C8-AD25-FA5586601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728" y="643466"/>
            <a:ext cx="735454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3287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F6D5E-E072-276E-757C-92F8D50B4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baseline="0">
                <a:solidFill>
                  <a:srgbClr val="365F91"/>
                </a:solidFill>
                <a:latin typeface="Calibri" panose="020F0502020204030204" pitchFamily="34" charset="0"/>
              </a:rPr>
              <a:t>Compute Scalability &amp; Availability</a:t>
            </a:r>
            <a:endParaRPr lang="en-US" b="1" i="0" u="none" strike="noStrike" baseline="0">
              <a:solidFill>
                <a:srgbClr val="365F9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EBC1AD34-AFEE-3D90-F1FA-DC51152F947F}"/>
              </a:ext>
            </a:extLst>
          </p:cNvPr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09944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5465CA-EBC4-7E95-DA1D-444FF6333F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3" r="5339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35E0F-9E8D-E074-B551-2AB615183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baseline="0"/>
              <a:t>What is Serverless?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C4438-852F-332E-1C47-51DDAFF80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5317" y="2743200"/>
            <a:ext cx="5247340" cy="349687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000" b="0" i="0" u="none" strike="noStrike" baseline="0"/>
              <a:t>Serverless does not mean there are no servers</a:t>
            </a:r>
          </a:p>
          <a:p>
            <a:pPr marR="0" lvl="0"/>
            <a:r>
              <a:rPr lang="en-US" sz="2000" b="0" i="0" u="none" strike="noStrike" baseline="0"/>
              <a:t>AWS manages the underlying infrastructure</a:t>
            </a:r>
          </a:p>
          <a:p>
            <a:pPr marR="0" lvl="0"/>
            <a:r>
              <a:rPr lang="en-US" sz="2000" b="0" i="0" u="none" strike="noStrike" baseline="0"/>
              <a:t>Developers focus mainly on application code</a:t>
            </a:r>
          </a:p>
          <a:p>
            <a:pPr marR="0" lvl="0"/>
            <a:r>
              <a:rPr lang="en-US" sz="2000" b="0" i="0" u="none" strike="noStrike" baseline="0"/>
              <a:t>Benefits: less server management, automatic scaling and usage-based pricing</a:t>
            </a:r>
          </a:p>
        </p:txBody>
      </p:sp>
    </p:spTree>
    <p:extLst>
      <p:ext uri="{BB962C8B-B14F-4D97-AF65-F5344CB8AC3E}">
        <p14:creationId xmlns:p14="http://schemas.microsoft.com/office/powerpoint/2010/main" val="4109585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5C80DE-3353-3200-7C30-F6E07846D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AWS Lambda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262397" y="134260"/>
            <a:ext cx="3142400" cy="2716805"/>
            <a:chOff x="-305" y="-4155"/>
            <a:chExt cx="2514948" cy="2174333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6"/>
            <a:ext cx="2412221" cy="1810094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DA045B3C-BC10-2EC0-3B24-C0EC79228B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6816301"/>
              </p:ext>
            </p:extLst>
          </p:nvPr>
        </p:nvGraphicFramePr>
        <p:xfrm>
          <a:off x="1036320" y="2543633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30834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618E8-4DB9-2F31-785E-9AD6C4EAE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baseline="0">
                <a:solidFill>
                  <a:srgbClr val="365F91"/>
                </a:solidFill>
                <a:latin typeface="Calibri" panose="020F0502020204030204" pitchFamily="34" charset="0"/>
              </a:rPr>
              <a:t>How Lambda Works</a:t>
            </a:r>
            <a:endParaRPr lang="en-US" b="1" i="0" u="none" strike="noStrike" baseline="0">
              <a:solidFill>
                <a:srgbClr val="365F9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" name="Text Placeholder 2">
            <a:extLst>
              <a:ext uri="{FF2B5EF4-FFF2-40B4-BE49-F238E27FC236}">
                <a16:creationId xmlns:a16="http://schemas.microsoft.com/office/drawing/2014/main" id="{729104FA-9239-6379-2888-92EF7CC0EE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678133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20954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50FDF-5A7E-0A50-4C27-C9AF686CE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baseline="0"/>
              <a:t>Event-Driven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7C4F6-B417-1F0F-2963-C679F32AE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000" b="0" i="0" u="none" strike="noStrike" baseline="0"/>
              <a:t>An event means something happened</a:t>
            </a:r>
          </a:p>
          <a:p>
            <a:pPr marR="0" lvl="0"/>
            <a:r>
              <a:rPr lang="en-US" sz="2000" b="0" i="0" u="none" strike="noStrike" baseline="0"/>
              <a:t>Examples: account created, file uploaded, payment completed, order placed</a:t>
            </a:r>
          </a:p>
          <a:p>
            <a:pPr marR="0" lvl="0"/>
            <a:r>
              <a:rPr lang="en-US" sz="2000" b="0" i="0" u="none" strike="noStrike" baseline="0"/>
              <a:t>Components respond to events independently</a:t>
            </a:r>
          </a:p>
          <a:p>
            <a:pPr marR="0" lvl="0"/>
            <a:r>
              <a:rPr lang="en-US" sz="2000" b="0" i="0" u="none" strike="noStrike" baseline="0"/>
              <a:t>Benefits: flexibility, scalability and loose coupling</a:t>
            </a:r>
          </a:p>
        </p:txBody>
      </p:sp>
      <p:pic>
        <p:nvPicPr>
          <p:cNvPr id="5" name="Picture 4" descr="Illustration of people on a blockchain">
            <a:extLst>
              <a:ext uri="{FF2B5EF4-FFF2-40B4-BE49-F238E27FC236}">
                <a16:creationId xmlns:a16="http://schemas.microsoft.com/office/drawing/2014/main" id="{29E5E202-A048-8D20-1CE5-419DF88A7F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88" r="27300" b="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6325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0B4F6-234A-EC2A-06C8-A2B597EAD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baseline="0">
                <a:solidFill>
                  <a:srgbClr val="365F91"/>
                </a:solidFill>
                <a:latin typeface="Calibri" panose="020F0502020204030204" pitchFamily="34" charset="0"/>
              </a:rPr>
              <a:t>Serverless Application Architecture</a:t>
            </a:r>
            <a:endParaRPr lang="en-US" b="1" i="0" u="none" strike="noStrike" baseline="0">
              <a:solidFill>
                <a:srgbClr val="365F9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22BD5C62-023A-7CAA-94D3-AAC0940A1559}"/>
              </a:ext>
            </a:extLst>
          </p:cNvPr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99715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3565E-1D30-F9B1-A886-4C852745E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baseline="0">
                <a:solidFill>
                  <a:srgbClr val="365F91"/>
                </a:solidFill>
                <a:latin typeface="Calibri" panose="020F0502020204030204" pitchFamily="34" charset="0"/>
              </a:rPr>
              <a:t>Serverless Deployment</a:t>
            </a:r>
            <a:endParaRPr lang="en-US" b="1" i="0" u="none" strike="noStrike" baseline="0">
              <a:solidFill>
                <a:srgbClr val="365F9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2EA09081-7E35-D629-D1C5-2E22F394A9D2}"/>
              </a:ext>
            </a:extLst>
          </p:cNvPr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70201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5132B-2E3A-B4A9-96E9-3FAF3E4D4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baseline="0">
                <a:solidFill>
                  <a:srgbClr val="365F91"/>
                </a:solidFill>
                <a:latin typeface="Calibri" panose="020F0502020204030204" pitchFamily="34" charset="0"/>
              </a:rPr>
              <a:t>Serverless Monitoring</a:t>
            </a:r>
            <a:endParaRPr lang="en-US" b="1" i="0" u="none" strike="noStrike" baseline="0">
              <a:solidFill>
                <a:srgbClr val="365F9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" name="Text Placeholder 2">
            <a:extLst>
              <a:ext uri="{FF2B5EF4-FFF2-40B4-BE49-F238E27FC236}">
                <a16:creationId xmlns:a16="http://schemas.microsoft.com/office/drawing/2014/main" id="{A02E1C7D-09A7-6B40-3DD5-6F55D8FBB99E}"/>
              </a:ext>
            </a:extLst>
          </p:cNvPr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52464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D5625A-68FF-FB29-F1AA-7D7E4028A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algn="r"/>
            <a:r>
              <a:rPr lang="en-US" sz="62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Serverless Use Cases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05C1D648-F507-AB67-D2F5-84C3414A62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342241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99788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EE6D0-37FE-CED5-C70A-7DF896412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baseline="0">
                <a:solidFill>
                  <a:srgbClr val="365F91"/>
                </a:solidFill>
                <a:latin typeface="Calibri" panose="020F0502020204030204" pitchFamily="34" charset="0"/>
              </a:rPr>
              <a:t>Serverless Limitations</a:t>
            </a:r>
            <a:endParaRPr lang="en-US" b="1" i="0" u="none" strike="noStrike" baseline="0">
              <a:solidFill>
                <a:srgbClr val="365F9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" name="Text Placeholder 2">
            <a:extLst>
              <a:ext uri="{FF2B5EF4-FFF2-40B4-BE49-F238E27FC236}">
                <a16:creationId xmlns:a16="http://schemas.microsoft.com/office/drawing/2014/main" id="{5013B3CB-609F-5879-51AB-D6E8789CC7A3}"/>
              </a:ext>
            </a:extLst>
          </p:cNvPr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98309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9D5CB-187F-2A0F-EF69-875BD4B80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baseline="0">
                <a:solidFill>
                  <a:srgbClr val="365F91"/>
                </a:solidFill>
                <a:latin typeface="Calibri" panose="020F0502020204030204" pitchFamily="34" charset="0"/>
              </a:rPr>
              <a:t>EC2 vs Beanstalk vs Lightsail vs Lambda</a:t>
            </a:r>
            <a:endParaRPr lang="en-US" b="1" i="0" u="none" strike="noStrike" baseline="0">
              <a:solidFill>
                <a:srgbClr val="365F9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2" name="Text Placeholder 2">
            <a:extLst>
              <a:ext uri="{FF2B5EF4-FFF2-40B4-BE49-F238E27FC236}">
                <a16:creationId xmlns:a16="http://schemas.microsoft.com/office/drawing/2014/main" id="{E995CEAB-B4AE-64B6-980F-16551D8D9E05}"/>
              </a:ext>
            </a:extLst>
          </p:cNvPr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53205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BB43F7-ED84-91ED-274D-3FBC9A841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algn="ctr"/>
            <a:r>
              <a:rPr lang="en-US" sz="48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Real-World Architecture</a:t>
            </a:r>
          </a:p>
        </p:txBody>
      </p:sp>
      <p:sp>
        <p:nvSpPr>
          <p:cNvPr id="47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327F4-1F09-0608-8237-320F28DC8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000" b="0" i="0" u="none" strike="noStrike" baseline="0">
                <a:solidFill>
                  <a:schemeClr val="tx1">
                    <a:alpha val="80000"/>
                  </a:schemeClr>
                </a:solidFill>
              </a:rPr>
              <a:t>E-commerce example</a:t>
            </a:r>
          </a:p>
          <a:p>
            <a:pPr marR="0" lvl="0"/>
            <a:r>
              <a:rPr lang="en-US" sz="2000" b="0" i="0" u="none" strike="noStrike" baseline="0">
                <a:solidFill>
                  <a:schemeClr val="tx1">
                    <a:alpha val="80000"/>
                  </a:schemeClr>
                </a:solidFill>
              </a:rPr>
              <a:t>Users → Load Balancer → EC2 Auto Scaling</a:t>
            </a:r>
          </a:p>
          <a:p>
            <a:pPr marR="0" lvl="0"/>
            <a:r>
              <a:rPr lang="en-US" sz="2000" b="0" i="0" u="none" strike="noStrike" baseline="0">
                <a:solidFill>
                  <a:schemeClr val="tx1">
                    <a:alpha val="80000"/>
                  </a:schemeClr>
                </a:solidFill>
              </a:rPr>
              <a:t>Deploy EC2 instances across Availability Zones</a:t>
            </a:r>
          </a:p>
          <a:p>
            <a:pPr marR="0" lvl="0"/>
            <a:r>
              <a:rPr lang="en-US" sz="2000" b="0" i="0" u="none" strike="noStrike" baseline="0">
                <a:solidFill>
                  <a:schemeClr val="tx1">
                    <a:alpha val="80000"/>
                  </a:schemeClr>
                </a:solidFill>
              </a:rPr>
              <a:t>Use Lambda for order events, notifications or background processing</a:t>
            </a:r>
          </a:p>
          <a:p>
            <a:pPr marR="0" lvl="0"/>
            <a:r>
              <a:rPr lang="en-US" sz="2000" b="0" i="0" u="none" strike="noStrike" baseline="0">
                <a:solidFill>
                  <a:schemeClr val="tx1">
                    <a:alpha val="80000"/>
                  </a:schemeClr>
                </a:solidFill>
              </a:rPr>
              <a:t>Architecture combines traditional compute and serverless</a:t>
            </a:r>
          </a:p>
        </p:txBody>
      </p:sp>
      <p:sp>
        <p:nvSpPr>
          <p:cNvPr id="33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1701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765166-3B55-7A29-C760-CD5A905A5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54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AWS Compute Best Practices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F749BF-603C-EE5F-FB91-A92F5F819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6418" y="552091"/>
            <a:ext cx="622433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200" b="0" i="0" u="none" strike="noStrike" baseline="0"/>
              <a:t>Choose the right instance type</a:t>
            </a:r>
          </a:p>
          <a:p>
            <a:pPr marR="0" lvl="0"/>
            <a:r>
              <a:rPr lang="en-US" sz="2200" b="0" i="0" u="none" strike="noStrike" baseline="0"/>
              <a:t>Monitor CPU, memory and network usage</a:t>
            </a:r>
          </a:p>
          <a:p>
            <a:pPr marR="0" lvl="0"/>
            <a:r>
              <a:rPr lang="en-US" sz="2200" b="0" i="0" u="none" strike="noStrike" baseline="0"/>
              <a:t>Use Auto Scaling and multiple Availability Zones</a:t>
            </a:r>
          </a:p>
          <a:p>
            <a:pPr marR="0" lvl="0"/>
            <a:r>
              <a:rPr lang="en-US" sz="2200" b="0" i="0" u="none" strike="noStrike" baseline="0"/>
              <a:t>Use IAM roles, security groups and protected keys</a:t>
            </a:r>
          </a:p>
          <a:p>
            <a:pPr marR="0" lvl="0"/>
            <a:r>
              <a:rPr lang="en-US" sz="2200" b="0" i="0" u="none" strike="noStrike" baseline="0"/>
              <a:t>Right-size resources and choose suitable pricing models</a:t>
            </a:r>
          </a:p>
          <a:p>
            <a:pPr marR="0" lvl="0"/>
            <a:r>
              <a:rPr lang="en-US" sz="2200" b="0" i="0" u="none" strike="noStrike" baseline="0"/>
              <a:t>Monitor with CloudWatch and automate deployments</a:t>
            </a:r>
          </a:p>
        </p:txBody>
      </p:sp>
    </p:spTree>
    <p:extLst>
      <p:ext uri="{BB962C8B-B14F-4D97-AF65-F5344CB8AC3E}">
        <p14:creationId xmlns:p14="http://schemas.microsoft.com/office/powerpoint/2010/main" val="24773768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616E2-DB80-070B-AF82-D4A72F6A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baseline="0">
                <a:solidFill>
                  <a:srgbClr val="365F91"/>
                </a:solidFill>
                <a:latin typeface="Calibri" panose="020F0502020204030204" pitchFamily="34" charset="0"/>
              </a:rPr>
              <a:t>Quick Decision Guide</a:t>
            </a:r>
            <a:endParaRPr lang="en-US" b="1" i="0" u="none" strike="noStrike" baseline="0">
              <a:solidFill>
                <a:srgbClr val="365F9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9" name="Text Placeholder 2">
            <a:extLst>
              <a:ext uri="{FF2B5EF4-FFF2-40B4-BE49-F238E27FC236}">
                <a16:creationId xmlns:a16="http://schemas.microsoft.com/office/drawing/2014/main" id="{F762C1DC-A2CE-699E-5878-63A6C1D5CFB2}"/>
              </a:ext>
            </a:extLst>
          </p:cNvPr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7557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1261</Words>
  <Application>Microsoft Office PowerPoint</Application>
  <PresentationFormat>Widescreen</PresentationFormat>
  <Paragraphs>197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Times New Roman</vt:lpstr>
      <vt:lpstr>Office Theme</vt:lpstr>
      <vt:lpstr>AWS Compute and Serverless Services</vt:lpstr>
      <vt:lpstr>Compute &amp; Serverless Services</vt:lpstr>
      <vt:lpstr>What is Cloud Computing?</vt:lpstr>
      <vt:lpstr>Amazon EC2</vt:lpstr>
      <vt:lpstr>EC2 Instance Types</vt:lpstr>
      <vt:lpstr>Amazon Machine Image (AMI)</vt:lpstr>
      <vt:lpstr>EC2 Pricing Models</vt:lpstr>
      <vt:lpstr>EC2 Key Pairs</vt:lpstr>
      <vt:lpstr>EC2 Tenancy</vt:lpstr>
      <vt:lpstr>Auto Scaling Fundamentals</vt:lpstr>
      <vt:lpstr>Scaling Strategies</vt:lpstr>
      <vt:lpstr>PowerPoint Presentation</vt:lpstr>
      <vt:lpstr>PowerPoint Presentation</vt:lpstr>
      <vt:lpstr>AWS Elastic Load Balancing</vt:lpstr>
      <vt:lpstr>Target Groups &amp; Auto Scaling</vt:lpstr>
      <vt:lpstr>Elastic Beanstalk</vt:lpstr>
      <vt:lpstr>PowerPoint Presentation</vt:lpstr>
      <vt:lpstr>Amazon Lightsail</vt:lpstr>
      <vt:lpstr>PowerPoint Presentation</vt:lpstr>
      <vt:lpstr>Compute Scalability &amp; Availability</vt:lpstr>
      <vt:lpstr>What is Serverless?</vt:lpstr>
      <vt:lpstr>AWS Lambda</vt:lpstr>
      <vt:lpstr>How Lambda Works</vt:lpstr>
      <vt:lpstr>Event-Driven Architecture</vt:lpstr>
      <vt:lpstr>Serverless Application Architecture</vt:lpstr>
      <vt:lpstr>Serverless Deployment</vt:lpstr>
      <vt:lpstr>Serverless Monitoring</vt:lpstr>
      <vt:lpstr>Serverless Use Cases</vt:lpstr>
      <vt:lpstr>Serverless Limitations</vt:lpstr>
      <vt:lpstr>EC2 vs Beanstalk vs Lightsail vs Lambda</vt:lpstr>
      <vt:lpstr>Real-World Architecture</vt:lpstr>
      <vt:lpstr>AWS Compute Best Practices</vt:lpstr>
      <vt:lpstr>Quick Decision Guide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 Krishan Goyal</dc:creator>
  <cp:lastModifiedBy>Hari Krishan Goyal</cp:lastModifiedBy>
  <cp:revision>7</cp:revision>
  <dcterms:created xsi:type="dcterms:W3CDTF">2026-08-11T07:58:26Z</dcterms:created>
  <dcterms:modified xsi:type="dcterms:W3CDTF">2026-09-01T06:11:59Z</dcterms:modified>
</cp:coreProperties>
</file>